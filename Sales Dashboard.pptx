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7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tBDfr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91680" y="1243440"/>
            <a:ext cx="6560280" cy="218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6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228960" y="201960"/>
            <a:ext cx="8686080" cy="4739400"/>
            <a:chOff x="228960" y="201960"/>
            <a:chExt cx="8686080" cy="4739400"/>
          </a:xfrm>
        </p:grpSpPr>
        <p:sp>
          <p:nvSpPr>
            <p:cNvPr id="2" name="Google Shape;12;p2"/>
            <p:cNvSpPr/>
            <p:nvPr/>
          </p:nvSpPr>
          <p:spPr>
            <a:xfrm>
              <a:off x="690840" y="356040"/>
              <a:ext cx="526320" cy="128160"/>
            </a:xfrm>
            <a:custGeom>
              <a:avLst/>
              <a:gdLst>
                <a:gd name="textAreaLeft" fmla="*/ 0 w 526320"/>
                <a:gd name="textAreaRight" fmla="*/ 526680 w 52632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6155" h="1501">
                  <a:moveTo>
                    <a:pt x="272" y="0"/>
                  </a:moveTo>
                  <a:cubicBezTo>
                    <a:pt x="193" y="0"/>
                    <a:pt x="109" y="10"/>
                    <a:pt x="44" y="47"/>
                  </a:cubicBezTo>
                  <a:cubicBezTo>
                    <a:pt x="14" y="64"/>
                    <a:pt x="1" y="111"/>
                    <a:pt x="34" y="133"/>
                  </a:cubicBezTo>
                  <a:cubicBezTo>
                    <a:pt x="107" y="179"/>
                    <a:pt x="197" y="194"/>
                    <a:pt x="283" y="208"/>
                  </a:cubicBezTo>
                  <a:cubicBezTo>
                    <a:pt x="383" y="224"/>
                    <a:pt x="486" y="230"/>
                    <a:pt x="586" y="246"/>
                  </a:cubicBezTo>
                  <a:cubicBezTo>
                    <a:pt x="773" y="276"/>
                    <a:pt x="958" y="315"/>
                    <a:pt x="1142" y="361"/>
                  </a:cubicBezTo>
                  <a:cubicBezTo>
                    <a:pt x="1519" y="459"/>
                    <a:pt x="1892" y="574"/>
                    <a:pt x="2261" y="696"/>
                  </a:cubicBezTo>
                  <a:cubicBezTo>
                    <a:pt x="2995" y="940"/>
                    <a:pt x="3733" y="1198"/>
                    <a:pt x="4509" y="1263"/>
                  </a:cubicBezTo>
                  <a:cubicBezTo>
                    <a:pt x="4617" y="1272"/>
                    <a:pt x="4725" y="1277"/>
                    <a:pt x="4833" y="1277"/>
                  </a:cubicBezTo>
                  <a:cubicBezTo>
                    <a:pt x="4938" y="1277"/>
                    <a:pt x="5043" y="1273"/>
                    <a:pt x="5148" y="1263"/>
                  </a:cubicBezTo>
                  <a:cubicBezTo>
                    <a:pt x="5259" y="1254"/>
                    <a:pt x="5363" y="1233"/>
                    <a:pt x="5472" y="1210"/>
                  </a:cubicBezTo>
                  <a:cubicBezTo>
                    <a:pt x="5541" y="1195"/>
                    <a:pt x="5611" y="1178"/>
                    <a:pt x="5680" y="1158"/>
                  </a:cubicBezTo>
                  <a:lnTo>
                    <a:pt x="5680" y="1158"/>
                  </a:lnTo>
                  <a:cubicBezTo>
                    <a:pt x="5676" y="1172"/>
                    <a:pt x="5673" y="1184"/>
                    <a:pt x="5671" y="1198"/>
                  </a:cubicBezTo>
                  <a:cubicBezTo>
                    <a:pt x="5667" y="1218"/>
                    <a:pt x="5669" y="1239"/>
                    <a:pt x="5671" y="1260"/>
                  </a:cubicBezTo>
                  <a:cubicBezTo>
                    <a:pt x="5671" y="1262"/>
                    <a:pt x="5672" y="1266"/>
                    <a:pt x="5672" y="1270"/>
                  </a:cubicBezTo>
                  <a:cubicBezTo>
                    <a:pt x="5672" y="1271"/>
                    <a:pt x="5673" y="1272"/>
                    <a:pt x="5673" y="1273"/>
                  </a:cubicBezTo>
                  <a:cubicBezTo>
                    <a:pt x="5660" y="1297"/>
                    <a:pt x="5653" y="1316"/>
                    <a:pt x="5649" y="1344"/>
                  </a:cubicBezTo>
                  <a:cubicBezTo>
                    <a:pt x="5648" y="1363"/>
                    <a:pt x="5648" y="1385"/>
                    <a:pt x="5651" y="1404"/>
                  </a:cubicBezTo>
                  <a:cubicBezTo>
                    <a:pt x="5660" y="1453"/>
                    <a:pt x="5701" y="1487"/>
                    <a:pt x="5749" y="1496"/>
                  </a:cubicBezTo>
                  <a:cubicBezTo>
                    <a:pt x="5769" y="1499"/>
                    <a:pt x="5789" y="1500"/>
                    <a:pt x="5809" y="1500"/>
                  </a:cubicBezTo>
                  <a:cubicBezTo>
                    <a:pt x="5927" y="1500"/>
                    <a:pt x="6044" y="1449"/>
                    <a:pt x="6094" y="1337"/>
                  </a:cubicBezTo>
                  <a:cubicBezTo>
                    <a:pt x="6102" y="1321"/>
                    <a:pt x="6105" y="1305"/>
                    <a:pt x="6110" y="1288"/>
                  </a:cubicBezTo>
                  <a:cubicBezTo>
                    <a:pt x="6126" y="1258"/>
                    <a:pt x="6137" y="1226"/>
                    <a:pt x="6143" y="1191"/>
                  </a:cubicBezTo>
                  <a:cubicBezTo>
                    <a:pt x="6155" y="1113"/>
                    <a:pt x="6102" y="1038"/>
                    <a:pt x="6038" y="996"/>
                  </a:cubicBezTo>
                  <a:cubicBezTo>
                    <a:pt x="5999" y="970"/>
                    <a:pt x="5961" y="953"/>
                    <a:pt x="5915" y="942"/>
                  </a:cubicBezTo>
                  <a:cubicBezTo>
                    <a:pt x="5896" y="938"/>
                    <a:pt x="5878" y="932"/>
                    <a:pt x="5857" y="931"/>
                  </a:cubicBezTo>
                  <a:cubicBezTo>
                    <a:pt x="5848" y="931"/>
                    <a:pt x="5835" y="930"/>
                    <a:pt x="5824" y="930"/>
                  </a:cubicBezTo>
                  <a:cubicBezTo>
                    <a:pt x="5814" y="930"/>
                    <a:pt x="5806" y="930"/>
                    <a:pt x="5799" y="932"/>
                  </a:cubicBezTo>
                  <a:cubicBezTo>
                    <a:pt x="5758" y="941"/>
                    <a:pt x="5724" y="963"/>
                    <a:pt x="5698" y="997"/>
                  </a:cubicBezTo>
                  <a:cubicBezTo>
                    <a:pt x="5691" y="1006"/>
                    <a:pt x="5687" y="1014"/>
                    <a:pt x="5683" y="1024"/>
                  </a:cubicBezTo>
                  <a:cubicBezTo>
                    <a:pt x="5612" y="1030"/>
                    <a:pt x="5543" y="1042"/>
                    <a:pt x="5472" y="1048"/>
                  </a:cubicBezTo>
                  <a:cubicBezTo>
                    <a:pt x="5370" y="1058"/>
                    <a:pt x="5269" y="1058"/>
                    <a:pt x="5168" y="1059"/>
                  </a:cubicBezTo>
                  <a:cubicBezTo>
                    <a:pt x="5138" y="1059"/>
                    <a:pt x="5109" y="1060"/>
                    <a:pt x="5079" y="1060"/>
                  </a:cubicBezTo>
                  <a:cubicBezTo>
                    <a:pt x="4924" y="1060"/>
                    <a:pt x="4767" y="1050"/>
                    <a:pt x="4611" y="1036"/>
                  </a:cubicBezTo>
                  <a:cubicBezTo>
                    <a:pt x="4233" y="1002"/>
                    <a:pt x="3859" y="921"/>
                    <a:pt x="3493" y="824"/>
                  </a:cubicBezTo>
                  <a:cubicBezTo>
                    <a:pt x="2751" y="625"/>
                    <a:pt x="2036" y="328"/>
                    <a:pt x="1286" y="152"/>
                  </a:cubicBezTo>
                  <a:cubicBezTo>
                    <a:pt x="1085" y="103"/>
                    <a:pt x="879" y="64"/>
                    <a:pt x="673" y="36"/>
                  </a:cubicBezTo>
                  <a:cubicBezTo>
                    <a:pt x="566" y="22"/>
                    <a:pt x="461" y="10"/>
                    <a:pt x="355" y="3"/>
                  </a:cubicBezTo>
                  <a:cubicBezTo>
                    <a:pt x="329" y="2"/>
                    <a:pt x="301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>
              <a:off x="228960" y="201960"/>
              <a:ext cx="8686080" cy="4739400"/>
            </a:xfrm>
            <a:custGeom>
              <a:avLst/>
              <a:gdLst>
                <a:gd name="textAreaLeft" fmla="*/ 0 w 8686080"/>
                <a:gd name="textAreaRight" fmla="*/ 8686440 w 8686080"/>
                <a:gd name="textAreaTop" fmla="*/ 0 h 4739400"/>
                <a:gd name="textAreaBottom" fmla="*/ 4739760 h 4739400"/>
              </a:gdLst>
              <a:ahLst/>
              <a:cxnLst/>
              <a:rect l="textAreaLeft" t="textAreaTop" r="textAreaRight" b="textAreaBottom"/>
              <a:pathLst>
                <a:path w="101509" h="55387">
                  <a:moveTo>
                    <a:pt x="12567" y="225"/>
                  </a:moveTo>
                  <a:cubicBezTo>
                    <a:pt x="12883" y="225"/>
                    <a:pt x="13197" y="239"/>
                    <a:pt x="13511" y="268"/>
                  </a:cubicBezTo>
                  <a:cubicBezTo>
                    <a:pt x="12773" y="663"/>
                    <a:pt x="11987" y="977"/>
                    <a:pt x="11184" y="1208"/>
                  </a:cubicBezTo>
                  <a:cubicBezTo>
                    <a:pt x="10875" y="1296"/>
                    <a:pt x="10563" y="1372"/>
                    <a:pt x="10249" y="1436"/>
                  </a:cubicBezTo>
                  <a:cubicBezTo>
                    <a:pt x="9859" y="1435"/>
                    <a:pt x="9470" y="1432"/>
                    <a:pt x="9080" y="1431"/>
                  </a:cubicBezTo>
                  <a:cubicBezTo>
                    <a:pt x="9352" y="1349"/>
                    <a:pt x="9623" y="1257"/>
                    <a:pt x="9890" y="1156"/>
                  </a:cubicBezTo>
                  <a:cubicBezTo>
                    <a:pt x="10151" y="1059"/>
                    <a:pt x="10394" y="936"/>
                    <a:pt x="10635" y="798"/>
                  </a:cubicBezTo>
                  <a:cubicBezTo>
                    <a:pt x="10709" y="756"/>
                    <a:pt x="10675" y="657"/>
                    <a:pt x="10603" y="657"/>
                  </a:cubicBezTo>
                  <a:cubicBezTo>
                    <a:pt x="10594" y="657"/>
                    <a:pt x="10584" y="659"/>
                    <a:pt x="10573" y="662"/>
                  </a:cubicBezTo>
                  <a:cubicBezTo>
                    <a:pt x="10346" y="739"/>
                    <a:pt x="10121" y="813"/>
                    <a:pt x="9896" y="893"/>
                  </a:cubicBezTo>
                  <a:cubicBezTo>
                    <a:pt x="9668" y="973"/>
                    <a:pt x="9442" y="1059"/>
                    <a:pt x="9212" y="1131"/>
                  </a:cubicBezTo>
                  <a:cubicBezTo>
                    <a:pt x="8851" y="1245"/>
                    <a:pt x="8488" y="1343"/>
                    <a:pt x="8120" y="1425"/>
                  </a:cubicBezTo>
                  <a:cubicBezTo>
                    <a:pt x="8019" y="1425"/>
                    <a:pt x="7917" y="1423"/>
                    <a:pt x="7815" y="1423"/>
                  </a:cubicBezTo>
                  <a:cubicBezTo>
                    <a:pt x="8381" y="1115"/>
                    <a:pt x="8977" y="863"/>
                    <a:pt x="9590" y="673"/>
                  </a:cubicBezTo>
                  <a:cubicBezTo>
                    <a:pt x="10465" y="401"/>
                    <a:pt x="11383" y="250"/>
                    <a:pt x="12299" y="228"/>
                  </a:cubicBezTo>
                  <a:cubicBezTo>
                    <a:pt x="12388" y="226"/>
                    <a:pt x="12478" y="225"/>
                    <a:pt x="12567" y="225"/>
                  </a:cubicBezTo>
                  <a:close/>
                  <a:moveTo>
                    <a:pt x="1915" y="3366"/>
                  </a:moveTo>
                  <a:cubicBezTo>
                    <a:pt x="1916" y="3366"/>
                    <a:pt x="1918" y="3370"/>
                    <a:pt x="1916" y="3374"/>
                  </a:cubicBezTo>
                  <a:cubicBezTo>
                    <a:pt x="1914" y="3368"/>
                    <a:pt x="1914" y="3366"/>
                    <a:pt x="1915" y="3366"/>
                  </a:cubicBezTo>
                  <a:close/>
                  <a:moveTo>
                    <a:pt x="3484" y="2175"/>
                  </a:moveTo>
                  <a:cubicBezTo>
                    <a:pt x="3533" y="2175"/>
                    <a:pt x="3583" y="2175"/>
                    <a:pt x="3632" y="2177"/>
                  </a:cubicBezTo>
                  <a:cubicBezTo>
                    <a:pt x="4168" y="2186"/>
                    <a:pt x="4699" y="2277"/>
                    <a:pt x="5213" y="2430"/>
                  </a:cubicBezTo>
                  <a:cubicBezTo>
                    <a:pt x="6236" y="2738"/>
                    <a:pt x="7154" y="3276"/>
                    <a:pt x="8048" y="3846"/>
                  </a:cubicBezTo>
                  <a:cubicBezTo>
                    <a:pt x="8301" y="4007"/>
                    <a:pt x="8552" y="4173"/>
                    <a:pt x="8801" y="4342"/>
                  </a:cubicBezTo>
                  <a:lnTo>
                    <a:pt x="8843" y="4371"/>
                  </a:lnTo>
                  <a:cubicBezTo>
                    <a:pt x="8366" y="4405"/>
                    <a:pt x="7890" y="4429"/>
                    <a:pt x="7414" y="4429"/>
                  </a:cubicBezTo>
                  <a:cubicBezTo>
                    <a:pt x="6903" y="4429"/>
                    <a:pt x="6392" y="4401"/>
                    <a:pt x="5881" y="4325"/>
                  </a:cubicBezTo>
                  <a:cubicBezTo>
                    <a:pt x="5348" y="4244"/>
                    <a:pt x="4827" y="4106"/>
                    <a:pt x="4330" y="3896"/>
                  </a:cubicBezTo>
                  <a:cubicBezTo>
                    <a:pt x="3876" y="3705"/>
                    <a:pt x="3454" y="3458"/>
                    <a:pt x="3056" y="3170"/>
                  </a:cubicBezTo>
                  <a:cubicBezTo>
                    <a:pt x="2770" y="2963"/>
                    <a:pt x="2507" y="2731"/>
                    <a:pt x="2261" y="2481"/>
                  </a:cubicBezTo>
                  <a:lnTo>
                    <a:pt x="2261" y="2481"/>
                  </a:lnTo>
                  <a:cubicBezTo>
                    <a:pt x="3294" y="2821"/>
                    <a:pt x="4321" y="3172"/>
                    <a:pt x="5351" y="3517"/>
                  </a:cubicBezTo>
                  <a:cubicBezTo>
                    <a:pt x="5521" y="3573"/>
                    <a:pt x="5691" y="3626"/>
                    <a:pt x="5861" y="3678"/>
                  </a:cubicBezTo>
                  <a:cubicBezTo>
                    <a:pt x="6033" y="3731"/>
                    <a:pt x="6216" y="3755"/>
                    <a:pt x="6394" y="3791"/>
                  </a:cubicBezTo>
                  <a:cubicBezTo>
                    <a:pt x="6399" y="3792"/>
                    <a:pt x="6404" y="3792"/>
                    <a:pt x="6409" y="3792"/>
                  </a:cubicBezTo>
                  <a:cubicBezTo>
                    <a:pt x="6479" y="3792"/>
                    <a:pt x="6491" y="3684"/>
                    <a:pt x="6428" y="3654"/>
                  </a:cubicBezTo>
                  <a:cubicBezTo>
                    <a:pt x="6285" y="3586"/>
                    <a:pt x="6143" y="3502"/>
                    <a:pt x="5995" y="3448"/>
                  </a:cubicBezTo>
                  <a:cubicBezTo>
                    <a:pt x="5846" y="3396"/>
                    <a:pt x="5696" y="3338"/>
                    <a:pt x="5545" y="3291"/>
                  </a:cubicBezTo>
                  <a:cubicBezTo>
                    <a:pt x="5246" y="3193"/>
                    <a:pt x="4946" y="3097"/>
                    <a:pt x="4648" y="3000"/>
                  </a:cubicBezTo>
                  <a:cubicBezTo>
                    <a:pt x="4045" y="2805"/>
                    <a:pt x="3442" y="2608"/>
                    <a:pt x="2839" y="2414"/>
                  </a:cubicBezTo>
                  <a:cubicBezTo>
                    <a:pt x="2674" y="2360"/>
                    <a:pt x="2509" y="2305"/>
                    <a:pt x="2347" y="2250"/>
                  </a:cubicBezTo>
                  <a:cubicBezTo>
                    <a:pt x="2724" y="2207"/>
                    <a:pt x="3103" y="2175"/>
                    <a:pt x="3484" y="2175"/>
                  </a:cubicBezTo>
                  <a:close/>
                  <a:moveTo>
                    <a:pt x="1569" y="6790"/>
                  </a:moveTo>
                  <a:lnTo>
                    <a:pt x="1565" y="7157"/>
                  </a:lnTo>
                  <a:cubicBezTo>
                    <a:pt x="1545" y="7080"/>
                    <a:pt x="1524" y="7003"/>
                    <a:pt x="1502" y="6924"/>
                  </a:cubicBezTo>
                  <a:cubicBezTo>
                    <a:pt x="1500" y="6922"/>
                    <a:pt x="1500" y="6919"/>
                    <a:pt x="1499" y="6916"/>
                  </a:cubicBezTo>
                  <a:cubicBezTo>
                    <a:pt x="1523" y="6875"/>
                    <a:pt x="1546" y="6833"/>
                    <a:pt x="1569" y="6790"/>
                  </a:cubicBezTo>
                  <a:close/>
                  <a:moveTo>
                    <a:pt x="1960" y="3524"/>
                  </a:moveTo>
                  <a:lnTo>
                    <a:pt x="1960" y="3524"/>
                  </a:lnTo>
                  <a:cubicBezTo>
                    <a:pt x="2229" y="3727"/>
                    <a:pt x="2447" y="3991"/>
                    <a:pt x="2636" y="4273"/>
                  </a:cubicBezTo>
                  <a:cubicBezTo>
                    <a:pt x="2886" y="4645"/>
                    <a:pt x="3099" y="5044"/>
                    <a:pt x="3281" y="5451"/>
                  </a:cubicBezTo>
                  <a:cubicBezTo>
                    <a:pt x="3649" y="6272"/>
                    <a:pt x="3888" y="7152"/>
                    <a:pt x="3986" y="8047"/>
                  </a:cubicBezTo>
                  <a:cubicBezTo>
                    <a:pt x="4028" y="8419"/>
                    <a:pt x="4045" y="8794"/>
                    <a:pt x="4035" y="9168"/>
                  </a:cubicBezTo>
                  <a:cubicBezTo>
                    <a:pt x="3580" y="8594"/>
                    <a:pt x="3157" y="7997"/>
                    <a:pt x="2775" y="7373"/>
                  </a:cubicBezTo>
                  <a:cubicBezTo>
                    <a:pt x="2551" y="7010"/>
                    <a:pt x="2337" y="6637"/>
                    <a:pt x="2177" y="6241"/>
                  </a:cubicBezTo>
                  <a:cubicBezTo>
                    <a:pt x="2013" y="5837"/>
                    <a:pt x="1930" y="5412"/>
                    <a:pt x="1894" y="4978"/>
                  </a:cubicBezTo>
                  <a:cubicBezTo>
                    <a:pt x="1876" y="4736"/>
                    <a:pt x="1876" y="4495"/>
                    <a:pt x="1871" y="4253"/>
                  </a:cubicBezTo>
                  <a:lnTo>
                    <a:pt x="1871" y="4158"/>
                  </a:lnTo>
                  <a:cubicBezTo>
                    <a:pt x="1903" y="4258"/>
                    <a:pt x="1941" y="4356"/>
                    <a:pt x="1977" y="4453"/>
                  </a:cubicBezTo>
                  <a:cubicBezTo>
                    <a:pt x="2139" y="4890"/>
                    <a:pt x="2301" y="5328"/>
                    <a:pt x="2464" y="5764"/>
                  </a:cubicBezTo>
                  <a:cubicBezTo>
                    <a:pt x="2546" y="5981"/>
                    <a:pt x="2625" y="6203"/>
                    <a:pt x="2720" y="6414"/>
                  </a:cubicBezTo>
                  <a:cubicBezTo>
                    <a:pt x="2816" y="6631"/>
                    <a:pt x="2929" y="6842"/>
                    <a:pt x="3040" y="7050"/>
                  </a:cubicBezTo>
                  <a:cubicBezTo>
                    <a:pt x="3054" y="7077"/>
                    <a:pt x="3082" y="7090"/>
                    <a:pt x="3108" y="7090"/>
                  </a:cubicBezTo>
                  <a:cubicBezTo>
                    <a:pt x="3150" y="7090"/>
                    <a:pt x="3190" y="7060"/>
                    <a:pt x="3178" y="7007"/>
                  </a:cubicBezTo>
                  <a:cubicBezTo>
                    <a:pt x="3147" y="6880"/>
                    <a:pt x="3113" y="6755"/>
                    <a:pt x="3083" y="6629"/>
                  </a:cubicBezTo>
                  <a:cubicBezTo>
                    <a:pt x="3050" y="6499"/>
                    <a:pt x="3019" y="6367"/>
                    <a:pt x="2975" y="6239"/>
                  </a:cubicBezTo>
                  <a:cubicBezTo>
                    <a:pt x="2886" y="5985"/>
                    <a:pt x="2794" y="5731"/>
                    <a:pt x="2699" y="5479"/>
                  </a:cubicBezTo>
                  <a:lnTo>
                    <a:pt x="2131" y="3980"/>
                  </a:lnTo>
                  <a:cubicBezTo>
                    <a:pt x="2079" y="3843"/>
                    <a:pt x="2028" y="3706"/>
                    <a:pt x="1977" y="3569"/>
                  </a:cubicBezTo>
                  <a:lnTo>
                    <a:pt x="1960" y="3524"/>
                  </a:lnTo>
                  <a:close/>
                  <a:moveTo>
                    <a:pt x="3710" y="11246"/>
                  </a:moveTo>
                  <a:lnTo>
                    <a:pt x="3710" y="11246"/>
                  </a:lnTo>
                  <a:cubicBezTo>
                    <a:pt x="3708" y="11250"/>
                    <a:pt x="3706" y="11253"/>
                    <a:pt x="3704" y="11257"/>
                  </a:cubicBezTo>
                  <a:lnTo>
                    <a:pt x="3704" y="11257"/>
                  </a:lnTo>
                  <a:cubicBezTo>
                    <a:pt x="3706" y="11253"/>
                    <a:pt x="3708" y="11250"/>
                    <a:pt x="3710" y="11246"/>
                  </a:cubicBezTo>
                  <a:close/>
                  <a:moveTo>
                    <a:pt x="1405" y="7467"/>
                  </a:moveTo>
                  <a:cubicBezTo>
                    <a:pt x="1452" y="7686"/>
                    <a:pt x="1487" y="7909"/>
                    <a:pt x="1516" y="8130"/>
                  </a:cubicBezTo>
                  <a:cubicBezTo>
                    <a:pt x="1529" y="8230"/>
                    <a:pt x="1540" y="8330"/>
                    <a:pt x="1549" y="8430"/>
                  </a:cubicBezTo>
                  <a:cubicBezTo>
                    <a:pt x="1547" y="8593"/>
                    <a:pt x="1545" y="8756"/>
                    <a:pt x="1543" y="8918"/>
                  </a:cubicBezTo>
                  <a:cubicBezTo>
                    <a:pt x="1540" y="9253"/>
                    <a:pt x="1535" y="9588"/>
                    <a:pt x="1530" y="9923"/>
                  </a:cubicBezTo>
                  <a:cubicBezTo>
                    <a:pt x="1469" y="10491"/>
                    <a:pt x="1344" y="11048"/>
                    <a:pt x="1156" y="11585"/>
                  </a:cubicBezTo>
                  <a:cubicBezTo>
                    <a:pt x="1038" y="11921"/>
                    <a:pt x="897" y="12249"/>
                    <a:pt x="733" y="12564"/>
                  </a:cubicBezTo>
                  <a:cubicBezTo>
                    <a:pt x="428" y="11881"/>
                    <a:pt x="316" y="11128"/>
                    <a:pt x="356" y="10379"/>
                  </a:cubicBezTo>
                  <a:cubicBezTo>
                    <a:pt x="404" y="9515"/>
                    <a:pt x="640" y="8668"/>
                    <a:pt x="999" y="7881"/>
                  </a:cubicBezTo>
                  <a:cubicBezTo>
                    <a:pt x="1040" y="7793"/>
                    <a:pt x="1082" y="7707"/>
                    <a:pt x="1125" y="7620"/>
                  </a:cubicBezTo>
                  <a:lnTo>
                    <a:pt x="1125" y="7620"/>
                  </a:lnTo>
                  <a:cubicBezTo>
                    <a:pt x="1075" y="7883"/>
                    <a:pt x="1031" y="8147"/>
                    <a:pt x="996" y="8412"/>
                  </a:cubicBezTo>
                  <a:cubicBezTo>
                    <a:pt x="930" y="8907"/>
                    <a:pt x="884" y="9412"/>
                    <a:pt x="893" y="9912"/>
                  </a:cubicBezTo>
                  <a:cubicBezTo>
                    <a:pt x="895" y="10053"/>
                    <a:pt x="899" y="10194"/>
                    <a:pt x="905" y="10334"/>
                  </a:cubicBezTo>
                  <a:cubicBezTo>
                    <a:pt x="912" y="10480"/>
                    <a:pt x="938" y="10623"/>
                    <a:pt x="963" y="10765"/>
                  </a:cubicBezTo>
                  <a:cubicBezTo>
                    <a:pt x="970" y="10809"/>
                    <a:pt x="1006" y="10830"/>
                    <a:pt x="1042" y="10830"/>
                  </a:cubicBezTo>
                  <a:cubicBezTo>
                    <a:pt x="1079" y="10830"/>
                    <a:pt x="1116" y="10807"/>
                    <a:pt x="1120" y="10761"/>
                  </a:cubicBezTo>
                  <a:cubicBezTo>
                    <a:pt x="1133" y="10639"/>
                    <a:pt x="1152" y="10515"/>
                    <a:pt x="1156" y="10393"/>
                  </a:cubicBezTo>
                  <a:cubicBezTo>
                    <a:pt x="1161" y="10270"/>
                    <a:pt x="1163" y="10146"/>
                    <a:pt x="1169" y="10021"/>
                  </a:cubicBezTo>
                  <a:cubicBezTo>
                    <a:pt x="1180" y="9773"/>
                    <a:pt x="1188" y="9525"/>
                    <a:pt x="1203" y="9277"/>
                  </a:cubicBezTo>
                  <a:cubicBezTo>
                    <a:pt x="1232" y="8781"/>
                    <a:pt x="1279" y="8285"/>
                    <a:pt x="1353" y="7793"/>
                  </a:cubicBezTo>
                  <a:cubicBezTo>
                    <a:pt x="1370" y="7685"/>
                    <a:pt x="1387" y="7575"/>
                    <a:pt x="1405" y="7467"/>
                  </a:cubicBezTo>
                  <a:close/>
                  <a:moveTo>
                    <a:pt x="97425" y="31858"/>
                  </a:moveTo>
                  <a:cubicBezTo>
                    <a:pt x="97425" y="31858"/>
                    <a:pt x="97425" y="31860"/>
                    <a:pt x="97424" y="31861"/>
                  </a:cubicBezTo>
                  <a:cubicBezTo>
                    <a:pt x="97424" y="31860"/>
                    <a:pt x="97424" y="31860"/>
                    <a:pt x="97425" y="31858"/>
                  </a:cubicBezTo>
                  <a:close/>
                  <a:moveTo>
                    <a:pt x="97425" y="31886"/>
                  </a:moveTo>
                  <a:lnTo>
                    <a:pt x="97425" y="31894"/>
                  </a:lnTo>
                  <a:cubicBezTo>
                    <a:pt x="97424" y="31891"/>
                    <a:pt x="97425" y="31888"/>
                    <a:pt x="97425" y="31886"/>
                  </a:cubicBezTo>
                  <a:close/>
                  <a:moveTo>
                    <a:pt x="96812" y="33761"/>
                  </a:moveTo>
                  <a:cubicBezTo>
                    <a:pt x="97110" y="34096"/>
                    <a:pt x="97381" y="34453"/>
                    <a:pt x="97621" y="34831"/>
                  </a:cubicBezTo>
                  <a:cubicBezTo>
                    <a:pt x="98120" y="35612"/>
                    <a:pt x="98482" y="36473"/>
                    <a:pt x="98706" y="37369"/>
                  </a:cubicBezTo>
                  <a:cubicBezTo>
                    <a:pt x="98817" y="37814"/>
                    <a:pt x="98893" y="38266"/>
                    <a:pt x="98931" y="38724"/>
                  </a:cubicBezTo>
                  <a:cubicBezTo>
                    <a:pt x="98941" y="38850"/>
                    <a:pt x="98950" y="38977"/>
                    <a:pt x="98957" y="39103"/>
                  </a:cubicBezTo>
                  <a:lnTo>
                    <a:pt x="98900" y="38913"/>
                  </a:lnTo>
                  <a:cubicBezTo>
                    <a:pt x="98725" y="38357"/>
                    <a:pt x="98529" y="37807"/>
                    <a:pt x="98314" y="37263"/>
                  </a:cubicBezTo>
                  <a:cubicBezTo>
                    <a:pt x="98206" y="36987"/>
                    <a:pt x="98095" y="36712"/>
                    <a:pt x="97972" y="36442"/>
                  </a:cubicBezTo>
                  <a:cubicBezTo>
                    <a:pt x="97911" y="36309"/>
                    <a:pt x="97849" y="36177"/>
                    <a:pt x="97781" y="36047"/>
                  </a:cubicBezTo>
                  <a:cubicBezTo>
                    <a:pt x="97746" y="35982"/>
                    <a:pt x="97714" y="35916"/>
                    <a:pt x="97676" y="35853"/>
                  </a:cubicBezTo>
                  <a:cubicBezTo>
                    <a:pt x="97640" y="35793"/>
                    <a:pt x="97594" y="35738"/>
                    <a:pt x="97550" y="35683"/>
                  </a:cubicBezTo>
                  <a:cubicBezTo>
                    <a:pt x="97539" y="35669"/>
                    <a:pt x="97525" y="35663"/>
                    <a:pt x="97511" y="35663"/>
                  </a:cubicBezTo>
                  <a:cubicBezTo>
                    <a:pt x="97480" y="35663"/>
                    <a:pt x="97451" y="35696"/>
                    <a:pt x="97461" y="35733"/>
                  </a:cubicBezTo>
                  <a:cubicBezTo>
                    <a:pt x="97482" y="35817"/>
                    <a:pt x="97500" y="35902"/>
                    <a:pt x="97533" y="35982"/>
                  </a:cubicBezTo>
                  <a:cubicBezTo>
                    <a:pt x="97565" y="36058"/>
                    <a:pt x="97595" y="36133"/>
                    <a:pt x="97626" y="36210"/>
                  </a:cubicBezTo>
                  <a:cubicBezTo>
                    <a:pt x="97685" y="36358"/>
                    <a:pt x="97752" y="36503"/>
                    <a:pt x="97817" y="36650"/>
                  </a:cubicBezTo>
                  <a:cubicBezTo>
                    <a:pt x="98226" y="37571"/>
                    <a:pt x="98582" y="38516"/>
                    <a:pt x="98872" y="39482"/>
                  </a:cubicBezTo>
                  <a:cubicBezTo>
                    <a:pt x="98654" y="39208"/>
                    <a:pt x="98444" y="38929"/>
                    <a:pt x="98247" y="38642"/>
                  </a:cubicBezTo>
                  <a:cubicBezTo>
                    <a:pt x="97738" y="37898"/>
                    <a:pt x="97302" y="37104"/>
                    <a:pt x="97037" y="36243"/>
                  </a:cubicBezTo>
                  <a:cubicBezTo>
                    <a:pt x="96790" y="35442"/>
                    <a:pt x="96692" y="34592"/>
                    <a:pt x="96812" y="33761"/>
                  </a:cubicBezTo>
                  <a:close/>
                  <a:moveTo>
                    <a:pt x="99153" y="44174"/>
                  </a:moveTo>
                  <a:cubicBezTo>
                    <a:pt x="99157" y="44408"/>
                    <a:pt x="99157" y="44643"/>
                    <a:pt x="99169" y="44876"/>
                  </a:cubicBezTo>
                  <a:cubicBezTo>
                    <a:pt x="99171" y="44924"/>
                    <a:pt x="99174" y="44974"/>
                    <a:pt x="99176" y="45022"/>
                  </a:cubicBezTo>
                  <a:cubicBezTo>
                    <a:pt x="99154" y="44751"/>
                    <a:pt x="99125" y="44482"/>
                    <a:pt x="99088" y="44213"/>
                  </a:cubicBezTo>
                  <a:lnTo>
                    <a:pt x="99088" y="44213"/>
                  </a:lnTo>
                  <a:cubicBezTo>
                    <a:pt x="99094" y="44215"/>
                    <a:pt x="99100" y="44216"/>
                    <a:pt x="99106" y="44216"/>
                  </a:cubicBezTo>
                  <a:cubicBezTo>
                    <a:pt x="99123" y="44216"/>
                    <a:pt x="99139" y="44208"/>
                    <a:pt x="99147" y="44190"/>
                  </a:cubicBezTo>
                  <a:cubicBezTo>
                    <a:pt x="99149" y="44184"/>
                    <a:pt x="99151" y="44180"/>
                    <a:pt x="99153" y="44174"/>
                  </a:cubicBezTo>
                  <a:close/>
                  <a:moveTo>
                    <a:pt x="97313" y="39219"/>
                  </a:moveTo>
                  <a:cubicBezTo>
                    <a:pt x="97663" y="39915"/>
                    <a:pt x="97962" y="40636"/>
                    <a:pt x="98204" y="41374"/>
                  </a:cubicBezTo>
                  <a:cubicBezTo>
                    <a:pt x="98681" y="42816"/>
                    <a:pt x="98949" y="44326"/>
                    <a:pt x="99009" y="45841"/>
                  </a:cubicBezTo>
                  <a:cubicBezTo>
                    <a:pt x="99010" y="45887"/>
                    <a:pt x="99012" y="45934"/>
                    <a:pt x="99014" y="45980"/>
                  </a:cubicBezTo>
                  <a:cubicBezTo>
                    <a:pt x="98993" y="45873"/>
                    <a:pt x="98972" y="45765"/>
                    <a:pt x="98949" y="45659"/>
                  </a:cubicBezTo>
                  <a:cubicBezTo>
                    <a:pt x="98819" y="45045"/>
                    <a:pt x="98659" y="44437"/>
                    <a:pt x="98468" y="43839"/>
                  </a:cubicBezTo>
                  <a:cubicBezTo>
                    <a:pt x="98372" y="43541"/>
                    <a:pt x="98276" y="43239"/>
                    <a:pt x="98148" y="42950"/>
                  </a:cubicBezTo>
                  <a:cubicBezTo>
                    <a:pt x="98021" y="42661"/>
                    <a:pt x="97883" y="42377"/>
                    <a:pt x="97734" y="42096"/>
                  </a:cubicBezTo>
                  <a:cubicBezTo>
                    <a:pt x="97722" y="42074"/>
                    <a:pt x="97702" y="42065"/>
                    <a:pt x="97683" y="42065"/>
                  </a:cubicBezTo>
                  <a:cubicBezTo>
                    <a:pt x="97649" y="42065"/>
                    <a:pt x="97617" y="42094"/>
                    <a:pt x="97631" y="42136"/>
                  </a:cubicBezTo>
                  <a:cubicBezTo>
                    <a:pt x="97749" y="42467"/>
                    <a:pt x="97853" y="42804"/>
                    <a:pt x="97968" y="43135"/>
                  </a:cubicBezTo>
                  <a:cubicBezTo>
                    <a:pt x="98174" y="43723"/>
                    <a:pt x="98369" y="44311"/>
                    <a:pt x="98523" y="44914"/>
                  </a:cubicBezTo>
                  <a:cubicBezTo>
                    <a:pt x="98649" y="45412"/>
                    <a:pt x="98752" y="45913"/>
                    <a:pt x="98835" y="46419"/>
                  </a:cubicBezTo>
                  <a:cubicBezTo>
                    <a:pt x="98461" y="46102"/>
                    <a:pt x="98126" y="45742"/>
                    <a:pt x="97840" y="45347"/>
                  </a:cubicBezTo>
                  <a:cubicBezTo>
                    <a:pt x="97204" y="44472"/>
                    <a:pt x="96812" y="43436"/>
                    <a:pt x="96722" y="42364"/>
                  </a:cubicBezTo>
                  <a:cubicBezTo>
                    <a:pt x="96633" y="41295"/>
                    <a:pt x="96837" y="40187"/>
                    <a:pt x="97313" y="39219"/>
                  </a:cubicBezTo>
                  <a:close/>
                  <a:moveTo>
                    <a:pt x="98665" y="50396"/>
                  </a:moveTo>
                  <a:lnTo>
                    <a:pt x="98665" y="50396"/>
                  </a:lnTo>
                  <a:cubicBezTo>
                    <a:pt x="98635" y="50553"/>
                    <a:pt x="98604" y="50711"/>
                    <a:pt x="98576" y="50868"/>
                  </a:cubicBezTo>
                  <a:cubicBezTo>
                    <a:pt x="98560" y="50747"/>
                    <a:pt x="98544" y="50625"/>
                    <a:pt x="98526" y="50504"/>
                  </a:cubicBezTo>
                  <a:cubicBezTo>
                    <a:pt x="98528" y="50503"/>
                    <a:pt x="98532" y="50500"/>
                    <a:pt x="98534" y="50498"/>
                  </a:cubicBezTo>
                  <a:cubicBezTo>
                    <a:pt x="98559" y="50470"/>
                    <a:pt x="98582" y="50442"/>
                    <a:pt x="98605" y="50414"/>
                  </a:cubicBezTo>
                  <a:cubicBezTo>
                    <a:pt x="98613" y="50419"/>
                    <a:pt x="98623" y="50421"/>
                    <a:pt x="98632" y="50421"/>
                  </a:cubicBezTo>
                  <a:cubicBezTo>
                    <a:pt x="98645" y="50421"/>
                    <a:pt x="98659" y="50415"/>
                    <a:pt x="98665" y="50399"/>
                  </a:cubicBezTo>
                  <a:cubicBezTo>
                    <a:pt x="98665" y="50398"/>
                    <a:pt x="98665" y="50397"/>
                    <a:pt x="98665" y="50396"/>
                  </a:cubicBezTo>
                  <a:close/>
                  <a:moveTo>
                    <a:pt x="100895" y="43635"/>
                  </a:moveTo>
                  <a:cubicBezTo>
                    <a:pt x="101162" y="44217"/>
                    <a:pt x="101207" y="44899"/>
                    <a:pt x="101213" y="45525"/>
                  </a:cubicBezTo>
                  <a:cubicBezTo>
                    <a:pt x="101227" y="46647"/>
                    <a:pt x="101012" y="47793"/>
                    <a:pt x="100551" y="48823"/>
                  </a:cubicBezTo>
                  <a:cubicBezTo>
                    <a:pt x="100159" y="49696"/>
                    <a:pt x="99573" y="50488"/>
                    <a:pt x="98781" y="51038"/>
                  </a:cubicBezTo>
                  <a:cubicBezTo>
                    <a:pt x="98852" y="50642"/>
                    <a:pt x="98929" y="50250"/>
                    <a:pt x="99014" y="49857"/>
                  </a:cubicBezTo>
                  <a:cubicBezTo>
                    <a:pt x="99065" y="49773"/>
                    <a:pt x="99116" y="49686"/>
                    <a:pt x="99165" y="49598"/>
                  </a:cubicBezTo>
                  <a:cubicBezTo>
                    <a:pt x="99484" y="49044"/>
                    <a:pt x="99777" y="48472"/>
                    <a:pt x="100026" y="47885"/>
                  </a:cubicBezTo>
                  <a:cubicBezTo>
                    <a:pt x="100153" y="47587"/>
                    <a:pt x="100271" y="47285"/>
                    <a:pt x="100381" y="46980"/>
                  </a:cubicBezTo>
                  <a:cubicBezTo>
                    <a:pt x="100436" y="46829"/>
                    <a:pt x="100489" y="46675"/>
                    <a:pt x="100538" y="46521"/>
                  </a:cubicBezTo>
                  <a:cubicBezTo>
                    <a:pt x="100587" y="46368"/>
                    <a:pt x="100603" y="46209"/>
                    <a:pt x="100639" y="46054"/>
                  </a:cubicBezTo>
                  <a:cubicBezTo>
                    <a:pt x="100645" y="46025"/>
                    <a:pt x="100619" y="46006"/>
                    <a:pt x="100595" y="46006"/>
                  </a:cubicBezTo>
                  <a:cubicBezTo>
                    <a:pt x="100580" y="46006"/>
                    <a:pt x="100565" y="46013"/>
                    <a:pt x="100559" y="46030"/>
                  </a:cubicBezTo>
                  <a:cubicBezTo>
                    <a:pt x="100494" y="46200"/>
                    <a:pt x="100406" y="46363"/>
                    <a:pt x="100345" y="46535"/>
                  </a:cubicBezTo>
                  <a:cubicBezTo>
                    <a:pt x="100287" y="46700"/>
                    <a:pt x="100227" y="46865"/>
                    <a:pt x="100164" y="47027"/>
                  </a:cubicBezTo>
                  <a:cubicBezTo>
                    <a:pt x="99933" y="47623"/>
                    <a:pt x="99670" y="48208"/>
                    <a:pt x="99379" y="48776"/>
                  </a:cubicBezTo>
                  <a:cubicBezTo>
                    <a:pt x="99309" y="48913"/>
                    <a:pt x="99237" y="49050"/>
                    <a:pt x="99161" y="49186"/>
                  </a:cubicBezTo>
                  <a:cubicBezTo>
                    <a:pt x="99295" y="48606"/>
                    <a:pt x="99441" y="48029"/>
                    <a:pt x="99602" y="47457"/>
                  </a:cubicBezTo>
                  <a:cubicBezTo>
                    <a:pt x="99792" y="46774"/>
                    <a:pt x="100004" y="46094"/>
                    <a:pt x="100234" y="45421"/>
                  </a:cubicBezTo>
                  <a:cubicBezTo>
                    <a:pt x="100438" y="44821"/>
                    <a:pt x="100653" y="44221"/>
                    <a:pt x="100895" y="43635"/>
                  </a:cubicBezTo>
                  <a:close/>
                  <a:moveTo>
                    <a:pt x="3110" y="1624"/>
                  </a:moveTo>
                  <a:cubicBezTo>
                    <a:pt x="4384" y="1652"/>
                    <a:pt x="5658" y="1678"/>
                    <a:pt x="6932" y="1702"/>
                  </a:cubicBezTo>
                  <a:cubicBezTo>
                    <a:pt x="6932" y="1702"/>
                    <a:pt x="6932" y="1703"/>
                    <a:pt x="6930" y="1703"/>
                  </a:cubicBezTo>
                  <a:cubicBezTo>
                    <a:pt x="6868" y="1705"/>
                    <a:pt x="6807" y="1708"/>
                    <a:pt x="6745" y="1708"/>
                  </a:cubicBezTo>
                  <a:cubicBezTo>
                    <a:pt x="6647" y="1708"/>
                    <a:pt x="6631" y="1844"/>
                    <a:pt x="6729" y="1860"/>
                  </a:cubicBezTo>
                  <a:cubicBezTo>
                    <a:pt x="6847" y="1879"/>
                    <a:pt x="6967" y="1904"/>
                    <a:pt x="7087" y="1916"/>
                  </a:cubicBezTo>
                  <a:cubicBezTo>
                    <a:pt x="7206" y="1931"/>
                    <a:pt x="7328" y="1928"/>
                    <a:pt x="7449" y="1933"/>
                  </a:cubicBezTo>
                  <a:cubicBezTo>
                    <a:pt x="7564" y="1937"/>
                    <a:pt x="7678" y="1939"/>
                    <a:pt x="7793" y="1939"/>
                  </a:cubicBezTo>
                  <a:cubicBezTo>
                    <a:pt x="7925" y="1939"/>
                    <a:pt x="8057" y="1936"/>
                    <a:pt x="8189" y="1933"/>
                  </a:cubicBezTo>
                  <a:cubicBezTo>
                    <a:pt x="8673" y="1920"/>
                    <a:pt x="9156" y="1878"/>
                    <a:pt x="9634" y="1802"/>
                  </a:cubicBezTo>
                  <a:cubicBezTo>
                    <a:pt x="9728" y="1788"/>
                    <a:pt x="9821" y="1771"/>
                    <a:pt x="9914" y="1755"/>
                  </a:cubicBezTo>
                  <a:cubicBezTo>
                    <a:pt x="10276" y="1760"/>
                    <a:pt x="10636" y="1767"/>
                    <a:pt x="10997" y="1772"/>
                  </a:cubicBezTo>
                  <a:cubicBezTo>
                    <a:pt x="11174" y="1789"/>
                    <a:pt x="11353" y="1794"/>
                    <a:pt x="11529" y="1812"/>
                  </a:cubicBezTo>
                  <a:cubicBezTo>
                    <a:pt x="11848" y="1845"/>
                    <a:pt x="12167" y="1884"/>
                    <a:pt x="12483" y="1943"/>
                  </a:cubicBezTo>
                  <a:cubicBezTo>
                    <a:pt x="13111" y="2058"/>
                    <a:pt x="13731" y="2227"/>
                    <a:pt x="14326" y="2458"/>
                  </a:cubicBezTo>
                  <a:cubicBezTo>
                    <a:pt x="14495" y="2521"/>
                    <a:pt x="14663" y="2590"/>
                    <a:pt x="14830" y="2658"/>
                  </a:cubicBezTo>
                  <a:cubicBezTo>
                    <a:pt x="14884" y="2680"/>
                    <a:pt x="14937" y="2700"/>
                    <a:pt x="14990" y="2719"/>
                  </a:cubicBezTo>
                  <a:cubicBezTo>
                    <a:pt x="14985" y="2725"/>
                    <a:pt x="14979" y="2729"/>
                    <a:pt x="14974" y="2736"/>
                  </a:cubicBezTo>
                  <a:cubicBezTo>
                    <a:pt x="14956" y="2760"/>
                    <a:pt x="14941" y="2798"/>
                    <a:pt x="14940" y="2827"/>
                  </a:cubicBezTo>
                  <a:lnTo>
                    <a:pt x="14940" y="2834"/>
                  </a:lnTo>
                  <a:cubicBezTo>
                    <a:pt x="14915" y="2886"/>
                    <a:pt x="14908" y="2944"/>
                    <a:pt x="14915" y="3001"/>
                  </a:cubicBezTo>
                  <a:cubicBezTo>
                    <a:pt x="14918" y="3012"/>
                    <a:pt x="14922" y="3021"/>
                    <a:pt x="14924" y="3032"/>
                  </a:cubicBezTo>
                  <a:cubicBezTo>
                    <a:pt x="14932" y="3047"/>
                    <a:pt x="14940" y="3060"/>
                    <a:pt x="14954" y="3071"/>
                  </a:cubicBezTo>
                  <a:cubicBezTo>
                    <a:pt x="14973" y="3089"/>
                    <a:pt x="14999" y="3106"/>
                    <a:pt x="15026" y="3106"/>
                  </a:cubicBezTo>
                  <a:cubicBezTo>
                    <a:pt x="15058" y="3106"/>
                    <a:pt x="15089" y="3107"/>
                    <a:pt x="15121" y="3107"/>
                  </a:cubicBezTo>
                  <a:cubicBezTo>
                    <a:pt x="15138" y="3107"/>
                    <a:pt x="15155" y="3107"/>
                    <a:pt x="15174" y="3108"/>
                  </a:cubicBezTo>
                  <a:lnTo>
                    <a:pt x="15175" y="3108"/>
                  </a:lnTo>
                  <a:cubicBezTo>
                    <a:pt x="15179" y="3109"/>
                    <a:pt x="15185" y="3109"/>
                    <a:pt x="15188" y="3109"/>
                  </a:cubicBezTo>
                  <a:lnTo>
                    <a:pt x="15193" y="3109"/>
                  </a:lnTo>
                  <a:cubicBezTo>
                    <a:pt x="15201" y="3109"/>
                    <a:pt x="15207" y="3111"/>
                    <a:pt x="15213" y="3111"/>
                  </a:cubicBezTo>
                  <a:cubicBezTo>
                    <a:pt x="15220" y="3112"/>
                    <a:pt x="15226" y="3113"/>
                    <a:pt x="15234" y="3113"/>
                  </a:cubicBezTo>
                  <a:cubicBezTo>
                    <a:pt x="15239" y="3114"/>
                    <a:pt x="15244" y="3114"/>
                    <a:pt x="15249" y="3114"/>
                  </a:cubicBezTo>
                  <a:cubicBezTo>
                    <a:pt x="15275" y="3114"/>
                    <a:pt x="15299" y="3105"/>
                    <a:pt x="15320" y="3092"/>
                  </a:cubicBezTo>
                  <a:cubicBezTo>
                    <a:pt x="15327" y="3090"/>
                    <a:pt x="15333" y="3086"/>
                    <a:pt x="15336" y="3081"/>
                  </a:cubicBezTo>
                  <a:lnTo>
                    <a:pt x="15357" y="3062"/>
                  </a:lnTo>
                  <a:cubicBezTo>
                    <a:pt x="15360" y="3060"/>
                    <a:pt x="15361" y="3058"/>
                    <a:pt x="15364" y="3056"/>
                  </a:cubicBezTo>
                  <a:cubicBezTo>
                    <a:pt x="15400" y="3029"/>
                    <a:pt x="15433" y="2983"/>
                    <a:pt x="15445" y="2941"/>
                  </a:cubicBezTo>
                  <a:cubicBezTo>
                    <a:pt x="15456" y="2902"/>
                    <a:pt x="15466" y="2862"/>
                    <a:pt x="15457" y="2822"/>
                  </a:cubicBezTo>
                  <a:cubicBezTo>
                    <a:pt x="15450" y="2789"/>
                    <a:pt x="15439" y="2760"/>
                    <a:pt x="15417" y="2733"/>
                  </a:cubicBezTo>
                  <a:cubicBezTo>
                    <a:pt x="15402" y="2714"/>
                    <a:pt x="15382" y="2697"/>
                    <a:pt x="15358" y="2686"/>
                  </a:cubicBezTo>
                  <a:cubicBezTo>
                    <a:pt x="15347" y="2680"/>
                    <a:pt x="15336" y="2674"/>
                    <a:pt x="15327" y="2670"/>
                  </a:cubicBezTo>
                  <a:cubicBezTo>
                    <a:pt x="15311" y="2663"/>
                    <a:pt x="15292" y="2659"/>
                    <a:pt x="15275" y="2656"/>
                  </a:cubicBezTo>
                  <a:lnTo>
                    <a:pt x="15274" y="2656"/>
                  </a:lnTo>
                  <a:cubicBezTo>
                    <a:pt x="15180" y="2591"/>
                    <a:pt x="15086" y="2526"/>
                    <a:pt x="14982" y="2475"/>
                  </a:cubicBezTo>
                  <a:cubicBezTo>
                    <a:pt x="14835" y="2403"/>
                    <a:pt x="14686" y="2333"/>
                    <a:pt x="14533" y="2271"/>
                  </a:cubicBezTo>
                  <a:cubicBezTo>
                    <a:pt x="14227" y="2148"/>
                    <a:pt x="13916" y="2043"/>
                    <a:pt x="13600" y="1953"/>
                  </a:cubicBezTo>
                  <a:cubicBezTo>
                    <a:pt x="13408" y="1898"/>
                    <a:pt x="13211" y="1848"/>
                    <a:pt x="13016" y="1804"/>
                  </a:cubicBezTo>
                  <a:lnTo>
                    <a:pt x="13016" y="1804"/>
                  </a:lnTo>
                  <a:cubicBezTo>
                    <a:pt x="22268" y="1942"/>
                    <a:pt x="31521" y="1999"/>
                    <a:pt x="40773" y="2044"/>
                  </a:cubicBezTo>
                  <a:cubicBezTo>
                    <a:pt x="47696" y="2078"/>
                    <a:pt x="54620" y="2094"/>
                    <a:pt x="61543" y="2094"/>
                  </a:cubicBezTo>
                  <a:cubicBezTo>
                    <a:pt x="67364" y="2094"/>
                    <a:pt x="73185" y="2083"/>
                    <a:pt x="79006" y="2062"/>
                  </a:cubicBezTo>
                  <a:cubicBezTo>
                    <a:pt x="85557" y="2038"/>
                    <a:pt x="92106" y="2002"/>
                    <a:pt x="98657" y="1950"/>
                  </a:cubicBezTo>
                  <a:lnTo>
                    <a:pt x="98657" y="1950"/>
                  </a:lnTo>
                  <a:cubicBezTo>
                    <a:pt x="98517" y="8706"/>
                    <a:pt x="98460" y="15461"/>
                    <a:pt x="98437" y="22217"/>
                  </a:cubicBezTo>
                  <a:cubicBezTo>
                    <a:pt x="98430" y="24089"/>
                    <a:pt x="98471" y="28191"/>
                    <a:pt x="98472" y="28245"/>
                  </a:cubicBezTo>
                  <a:cubicBezTo>
                    <a:pt x="98484" y="28793"/>
                    <a:pt x="98536" y="29341"/>
                    <a:pt x="98577" y="29887"/>
                  </a:cubicBezTo>
                  <a:cubicBezTo>
                    <a:pt x="98620" y="30457"/>
                    <a:pt x="98659" y="31028"/>
                    <a:pt x="98697" y="31599"/>
                  </a:cubicBezTo>
                  <a:cubicBezTo>
                    <a:pt x="98770" y="32713"/>
                    <a:pt x="98834" y="33825"/>
                    <a:pt x="98887" y="34939"/>
                  </a:cubicBezTo>
                  <a:cubicBezTo>
                    <a:pt x="98757" y="34453"/>
                    <a:pt x="98588" y="33970"/>
                    <a:pt x="98379" y="33511"/>
                  </a:cubicBezTo>
                  <a:cubicBezTo>
                    <a:pt x="98323" y="33389"/>
                    <a:pt x="98265" y="33267"/>
                    <a:pt x="98204" y="33146"/>
                  </a:cubicBezTo>
                  <a:cubicBezTo>
                    <a:pt x="98144" y="33026"/>
                    <a:pt x="98072" y="32911"/>
                    <a:pt x="98005" y="32793"/>
                  </a:cubicBezTo>
                  <a:cubicBezTo>
                    <a:pt x="97906" y="32620"/>
                    <a:pt x="97798" y="32457"/>
                    <a:pt x="97685" y="32296"/>
                  </a:cubicBezTo>
                  <a:cubicBezTo>
                    <a:pt x="97697" y="32236"/>
                    <a:pt x="97692" y="32174"/>
                    <a:pt x="97664" y="32117"/>
                  </a:cubicBezTo>
                  <a:lnTo>
                    <a:pt x="97660" y="32110"/>
                  </a:lnTo>
                  <a:cubicBezTo>
                    <a:pt x="97660" y="32105"/>
                    <a:pt x="97659" y="32101"/>
                    <a:pt x="97659" y="32098"/>
                  </a:cubicBezTo>
                  <a:cubicBezTo>
                    <a:pt x="97686" y="32079"/>
                    <a:pt x="97709" y="32055"/>
                    <a:pt x="97725" y="32024"/>
                  </a:cubicBezTo>
                  <a:cubicBezTo>
                    <a:pt x="97764" y="31944"/>
                    <a:pt x="97731" y="31847"/>
                    <a:pt x="97664" y="31792"/>
                  </a:cubicBezTo>
                  <a:cubicBezTo>
                    <a:pt x="97638" y="31771"/>
                    <a:pt x="97606" y="31761"/>
                    <a:pt x="97575" y="31761"/>
                  </a:cubicBezTo>
                  <a:cubicBezTo>
                    <a:pt x="97532" y="31761"/>
                    <a:pt x="97489" y="31780"/>
                    <a:pt x="97460" y="31813"/>
                  </a:cubicBezTo>
                  <a:cubicBezTo>
                    <a:pt x="97395" y="31830"/>
                    <a:pt x="97346" y="31897"/>
                    <a:pt x="97356" y="31962"/>
                  </a:cubicBezTo>
                  <a:cubicBezTo>
                    <a:pt x="97357" y="31975"/>
                    <a:pt x="97361" y="31988"/>
                    <a:pt x="97364" y="31999"/>
                  </a:cubicBezTo>
                  <a:lnTo>
                    <a:pt x="97463" y="32336"/>
                  </a:lnTo>
                  <a:cubicBezTo>
                    <a:pt x="97476" y="32379"/>
                    <a:pt x="97526" y="32406"/>
                    <a:pt x="97567" y="32407"/>
                  </a:cubicBezTo>
                  <a:cubicBezTo>
                    <a:pt x="97584" y="32407"/>
                    <a:pt x="97603" y="32405"/>
                    <a:pt x="97617" y="32397"/>
                  </a:cubicBezTo>
                  <a:cubicBezTo>
                    <a:pt x="97707" y="32587"/>
                    <a:pt x="97793" y="32776"/>
                    <a:pt x="97880" y="32967"/>
                  </a:cubicBezTo>
                  <a:cubicBezTo>
                    <a:pt x="97935" y="33086"/>
                    <a:pt x="97981" y="33207"/>
                    <a:pt x="98034" y="33325"/>
                  </a:cubicBezTo>
                  <a:cubicBezTo>
                    <a:pt x="98089" y="33448"/>
                    <a:pt x="98143" y="33572"/>
                    <a:pt x="98193" y="33697"/>
                  </a:cubicBezTo>
                  <a:cubicBezTo>
                    <a:pt x="98292" y="33938"/>
                    <a:pt x="98394" y="34179"/>
                    <a:pt x="98483" y="34422"/>
                  </a:cubicBezTo>
                  <a:cubicBezTo>
                    <a:pt x="98574" y="34671"/>
                    <a:pt x="98655" y="34923"/>
                    <a:pt x="98734" y="35176"/>
                  </a:cubicBezTo>
                  <a:cubicBezTo>
                    <a:pt x="98795" y="35376"/>
                    <a:pt x="98847" y="35571"/>
                    <a:pt x="98928" y="35761"/>
                  </a:cubicBezTo>
                  <a:cubicBezTo>
                    <a:pt x="98959" y="36438"/>
                    <a:pt x="98986" y="37114"/>
                    <a:pt x="99010" y="37793"/>
                  </a:cubicBezTo>
                  <a:cubicBezTo>
                    <a:pt x="98885" y="37120"/>
                    <a:pt x="98681" y="36461"/>
                    <a:pt x="98400" y="35835"/>
                  </a:cubicBezTo>
                  <a:cubicBezTo>
                    <a:pt x="98012" y="34971"/>
                    <a:pt x="97485" y="34171"/>
                    <a:pt x="96834" y="33478"/>
                  </a:cubicBezTo>
                  <a:cubicBezTo>
                    <a:pt x="96809" y="33452"/>
                    <a:pt x="96776" y="33438"/>
                    <a:pt x="96744" y="33438"/>
                  </a:cubicBezTo>
                  <a:cubicBezTo>
                    <a:pt x="96698" y="33438"/>
                    <a:pt x="96654" y="33466"/>
                    <a:pt x="96644" y="33523"/>
                  </a:cubicBezTo>
                  <a:cubicBezTo>
                    <a:pt x="96545" y="34042"/>
                    <a:pt x="96530" y="34574"/>
                    <a:pt x="96585" y="35098"/>
                  </a:cubicBezTo>
                  <a:cubicBezTo>
                    <a:pt x="96682" y="36020"/>
                    <a:pt x="96994" y="36910"/>
                    <a:pt x="97433" y="37727"/>
                  </a:cubicBezTo>
                  <a:cubicBezTo>
                    <a:pt x="97861" y="38523"/>
                    <a:pt x="98404" y="39242"/>
                    <a:pt x="98989" y="39930"/>
                  </a:cubicBezTo>
                  <a:cubicBezTo>
                    <a:pt x="98989" y="39996"/>
                    <a:pt x="98989" y="40063"/>
                    <a:pt x="98986" y="40131"/>
                  </a:cubicBezTo>
                  <a:cubicBezTo>
                    <a:pt x="98985" y="40156"/>
                    <a:pt x="99005" y="40171"/>
                    <a:pt x="99024" y="40171"/>
                  </a:cubicBezTo>
                  <a:cubicBezTo>
                    <a:pt x="99039" y="40171"/>
                    <a:pt x="99053" y="40162"/>
                    <a:pt x="99055" y="40142"/>
                  </a:cubicBezTo>
                  <a:lnTo>
                    <a:pt x="99076" y="40006"/>
                  </a:lnTo>
                  <a:lnTo>
                    <a:pt x="99077" y="40006"/>
                  </a:lnTo>
                  <a:cubicBezTo>
                    <a:pt x="99099" y="40792"/>
                    <a:pt x="99118" y="41580"/>
                    <a:pt x="99130" y="42367"/>
                  </a:cubicBezTo>
                  <a:cubicBezTo>
                    <a:pt x="99136" y="42697"/>
                    <a:pt x="99140" y="43028"/>
                    <a:pt x="99146" y="43359"/>
                  </a:cubicBezTo>
                  <a:cubicBezTo>
                    <a:pt x="99135" y="43418"/>
                    <a:pt x="99124" y="43478"/>
                    <a:pt x="99113" y="43537"/>
                  </a:cubicBezTo>
                  <a:cubicBezTo>
                    <a:pt x="99088" y="43673"/>
                    <a:pt x="99064" y="43818"/>
                    <a:pt x="99055" y="43961"/>
                  </a:cubicBezTo>
                  <a:cubicBezTo>
                    <a:pt x="99021" y="43734"/>
                    <a:pt x="98983" y="43508"/>
                    <a:pt x="98939" y="43280"/>
                  </a:cubicBezTo>
                  <a:cubicBezTo>
                    <a:pt x="98644" y="41770"/>
                    <a:pt x="98137" y="40303"/>
                    <a:pt x="97425" y="38935"/>
                  </a:cubicBezTo>
                  <a:cubicBezTo>
                    <a:pt x="97401" y="38889"/>
                    <a:pt x="97358" y="38865"/>
                    <a:pt x="97316" y="38865"/>
                  </a:cubicBezTo>
                  <a:cubicBezTo>
                    <a:pt x="97276" y="38865"/>
                    <a:pt x="97237" y="38886"/>
                    <a:pt x="97214" y="38929"/>
                  </a:cubicBezTo>
                  <a:cubicBezTo>
                    <a:pt x="96891" y="39523"/>
                    <a:pt x="96664" y="40158"/>
                    <a:pt x="96548" y="40824"/>
                  </a:cubicBezTo>
                  <a:cubicBezTo>
                    <a:pt x="96348" y="41973"/>
                    <a:pt x="96479" y="43173"/>
                    <a:pt x="96934" y="44251"/>
                  </a:cubicBezTo>
                  <a:cubicBezTo>
                    <a:pt x="97361" y="45263"/>
                    <a:pt x="98054" y="46162"/>
                    <a:pt x="98938" y="46827"/>
                  </a:cubicBezTo>
                  <a:cubicBezTo>
                    <a:pt x="98960" y="46846"/>
                    <a:pt x="98989" y="46853"/>
                    <a:pt x="99016" y="46853"/>
                  </a:cubicBezTo>
                  <a:cubicBezTo>
                    <a:pt x="99018" y="46853"/>
                    <a:pt x="99020" y="46853"/>
                    <a:pt x="99023" y="46853"/>
                  </a:cubicBezTo>
                  <a:lnTo>
                    <a:pt x="99023" y="46853"/>
                  </a:lnTo>
                  <a:cubicBezTo>
                    <a:pt x="99014" y="47281"/>
                    <a:pt x="98986" y="47709"/>
                    <a:pt x="98942" y="48134"/>
                  </a:cubicBezTo>
                  <a:cubicBezTo>
                    <a:pt x="98904" y="48508"/>
                    <a:pt x="98855" y="48881"/>
                    <a:pt x="98794" y="49251"/>
                  </a:cubicBezTo>
                  <a:cubicBezTo>
                    <a:pt x="98756" y="49432"/>
                    <a:pt x="98721" y="49620"/>
                    <a:pt x="98682" y="49808"/>
                  </a:cubicBezTo>
                  <a:cubicBezTo>
                    <a:pt x="98660" y="49914"/>
                    <a:pt x="98644" y="50021"/>
                    <a:pt x="98627" y="50127"/>
                  </a:cubicBezTo>
                  <a:cubicBezTo>
                    <a:pt x="98585" y="50212"/>
                    <a:pt x="98545" y="50297"/>
                    <a:pt x="98504" y="50382"/>
                  </a:cubicBezTo>
                  <a:cubicBezTo>
                    <a:pt x="98410" y="49818"/>
                    <a:pt x="98272" y="49260"/>
                    <a:pt x="98089" y="48718"/>
                  </a:cubicBezTo>
                  <a:cubicBezTo>
                    <a:pt x="97961" y="48337"/>
                    <a:pt x="97812" y="47963"/>
                    <a:pt x="97643" y="47598"/>
                  </a:cubicBezTo>
                  <a:cubicBezTo>
                    <a:pt x="97555" y="47408"/>
                    <a:pt x="97457" y="47227"/>
                    <a:pt x="97353" y="47046"/>
                  </a:cubicBezTo>
                  <a:cubicBezTo>
                    <a:pt x="97275" y="46909"/>
                    <a:pt x="97177" y="46781"/>
                    <a:pt x="97070" y="46662"/>
                  </a:cubicBezTo>
                  <a:cubicBezTo>
                    <a:pt x="97073" y="46659"/>
                    <a:pt x="97078" y="46657"/>
                    <a:pt x="97080" y="46655"/>
                  </a:cubicBezTo>
                  <a:cubicBezTo>
                    <a:pt x="97111" y="46632"/>
                    <a:pt x="97139" y="46596"/>
                    <a:pt x="97142" y="46557"/>
                  </a:cubicBezTo>
                  <a:lnTo>
                    <a:pt x="97142" y="46557"/>
                  </a:lnTo>
                  <a:cubicBezTo>
                    <a:pt x="97142" y="46557"/>
                    <a:pt x="97142" y="46557"/>
                    <a:pt x="97142" y="46557"/>
                  </a:cubicBezTo>
                  <a:lnTo>
                    <a:pt x="97142" y="46557"/>
                  </a:lnTo>
                  <a:cubicBezTo>
                    <a:pt x="97146" y="46544"/>
                    <a:pt x="97147" y="46531"/>
                    <a:pt x="97145" y="46518"/>
                  </a:cubicBezTo>
                  <a:lnTo>
                    <a:pt x="97145" y="46511"/>
                  </a:lnTo>
                  <a:cubicBezTo>
                    <a:pt x="97145" y="46505"/>
                    <a:pt x="97144" y="46501"/>
                    <a:pt x="97143" y="46497"/>
                  </a:cubicBezTo>
                  <a:lnTo>
                    <a:pt x="97143" y="46497"/>
                  </a:lnTo>
                  <a:cubicBezTo>
                    <a:pt x="97143" y="46497"/>
                    <a:pt x="97143" y="46497"/>
                    <a:pt x="97144" y="46497"/>
                  </a:cubicBezTo>
                  <a:cubicBezTo>
                    <a:pt x="97144" y="46495"/>
                    <a:pt x="97142" y="46492"/>
                    <a:pt x="97142" y="46491"/>
                  </a:cubicBezTo>
                  <a:cubicBezTo>
                    <a:pt x="97140" y="46487"/>
                    <a:pt x="97140" y="46481"/>
                    <a:pt x="97139" y="46478"/>
                  </a:cubicBezTo>
                  <a:lnTo>
                    <a:pt x="97139" y="46475"/>
                  </a:lnTo>
                  <a:cubicBezTo>
                    <a:pt x="97142" y="46457"/>
                    <a:pt x="97142" y="46440"/>
                    <a:pt x="97142" y="46421"/>
                  </a:cubicBezTo>
                  <a:cubicBezTo>
                    <a:pt x="97142" y="46415"/>
                    <a:pt x="97142" y="46409"/>
                    <a:pt x="97140" y="46402"/>
                  </a:cubicBezTo>
                  <a:cubicBezTo>
                    <a:pt x="97129" y="46341"/>
                    <a:pt x="97096" y="46281"/>
                    <a:pt x="97045" y="46243"/>
                  </a:cubicBezTo>
                  <a:cubicBezTo>
                    <a:pt x="96997" y="46209"/>
                    <a:pt x="96945" y="46192"/>
                    <a:pt x="96888" y="46192"/>
                  </a:cubicBezTo>
                  <a:cubicBezTo>
                    <a:pt x="96880" y="46192"/>
                    <a:pt x="96873" y="46192"/>
                    <a:pt x="96865" y="46193"/>
                  </a:cubicBezTo>
                  <a:cubicBezTo>
                    <a:pt x="96835" y="46195"/>
                    <a:pt x="96805" y="46204"/>
                    <a:pt x="96778" y="46216"/>
                  </a:cubicBezTo>
                  <a:lnTo>
                    <a:pt x="96775" y="46216"/>
                  </a:lnTo>
                  <a:cubicBezTo>
                    <a:pt x="96755" y="46218"/>
                    <a:pt x="96737" y="46223"/>
                    <a:pt x="96722" y="46237"/>
                  </a:cubicBezTo>
                  <a:cubicBezTo>
                    <a:pt x="96711" y="46244"/>
                    <a:pt x="96700" y="46255"/>
                    <a:pt x="96692" y="46266"/>
                  </a:cubicBezTo>
                  <a:cubicBezTo>
                    <a:pt x="96689" y="46271"/>
                    <a:pt x="96687" y="46273"/>
                    <a:pt x="96683" y="46277"/>
                  </a:cubicBezTo>
                  <a:cubicBezTo>
                    <a:pt x="96655" y="46305"/>
                    <a:pt x="96632" y="46335"/>
                    <a:pt x="96611" y="46371"/>
                  </a:cubicBezTo>
                  <a:cubicBezTo>
                    <a:pt x="96584" y="46418"/>
                    <a:pt x="96574" y="46471"/>
                    <a:pt x="96576" y="46523"/>
                  </a:cubicBezTo>
                  <a:cubicBezTo>
                    <a:pt x="96576" y="46550"/>
                    <a:pt x="96582" y="46575"/>
                    <a:pt x="96592" y="46600"/>
                  </a:cubicBezTo>
                  <a:cubicBezTo>
                    <a:pt x="96599" y="46618"/>
                    <a:pt x="96610" y="46634"/>
                    <a:pt x="96620" y="46651"/>
                  </a:cubicBezTo>
                  <a:cubicBezTo>
                    <a:pt x="96623" y="46657"/>
                    <a:pt x="96627" y="46663"/>
                    <a:pt x="96633" y="46668"/>
                  </a:cubicBezTo>
                  <a:cubicBezTo>
                    <a:pt x="96659" y="46698"/>
                    <a:pt x="96689" y="46722"/>
                    <a:pt x="96731" y="46727"/>
                  </a:cubicBezTo>
                  <a:cubicBezTo>
                    <a:pt x="96733" y="46728"/>
                    <a:pt x="96735" y="46728"/>
                    <a:pt x="96738" y="46728"/>
                  </a:cubicBezTo>
                  <a:cubicBezTo>
                    <a:pt x="96743" y="46728"/>
                    <a:pt x="96748" y="46727"/>
                    <a:pt x="96753" y="46727"/>
                  </a:cubicBezTo>
                  <a:cubicBezTo>
                    <a:pt x="96768" y="46734"/>
                    <a:pt x="96782" y="46738"/>
                    <a:pt x="96801" y="46743"/>
                  </a:cubicBezTo>
                  <a:cubicBezTo>
                    <a:pt x="96810" y="46745"/>
                    <a:pt x="96819" y="46746"/>
                    <a:pt x="96828" y="46746"/>
                  </a:cubicBezTo>
                  <a:cubicBezTo>
                    <a:pt x="96837" y="46746"/>
                    <a:pt x="96847" y="46745"/>
                    <a:pt x="96856" y="46745"/>
                  </a:cubicBezTo>
                  <a:cubicBezTo>
                    <a:pt x="96864" y="46745"/>
                    <a:pt x="96870" y="46744"/>
                    <a:pt x="96879" y="46743"/>
                  </a:cubicBezTo>
                  <a:cubicBezTo>
                    <a:pt x="96909" y="46737"/>
                    <a:pt x="96931" y="46729"/>
                    <a:pt x="96956" y="46718"/>
                  </a:cubicBezTo>
                  <a:cubicBezTo>
                    <a:pt x="97018" y="46893"/>
                    <a:pt x="97088" y="47067"/>
                    <a:pt x="97170" y="47237"/>
                  </a:cubicBezTo>
                  <a:cubicBezTo>
                    <a:pt x="97268" y="47437"/>
                    <a:pt x="97361" y="47639"/>
                    <a:pt x="97451" y="47841"/>
                  </a:cubicBezTo>
                  <a:cubicBezTo>
                    <a:pt x="97775" y="48563"/>
                    <a:pt x="98025" y="49320"/>
                    <a:pt x="98196" y="50093"/>
                  </a:cubicBezTo>
                  <a:cubicBezTo>
                    <a:pt x="98281" y="50487"/>
                    <a:pt x="98346" y="50883"/>
                    <a:pt x="98390" y="51281"/>
                  </a:cubicBezTo>
                  <a:cubicBezTo>
                    <a:pt x="98405" y="51421"/>
                    <a:pt x="98419" y="51563"/>
                    <a:pt x="98433" y="51703"/>
                  </a:cubicBezTo>
                  <a:cubicBezTo>
                    <a:pt x="98422" y="51768"/>
                    <a:pt x="98411" y="51833"/>
                    <a:pt x="98401" y="51898"/>
                  </a:cubicBezTo>
                  <a:cubicBezTo>
                    <a:pt x="98345" y="52256"/>
                    <a:pt x="98297" y="52614"/>
                    <a:pt x="98253" y="52974"/>
                  </a:cubicBezTo>
                  <a:lnTo>
                    <a:pt x="98220" y="53257"/>
                  </a:lnTo>
                  <a:cubicBezTo>
                    <a:pt x="96969" y="53216"/>
                    <a:pt x="95716" y="53229"/>
                    <a:pt x="94465" y="53221"/>
                  </a:cubicBezTo>
                  <a:cubicBezTo>
                    <a:pt x="92831" y="53210"/>
                    <a:pt x="91196" y="53200"/>
                    <a:pt x="89561" y="53190"/>
                  </a:cubicBezTo>
                  <a:cubicBezTo>
                    <a:pt x="86366" y="53172"/>
                    <a:pt x="83173" y="53155"/>
                    <a:pt x="79978" y="53141"/>
                  </a:cubicBezTo>
                  <a:cubicBezTo>
                    <a:pt x="73616" y="53113"/>
                    <a:pt x="67257" y="53097"/>
                    <a:pt x="60896" y="53091"/>
                  </a:cubicBezTo>
                  <a:cubicBezTo>
                    <a:pt x="59339" y="53090"/>
                    <a:pt x="57782" y="53089"/>
                    <a:pt x="56226" y="53089"/>
                  </a:cubicBezTo>
                  <a:cubicBezTo>
                    <a:pt x="45016" y="53089"/>
                    <a:pt x="33807" y="53124"/>
                    <a:pt x="22598" y="53194"/>
                  </a:cubicBezTo>
                  <a:cubicBezTo>
                    <a:pt x="15635" y="53235"/>
                    <a:pt x="8670" y="53293"/>
                    <a:pt x="1707" y="53373"/>
                  </a:cubicBezTo>
                  <a:cubicBezTo>
                    <a:pt x="1695" y="52855"/>
                    <a:pt x="1682" y="52338"/>
                    <a:pt x="1672" y="51819"/>
                  </a:cubicBezTo>
                  <a:cubicBezTo>
                    <a:pt x="1646" y="50651"/>
                    <a:pt x="1623" y="49483"/>
                    <a:pt x="1601" y="48314"/>
                  </a:cubicBezTo>
                  <a:cubicBezTo>
                    <a:pt x="1558" y="46007"/>
                    <a:pt x="1529" y="43698"/>
                    <a:pt x="1509" y="41389"/>
                  </a:cubicBezTo>
                  <a:cubicBezTo>
                    <a:pt x="1486" y="38516"/>
                    <a:pt x="1477" y="35645"/>
                    <a:pt x="1491" y="32771"/>
                  </a:cubicBezTo>
                  <a:cubicBezTo>
                    <a:pt x="1527" y="30670"/>
                    <a:pt x="1559" y="28568"/>
                    <a:pt x="1591" y="26466"/>
                  </a:cubicBezTo>
                  <a:cubicBezTo>
                    <a:pt x="1645" y="22842"/>
                    <a:pt x="1689" y="19218"/>
                    <a:pt x="1726" y="15595"/>
                  </a:cubicBezTo>
                  <a:cubicBezTo>
                    <a:pt x="1760" y="15869"/>
                    <a:pt x="1800" y="16142"/>
                    <a:pt x="1844" y="16413"/>
                  </a:cubicBezTo>
                  <a:cubicBezTo>
                    <a:pt x="1894" y="16730"/>
                    <a:pt x="1949" y="17044"/>
                    <a:pt x="2015" y="17357"/>
                  </a:cubicBezTo>
                  <a:cubicBezTo>
                    <a:pt x="2048" y="17512"/>
                    <a:pt x="2089" y="17664"/>
                    <a:pt x="2134" y="17816"/>
                  </a:cubicBezTo>
                  <a:cubicBezTo>
                    <a:pt x="2156" y="17889"/>
                    <a:pt x="2174" y="17967"/>
                    <a:pt x="2204" y="18041"/>
                  </a:cubicBezTo>
                  <a:cubicBezTo>
                    <a:pt x="2234" y="18116"/>
                    <a:pt x="2273" y="18189"/>
                    <a:pt x="2308" y="18263"/>
                  </a:cubicBezTo>
                  <a:cubicBezTo>
                    <a:pt x="2316" y="18280"/>
                    <a:pt x="2330" y="18288"/>
                    <a:pt x="2343" y="18288"/>
                  </a:cubicBezTo>
                  <a:cubicBezTo>
                    <a:pt x="2367" y="18288"/>
                    <a:pt x="2391" y="18267"/>
                    <a:pt x="2389" y="18239"/>
                  </a:cubicBezTo>
                  <a:cubicBezTo>
                    <a:pt x="2381" y="18097"/>
                    <a:pt x="2375" y="17960"/>
                    <a:pt x="2352" y="17819"/>
                  </a:cubicBezTo>
                  <a:cubicBezTo>
                    <a:pt x="2330" y="17681"/>
                    <a:pt x="2308" y="17543"/>
                    <a:pt x="2279" y="17406"/>
                  </a:cubicBezTo>
                  <a:cubicBezTo>
                    <a:pt x="2223" y="17132"/>
                    <a:pt x="2166" y="16857"/>
                    <a:pt x="2116" y="16582"/>
                  </a:cubicBezTo>
                  <a:cubicBezTo>
                    <a:pt x="2015" y="16032"/>
                    <a:pt x="1935" y="15478"/>
                    <a:pt x="1872" y="14920"/>
                  </a:cubicBezTo>
                  <a:cubicBezTo>
                    <a:pt x="1812" y="14378"/>
                    <a:pt x="1773" y="13836"/>
                    <a:pt x="1748" y="13292"/>
                  </a:cubicBezTo>
                  <a:cubicBezTo>
                    <a:pt x="1757" y="12251"/>
                    <a:pt x="1767" y="11210"/>
                    <a:pt x="1776" y="10169"/>
                  </a:cubicBezTo>
                  <a:lnTo>
                    <a:pt x="1788" y="9951"/>
                  </a:lnTo>
                  <a:cubicBezTo>
                    <a:pt x="1812" y="9714"/>
                    <a:pt x="1826" y="9478"/>
                    <a:pt x="1829" y="9242"/>
                  </a:cubicBezTo>
                  <a:cubicBezTo>
                    <a:pt x="2009" y="10064"/>
                    <a:pt x="2278" y="10864"/>
                    <a:pt x="2550" y="11657"/>
                  </a:cubicBezTo>
                  <a:cubicBezTo>
                    <a:pt x="2630" y="11894"/>
                    <a:pt x="2713" y="12133"/>
                    <a:pt x="2794" y="12370"/>
                  </a:cubicBezTo>
                  <a:cubicBezTo>
                    <a:pt x="2833" y="12486"/>
                    <a:pt x="2874" y="12600"/>
                    <a:pt x="2919" y="12716"/>
                  </a:cubicBezTo>
                  <a:cubicBezTo>
                    <a:pt x="2927" y="12737"/>
                    <a:pt x="2936" y="12756"/>
                    <a:pt x="2942" y="12777"/>
                  </a:cubicBezTo>
                  <a:cubicBezTo>
                    <a:pt x="2921" y="12788"/>
                    <a:pt x="2903" y="12799"/>
                    <a:pt x="2886" y="12816"/>
                  </a:cubicBezTo>
                  <a:cubicBezTo>
                    <a:pt x="2875" y="12827"/>
                    <a:pt x="2858" y="12844"/>
                    <a:pt x="2852" y="12852"/>
                  </a:cubicBezTo>
                  <a:cubicBezTo>
                    <a:pt x="2848" y="12859"/>
                    <a:pt x="2833" y="12882"/>
                    <a:pt x="2827" y="12896"/>
                  </a:cubicBezTo>
                  <a:cubicBezTo>
                    <a:pt x="2825" y="12902"/>
                    <a:pt x="2821" y="12908"/>
                    <a:pt x="2820" y="12915"/>
                  </a:cubicBezTo>
                  <a:cubicBezTo>
                    <a:pt x="2814" y="12940"/>
                    <a:pt x="2805" y="12965"/>
                    <a:pt x="2805" y="12993"/>
                  </a:cubicBezTo>
                  <a:cubicBezTo>
                    <a:pt x="2805" y="13007"/>
                    <a:pt x="2806" y="13019"/>
                    <a:pt x="2806" y="13033"/>
                  </a:cubicBezTo>
                  <a:cubicBezTo>
                    <a:pt x="2809" y="13052"/>
                    <a:pt x="2816" y="13069"/>
                    <a:pt x="2827" y="13085"/>
                  </a:cubicBezTo>
                  <a:cubicBezTo>
                    <a:pt x="2843" y="13111"/>
                    <a:pt x="2866" y="13134"/>
                    <a:pt x="2897" y="13145"/>
                  </a:cubicBezTo>
                  <a:cubicBezTo>
                    <a:pt x="2907" y="13150"/>
                    <a:pt x="2918" y="13151"/>
                    <a:pt x="2929" y="13152"/>
                  </a:cubicBezTo>
                  <a:cubicBezTo>
                    <a:pt x="2942" y="13167"/>
                    <a:pt x="2957" y="13183"/>
                    <a:pt x="2975" y="13194"/>
                  </a:cubicBezTo>
                  <a:cubicBezTo>
                    <a:pt x="2997" y="13206"/>
                    <a:pt x="3013" y="13214"/>
                    <a:pt x="3031" y="13221"/>
                  </a:cubicBezTo>
                  <a:cubicBezTo>
                    <a:pt x="3040" y="13231"/>
                    <a:pt x="3048" y="13240"/>
                    <a:pt x="3057" y="13248"/>
                  </a:cubicBezTo>
                  <a:cubicBezTo>
                    <a:pt x="3090" y="13277"/>
                    <a:pt x="3130" y="13286"/>
                    <a:pt x="3171" y="13286"/>
                  </a:cubicBezTo>
                  <a:cubicBezTo>
                    <a:pt x="3177" y="13286"/>
                    <a:pt x="3184" y="13286"/>
                    <a:pt x="3190" y="13286"/>
                  </a:cubicBezTo>
                  <a:lnTo>
                    <a:pt x="3220" y="13277"/>
                  </a:lnTo>
                  <a:cubicBezTo>
                    <a:pt x="3233" y="13271"/>
                    <a:pt x="3245" y="13262"/>
                    <a:pt x="3255" y="13251"/>
                  </a:cubicBezTo>
                  <a:cubicBezTo>
                    <a:pt x="3273" y="13232"/>
                    <a:pt x="3284" y="13210"/>
                    <a:pt x="3287" y="13184"/>
                  </a:cubicBezTo>
                  <a:cubicBezTo>
                    <a:pt x="3289" y="13167"/>
                    <a:pt x="3289" y="13151"/>
                    <a:pt x="3288" y="13134"/>
                  </a:cubicBezTo>
                  <a:cubicBezTo>
                    <a:pt x="3306" y="13106"/>
                    <a:pt x="3317" y="13073"/>
                    <a:pt x="3322" y="13040"/>
                  </a:cubicBezTo>
                  <a:cubicBezTo>
                    <a:pt x="3330" y="12996"/>
                    <a:pt x="3320" y="12942"/>
                    <a:pt x="3300" y="12902"/>
                  </a:cubicBezTo>
                  <a:cubicBezTo>
                    <a:pt x="3281" y="12863"/>
                    <a:pt x="3251" y="12822"/>
                    <a:pt x="3212" y="12797"/>
                  </a:cubicBezTo>
                  <a:cubicBezTo>
                    <a:pt x="3205" y="12792"/>
                    <a:pt x="3198" y="12787"/>
                    <a:pt x="3189" y="12782"/>
                  </a:cubicBezTo>
                  <a:cubicBezTo>
                    <a:pt x="3184" y="12753"/>
                    <a:pt x="3177" y="12723"/>
                    <a:pt x="3168" y="12695"/>
                  </a:cubicBezTo>
                  <a:cubicBezTo>
                    <a:pt x="3140" y="12586"/>
                    <a:pt x="3110" y="12479"/>
                    <a:pt x="3074" y="12371"/>
                  </a:cubicBezTo>
                  <a:cubicBezTo>
                    <a:pt x="3004" y="12167"/>
                    <a:pt x="2932" y="11962"/>
                    <a:pt x="2861" y="11757"/>
                  </a:cubicBezTo>
                  <a:cubicBezTo>
                    <a:pt x="2716" y="11344"/>
                    <a:pt x="2572" y="10930"/>
                    <a:pt x="2437" y="10514"/>
                  </a:cubicBezTo>
                  <a:cubicBezTo>
                    <a:pt x="2173" y="9695"/>
                    <a:pt x="1965" y="8862"/>
                    <a:pt x="1882" y="8005"/>
                  </a:cubicBezTo>
                  <a:cubicBezTo>
                    <a:pt x="1871" y="7896"/>
                    <a:pt x="1865" y="7787"/>
                    <a:pt x="1859" y="7677"/>
                  </a:cubicBezTo>
                  <a:lnTo>
                    <a:pt x="1859" y="7677"/>
                  </a:lnTo>
                  <a:cubicBezTo>
                    <a:pt x="1930" y="7929"/>
                    <a:pt x="2006" y="8177"/>
                    <a:pt x="2095" y="8423"/>
                  </a:cubicBezTo>
                  <a:cubicBezTo>
                    <a:pt x="2317" y="9039"/>
                    <a:pt x="2583" y="9635"/>
                    <a:pt x="2901" y="10208"/>
                  </a:cubicBezTo>
                  <a:cubicBezTo>
                    <a:pt x="2989" y="10365"/>
                    <a:pt x="3080" y="10525"/>
                    <a:pt x="3185" y="10672"/>
                  </a:cubicBezTo>
                  <a:cubicBezTo>
                    <a:pt x="3212" y="10712"/>
                    <a:pt x="3248" y="10745"/>
                    <a:pt x="3277" y="10784"/>
                  </a:cubicBezTo>
                  <a:cubicBezTo>
                    <a:pt x="3291" y="10804"/>
                    <a:pt x="3306" y="10824"/>
                    <a:pt x="3320" y="10843"/>
                  </a:cubicBezTo>
                  <a:cubicBezTo>
                    <a:pt x="3306" y="10864"/>
                    <a:pt x="3295" y="10887"/>
                    <a:pt x="3287" y="10912"/>
                  </a:cubicBezTo>
                  <a:cubicBezTo>
                    <a:pt x="3269" y="10969"/>
                    <a:pt x="3270" y="11032"/>
                    <a:pt x="3283" y="11089"/>
                  </a:cubicBezTo>
                  <a:cubicBezTo>
                    <a:pt x="3306" y="11197"/>
                    <a:pt x="3366" y="11299"/>
                    <a:pt x="3458" y="11364"/>
                  </a:cubicBezTo>
                  <a:cubicBezTo>
                    <a:pt x="3483" y="11381"/>
                    <a:pt x="3515" y="11390"/>
                    <a:pt x="3546" y="11390"/>
                  </a:cubicBezTo>
                  <a:cubicBezTo>
                    <a:pt x="3591" y="11390"/>
                    <a:pt x="3635" y="11372"/>
                    <a:pt x="3660" y="11333"/>
                  </a:cubicBezTo>
                  <a:cubicBezTo>
                    <a:pt x="3672" y="11314"/>
                    <a:pt x="3683" y="11295"/>
                    <a:pt x="3694" y="11275"/>
                  </a:cubicBezTo>
                  <a:lnTo>
                    <a:pt x="3694" y="11275"/>
                  </a:lnTo>
                  <a:cubicBezTo>
                    <a:pt x="3694" y="11277"/>
                    <a:pt x="3693" y="11278"/>
                    <a:pt x="3692" y="11279"/>
                  </a:cubicBezTo>
                  <a:cubicBezTo>
                    <a:pt x="3712" y="11252"/>
                    <a:pt x="3727" y="11232"/>
                    <a:pt x="3744" y="11201"/>
                  </a:cubicBezTo>
                  <a:cubicBezTo>
                    <a:pt x="3749" y="11192"/>
                    <a:pt x="3753" y="11183"/>
                    <a:pt x="3755" y="11173"/>
                  </a:cubicBezTo>
                  <a:cubicBezTo>
                    <a:pt x="3765" y="11156"/>
                    <a:pt x="3772" y="11139"/>
                    <a:pt x="3777" y="11118"/>
                  </a:cubicBezTo>
                  <a:cubicBezTo>
                    <a:pt x="3783" y="11101"/>
                    <a:pt x="3785" y="11084"/>
                    <a:pt x="3782" y="11065"/>
                  </a:cubicBezTo>
                  <a:cubicBezTo>
                    <a:pt x="3783" y="11040"/>
                    <a:pt x="3778" y="11014"/>
                    <a:pt x="3767" y="10991"/>
                  </a:cubicBezTo>
                  <a:cubicBezTo>
                    <a:pt x="3759" y="10963"/>
                    <a:pt x="3742" y="10937"/>
                    <a:pt x="3722" y="10916"/>
                  </a:cubicBezTo>
                  <a:cubicBezTo>
                    <a:pt x="3709" y="10901"/>
                    <a:pt x="3690" y="10883"/>
                    <a:pt x="3672" y="10871"/>
                  </a:cubicBezTo>
                  <a:cubicBezTo>
                    <a:pt x="3641" y="10849"/>
                    <a:pt x="3600" y="10829"/>
                    <a:pt x="3561" y="10828"/>
                  </a:cubicBezTo>
                  <a:lnTo>
                    <a:pt x="3529" y="10828"/>
                  </a:lnTo>
                  <a:cubicBezTo>
                    <a:pt x="3520" y="10805"/>
                    <a:pt x="3505" y="10784"/>
                    <a:pt x="3483" y="10772"/>
                  </a:cubicBezTo>
                  <a:cubicBezTo>
                    <a:pt x="3474" y="10767"/>
                    <a:pt x="3464" y="10763"/>
                    <a:pt x="3453" y="10762"/>
                  </a:cubicBezTo>
                  <a:cubicBezTo>
                    <a:pt x="3366" y="10574"/>
                    <a:pt x="3278" y="10388"/>
                    <a:pt x="3183" y="10205"/>
                  </a:cubicBezTo>
                  <a:cubicBezTo>
                    <a:pt x="3033" y="9920"/>
                    <a:pt x="2896" y="9627"/>
                    <a:pt x="2760" y="9335"/>
                  </a:cubicBezTo>
                  <a:cubicBezTo>
                    <a:pt x="2492" y="8754"/>
                    <a:pt x="2262" y="8153"/>
                    <a:pt x="2070" y="7543"/>
                  </a:cubicBezTo>
                  <a:cubicBezTo>
                    <a:pt x="2017" y="7373"/>
                    <a:pt x="1969" y="7200"/>
                    <a:pt x="1915" y="7029"/>
                  </a:cubicBezTo>
                  <a:cubicBezTo>
                    <a:pt x="1902" y="6984"/>
                    <a:pt x="1888" y="6938"/>
                    <a:pt x="1875" y="6892"/>
                  </a:cubicBezTo>
                  <a:cubicBezTo>
                    <a:pt x="1882" y="6797"/>
                    <a:pt x="1888" y="6694"/>
                    <a:pt x="1829" y="6615"/>
                  </a:cubicBezTo>
                  <a:cubicBezTo>
                    <a:pt x="1823" y="6607"/>
                    <a:pt x="1814" y="6603"/>
                    <a:pt x="1804" y="6601"/>
                  </a:cubicBezTo>
                  <a:lnTo>
                    <a:pt x="1809" y="6071"/>
                  </a:lnTo>
                  <a:cubicBezTo>
                    <a:pt x="1818" y="6104"/>
                    <a:pt x="1827" y="6138"/>
                    <a:pt x="1838" y="6171"/>
                  </a:cubicBezTo>
                  <a:cubicBezTo>
                    <a:pt x="1976" y="6589"/>
                    <a:pt x="2180" y="6980"/>
                    <a:pt x="2405" y="7358"/>
                  </a:cubicBezTo>
                  <a:cubicBezTo>
                    <a:pt x="2634" y="7742"/>
                    <a:pt x="2876" y="8119"/>
                    <a:pt x="3132" y="8485"/>
                  </a:cubicBezTo>
                  <a:cubicBezTo>
                    <a:pt x="3420" y="8899"/>
                    <a:pt x="3725" y="9299"/>
                    <a:pt x="4045" y="9687"/>
                  </a:cubicBezTo>
                  <a:cubicBezTo>
                    <a:pt x="4075" y="9724"/>
                    <a:pt x="4119" y="9742"/>
                    <a:pt x="4163" y="9742"/>
                  </a:cubicBezTo>
                  <a:cubicBezTo>
                    <a:pt x="4238" y="9742"/>
                    <a:pt x="4312" y="9692"/>
                    <a:pt x="4318" y="9607"/>
                  </a:cubicBezTo>
                  <a:cubicBezTo>
                    <a:pt x="4428" y="8147"/>
                    <a:pt x="4167" y="6667"/>
                    <a:pt x="3564" y="5333"/>
                  </a:cubicBezTo>
                  <a:cubicBezTo>
                    <a:pt x="3414" y="5002"/>
                    <a:pt x="3244" y="4683"/>
                    <a:pt x="3055" y="4374"/>
                  </a:cubicBezTo>
                  <a:cubicBezTo>
                    <a:pt x="2872" y="4075"/>
                    <a:pt x="2676" y="3783"/>
                    <a:pt x="2427" y="3536"/>
                  </a:cubicBezTo>
                  <a:cubicBezTo>
                    <a:pt x="2304" y="3414"/>
                    <a:pt x="2172" y="3300"/>
                    <a:pt x="2026" y="3207"/>
                  </a:cubicBezTo>
                  <a:cubicBezTo>
                    <a:pt x="1965" y="3167"/>
                    <a:pt x="1902" y="3125"/>
                    <a:pt x="1833" y="3123"/>
                  </a:cubicBezTo>
                  <a:cubicBezTo>
                    <a:pt x="1834" y="2866"/>
                    <a:pt x="1836" y="2609"/>
                    <a:pt x="1836" y="2351"/>
                  </a:cubicBezTo>
                  <a:cubicBezTo>
                    <a:pt x="1842" y="2353"/>
                    <a:pt x="1845" y="2354"/>
                    <a:pt x="1851" y="2357"/>
                  </a:cubicBezTo>
                  <a:cubicBezTo>
                    <a:pt x="2430" y="3092"/>
                    <a:pt x="3214" y="3672"/>
                    <a:pt x="4060" y="4063"/>
                  </a:cubicBezTo>
                  <a:cubicBezTo>
                    <a:pt x="4555" y="4293"/>
                    <a:pt x="5079" y="4452"/>
                    <a:pt x="5616" y="4551"/>
                  </a:cubicBezTo>
                  <a:cubicBezTo>
                    <a:pt x="6129" y="4646"/>
                    <a:pt x="6651" y="4679"/>
                    <a:pt x="7173" y="4679"/>
                  </a:cubicBezTo>
                  <a:cubicBezTo>
                    <a:pt x="7246" y="4679"/>
                    <a:pt x="7320" y="4678"/>
                    <a:pt x="7393" y="4677"/>
                  </a:cubicBezTo>
                  <a:cubicBezTo>
                    <a:pt x="7970" y="4668"/>
                    <a:pt x="8544" y="4627"/>
                    <a:pt x="9118" y="4572"/>
                  </a:cubicBezTo>
                  <a:cubicBezTo>
                    <a:pt x="9137" y="4584"/>
                    <a:pt x="9157" y="4596"/>
                    <a:pt x="9178" y="4607"/>
                  </a:cubicBezTo>
                  <a:cubicBezTo>
                    <a:pt x="9209" y="4624"/>
                    <a:pt x="9243" y="4631"/>
                    <a:pt x="9277" y="4631"/>
                  </a:cubicBezTo>
                  <a:cubicBezTo>
                    <a:pt x="9369" y="4631"/>
                    <a:pt x="9459" y="4575"/>
                    <a:pt x="9485" y="4481"/>
                  </a:cubicBezTo>
                  <a:cubicBezTo>
                    <a:pt x="9506" y="4407"/>
                    <a:pt x="9459" y="4343"/>
                    <a:pt x="9384" y="4343"/>
                  </a:cubicBezTo>
                  <a:cubicBezTo>
                    <a:pt x="9380" y="4343"/>
                    <a:pt x="9377" y="4343"/>
                    <a:pt x="9373" y="4343"/>
                  </a:cubicBezTo>
                  <a:lnTo>
                    <a:pt x="9217" y="4355"/>
                  </a:lnTo>
                  <a:cubicBezTo>
                    <a:pt x="9174" y="4326"/>
                    <a:pt x="9131" y="4294"/>
                    <a:pt x="9090" y="4264"/>
                  </a:cubicBezTo>
                  <a:cubicBezTo>
                    <a:pt x="8986" y="4190"/>
                    <a:pt x="8884" y="4117"/>
                    <a:pt x="8782" y="4045"/>
                  </a:cubicBezTo>
                  <a:cubicBezTo>
                    <a:pt x="8565" y="3891"/>
                    <a:pt x="8348" y="3739"/>
                    <a:pt x="8127" y="3591"/>
                  </a:cubicBezTo>
                  <a:cubicBezTo>
                    <a:pt x="7687" y="3298"/>
                    <a:pt x="7228" y="3029"/>
                    <a:pt x="6758" y="2787"/>
                  </a:cubicBezTo>
                  <a:cubicBezTo>
                    <a:pt x="5839" y="2315"/>
                    <a:pt x="4836" y="1972"/>
                    <a:pt x="3798" y="1927"/>
                  </a:cubicBezTo>
                  <a:cubicBezTo>
                    <a:pt x="3711" y="1924"/>
                    <a:pt x="3624" y="1922"/>
                    <a:pt x="3538" y="1922"/>
                  </a:cubicBezTo>
                  <a:cubicBezTo>
                    <a:pt x="2982" y="1922"/>
                    <a:pt x="2427" y="1993"/>
                    <a:pt x="1877" y="2069"/>
                  </a:cubicBezTo>
                  <a:cubicBezTo>
                    <a:pt x="1869" y="2059"/>
                    <a:pt x="1860" y="2051"/>
                    <a:pt x="1853" y="2042"/>
                  </a:cubicBezTo>
                  <a:cubicBezTo>
                    <a:pt x="1847" y="2035"/>
                    <a:pt x="1842" y="2031"/>
                    <a:pt x="1836" y="2025"/>
                  </a:cubicBezTo>
                  <a:lnTo>
                    <a:pt x="1836" y="2007"/>
                  </a:lnTo>
                  <a:cubicBezTo>
                    <a:pt x="2267" y="1906"/>
                    <a:pt x="2684" y="1758"/>
                    <a:pt x="3106" y="1625"/>
                  </a:cubicBezTo>
                  <a:cubicBezTo>
                    <a:pt x="3107" y="1625"/>
                    <a:pt x="3108" y="1624"/>
                    <a:pt x="3110" y="1624"/>
                  </a:cubicBezTo>
                  <a:close/>
                  <a:moveTo>
                    <a:pt x="12535" y="1"/>
                  </a:moveTo>
                  <a:cubicBezTo>
                    <a:pt x="12043" y="1"/>
                    <a:pt x="11551" y="37"/>
                    <a:pt x="11063" y="110"/>
                  </a:cubicBezTo>
                  <a:cubicBezTo>
                    <a:pt x="10134" y="247"/>
                    <a:pt x="9224" y="515"/>
                    <a:pt x="8366" y="895"/>
                  </a:cubicBezTo>
                  <a:cubicBezTo>
                    <a:pt x="8013" y="1052"/>
                    <a:pt x="7671" y="1229"/>
                    <a:pt x="7340" y="1425"/>
                  </a:cubicBezTo>
                  <a:cubicBezTo>
                    <a:pt x="6138" y="1420"/>
                    <a:pt x="4935" y="1417"/>
                    <a:pt x="3733" y="1413"/>
                  </a:cubicBezTo>
                  <a:cubicBezTo>
                    <a:pt x="3962" y="1338"/>
                    <a:pt x="4192" y="1260"/>
                    <a:pt x="4419" y="1181"/>
                  </a:cubicBezTo>
                  <a:cubicBezTo>
                    <a:pt x="4662" y="1097"/>
                    <a:pt x="4913" y="1015"/>
                    <a:pt x="5142" y="895"/>
                  </a:cubicBezTo>
                  <a:cubicBezTo>
                    <a:pt x="5186" y="872"/>
                    <a:pt x="5171" y="804"/>
                    <a:pt x="5123" y="804"/>
                  </a:cubicBezTo>
                  <a:cubicBezTo>
                    <a:pt x="5120" y="804"/>
                    <a:pt x="5117" y="804"/>
                    <a:pt x="5114" y="805"/>
                  </a:cubicBezTo>
                  <a:cubicBezTo>
                    <a:pt x="4891" y="837"/>
                    <a:pt x="4670" y="903"/>
                    <a:pt x="4453" y="966"/>
                  </a:cubicBezTo>
                  <a:cubicBezTo>
                    <a:pt x="4236" y="1032"/>
                    <a:pt x="4017" y="1098"/>
                    <a:pt x="3800" y="1164"/>
                  </a:cubicBezTo>
                  <a:cubicBezTo>
                    <a:pt x="3544" y="1243"/>
                    <a:pt x="3288" y="1325"/>
                    <a:pt x="3033" y="1410"/>
                  </a:cubicBezTo>
                  <a:cubicBezTo>
                    <a:pt x="2826" y="1410"/>
                    <a:pt x="2619" y="1409"/>
                    <a:pt x="2413" y="1409"/>
                  </a:cubicBezTo>
                  <a:cubicBezTo>
                    <a:pt x="2289" y="1409"/>
                    <a:pt x="2266" y="1597"/>
                    <a:pt x="2392" y="1600"/>
                  </a:cubicBezTo>
                  <a:cubicBezTo>
                    <a:pt x="2414" y="1600"/>
                    <a:pt x="2435" y="1601"/>
                    <a:pt x="2457" y="1601"/>
                  </a:cubicBezTo>
                  <a:cubicBezTo>
                    <a:pt x="2344" y="1638"/>
                    <a:pt x="2232" y="1675"/>
                    <a:pt x="2120" y="1711"/>
                  </a:cubicBezTo>
                  <a:cubicBezTo>
                    <a:pt x="2024" y="1743"/>
                    <a:pt x="1931" y="1781"/>
                    <a:pt x="1837" y="1821"/>
                  </a:cubicBezTo>
                  <a:cubicBezTo>
                    <a:pt x="1834" y="1388"/>
                    <a:pt x="1827" y="954"/>
                    <a:pt x="1815" y="522"/>
                  </a:cubicBezTo>
                  <a:cubicBezTo>
                    <a:pt x="1814" y="483"/>
                    <a:pt x="1781" y="464"/>
                    <a:pt x="1748" y="464"/>
                  </a:cubicBezTo>
                  <a:cubicBezTo>
                    <a:pt x="1712" y="464"/>
                    <a:pt x="1676" y="485"/>
                    <a:pt x="1674" y="526"/>
                  </a:cubicBezTo>
                  <a:cubicBezTo>
                    <a:pt x="1611" y="1942"/>
                    <a:pt x="1613" y="3358"/>
                    <a:pt x="1597" y="4775"/>
                  </a:cubicBezTo>
                  <a:cubicBezTo>
                    <a:pt x="1591" y="5315"/>
                    <a:pt x="1585" y="5855"/>
                    <a:pt x="1578" y="6396"/>
                  </a:cubicBezTo>
                  <a:cubicBezTo>
                    <a:pt x="1296" y="6786"/>
                    <a:pt x="1054" y="7202"/>
                    <a:pt x="840" y="7631"/>
                  </a:cubicBezTo>
                  <a:cubicBezTo>
                    <a:pt x="636" y="8042"/>
                    <a:pt x="464" y="8466"/>
                    <a:pt x="335" y="8906"/>
                  </a:cubicBezTo>
                  <a:cubicBezTo>
                    <a:pt x="88" y="9752"/>
                    <a:pt x="0" y="10660"/>
                    <a:pt x="141" y="11533"/>
                  </a:cubicBezTo>
                  <a:cubicBezTo>
                    <a:pt x="219" y="12020"/>
                    <a:pt x="371" y="12497"/>
                    <a:pt x="602" y="12935"/>
                  </a:cubicBezTo>
                  <a:cubicBezTo>
                    <a:pt x="628" y="12984"/>
                    <a:pt x="687" y="13018"/>
                    <a:pt x="743" y="13018"/>
                  </a:cubicBezTo>
                  <a:cubicBezTo>
                    <a:pt x="782" y="13018"/>
                    <a:pt x="820" y="13001"/>
                    <a:pt x="842" y="12961"/>
                  </a:cubicBezTo>
                  <a:cubicBezTo>
                    <a:pt x="915" y="12831"/>
                    <a:pt x="983" y="12699"/>
                    <a:pt x="1048" y="12565"/>
                  </a:cubicBezTo>
                  <a:lnTo>
                    <a:pt x="1048" y="12565"/>
                  </a:lnTo>
                  <a:cubicBezTo>
                    <a:pt x="969" y="12904"/>
                    <a:pt x="903" y="13247"/>
                    <a:pt x="839" y="13588"/>
                  </a:cubicBezTo>
                  <a:cubicBezTo>
                    <a:pt x="782" y="13900"/>
                    <a:pt x="729" y="14210"/>
                    <a:pt x="680" y="14522"/>
                  </a:cubicBezTo>
                  <a:cubicBezTo>
                    <a:pt x="656" y="14676"/>
                    <a:pt x="634" y="14831"/>
                    <a:pt x="612" y="14985"/>
                  </a:cubicBezTo>
                  <a:cubicBezTo>
                    <a:pt x="590" y="15142"/>
                    <a:pt x="558" y="15300"/>
                    <a:pt x="557" y="15457"/>
                  </a:cubicBezTo>
                  <a:cubicBezTo>
                    <a:pt x="555" y="15633"/>
                    <a:pt x="518" y="15807"/>
                    <a:pt x="515" y="15983"/>
                  </a:cubicBezTo>
                  <a:cubicBezTo>
                    <a:pt x="514" y="16028"/>
                    <a:pt x="524" y="16072"/>
                    <a:pt x="522" y="16118"/>
                  </a:cubicBezTo>
                  <a:cubicBezTo>
                    <a:pt x="521" y="16157"/>
                    <a:pt x="520" y="16197"/>
                    <a:pt x="518" y="16239"/>
                  </a:cubicBezTo>
                  <a:cubicBezTo>
                    <a:pt x="515" y="16311"/>
                    <a:pt x="515" y="16383"/>
                    <a:pt x="516" y="16455"/>
                  </a:cubicBezTo>
                  <a:cubicBezTo>
                    <a:pt x="507" y="16455"/>
                    <a:pt x="498" y="16455"/>
                    <a:pt x="488" y="16456"/>
                  </a:cubicBezTo>
                  <a:cubicBezTo>
                    <a:pt x="460" y="16461"/>
                    <a:pt x="433" y="16469"/>
                    <a:pt x="410" y="16481"/>
                  </a:cubicBezTo>
                  <a:cubicBezTo>
                    <a:pt x="393" y="16491"/>
                    <a:pt x="372" y="16502"/>
                    <a:pt x="357" y="16514"/>
                  </a:cubicBezTo>
                  <a:cubicBezTo>
                    <a:pt x="327" y="16540"/>
                    <a:pt x="312" y="16561"/>
                    <a:pt x="295" y="16597"/>
                  </a:cubicBezTo>
                  <a:cubicBezTo>
                    <a:pt x="291" y="16612"/>
                    <a:pt x="289" y="16626"/>
                    <a:pt x="285" y="16642"/>
                  </a:cubicBezTo>
                  <a:cubicBezTo>
                    <a:pt x="285" y="16657"/>
                    <a:pt x="286" y="16673"/>
                    <a:pt x="286" y="16688"/>
                  </a:cubicBezTo>
                  <a:cubicBezTo>
                    <a:pt x="291" y="16725"/>
                    <a:pt x="311" y="16758"/>
                    <a:pt x="338" y="16783"/>
                  </a:cubicBezTo>
                  <a:cubicBezTo>
                    <a:pt x="341" y="16786"/>
                    <a:pt x="344" y="16787"/>
                    <a:pt x="345" y="16789"/>
                  </a:cubicBezTo>
                  <a:cubicBezTo>
                    <a:pt x="344" y="16803"/>
                    <a:pt x="345" y="16820"/>
                    <a:pt x="346" y="16835"/>
                  </a:cubicBezTo>
                  <a:cubicBezTo>
                    <a:pt x="350" y="16847"/>
                    <a:pt x="355" y="16861"/>
                    <a:pt x="359" y="16874"/>
                  </a:cubicBezTo>
                  <a:cubicBezTo>
                    <a:pt x="367" y="16893"/>
                    <a:pt x="378" y="16908"/>
                    <a:pt x="394" y="16922"/>
                  </a:cubicBezTo>
                  <a:cubicBezTo>
                    <a:pt x="403" y="16933"/>
                    <a:pt x="414" y="16939"/>
                    <a:pt x="426" y="16945"/>
                  </a:cubicBezTo>
                  <a:cubicBezTo>
                    <a:pt x="444" y="16956"/>
                    <a:pt x="464" y="16962"/>
                    <a:pt x="483" y="16965"/>
                  </a:cubicBezTo>
                  <a:cubicBezTo>
                    <a:pt x="492" y="16966"/>
                    <a:pt x="502" y="16967"/>
                    <a:pt x="510" y="16967"/>
                  </a:cubicBezTo>
                  <a:lnTo>
                    <a:pt x="527" y="16967"/>
                  </a:lnTo>
                  <a:lnTo>
                    <a:pt x="536" y="16976"/>
                  </a:lnTo>
                  <a:cubicBezTo>
                    <a:pt x="547" y="16981"/>
                    <a:pt x="558" y="16988"/>
                    <a:pt x="569" y="16993"/>
                  </a:cubicBezTo>
                  <a:cubicBezTo>
                    <a:pt x="583" y="16999"/>
                    <a:pt x="597" y="17002"/>
                    <a:pt x="611" y="17002"/>
                  </a:cubicBezTo>
                  <a:cubicBezTo>
                    <a:pt x="616" y="17002"/>
                    <a:pt x="621" y="17002"/>
                    <a:pt x="626" y="17001"/>
                  </a:cubicBezTo>
                  <a:cubicBezTo>
                    <a:pt x="659" y="17000"/>
                    <a:pt x="689" y="16990"/>
                    <a:pt x="714" y="16970"/>
                  </a:cubicBezTo>
                  <a:cubicBezTo>
                    <a:pt x="768" y="16928"/>
                    <a:pt x="798" y="16860"/>
                    <a:pt x="787" y="16792"/>
                  </a:cubicBezTo>
                  <a:cubicBezTo>
                    <a:pt x="787" y="16789"/>
                    <a:pt x="784" y="16786"/>
                    <a:pt x="784" y="16782"/>
                  </a:cubicBezTo>
                  <a:cubicBezTo>
                    <a:pt x="787" y="16771"/>
                    <a:pt x="790" y="16758"/>
                    <a:pt x="793" y="16745"/>
                  </a:cubicBezTo>
                  <a:cubicBezTo>
                    <a:pt x="793" y="16741"/>
                    <a:pt x="794" y="16736"/>
                    <a:pt x="794" y="16732"/>
                  </a:cubicBezTo>
                  <a:cubicBezTo>
                    <a:pt x="794" y="16714"/>
                    <a:pt x="794" y="16692"/>
                    <a:pt x="793" y="16675"/>
                  </a:cubicBezTo>
                  <a:cubicBezTo>
                    <a:pt x="790" y="16653"/>
                    <a:pt x="782" y="16630"/>
                    <a:pt x="774" y="16610"/>
                  </a:cubicBezTo>
                  <a:cubicBezTo>
                    <a:pt x="772" y="16602"/>
                    <a:pt x="768" y="16595"/>
                    <a:pt x="762" y="16588"/>
                  </a:cubicBezTo>
                  <a:cubicBezTo>
                    <a:pt x="766" y="16584"/>
                    <a:pt x="769" y="16578"/>
                    <a:pt x="771" y="16575"/>
                  </a:cubicBezTo>
                  <a:cubicBezTo>
                    <a:pt x="772" y="16575"/>
                    <a:pt x="772" y="16573"/>
                    <a:pt x="773" y="16573"/>
                  </a:cubicBezTo>
                  <a:cubicBezTo>
                    <a:pt x="798" y="16562"/>
                    <a:pt x="798" y="16532"/>
                    <a:pt x="779" y="16516"/>
                  </a:cubicBezTo>
                  <a:cubicBezTo>
                    <a:pt x="774" y="16511"/>
                    <a:pt x="769" y="16509"/>
                    <a:pt x="766" y="16506"/>
                  </a:cubicBezTo>
                  <a:cubicBezTo>
                    <a:pt x="752" y="16488"/>
                    <a:pt x="735" y="16474"/>
                    <a:pt x="711" y="16473"/>
                  </a:cubicBezTo>
                  <a:cubicBezTo>
                    <a:pt x="707" y="16472"/>
                    <a:pt x="703" y="16472"/>
                    <a:pt x="699" y="16472"/>
                  </a:cubicBezTo>
                  <a:cubicBezTo>
                    <a:pt x="690" y="16472"/>
                    <a:pt x="681" y="16473"/>
                    <a:pt x="672" y="16474"/>
                  </a:cubicBezTo>
                  <a:cubicBezTo>
                    <a:pt x="659" y="16474"/>
                    <a:pt x="648" y="16474"/>
                    <a:pt x="636" y="16476"/>
                  </a:cubicBezTo>
                  <a:cubicBezTo>
                    <a:pt x="630" y="16473"/>
                    <a:pt x="626" y="16472"/>
                    <a:pt x="621" y="16470"/>
                  </a:cubicBezTo>
                  <a:cubicBezTo>
                    <a:pt x="683" y="16183"/>
                    <a:pt x="735" y="15896"/>
                    <a:pt x="782" y="15606"/>
                  </a:cubicBezTo>
                  <a:cubicBezTo>
                    <a:pt x="807" y="15447"/>
                    <a:pt x="837" y="15291"/>
                    <a:pt x="859" y="15132"/>
                  </a:cubicBezTo>
                  <a:cubicBezTo>
                    <a:pt x="879" y="14982"/>
                    <a:pt x="899" y="14831"/>
                    <a:pt x="921" y="14682"/>
                  </a:cubicBezTo>
                  <a:cubicBezTo>
                    <a:pt x="1014" y="14065"/>
                    <a:pt x="1122" y="13450"/>
                    <a:pt x="1240" y="12839"/>
                  </a:cubicBezTo>
                  <a:cubicBezTo>
                    <a:pt x="1307" y="12490"/>
                    <a:pt x="1382" y="12144"/>
                    <a:pt x="1436" y="11792"/>
                  </a:cubicBezTo>
                  <a:cubicBezTo>
                    <a:pt x="1442" y="11757"/>
                    <a:pt x="1426" y="11730"/>
                    <a:pt x="1400" y="11713"/>
                  </a:cubicBezTo>
                  <a:cubicBezTo>
                    <a:pt x="1442" y="11596"/>
                    <a:pt x="1480" y="11476"/>
                    <a:pt x="1516" y="11355"/>
                  </a:cubicBezTo>
                  <a:lnTo>
                    <a:pt x="1516" y="11355"/>
                  </a:lnTo>
                  <a:cubicBezTo>
                    <a:pt x="1490" y="13326"/>
                    <a:pt x="1464" y="15297"/>
                    <a:pt x="1433" y="17268"/>
                  </a:cubicBezTo>
                  <a:cubicBezTo>
                    <a:pt x="1351" y="22796"/>
                    <a:pt x="1268" y="28323"/>
                    <a:pt x="1169" y="33850"/>
                  </a:cubicBezTo>
                  <a:cubicBezTo>
                    <a:pt x="1141" y="35401"/>
                    <a:pt x="1111" y="36953"/>
                    <a:pt x="1082" y="38505"/>
                  </a:cubicBezTo>
                  <a:cubicBezTo>
                    <a:pt x="1068" y="39297"/>
                    <a:pt x="1051" y="40090"/>
                    <a:pt x="1036" y="40883"/>
                  </a:cubicBezTo>
                  <a:cubicBezTo>
                    <a:pt x="1020" y="41654"/>
                    <a:pt x="939" y="42449"/>
                    <a:pt x="1069" y="43211"/>
                  </a:cubicBezTo>
                  <a:cubicBezTo>
                    <a:pt x="1076" y="43255"/>
                    <a:pt x="1107" y="43275"/>
                    <a:pt x="1140" y="43275"/>
                  </a:cubicBezTo>
                  <a:cubicBezTo>
                    <a:pt x="1176" y="43275"/>
                    <a:pt x="1214" y="43250"/>
                    <a:pt x="1223" y="43207"/>
                  </a:cubicBezTo>
                  <a:cubicBezTo>
                    <a:pt x="1240" y="43128"/>
                    <a:pt x="1260" y="43047"/>
                    <a:pt x="1276" y="42966"/>
                  </a:cubicBezTo>
                  <a:cubicBezTo>
                    <a:pt x="1283" y="44480"/>
                    <a:pt x="1295" y="45994"/>
                    <a:pt x="1316" y="47507"/>
                  </a:cubicBezTo>
                  <a:cubicBezTo>
                    <a:pt x="1333" y="48805"/>
                    <a:pt x="1354" y="50102"/>
                    <a:pt x="1382" y="51399"/>
                  </a:cubicBezTo>
                  <a:cubicBezTo>
                    <a:pt x="1395" y="52058"/>
                    <a:pt x="1410" y="52716"/>
                    <a:pt x="1427" y="53375"/>
                  </a:cubicBezTo>
                  <a:cubicBezTo>
                    <a:pt x="1238" y="53377"/>
                    <a:pt x="1048" y="53378"/>
                    <a:pt x="859" y="53380"/>
                  </a:cubicBezTo>
                  <a:cubicBezTo>
                    <a:pt x="664" y="53382"/>
                    <a:pt x="630" y="53680"/>
                    <a:pt x="825" y="53680"/>
                  </a:cubicBezTo>
                  <a:cubicBezTo>
                    <a:pt x="826" y="53680"/>
                    <a:pt x="826" y="53680"/>
                    <a:pt x="827" y="53680"/>
                  </a:cubicBezTo>
                  <a:cubicBezTo>
                    <a:pt x="1029" y="53679"/>
                    <a:pt x="1230" y="53678"/>
                    <a:pt x="1431" y="53677"/>
                  </a:cubicBezTo>
                  <a:lnTo>
                    <a:pt x="1431" y="53677"/>
                  </a:lnTo>
                  <a:cubicBezTo>
                    <a:pt x="1435" y="54228"/>
                    <a:pt x="1426" y="54791"/>
                    <a:pt x="1542" y="55326"/>
                  </a:cubicBezTo>
                  <a:cubicBezTo>
                    <a:pt x="1551" y="55367"/>
                    <a:pt x="1584" y="55387"/>
                    <a:pt x="1617" y="55387"/>
                  </a:cubicBezTo>
                  <a:cubicBezTo>
                    <a:pt x="1651" y="55387"/>
                    <a:pt x="1685" y="55365"/>
                    <a:pt x="1691" y="55323"/>
                  </a:cubicBezTo>
                  <a:cubicBezTo>
                    <a:pt x="1715" y="55182"/>
                    <a:pt x="1744" y="55044"/>
                    <a:pt x="1746" y="54903"/>
                  </a:cubicBezTo>
                  <a:cubicBezTo>
                    <a:pt x="1749" y="54763"/>
                    <a:pt x="1740" y="54620"/>
                    <a:pt x="1735" y="54478"/>
                  </a:cubicBezTo>
                  <a:lnTo>
                    <a:pt x="1715" y="53676"/>
                  </a:lnTo>
                  <a:cubicBezTo>
                    <a:pt x="14308" y="53575"/>
                    <a:pt x="26902" y="53490"/>
                    <a:pt x="39495" y="53457"/>
                  </a:cubicBezTo>
                  <a:cubicBezTo>
                    <a:pt x="44227" y="53445"/>
                    <a:pt x="48959" y="53438"/>
                    <a:pt x="53692" y="53438"/>
                  </a:cubicBezTo>
                  <a:cubicBezTo>
                    <a:pt x="61726" y="53438"/>
                    <a:pt x="69760" y="53456"/>
                    <a:pt x="77794" y="53492"/>
                  </a:cubicBezTo>
                  <a:cubicBezTo>
                    <a:pt x="81377" y="53509"/>
                    <a:pt x="84960" y="53529"/>
                    <a:pt x="88544" y="53552"/>
                  </a:cubicBezTo>
                  <a:cubicBezTo>
                    <a:pt x="90373" y="53564"/>
                    <a:pt x="92205" y="53577"/>
                    <a:pt x="94035" y="53591"/>
                  </a:cubicBezTo>
                  <a:cubicBezTo>
                    <a:pt x="95089" y="53599"/>
                    <a:pt x="96145" y="53623"/>
                    <a:pt x="97201" y="53623"/>
                  </a:cubicBezTo>
                  <a:cubicBezTo>
                    <a:pt x="97528" y="53623"/>
                    <a:pt x="97855" y="53621"/>
                    <a:pt x="98181" y="53615"/>
                  </a:cubicBezTo>
                  <a:lnTo>
                    <a:pt x="98181" y="53615"/>
                  </a:lnTo>
                  <a:cubicBezTo>
                    <a:pt x="98176" y="53671"/>
                    <a:pt x="98169" y="53728"/>
                    <a:pt x="98164" y="53785"/>
                  </a:cubicBezTo>
                  <a:cubicBezTo>
                    <a:pt x="98154" y="53876"/>
                    <a:pt x="98168" y="53963"/>
                    <a:pt x="98177" y="54052"/>
                  </a:cubicBezTo>
                  <a:cubicBezTo>
                    <a:pt x="98181" y="54094"/>
                    <a:pt x="98209" y="54112"/>
                    <a:pt x="98240" y="54112"/>
                  </a:cubicBezTo>
                  <a:cubicBezTo>
                    <a:pt x="98271" y="54112"/>
                    <a:pt x="98305" y="54092"/>
                    <a:pt x="98316" y="54057"/>
                  </a:cubicBezTo>
                  <a:cubicBezTo>
                    <a:pt x="98333" y="54005"/>
                    <a:pt x="98350" y="53952"/>
                    <a:pt x="98366" y="53901"/>
                  </a:cubicBezTo>
                  <a:cubicBezTo>
                    <a:pt x="98380" y="53848"/>
                    <a:pt x="98382" y="53792"/>
                    <a:pt x="98389" y="53738"/>
                  </a:cubicBezTo>
                  <a:cubicBezTo>
                    <a:pt x="98400" y="53639"/>
                    <a:pt x="98412" y="53541"/>
                    <a:pt x="98423" y="53442"/>
                  </a:cubicBezTo>
                  <a:cubicBezTo>
                    <a:pt x="98446" y="53244"/>
                    <a:pt x="98472" y="53046"/>
                    <a:pt x="98500" y="52849"/>
                  </a:cubicBezTo>
                  <a:cubicBezTo>
                    <a:pt x="98517" y="52720"/>
                    <a:pt x="98537" y="52592"/>
                    <a:pt x="98555" y="52463"/>
                  </a:cubicBezTo>
                  <a:cubicBezTo>
                    <a:pt x="98556" y="52463"/>
                    <a:pt x="98556" y="52463"/>
                    <a:pt x="98557" y="52463"/>
                  </a:cubicBezTo>
                  <a:cubicBezTo>
                    <a:pt x="98563" y="52463"/>
                    <a:pt x="98571" y="52460"/>
                    <a:pt x="98574" y="52453"/>
                  </a:cubicBezTo>
                  <a:cubicBezTo>
                    <a:pt x="98626" y="52350"/>
                    <a:pt x="98631" y="52239"/>
                    <a:pt x="98638" y="52127"/>
                  </a:cubicBezTo>
                  <a:cubicBezTo>
                    <a:pt x="98646" y="52036"/>
                    <a:pt x="98647" y="51947"/>
                    <a:pt x="98646" y="51856"/>
                  </a:cubicBezTo>
                  <a:cubicBezTo>
                    <a:pt x="98655" y="51793"/>
                    <a:pt x="98665" y="51730"/>
                    <a:pt x="98676" y="51665"/>
                  </a:cubicBezTo>
                  <a:cubicBezTo>
                    <a:pt x="98690" y="51585"/>
                    <a:pt x="98703" y="51502"/>
                    <a:pt x="98717" y="51421"/>
                  </a:cubicBezTo>
                  <a:cubicBezTo>
                    <a:pt x="99237" y="51107"/>
                    <a:pt x="99690" y="50689"/>
                    <a:pt x="100059" y="50210"/>
                  </a:cubicBezTo>
                  <a:cubicBezTo>
                    <a:pt x="100769" y="49294"/>
                    <a:pt x="101196" y="48169"/>
                    <a:pt x="101381" y="47035"/>
                  </a:cubicBezTo>
                  <a:cubicBezTo>
                    <a:pt x="101476" y="46444"/>
                    <a:pt x="101509" y="45846"/>
                    <a:pt x="101481" y="45249"/>
                  </a:cubicBezTo>
                  <a:cubicBezTo>
                    <a:pt x="101450" y="44570"/>
                    <a:pt x="101351" y="43871"/>
                    <a:pt x="100980" y="43284"/>
                  </a:cubicBezTo>
                  <a:cubicBezTo>
                    <a:pt x="100959" y="43252"/>
                    <a:pt x="100922" y="43237"/>
                    <a:pt x="100886" y="43237"/>
                  </a:cubicBezTo>
                  <a:cubicBezTo>
                    <a:pt x="100839" y="43237"/>
                    <a:pt x="100791" y="43261"/>
                    <a:pt x="100774" y="43304"/>
                  </a:cubicBezTo>
                  <a:cubicBezTo>
                    <a:pt x="100483" y="44059"/>
                    <a:pt x="100192" y="44813"/>
                    <a:pt x="99937" y="45580"/>
                  </a:cubicBezTo>
                  <a:cubicBezTo>
                    <a:pt x="99619" y="46534"/>
                    <a:pt x="99338" y="47501"/>
                    <a:pt x="99094" y="48477"/>
                  </a:cubicBezTo>
                  <a:cubicBezTo>
                    <a:pt x="99121" y="48270"/>
                    <a:pt x="99146" y="48065"/>
                    <a:pt x="99164" y="47858"/>
                  </a:cubicBezTo>
                  <a:cubicBezTo>
                    <a:pt x="99230" y="47135"/>
                    <a:pt x="99248" y="46408"/>
                    <a:pt x="99218" y="45683"/>
                  </a:cubicBezTo>
                  <a:lnTo>
                    <a:pt x="99218" y="45683"/>
                  </a:lnTo>
                  <a:cubicBezTo>
                    <a:pt x="99222" y="45686"/>
                    <a:pt x="99227" y="45688"/>
                    <a:pt x="99232" y="45688"/>
                  </a:cubicBezTo>
                  <a:cubicBezTo>
                    <a:pt x="99241" y="45688"/>
                    <a:pt x="99250" y="45683"/>
                    <a:pt x="99250" y="45672"/>
                  </a:cubicBezTo>
                  <a:cubicBezTo>
                    <a:pt x="99258" y="45540"/>
                    <a:pt x="99267" y="45410"/>
                    <a:pt x="99275" y="45278"/>
                  </a:cubicBezTo>
                  <a:cubicBezTo>
                    <a:pt x="99314" y="44677"/>
                    <a:pt x="99325" y="44075"/>
                    <a:pt x="99325" y="43474"/>
                  </a:cubicBezTo>
                  <a:cubicBezTo>
                    <a:pt x="99365" y="43250"/>
                    <a:pt x="99407" y="43026"/>
                    <a:pt x="99451" y="42802"/>
                  </a:cubicBezTo>
                  <a:cubicBezTo>
                    <a:pt x="99530" y="42414"/>
                    <a:pt x="99614" y="42026"/>
                    <a:pt x="99707" y="41640"/>
                  </a:cubicBezTo>
                  <a:cubicBezTo>
                    <a:pt x="99717" y="41622"/>
                    <a:pt x="99725" y="41608"/>
                    <a:pt x="99735" y="41591"/>
                  </a:cubicBezTo>
                  <a:cubicBezTo>
                    <a:pt x="99788" y="41503"/>
                    <a:pt x="99835" y="41412"/>
                    <a:pt x="99887" y="41324"/>
                  </a:cubicBezTo>
                  <a:cubicBezTo>
                    <a:pt x="99993" y="41141"/>
                    <a:pt x="100109" y="40961"/>
                    <a:pt x="100231" y="40785"/>
                  </a:cubicBezTo>
                  <a:cubicBezTo>
                    <a:pt x="100351" y="40611"/>
                    <a:pt x="100481" y="40440"/>
                    <a:pt x="100615" y="40275"/>
                  </a:cubicBezTo>
                  <a:cubicBezTo>
                    <a:pt x="100712" y="40157"/>
                    <a:pt x="100810" y="40043"/>
                    <a:pt x="100904" y="39924"/>
                  </a:cubicBezTo>
                  <a:cubicBezTo>
                    <a:pt x="100937" y="39924"/>
                    <a:pt x="100970" y="39914"/>
                    <a:pt x="100998" y="39895"/>
                  </a:cubicBezTo>
                  <a:cubicBezTo>
                    <a:pt x="101018" y="39880"/>
                    <a:pt x="101034" y="39863"/>
                    <a:pt x="101046" y="39842"/>
                  </a:cubicBezTo>
                  <a:cubicBezTo>
                    <a:pt x="101065" y="39840"/>
                    <a:pt x="101085" y="39832"/>
                    <a:pt x="101100" y="39822"/>
                  </a:cubicBezTo>
                  <a:cubicBezTo>
                    <a:pt x="101119" y="39809"/>
                    <a:pt x="101142" y="39776"/>
                    <a:pt x="101142" y="39753"/>
                  </a:cubicBezTo>
                  <a:cubicBezTo>
                    <a:pt x="101144" y="39720"/>
                    <a:pt x="101142" y="39695"/>
                    <a:pt x="101131" y="39664"/>
                  </a:cubicBezTo>
                  <a:cubicBezTo>
                    <a:pt x="101124" y="39643"/>
                    <a:pt x="101113" y="39624"/>
                    <a:pt x="101100" y="39608"/>
                  </a:cubicBezTo>
                  <a:cubicBezTo>
                    <a:pt x="101087" y="39593"/>
                    <a:pt x="101074" y="39582"/>
                    <a:pt x="101060" y="39571"/>
                  </a:cubicBezTo>
                  <a:cubicBezTo>
                    <a:pt x="101062" y="39565"/>
                    <a:pt x="101062" y="39561"/>
                    <a:pt x="101063" y="39555"/>
                  </a:cubicBezTo>
                  <a:cubicBezTo>
                    <a:pt x="101064" y="39550"/>
                    <a:pt x="101065" y="39545"/>
                    <a:pt x="101067" y="39540"/>
                  </a:cubicBezTo>
                  <a:cubicBezTo>
                    <a:pt x="101068" y="39534"/>
                    <a:pt x="101068" y="39528"/>
                    <a:pt x="101068" y="39522"/>
                  </a:cubicBezTo>
                  <a:lnTo>
                    <a:pt x="101068" y="39518"/>
                  </a:lnTo>
                  <a:cubicBezTo>
                    <a:pt x="101070" y="39517"/>
                    <a:pt x="101070" y="39515"/>
                    <a:pt x="101070" y="39512"/>
                  </a:cubicBezTo>
                  <a:cubicBezTo>
                    <a:pt x="101098" y="39474"/>
                    <a:pt x="101078" y="39424"/>
                    <a:pt x="101031" y="39414"/>
                  </a:cubicBezTo>
                  <a:cubicBezTo>
                    <a:pt x="101021" y="39411"/>
                    <a:pt x="101010" y="39410"/>
                    <a:pt x="100999" y="39410"/>
                  </a:cubicBezTo>
                  <a:cubicBezTo>
                    <a:pt x="100954" y="39410"/>
                    <a:pt x="100905" y="39428"/>
                    <a:pt x="100878" y="39461"/>
                  </a:cubicBezTo>
                  <a:cubicBezTo>
                    <a:pt x="100860" y="39485"/>
                    <a:pt x="100848" y="39511"/>
                    <a:pt x="100839" y="39539"/>
                  </a:cubicBezTo>
                  <a:cubicBezTo>
                    <a:pt x="100796" y="39557"/>
                    <a:pt x="100762" y="39593"/>
                    <a:pt x="100741" y="39635"/>
                  </a:cubicBezTo>
                  <a:cubicBezTo>
                    <a:pt x="100710" y="39705"/>
                    <a:pt x="100718" y="39790"/>
                    <a:pt x="100762" y="39853"/>
                  </a:cubicBezTo>
                  <a:cubicBezTo>
                    <a:pt x="100661" y="39951"/>
                    <a:pt x="100569" y="40057"/>
                    <a:pt x="100477" y="40167"/>
                  </a:cubicBezTo>
                  <a:cubicBezTo>
                    <a:pt x="100340" y="40331"/>
                    <a:pt x="100212" y="40501"/>
                    <a:pt x="100088" y="40674"/>
                  </a:cubicBezTo>
                  <a:cubicBezTo>
                    <a:pt x="100009" y="40786"/>
                    <a:pt x="99932" y="40903"/>
                    <a:pt x="99857" y="41020"/>
                  </a:cubicBezTo>
                  <a:cubicBezTo>
                    <a:pt x="100125" y="39982"/>
                    <a:pt x="100439" y="38957"/>
                    <a:pt x="100800" y="37946"/>
                  </a:cubicBezTo>
                  <a:cubicBezTo>
                    <a:pt x="100806" y="37947"/>
                    <a:pt x="100812" y="37947"/>
                    <a:pt x="100817" y="37947"/>
                  </a:cubicBezTo>
                  <a:cubicBezTo>
                    <a:pt x="100841" y="37947"/>
                    <a:pt x="100864" y="37945"/>
                    <a:pt x="100888" y="37937"/>
                  </a:cubicBezTo>
                  <a:cubicBezTo>
                    <a:pt x="100939" y="37921"/>
                    <a:pt x="100976" y="37883"/>
                    <a:pt x="101003" y="37841"/>
                  </a:cubicBezTo>
                  <a:cubicBezTo>
                    <a:pt x="101014" y="37823"/>
                    <a:pt x="101019" y="37803"/>
                    <a:pt x="101025" y="37782"/>
                  </a:cubicBezTo>
                  <a:cubicBezTo>
                    <a:pt x="101026" y="37777"/>
                    <a:pt x="101026" y="37772"/>
                    <a:pt x="101027" y="37769"/>
                  </a:cubicBezTo>
                  <a:cubicBezTo>
                    <a:pt x="101043" y="37742"/>
                    <a:pt x="101053" y="37710"/>
                    <a:pt x="101049" y="37678"/>
                  </a:cubicBezTo>
                  <a:cubicBezTo>
                    <a:pt x="101048" y="37665"/>
                    <a:pt x="101043" y="37650"/>
                    <a:pt x="101038" y="37638"/>
                  </a:cubicBezTo>
                  <a:cubicBezTo>
                    <a:pt x="101037" y="37635"/>
                    <a:pt x="101036" y="37632"/>
                    <a:pt x="101036" y="37629"/>
                  </a:cubicBezTo>
                  <a:cubicBezTo>
                    <a:pt x="101029" y="37616"/>
                    <a:pt x="101020" y="37601"/>
                    <a:pt x="101012" y="37588"/>
                  </a:cubicBezTo>
                  <a:cubicBezTo>
                    <a:pt x="101003" y="37574"/>
                    <a:pt x="100990" y="37563"/>
                    <a:pt x="100980" y="37552"/>
                  </a:cubicBezTo>
                  <a:cubicBezTo>
                    <a:pt x="100975" y="37549"/>
                    <a:pt x="100972" y="37546"/>
                    <a:pt x="100969" y="37542"/>
                  </a:cubicBezTo>
                  <a:cubicBezTo>
                    <a:pt x="100933" y="37517"/>
                    <a:pt x="100894" y="37501"/>
                    <a:pt x="100851" y="37493"/>
                  </a:cubicBezTo>
                  <a:cubicBezTo>
                    <a:pt x="100837" y="37491"/>
                    <a:pt x="100823" y="37490"/>
                    <a:pt x="100810" y="37490"/>
                  </a:cubicBezTo>
                  <a:cubicBezTo>
                    <a:pt x="100779" y="37490"/>
                    <a:pt x="100750" y="37495"/>
                    <a:pt x="100719" y="37504"/>
                  </a:cubicBezTo>
                  <a:cubicBezTo>
                    <a:pt x="100679" y="37517"/>
                    <a:pt x="100645" y="37542"/>
                    <a:pt x="100614" y="37573"/>
                  </a:cubicBezTo>
                  <a:cubicBezTo>
                    <a:pt x="100601" y="37588"/>
                    <a:pt x="100587" y="37606"/>
                    <a:pt x="100580" y="37624"/>
                  </a:cubicBezTo>
                  <a:cubicBezTo>
                    <a:pt x="100575" y="37633"/>
                    <a:pt x="100573" y="37643"/>
                    <a:pt x="100569" y="37652"/>
                  </a:cubicBezTo>
                  <a:cubicBezTo>
                    <a:pt x="100563" y="37671"/>
                    <a:pt x="100562" y="37688"/>
                    <a:pt x="100563" y="37706"/>
                  </a:cubicBezTo>
                  <a:lnTo>
                    <a:pt x="100563" y="37707"/>
                  </a:lnTo>
                  <a:cubicBezTo>
                    <a:pt x="100563" y="37735"/>
                    <a:pt x="100568" y="37761"/>
                    <a:pt x="100576" y="37788"/>
                  </a:cubicBezTo>
                  <a:cubicBezTo>
                    <a:pt x="100585" y="37811"/>
                    <a:pt x="100598" y="37833"/>
                    <a:pt x="100615" y="37853"/>
                  </a:cubicBezTo>
                  <a:cubicBezTo>
                    <a:pt x="100623" y="37861"/>
                    <a:pt x="100630" y="37868"/>
                    <a:pt x="100637" y="37875"/>
                  </a:cubicBezTo>
                  <a:cubicBezTo>
                    <a:pt x="100475" y="38311"/>
                    <a:pt x="100321" y="38750"/>
                    <a:pt x="100176" y="39194"/>
                  </a:cubicBezTo>
                  <a:cubicBezTo>
                    <a:pt x="99911" y="40007"/>
                    <a:pt x="99687" y="40834"/>
                    <a:pt x="99491" y="41665"/>
                  </a:cubicBezTo>
                  <a:cubicBezTo>
                    <a:pt x="99429" y="41927"/>
                    <a:pt x="99372" y="42190"/>
                    <a:pt x="99317" y="42453"/>
                  </a:cubicBezTo>
                  <a:cubicBezTo>
                    <a:pt x="99314" y="42274"/>
                    <a:pt x="99311" y="42096"/>
                    <a:pt x="99310" y="41919"/>
                  </a:cubicBezTo>
                  <a:cubicBezTo>
                    <a:pt x="99294" y="40729"/>
                    <a:pt x="99267" y="39538"/>
                    <a:pt x="99226" y="38348"/>
                  </a:cubicBezTo>
                  <a:cubicBezTo>
                    <a:pt x="99215" y="38019"/>
                    <a:pt x="99203" y="37691"/>
                    <a:pt x="99191" y="37361"/>
                  </a:cubicBezTo>
                  <a:cubicBezTo>
                    <a:pt x="99576" y="37190"/>
                    <a:pt x="99900" y="36917"/>
                    <a:pt x="100158" y="36588"/>
                  </a:cubicBezTo>
                  <a:cubicBezTo>
                    <a:pt x="100673" y="35931"/>
                    <a:pt x="100954" y="35107"/>
                    <a:pt x="101130" y="34305"/>
                  </a:cubicBezTo>
                  <a:cubicBezTo>
                    <a:pt x="101333" y="33384"/>
                    <a:pt x="101370" y="32427"/>
                    <a:pt x="101244" y="31494"/>
                  </a:cubicBezTo>
                  <a:cubicBezTo>
                    <a:pt x="101236" y="31436"/>
                    <a:pt x="101186" y="31400"/>
                    <a:pt x="101134" y="31400"/>
                  </a:cubicBezTo>
                  <a:cubicBezTo>
                    <a:pt x="101105" y="31400"/>
                    <a:pt x="101075" y="31412"/>
                    <a:pt x="101053" y="31438"/>
                  </a:cubicBezTo>
                  <a:cubicBezTo>
                    <a:pt x="100787" y="31758"/>
                    <a:pt x="100547" y="32098"/>
                    <a:pt x="100332" y="32454"/>
                  </a:cubicBezTo>
                  <a:cubicBezTo>
                    <a:pt x="99948" y="33090"/>
                    <a:pt x="99653" y="33773"/>
                    <a:pt x="99455" y="34486"/>
                  </a:cubicBezTo>
                  <a:cubicBezTo>
                    <a:pt x="99357" y="34838"/>
                    <a:pt x="99284" y="35196"/>
                    <a:pt x="99236" y="35557"/>
                  </a:cubicBezTo>
                  <a:cubicBezTo>
                    <a:pt x="99211" y="35742"/>
                    <a:pt x="99198" y="35925"/>
                    <a:pt x="99195" y="36111"/>
                  </a:cubicBezTo>
                  <a:cubicBezTo>
                    <a:pt x="99193" y="36207"/>
                    <a:pt x="99189" y="36305"/>
                    <a:pt x="99187" y="36401"/>
                  </a:cubicBezTo>
                  <a:cubicBezTo>
                    <a:pt x="99187" y="36438"/>
                    <a:pt x="99184" y="36478"/>
                    <a:pt x="99191" y="36513"/>
                  </a:cubicBezTo>
                  <a:cubicBezTo>
                    <a:pt x="99200" y="36556"/>
                    <a:pt x="99218" y="36600"/>
                    <a:pt x="99230" y="36643"/>
                  </a:cubicBezTo>
                  <a:cubicBezTo>
                    <a:pt x="99232" y="36650"/>
                    <a:pt x="99237" y="36653"/>
                    <a:pt x="99243" y="36653"/>
                  </a:cubicBezTo>
                  <a:cubicBezTo>
                    <a:pt x="99251" y="36653"/>
                    <a:pt x="99259" y="36647"/>
                    <a:pt x="99262" y="36640"/>
                  </a:cubicBezTo>
                  <a:cubicBezTo>
                    <a:pt x="99278" y="36586"/>
                    <a:pt x="99305" y="36531"/>
                    <a:pt x="99310" y="36476"/>
                  </a:cubicBezTo>
                  <a:cubicBezTo>
                    <a:pt x="99314" y="36429"/>
                    <a:pt x="99317" y="36379"/>
                    <a:pt x="99319" y="36331"/>
                  </a:cubicBezTo>
                  <a:cubicBezTo>
                    <a:pt x="99328" y="36234"/>
                    <a:pt x="99338" y="36138"/>
                    <a:pt x="99351" y="36041"/>
                  </a:cubicBezTo>
                  <a:cubicBezTo>
                    <a:pt x="99382" y="35841"/>
                    <a:pt x="99407" y="35640"/>
                    <a:pt x="99442" y="35442"/>
                  </a:cubicBezTo>
                  <a:cubicBezTo>
                    <a:pt x="99669" y="34114"/>
                    <a:pt x="100227" y="32837"/>
                    <a:pt x="101059" y="31769"/>
                  </a:cubicBezTo>
                  <a:cubicBezTo>
                    <a:pt x="101102" y="32195"/>
                    <a:pt x="101113" y="32621"/>
                    <a:pt x="101087" y="33049"/>
                  </a:cubicBezTo>
                  <a:cubicBezTo>
                    <a:pt x="101034" y="33912"/>
                    <a:pt x="100848" y="34785"/>
                    <a:pt x="100497" y="35581"/>
                  </a:cubicBezTo>
                  <a:cubicBezTo>
                    <a:pt x="100242" y="36161"/>
                    <a:pt x="99868" y="36722"/>
                    <a:pt x="99321" y="37060"/>
                  </a:cubicBezTo>
                  <a:cubicBezTo>
                    <a:pt x="99404" y="36870"/>
                    <a:pt x="99486" y="36682"/>
                    <a:pt x="99566" y="36492"/>
                  </a:cubicBezTo>
                  <a:cubicBezTo>
                    <a:pt x="99778" y="36006"/>
                    <a:pt x="99986" y="35517"/>
                    <a:pt x="100187" y="35026"/>
                  </a:cubicBezTo>
                  <a:cubicBezTo>
                    <a:pt x="100288" y="34782"/>
                    <a:pt x="100388" y="34536"/>
                    <a:pt x="100486" y="34290"/>
                  </a:cubicBezTo>
                  <a:cubicBezTo>
                    <a:pt x="100584" y="34046"/>
                    <a:pt x="100684" y="33801"/>
                    <a:pt x="100721" y="33541"/>
                  </a:cubicBezTo>
                  <a:cubicBezTo>
                    <a:pt x="100726" y="33507"/>
                    <a:pt x="100694" y="33478"/>
                    <a:pt x="100664" y="33478"/>
                  </a:cubicBezTo>
                  <a:cubicBezTo>
                    <a:pt x="100650" y="33478"/>
                    <a:pt x="100636" y="33484"/>
                    <a:pt x="100626" y="33499"/>
                  </a:cubicBezTo>
                  <a:cubicBezTo>
                    <a:pt x="100459" y="33749"/>
                    <a:pt x="100360" y="34031"/>
                    <a:pt x="100250" y="34309"/>
                  </a:cubicBezTo>
                  <a:cubicBezTo>
                    <a:pt x="99907" y="35179"/>
                    <a:pt x="99554" y="36047"/>
                    <a:pt x="99171" y="36901"/>
                  </a:cubicBezTo>
                  <a:cubicBezTo>
                    <a:pt x="99141" y="36166"/>
                    <a:pt x="99108" y="35432"/>
                    <a:pt x="99071" y="34697"/>
                  </a:cubicBezTo>
                  <a:cubicBezTo>
                    <a:pt x="99043" y="34150"/>
                    <a:pt x="99014" y="33603"/>
                    <a:pt x="98981" y="33055"/>
                  </a:cubicBezTo>
                  <a:cubicBezTo>
                    <a:pt x="99027" y="32976"/>
                    <a:pt x="99052" y="32878"/>
                    <a:pt x="99077" y="32796"/>
                  </a:cubicBezTo>
                  <a:cubicBezTo>
                    <a:pt x="99119" y="32663"/>
                    <a:pt x="99157" y="32528"/>
                    <a:pt x="99191" y="32394"/>
                  </a:cubicBezTo>
                  <a:cubicBezTo>
                    <a:pt x="99261" y="32126"/>
                    <a:pt x="99314" y="31853"/>
                    <a:pt x="99363" y="31580"/>
                  </a:cubicBezTo>
                  <a:cubicBezTo>
                    <a:pt x="99411" y="31307"/>
                    <a:pt x="99451" y="31032"/>
                    <a:pt x="99484" y="30757"/>
                  </a:cubicBezTo>
                  <a:cubicBezTo>
                    <a:pt x="99500" y="30619"/>
                    <a:pt x="99515" y="30480"/>
                    <a:pt x="99526" y="30342"/>
                  </a:cubicBezTo>
                  <a:cubicBezTo>
                    <a:pt x="99531" y="30270"/>
                    <a:pt x="99536" y="30199"/>
                    <a:pt x="99538" y="30126"/>
                  </a:cubicBezTo>
                  <a:cubicBezTo>
                    <a:pt x="99539" y="30066"/>
                    <a:pt x="99546" y="30002"/>
                    <a:pt x="99532" y="29944"/>
                  </a:cubicBezTo>
                  <a:cubicBezTo>
                    <a:pt x="99539" y="29942"/>
                    <a:pt x="99544" y="29940"/>
                    <a:pt x="99550" y="29939"/>
                  </a:cubicBezTo>
                  <a:cubicBezTo>
                    <a:pt x="99587" y="29924"/>
                    <a:pt x="99621" y="29898"/>
                    <a:pt x="99647" y="29868"/>
                  </a:cubicBezTo>
                  <a:cubicBezTo>
                    <a:pt x="99662" y="29853"/>
                    <a:pt x="99673" y="29834"/>
                    <a:pt x="99680" y="29814"/>
                  </a:cubicBezTo>
                  <a:cubicBezTo>
                    <a:pt x="99686" y="29801"/>
                    <a:pt x="99690" y="29786"/>
                    <a:pt x="99695" y="29771"/>
                  </a:cubicBezTo>
                  <a:cubicBezTo>
                    <a:pt x="99696" y="29766"/>
                    <a:pt x="99696" y="29763"/>
                    <a:pt x="99696" y="29758"/>
                  </a:cubicBezTo>
                  <a:cubicBezTo>
                    <a:pt x="99697" y="29739"/>
                    <a:pt x="99700" y="29717"/>
                    <a:pt x="99696" y="29698"/>
                  </a:cubicBezTo>
                  <a:cubicBezTo>
                    <a:pt x="99687" y="29660"/>
                    <a:pt x="99681" y="29644"/>
                    <a:pt x="99662" y="29611"/>
                  </a:cubicBezTo>
                  <a:cubicBezTo>
                    <a:pt x="99641" y="29579"/>
                    <a:pt x="99609" y="29557"/>
                    <a:pt x="99576" y="29540"/>
                  </a:cubicBezTo>
                  <a:cubicBezTo>
                    <a:pt x="99560" y="29532"/>
                    <a:pt x="99539" y="29527"/>
                    <a:pt x="99521" y="29522"/>
                  </a:cubicBezTo>
                  <a:cubicBezTo>
                    <a:pt x="99509" y="29519"/>
                    <a:pt x="99496" y="29518"/>
                    <a:pt x="99483" y="29518"/>
                  </a:cubicBezTo>
                  <a:cubicBezTo>
                    <a:pt x="99477" y="29518"/>
                    <a:pt x="99471" y="29519"/>
                    <a:pt x="99466" y="29519"/>
                  </a:cubicBezTo>
                  <a:cubicBezTo>
                    <a:pt x="99394" y="29519"/>
                    <a:pt x="99322" y="29568"/>
                    <a:pt x="99294" y="29634"/>
                  </a:cubicBezTo>
                  <a:cubicBezTo>
                    <a:pt x="99294" y="29637"/>
                    <a:pt x="99292" y="29638"/>
                    <a:pt x="99292" y="29639"/>
                  </a:cubicBezTo>
                  <a:cubicBezTo>
                    <a:pt x="99291" y="29642"/>
                    <a:pt x="99288" y="29644"/>
                    <a:pt x="99286" y="29649"/>
                  </a:cubicBezTo>
                  <a:cubicBezTo>
                    <a:pt x="99269" y="29683"/>
                    <a:pt x="99264" y="29724"/>
                    <a:pt x="99270" y="29763"/>
                  </a:cubicBezTo>
                  <a:cubicBezTo>
                    <a:pt x="99273" y="29781"/>
                    <a:pt x="99277" y="29799"/>
                    <a:pt x="99283" y="29819"/>
                  </a:cubicBezTo>
                  <a:cubicBezTo>
                    <a:pt x="99288" y="29836"/>
                    <a:pt x="99299" y="29854"/>
                    <a:pt x="99308" y="29869"/>
                  </a:cubicBezTo>
                  <a:cubicBezTo>
                    <a:pt x="99318" y="29886"/>
                    <a:pt x="99333" y="29900"/>
                    <a:pt x="99349" y="29911"/>
                  </a:cubicBezTo>
                  <a:cubicBezTo>
                    <a:pt x="99368" y="29928"/>
                    <a:pt x="99388" y="29936"/>
                    <a:pt x="99410" y="29944"/>
                  </a:cubicBezTo>
                  <a:cubicBezTo>
                    <a:pt x="99389" y="30000"/>
                    <a:pt x="99387" y="30065"/>
                    <a:pt x="99378" y="30122"/>
                  </a:cubicBezTo>
                  <a:cubicBezTo>
                    <a:pt x="99368" y="30187"/>
                    <a:pt x="99362" y="30249"/>
                    <a:pt x="99355" y="30314"/>
                  </a:cubicBezTo>
                  <a:cubicBezTo>
                    <a:pt x="99340" y="30451"/>
                    <a:pt x="99322" y="30589"/>
                    <a:pt x="99303" y="30726"/>
                  </a:cubicBezTo>
                  <a:cubicBezTo>
                    <a:pt x="99263" y="31000"/>
                    <a:pt x="99217" y="31274"/>
                    <a:pt x="99160" y="31545"/>
                  </a:cubicBezTo>
                  <a:cubicBezTo>
                    <a:pt x="99104" y="31818"/>
                    <a:pt x="99037" y="32087"/>
                    <a:pt x="98970" y="32357"/>
                  </a:cubicBezTo>
                  <a:cubicBezTo>
                    <a:pt x="98961" y="32389"/>
                    <a:pt x="98953" y="32418"/>
                    <a:pt x="98945" y="32450"/>
                  </a:cubicBezTo>
                  <a:cubicBezTo>
                    <a:pt x="98917" y="32016"/>
                    <a:pt x="98890" y="31583"/>
                    <a:pt x="98861" y="31149"/>
                  </a:cubicBezTo>
                  <a:cubicBezTo>
                    <a:pt x="98796" y="30216"/>
                    <a:pt x="98691" y="17688"/>
                    <a:pt x="98737" y="12830"/>
                  </a:cubicBezTo>
                  <a:cubicBezTo>
                    <a:pt x="98772" y="9199"/>
                    <a:pt x="98818" y="5570"/>
                    <a:pt x="98863" y="1938"/>
                  </a:cubicBezTo>
                  <a:cubicBezTo>
                    <a:pt x="99429" y="1935"/>
                    <a:pt x="99997" y="1931"/>
                    <a:pt x="100562" y="1926"/>
                  </a:cubicBezTo>
                  <a:cubicBezTo>
                    <a:pt x="100830" y="1924"/>
                    <a:pt x="100877" y="1512"/>
                    <a:pt x="100609" y="1512"/>
                  </a:cubicBezTo>
                  <a:cubicBezTo>
                    <a:pt x="100608" y="1512"/>
                    <a:pt x="100607" y="1512"/>
                    <a:pt x="100606" y="1512"/>
                  </a:cubicBezTo>
                  <a:cubicBezTo>
                    <a:pt x="100026" y="1515"/>
                    <a:pt x="99448" y="1520"/>
                    <a:pt x="98869" y="1524"/>
                  </a:cubicBezTo>
                  <a:cubicBezTo>
                    <a:pt x="98872" y="1317"/>
                    <a:pt x="98874" y="1111"/>
                    <a:pt x="98878" y="904"/>
                  </a:cubicBezTo>
                  <a:cubicBezTo>
                    <a:pt x="98878" y="835"/>
                    <a:pt x="98819" y="796"/>
                    <a:pt x="98765" y="796"/>
                  </a:cubicBezTo>
                  <a:cubicBezTo>
                    <a:pt x="98720" y="796"/>
                    <a:pt x="98677" y="823"/>
                    <a:pt x="98676" y="883"/>
                  </a:cubicBezTo>
                  <a:lnTo>
                    <a:pt x="98663" y="1525"/>
                  </a:lnTo>
                  <a:cubicBezTo>
                    <a:pt x="86506" y="1618"/>
                    <a:pt x="74345" y="1663"/>
                    <a:pt x="62188" y="1663"/>
                  </a:cubicBezTo>
                  <a:cubicBezTo>
                    <a:pt x="49445" y="1662"/>
                    <a:pt x="36703" y="1617"/>
                    <a:pt x="23961" y="1521"/>
                  </a:cubicBezTo>
                  <a:cubicBezTo>
                    <a:pt x="20731" y="1498"/>
                    <a:pt x="17502" y="1476"/>
                    <a:pt x="14271" y="1457"/>
                  </a:cubicBezTo>
                  <a:cubicBezTo>
                    <a:pt x="15004" y="1367"/>
                    <a:pt x="15737" y="1252"/>
                    <a:pt x="16458" y="1097"/>
                  </a:cubicBezTo>
                  <a:cubicBezTo>
                    <a:pt x="16712" y="1042"/>
                    <a:pt x="16966" y="984"/>
                    <a:pt x="17218" y="917"/>
                  </a:cubicBezTo>
                  <a:cubicBezTo>
                    <a:pt x="17454" y="854"/>
                    <a:pt x="17684" y="767"/>
                    <a:pt x="17910" y="674"/>
                  </a:cubicBezTo>
                  <a:cubicBezTo>
                    <a:pt x="17919" y="692"/>
                    <a:pt x="17928" y="708"/>
                    <a:pt x="17939" y="725"/>
                  </a:cubicBezTo>
                  <a:cubicBezTo>
                    <a:pt x="17950" y="741"/>
                    <a:pt x="17970" y="757"/>
                    <a:pt x="17983" y="769"/>
                  </a:cubicBezTo>
                  <a:cubicBezTo>
                    <a:pt x="17999" y="783"/>
                    <a:pt x="18021" y="794"/>
                    <a:pt x="18038" y="802"/>
                  </a:cubicBezTo>
                  <a:cubicBezTo>
                    <a:pt x="18057" y="812"/>
                    <a:pt x="18082" y="816"/>
                    <a:pt x="18101" y="819"/>
                  </a:cubicBezTo>
                  <a:cubicBezTo>
                    <a:pt x="18108" y="821"/>
                    <a:pt x="18117" y="823"/>
                    <a:pt x="18124" y="823"/>
                  </a:cubicBezTo>
                  <a:cubicBezTo>
                    <a:pt x="18132" y="823"/>
                    <a:pt x="18139" y="823"/>
                    <a:pt x="18147" y="823"/>
                  </a:cubicBezTo>
                  <a:cubicBezTo>
                    <a:pt x="18162" y="823"/>
                    <a:pt x="18177" y="822"/>
                    <a:pt x="18191" y="819"/>
                  </a:cubicBezTo>
                  <a:cubicBezTo>
                    <a:pt x="18213" y="816"/>
                    <a:pt x="18234" y="808"/>
                    <a:pt x="18255" y="802"/>
                  </a:cubicBezTo>
                  <a:cubicBezTo>
                    <a:pt x="18263" y="799"/>
                    <a:pt x="18270" y="795"/>
                    <a:pt x="18278" y="791"/>
                  </a:cubicBezTo>
                  <a:cubicBezTo>
                    <a:pt x="18296" y="780"/>
                    <a:pt x="18320" y="768"/>
                    <a:pt x="18336" y="752"/>
                  </a:cubicBezTo>
                  <a:cubicBezTo>
                    <a:pt x="18351" y="738"/>
                    <a:pt x="18369" y="721"/>
                    <a:pt x="18381" y="703"/>
                  </a:cubicBezTo>
                  <a:cubicBezTo>
                    <a:pt x="18392" y="685"/>
                    <a:pt x="18404" y="664"/>
                    <a:pt x="18411" y="645"/>
                  </a:cubicBezTo>
                  <a:lnTo>
                    <a:pt x="18424" y="619"/>
                  </a:lnTo>
                  <a:cubicBezTo>
                    <a:pt x="18424" y="618"/>
                    <a:pt x="18425" y="617"/>
                    <a:pt x="18425" y="614"/>
                  </a:cubicBezTo>
                  <a:cubicBezTo>
                    <a:pt x="18430" y="602"/>
                    <a:pt x="18435" y="575"/>
                    <a:pt x="18437" y="564"/>
                  </a:cubicBezTo>
                  <a:lnTo>
                    <a:pt x="18437" y="562"/>
                  </a:lnTo>
                  <a:cubicBezTo>
                    <a:pt x="18441" y="542"/>
                    <a:pt x="18438" y="522"/>
                    <a:pt x="18436" y="503"/>
                  </a:cubicBezTo>
                  <a:lnTo>
                    <a:pt x="18436" y="499"/>
                  </a:lnTo>
                  <a:lnTo>
                    <a:pt x="18436" y="496"/>
                  </a:lnTo>
                  <a:cubicBezTo>
                    <a:pt x="18433" y="483"/>
                    <a:pt x="18425" y="458"/>
                    <a:pt x="18421" y="445"/>
                  </a:cubicBezTo>
                  <a:cubicBezTo>
                    <a:pt x="18398" y="383"/>
                    <a:pt x="18342" y="343"/>
                    <a:pt x="18284" y="317"/>
                  </a:cubicBezTo>
                  <a:cubicBezTo>
                    <a:pt x="18279" y="316"/>
                    <a:pt x="18277" y="315"/>
                    <a:pt x="18273" y="313"/>
                  </a:cubicBezTo>
                  <a:cubicBezTo>
                    <a:pt x="18272" y="313"/>
                    <a:pt x="18268" y="312"/>
                    <a:pt x="18267" y="312"/>
                  </a:cubicBezTo>
                  <a:cubicBezTo>
                    <a:pt x="18241" y="305"/>
                    <a:pt x="18216" y="298"/>
                    <a:pt x="18188" y="298"/>
                  </a:cubicBezTo>
                  <a:cubicBezTo>
                    <a:pt x="18179" y="298"/>
                    <a:pt x="18169" y="299"/>
                    <a:pt x="18158" y="301"/>
                  </a:cubicBezTo>
                  <a:cubicBezTo>
                    <a:pt x="18146" y="304"/>
                    <a:pt x="18118" y="312"/>
                    <a:pt x="18106" y="317"/>
                  </a:cubicBezTo>
                  <a:lnTo>
                    <a:pt x="18097" y="322"/>
                  </a:lnTo>
                  <a:cubicBezTo>
                    <a:pt x="18078" y="324"/>
                    <a:pt x="18058" y="329"/>
                    <a:pt x="18041" y="338"/>
                  </a:cubicBezTo>
                  <a:cubicBezTo>
                    <a:pt x="18023" y="345"/>
                    <a:pt x="18005" y="357"/>
                    <a:pt x="17990" y="368"/>
                  </a:cubicBezTo>
                  <a:cubicBezTo>
                    <a:pt x="17983" y="372"/>
                    <a:pt x="17977" y="378"/>
                    <a:pt x="17974" y="382"/>
                  </a:cubicBezTo>
                  <a:cubicBezTo>
                    <a:pt x="17944" y="411"/>
                    <a:pt x="17931" y="425"/>
                    <a:pt x="17914" y="463"/>
                  </a:cubicBezTo>
                  <a:cubicBezTo>
                    <a:pt x="17910" y="470"/>
                    <a:pt x="17906" y="477"/>
                    <a:pt x="17905" y="485"/>
                  </a:cubicBezTo>
                  <a:cubicBezTo>
                    <a:pt x="17895" y="518"/>
                    <a:pt x="17892" y="542"/>
                    <a:pt x="17889" y="573"/>
                  </a:cubicBezTo>
                  <a:cubicBezTo>
                    <a:pt x="17679" y="602"/>
                    <a:pt x="17467" y="634"/>
                    <a:pt x="17256" y="663"/>
                  </a:cubicBezTo>
                  <a:cubicBezTo>
                    <a:pt x="17025" y="696"/>
                    <a:pt x="16797" y="757"/>
                    <a:pt x="16569" y="802"/>
                  </a:cubicBezTo>
                  <a:cubicBezTo>
                    <a:pt x="16115" y="893"/>
                    <a:pt x="15660" y="981"/>
                    <a:pt x="15203" y="1053"/>
                  </a:cubicBezTo>
                  <a:cubicBezTo>
                    <a:pt x="14281" y="1203"/>
                    <a:pt x="13351" y="1306"/>
                    <a:pt x="12417" y="1362"/>
                  </a:cubicBezTo>
                  <a:cubicBezTo>
                    <a:pt x="12157" y="1378"/>
                    <a:pt x="11898" y="1394"/>
                    <a:pt x="11639" y="1409"/>
                  </a:cubicBezTo>
                  <a:cubicBezTo>
                    <a:pt x="11511" y="1416"/>
                    <a:pt x="11385" y="1424"/>
                    <a:pt x="11259" y="1439"/>
                  </a:cubicBezTo>
                  <a:lnTo>
                    <a:pt x="11217" y="1443"/>
                  </a:lnTo>
                  <a:lnTo>
                    <a:pt x="11206" y="1443"/>
                  </a:lnTo>
                  <a:cubicBezTo>
                    <a:pt x="11623" y="1322"/>
                    <a:pt x="12034" y="1179"/>
                    <a:pt x="12436" y="1016"/>
                  </a:cubicBezTo>
                  <a:cubicBezTo>
                    <a:pt x="12941" y="810"/>
                    <a:pt x="13431" y="568"/>
                    <a:pt x="13907" y="299"/>
                  </a:cubicBezTo>
                  <a:cubicBezTo>
                    <a:pt x="14000" y="246"/>
                    <a:pt x="13985" y="108"/>
                    <a:pt x="13874" y="92"/>
                  </a:cubicBezTo>
                  <a:cubicBezTo>
                    <a:pt x="13430" y="31"/>
                    <a:pt x="12982" y="1"/>
                    <a:pt x="125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84120" y="1541880"/>
            <a:ext cx="6575760" cy="12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4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xx%</a:t>
            </a:r>
            <a:endParaRPr b="0" lang="fr-FR" sz="6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oogle Shape;88;p11"/>
          <p:cNvGrpSpPr/>
          <p:nvPr/>
        </p:nvGrpSpPr>
        <p:grpSpPr>
          <a:xfrm>
            <a:off x="228960" y="201960"/>
            <a:ext cx="8686080" cy="4739400"/>
            <a:chOff x="228960" y="201960"/>
            <a:chExt cx="8686080" cy="4739400"/>
          </a:xfrm>
        </p:grpSpPr>
        <p:sp>
          <p:nvSpPr>
            <p:cNvPr id="7" name="Google Shape;89;p11"/>
            <p:cNvSpPr/>
            <p:nvPr/>
          </p:nvSpPr>
          <p:spPr>
            <a:xfrm>
              <a:off x="690840" y="356040"/>
              <a:ext cx="526320" cy="128160"/>
            </a:xfrm>
            <a:custGeom>
              <a:avLst/>
              <a:gdLst>
                <a:gd name="textAreaLeft" fmla="*/ 0 w 526320"/>
                <a:gd name="textAreaRight" fmla="*/ 526680 w 52632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6155" h="1501">
                  <a:moveTo>
                    <a:pt x="272" y="0"/>
                  </a:moveTo>
                  <a:cubicBezTo>
                    <a:pt x="193" y="0"/>
                    <a:pt x="109" y="10"/>
                    <a:pt x="44" y="47"/>
                  </a:cubicBezTo>
                  <a:cubicBezTo>
                    <a:pt x="14" y="64"/>
                    <a:pt x="1" y="111"/>
                    <a:pt x="34" y="133"/>
                  </a:cubicBezTo>
                  <a:cubicBezTo>
                    <a:pt x="107" y="179"/>
                    <a:pt x="197" y="194"/>
                    <a:pt x="283" y="208"/>
                  </a:cubicBezTo>
                  <a:cubicBezTo>
                    <a:pt x="383" y="224"/>
                    <a:pt x="486" y="230"/>
                    <a:pt x="586" y="246"/>
                  </a:cubicBezTo>
                  <a:cubicBezTo>
                    <a:pt x="773" y="276"/>
                    <a:pt x="958" y="315"/>
                    <a:pt x="1142" y="361"/>
                  </a:cubicBezTo>
                  <a:cubicBezTo>
                    <a:pt x="1519" y="459"/>
                    <a:pt x="1892" y="574"/>
                    <a:pt x="2261" y="696"/>
                  </a:cubicBezTo>
                  <a:cubicBezTo>
                    <a:pt x="2995" y="940"/>
                    <a:pt x="3733" y="1198"/>
                    <a:pt x="4509" y="1263"/>
                  </a:cubicBezTo>
                  <a:cubicBezTo>
                    <a:pt x="4617" y="1272"/>
                    <a:pt x="4725" y="1277"/>
                    <a:pt x="4833" y="1277"/>
                  </a:cubicBezTo>
                  <a:cubicBezTo>
                    <a:pt x="4938" y="1277"/>
                    <a:pt x="5043" y="1273"/>
                    <a:pt x="5148" y="1263"/>
                  </a:cubicBezTo>
                  <a:cubicBezTo>
                    <a:pt x="5259" y="1254"/>
                    <a:pt x="5363" y="1233"/>
                    <a:pt x="5472" y="1210"/>
                  </a:cubicBezTo>
                  <a:cubicBezTo>
                    <a:pt x="5541" y="1195"/>
                    <a:pt x="5611" y="1178"/>
                    <a:pt x="5680" y="1158"/>
                  </a:cubicBezTo>
                  <a:lnTo>
                    <a:pt x="5680" y="1158"/>
                  </a:lnTo>
                  <a:cubicBezTo>
                    <a:pt x="5676" y="1172"/>
                    <a:pt x="5673" y="1184"/>
                    <a:pt x="5671" y="1198"/>
                  </a:cubicBezTo>
                  <a:cubicBezTo>
                    <a:pt x="5667" y="1218"/>
                    <a:pt x="5669" y="1239"/>
                    <a:pt x="5671" y="1260"/>
                  </a:cubicBezTo>
                  <a:cubicBezTo>
                    <a:pt x="5671" y="1262"/>
                    <a:pt x="5672" y="1266"/>
                    <a:pt x="5672" y="1270"/>
                  </a:cubicBezTo>
                  <a:cubicBezTo>
                    <a:pt x="5672" y="1271"/>
                    <a:pt x="5673" y="1272"/>
                    <a:pt x="5673" y="1273"/>
                  </a:cubicBezTo>
                  <a:cubicBezTo>
                    <a:pt x="5660" y="1297"/>
                    <a:pt x="5653" y="1316"/>
                    <a:pt x="5649" y="1344"/>
                  </a:cubicBezTo>
                  <a:cubicBezTo>
                    <a:pt x="5648" y="1363"/>
                    <a:pt x="5648" y="1385"/>
                    <a:pt x="5651" y="1404"/>
                  </a:cubicBezTo>
                  <a:cubicBezTo>
                    <a:pt x="5660" y="1453"/>
                    <a:pt x="5701" y="1487"/>
                    <a:pt x="5749" y="1496"/>
                  </a:cubicBezTo>
                  <a:cubicBezTo>
                    <a:pt x="5769" y="1499"/>
                    <a:pt x="5789" y="1500"/>
                    <a:pt x="5809" y="1500"/>
                  </a:cubicBezTo>
                  <a:cubicBezTo>
                    <a:pt x="5927" y="1500"/>
                    <a:pt x="6044" y="1449"/>
                    <a:pt x="6094" y="1337"/>
                  </a:cubicBezTo>
                  <a:cubicBezTo>
                    <a:pt x="6102" y="1321"/>
                    <a:pt x="6105" y="1305"/>
                    <a:pt x="6110" y="1288"/>
                  </a:cubicBezTo>
                  <a:cubicBezTo>
                    <a:pt x="6126" y="1258"/>
                    <a:pt x="6137" y="1226"/>
                    <a:pt x="6143" y="1191"/>
                  </a:cubicBezTo>
                  <a:cubicBezTo>
                    <a:pt x="6155" y="1113"/>
                    <a:pt x="6102" y="1038"/>
                    <a:pt x="6038" y="996"/>
                  </a:cubicBezTo>
                  <a:cubicBezTo>
                    <a:pt x="5999" y="970"/>
                    <a:pt x="5961" y="953"/>
                    <a:pt x="5915" y="942"/>
                  </a:cubicBezTo>
                  <a:cubicBezTo>
                    <a:pt x="5896" y="938"/>
                    <a:pt x="5878" y="932"/>
                    <a:pt x="5857" y="931"/>
                  </a:cubicBezTo>
                  <a:cubicBezTo>
                    <a:pt x="5848" y="931"/>
                    <a:pt x="5835" y="930"/>
                    <a:pt x="5824" y="930"/>
                  </a:cubicBezTo>
                  <a:cubicBezTo>
                    <a:pt x="5814" y="930"/>
                    <a:pt x="5806" y="930"/>
                    <a:pt x="5799" y="932"/>
                  </a:cubicBezTo>
                  <a:cubicBezTo>
                    <a:pt x="5758" y="941"/>
                    <a:pt x="5724" y="963"/>
                    <a:pt x="5698" y="997"/>
                  </a:cubicBezTo>
                  <a:cubicBezTo>
                    <a:pt x="5691" y="1006"/>
                    <a:pt x="5687" y="1014"/>
                    <a:pt x="5683" y="1024"/>
                  </a:cubicBezTo>
                  <a:cubicBezTo>
                    <a:pt x="5612" y="1030"/>
                    <a:pt x="5543" y="1042"/>
                    <a:pt x="5472" y="1048"/>
                  </a:cubicBezTo>
                  <a:cubicBezTo>
                    <a:pt x="5370" y="1058"/>
                    <a:pt x="5269" y="1058"/>
                    <a:pt x="5168" y="1059"/>
                  </a:cubicBezTo>
                  <a:cubicBezTo>
                    <a:pt x="5138" y="1059"/>
                    <a:pt x="5109" y="1060"/>
                    <a:pt x="5079" y="1060"/>
                  </a:cubicBezTo>
                  <a:cubicBezTo>
                    <a:pt x="4924" y="1060"/>
                    <a:pt x="4767" y="1050"/>
                    <a:pt x="4611" y="1036"/>
                  </a:cubicBezTo>
                  <a:cubicBezTo>
                    <a:pt x="4233" y="1002"/>
                    <a:pt x="3859" y="921"/>
                    <a:pt x="3493" y="824"/>
                  </a:cubicBezTo>
                  <a:cubicBezTo>
                    <a:pt x="2751" y="625"/>
                    <a:pt x="2036" y="328"/>
                    <a:pt x="1286" y="152"/>
                  </a:cubicBezTo>
                  <a:cubicBezTo>
                    <a:pt x="1085" y="103"/>
                    <a:pt x="879" y="64"/>
                    <a:pt x="673" y="36"/>
                  </a:cubicBezTo>
                  <a:cubicBezTo>
                    <a:pt x="566" y="22"/>
                    <a:pt x="461" y="10"/>
                    <a:pt x="355" y="3"/>
                  </a:cubicBezTo>
                  <a:cubicBezTo>
                    <a:pt x="329" y="2"/>
                    <a:pt x="301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90;p11"/>
            <p:cNvSpPr/>
            <p:nvPr/>
          </p:nvSpPr>
          <p:spPr>
            <a:xfrm>
              <a:off x="228960" y="201960"/>
              <a:ext cx="8686080" cy="4739400"/>
            </a:xfrm>
            <a:custGeom>
              <a:avLst/>
              <a:gdLst>
                <a:gd name="textAreaLeft" fmla="*/ 0 w 8686080"/>
                <a:gd name="textAreaRight" fmla="*/ 8686440 w 8686080"/>
                <a:gd name="textAreaTop" fmla="*/ 0 h 4739400"/>
                <a:gd name="textAreaBottom" fmla="*/ 4739760 h 4739400"/>
              </a:gdLst>
              <a:ahLst/>
              <a:cxnLst/>
              <a:rect l="textAreaLeft" t="textAreaTop" r="textAreaRight" b="textAreaBottom"/>
              <a:pathLst>
                <a:path w="101509" h="55387">
                  <a:moveTo>
                    <a:pt x="12567" y="225"/>
                  </a:moveTo>
                  <a:cubicBezTo>
                    <a:pt x="12883" y="225"/>
                    <a:pt x="13197" y="239"/>
                    <a:pt x="13511" y="268"/>
                  </a:cubicBezTo>
                  <a:cubicBezTo>
                    <a:pt x="12773" y="663"/>
                    <a:pt x="11987" y="977"/>
                    <a:pt x="11184" y="1208"/>
                  </a:cubicBezTo>
                  <a:cubicBezTo>
                    <a:pt x="10875" y="1296"/>
                    <a:pt x="10563" y="1372"/>
                    <a:pt x="10249" y="1436"/>
                  </a:cubicBezTo>
                  <a:cubicBezTo>
                    <a:pt x="9859" y="1435"/>
                    <a:pt x="9470" y="1432"/>
                    <a:pt x="9080" y="1431"/>
                  </a:cubicBezTo>
                  <a:cubicBezTo>
                    <a:pt x="9352" y="1349"/>
                    <a:pt x="9623" y="1257"/>
                    <a:pt x="9890" y="1156"/>
                  </a:cubicBezTo>
                  <a:cubicBezTo>
                    <a:pt x="10151" y="1059"/>
                    <a:pt x="10394" y="936"/>
                    <a:pt x="10635" y="798"/>
                  </a:cubicBezTo>
                  <a:cubicBezTo>
                    <a:pt x="10709" y="756"/>
                    <a:pt x="10675" y="657"/>
                    <a:pt x="10603" y="657"/>
                  </a:cubicBezTo>
                  <a:cubicBezTo>
                    <a:pt x="10594" y="657"/>
                    <a:pt x="10584" y="659"/>
                    <a:pt x="10573" y="662"/>
                  </a:cubicBezTo>
                  <a:cubicBezTo>
                    <a:pt x="10346" y="739"/>
                    <a:pt x="10121" y="813"/>
                    <a:pt x="9896" y="893"/>
                  </a:cubicBezTo>
                  <a:cubicBezTo>
                    <a:pt x="9668" y="973"/>
                    <a:pt x="9442" y="1059"/>
                    <a:pt x="9212" y="1131"/>
                  </a:cubicBezTo>
                  <a:cubicBezTo>
                    <a:pt x="8851" y="1245"/>
                    <a:pt x="8488" y="1343"/>
                    <a:pt x="8120" y="1425"/>
                  </a:cubicBezTo>
                  <a:cubicBezTo>
                    <a:pt x="8019" y="1425"/>
                    <a:pt x="7917" y="1423"/>
                    <a:pt x="7815" y="1423"/>
                  </a:cubicBezTo>
                  <a:cubicBezTo>
                    <a:pt x="8381" y="1115"/>
                    <a:pt x="8977" y="863"/>
                    <a:pt x="9590" y="673"/>
                  </a:cubicBezTo>
                  <a:cubicBezTo>
                    <a:pt x="10465" y="401"/>
                    <a:pt x="11383" y="250"/>
                    <a:pt x="12299" y="228"/>
                  </a:cubicBezTo>
                  <a:cubicBezTo>
                    <a:pt x="12388" y="226"/>
                    <a:pt x="12478" y="225"/>
                    <a:pt x="12567" y="225"/>
                  </a:cubicBezTo>
                  <a:close/>
                  <a:moveTo>
                    <a:pt x="1915" y="3366"/>
                  </a:moveTo>
                  <a:cubicBezTo>
                    <a:pt x="1916" y="3366"/>
                    <a:pt x="1918" y="3370"/>
                    <a:pt x="1916" y="3374"/>
                  </a:cubicBezTo>
                  <a:cubicBezTo>
                    <a:pt x="1914" y="3368"/>
                    <a:pt x="1914" y="3366"/>
                    <a:pt x="1915" y="3366"/>
                  </a:cubicBezTo>
                  <a:close/>
                  <a:moveTo>
                    <a:pt x="3484" y="2175"/>
                  </a:moveTo>
                  <a:cubicBezTo>
                    <a:pt x="3533" y="2175"/>
                    <a:pt x="3583" y="2175"/>
                    <a:pt x="3632" y="2177"/>
                  </a:cubicBezTo>
                  <a:cubicBezTo>
                    <a:pt x="4168" y="2186"/>
                    <a:pt x="4699" y="2277"/>
                    <a:pt x="5213" y="2430"/>
                  </a:cubicBezTo>
                  <a:cubicBezTo>
                    <a:pt x="6236" y="2738"/>
                    <a:pt x="7154" y="3276"/>
                    <a:pt x="8048" y="3846"/>
                  </a:cubicBezTo>
                  <a:cubicBezTo>
                    <a:pt x="8301" y="4007"/>
                    <a:pt x="8552" y="4173"/>
                    <a:pt x="8801" y="4342"/>
                  </a:cubicBezTo>
                  <a:lnTo>
                    <a:pt x="8843" y="4371"/>
                  </a:lnTo>
                  <a:cubicBezTo>
                    <a:pt x="8366" y="4405"/>
                    <a:pt x="7890" y="4429"/>
                    <a:pt x="7414" y="4429"/>
                  </a:cubicBezTo>
                  <a:cubicBezTo>
                    <a:pt x="6903" y="4429"/>
                    <a:pt x="6392" y="4401"/>
                    <a:pt x="5881" y="4325"/>
                  </a:cubicBezTo>
                  <a:cubicBezTo>
                    <a:pt x="5348" y="4244"/>
                    <a:pt x="4827" y="4106"/>
                    <a:pt x="4330" y="3896"/>
                  </a:cubicBezTo>
                  <a:cubicBezTo>
                    <a:pt x="3876" y="3705"/>
                    <a:pt x="3454" y="3458"/>
                    <a:pt x="3056" y="3170"/>
                  </a:cubicBezTo>
                  <a:cubicBezTo>
                    <a:pt x="2770" y="2963"/>
                    <a:pt x="2507" y="2731"/>
                    <a:pt x="2261" y="2481"/>
                  </a:cubicBezTo>
                  <a:lnTo>
                    <a:pt x="2261" y="2481"/>
                  </a:lnTo>
                  <a:cubicBezTo>
                    <a:pt x="3294" y="2821"/>
                    <a:pt x="4321" y="3172"/>
                    <a:pt x="5351" y="3517"/>
                  </a:cubicBezTo>
                  <a:cubicBezTo>
                    <a:pt x="5521" y="3573"/>
                    <a:pt x="5691" y="3626"/>
                    <a:pt x="5861" y="3678"/>
                  </a:cubicBezTo>
                  <a:cubicBezTo>
                    <a:pt x="6033" y="3731"/>
                    <a:pt x="6216" y="3755"/>
                    <a:pt x="6394" y="3791"/>
                  </a:cubicBezTo>
                  <a:cubicBezTo>
                    <a:pt x="6399" y="3792"/>
                    <a:pt x="6404" y="3792"/>
                    <a:pt x="6409" y="3792"/>
                  </a:cubicBezTo>
                  <a:cubicBezTo>
                    <a:pt x="6479" y="3792"/>
                    <a:pt x="6491" y="3684"/>
                    <a:pt x="6428" y="3654"/>
                  </a:cubicBezTo>
                  <a:cubicBezTo>
                    <a:pt x="6285" y="3586"/>
                    <a:pt x="6143" y="3502"/>
                    <a:pt x="5995" y="3448"/>
                  </a:cubicBezTo>
                  <a:cubicBezTo>
                    <a:pt x="5846" y="3396"/>
                    <a:pt x="5696" y="3338"/>
                    <a:pt x="5545" y="3291"/>
                  </a:cubicBezTo>
                  <a:cubicBezTo>
                    <a:pt x="5246" y="3193"/>
                    <a:pt x="4946" y="3097"/>
                    <a:pt x="4648" y="3000"/>
                  </a:cubicBezTo>
                  <a:cubicBezTo>
                    <a:pt x="4045" y="2805"/>
                    <a:pt x="3442" y="2608"/>
                    <a:pt x="2839" y="2414"/>
                  </a:cubicBezTo>
                  <a:cubicBezTo>
                    <a:pt x="2674" y="2360"/>
                    <a:pt x="2509" y="2305"/>
                    <a:pt x="2347" y="2250"/>
                  </a:cubicBezTo>
                  <a:cubicBezTo>
                    <a:pt x="2724" y="2207"/>
                    <a:pt x="3103" y="2175"/>
                    <a:pt x="3484" y="2175"/>
                  </a:cubicBezTo>
                  <a:close/>
                  <a:moveTo>
                    <a:pt x="1569" y="6790"/>
                  </a:moveTo>
                  <a:lnTo>
                    <a:pt x="1565" y="7157"/>
                  </a:lnTo>
                  <a:cubicBezTo>
                    <a:pt x="1545" y="7080"/>
                    <a:pt x="1524" y="7003"/>
                    <a:pt x="1502" y="6924"/>
                  </a:cubicBezTo>
                  <a:cubicBezTo>
                    <a:pt x="1500" y="6922"/>
                    <a:pt x="1500" y="6919"/>
                    <a:pt x="1499" y="6916"/>
                  </a:cubicBezTo>
                  <a:cubicBezTo>
                    <a:pt x="1523" y="6875"/>
                    <a:pt x="1546" y="6833"/>
                    <a:pt x="1569" y="6790"/>
                  </a:cubicBezTo>
                  <a:close/>
                  <a:moveTo>
                    <a:pt x="1960" y="3524"/>
                  </a:moveTo>
                  <a:lnTo>
                    <a:pt x="1960" y="3524"/>
                  </a:lnTo>
                  <a:cubicBezTo>
                    <a:pt x="2229" y="3727"/>
                    <a:pt x="2447" y="3991"/>
                    <a:pt x="2636" y="4273"/>
                  </a:cubicBezTo>
                  <a:cubicBezTo>
                    <a:pt x="2886" y="4645"/>
                    <a:pt x="3099" y="5044"/>
                    <a:pt x="3281" y="5451"/>
                  </a:cubicBezTo>
                  <a:cubicBezTo>
                    <a:pt x="3649" y="6272"/>
                    <a:pt x="3888" y="7152"/>
                    <a:pt x="3986" y="8047"/>
                  </a:cubicBezTo>
                  <a:cubicBezTo>
                    <a:pt x="4028" y="8419"/>
                    <a:pt x="4045" y="8794"/>
                    <a:pt x="4035" y="9168"/>
                  </a:cubicBezTo>
                  <a:cubicBezTo>
                    <a:pt x="3580" y="8594"/>
                    <a:pt x="3157" y="7997"/>
                    <a:pt x="2775" y="7373"/>
                  </a:cubicBezTo>
                  <a:cubicBezTo>
                    <a:pt x="2551" y="7010"/>
                    <a:pt x="2337" y="6637"/>
                    <a:pt x="2177" y="6241"/>
                  </a:cubicBezTo>
                  <a:cubicBezTo>
                    <a:pt x="2013" y="5837"/>
                    <a:pt x="1930" y="5412"/>
                    <a:pt x="1894" y="4978"/>
                  </a:cubicBezTo>
                  <a:cubicBezTo>
                    <a:pt x="1876" y="4736"/>
                    <a:pt x="1876" y="4495"/>
                    <a:pt x="1871" y="4253"/>
                  </a:cubicBezTo>
                  <a:lnTo>
                    <a:pt x="1871" y="4158"/>
                  </a:lnTo>
                  <a:cubicBezTo>
                    <a:pt x="1903" y="4258"/>
                    <a:pt x="1941" y="4356"/>
                    <a:pt x="1977" y="4453"/>
                  </a:cubicBezTo>
                  <a:cubicBezTo>
                    <a:pt x="2139" y="4890"/>
                    <a:pt x="2301" y="5328"/>
                    <a:pt x="2464" y="5764"/>
                  </a:cubicBezTo>
                  <a:cubicBezTo>
                    <a:pt x="2546" y="5981"/>
                    <a:pt x="2625" y="6203"/>
                    <a:pt x="2720" y="6414"/>
                  </a:cubicBezTo>
                  <a:cubicBezTo>
                    <a:pt x="2816" y="6631"/>
                    <a:pt x="2929" y="6842"/>
                    <a:pt x="3040" y="7050"/>
                  </a:cubicBezTo>
                  <a:cubicBezTo>
                    <a:pt x="3054" y="7077"/>
                    <a:pt x="3082" y="7090"/>
                    <a:pt x="3108" y="7090"/>
                  </a:cubicBezTo>
                  <a:cubicBezTo>
                    <a:pt x="3150" y="7090"/>
                    <a:pt x="3190" y="7060"/>
                    <a:pt x="3178" y="7007"/>
                  </a:cubicBezTo>
                  <a:cubicBezTo>
                    <a:pt x="3147" y="6880"/>
                    <a:pt x="3113" y="6755"/>
                    <a:pt x="3083" y="6629"/>
                  </a:cubicBezTo>
                  <a:cubicBezTo>
                    <a:pt x="3050" y="6499"/>
                    <a:pt x="3019" y="6367"/>
                    <a:pt x="2975" y="6239"/>
                  </a:cubicBezTo>
                  <a:cubicBezTo>
                    <a:pt x="2886" y="5985"/>
                    <a:pt x="2794" y="5731"/>
                    <a:pt x="2699" y="5479"/>
                  </a:cubicBezTo>
                  <a:lnTo>
                    <a:pt x="2131" y="3980"/>
                  </a:lnTo>
                  <a:cubicBezTo>
                    <a:pt x="2079" y="3843"/>
                    <a:pt x="2028" y="3706"/>
                    <a:pt x="1977" y="3569"/>
                  </a:cubicBezTo>
                  <a:lnTo>
                    <a:pt x="1960" y="3524"/>
                  </a:lnTo>
                  <a:close/>
                  <a:moveTo>
                    <a:pt x="3710" y="11246"/>
                  </a:moveTo>
                  <a:lnTo>
                    <a:pt x="3710" y="11246"/>
                  </a:lnTo>
                  <a:cubicBezTo>
                    <a:pt x="3708" y="11250"/>
                    <a:pt x="3706" y="11253"/>
                    <a:pt x="3704" y="11257"/>
                  </a:cubicBezTo>
                  <a:lnTo>
                    <a:pt x="3704" y="11257"/>
                  </a:lnTo>
                  <a:cubicBezTo>
                    <a:pt x="3706" y="11253"/>
                    <a:pt x="3708" y="11250"/>
                    <a:pt x="3710" y="11246"/>
                  </a:cubicBezTo>
                  <a:close/>
                  <a:moveTo>
                    <a:pt x="1405" y="7467"/>
                  </a:moveTo>
                  <a:cubicBezTo>
                    <a:pt x="1452" y="7686"/>
                    <a:pt x="1487" y="7909"/>
                    <a:pt x="1516" y="8130"/>
                  </a:cubicBezTo>
                  <a:cubicBezTo>
                    <a:pt x="1529" y="8230"/>
                    <a:pt x="1540" y="8330"/>
                    <a:pt x="1549" y="8430"/>
                  </a:cubicBezTo>
                  <a:cubicBezTo>
                    <a:pt x="1547" y="8593"/>
                    <a:pt x="1545" y="8756"/>
                    <a:pt x="1543" y="8918"/>
                  </a:cubicBezTo>
                  <a:cubicBezTo>
                    <a:pt x="1540" y="9253"/>
                    <a:pt x="1535" y="9588"/>
                    <a:pt x="1530" y="9923"/>
                  </a:cubicBezTo>
                  <a:cubicBezTo>
                    <a:pt x="1469" y="10491"/>
                    <a:pt x="1344" y="11048"/>
                    <a:pt x="1156" y="11585"/>
                  </a:cubicBezTo>
                  <a:cubicBezTo>
                    <a:pt x="1038" y="11921"/>
                    <a:pt x="897" y="12249"/>
                    <a:pt x="733" y="12564"/>
                  </a:cubicBezTo>
                  <a:cubicBezTo>
                    <a:pt x="428" y="11881"/>
                    <a:pt x="316" y="11128"/>
                    <a:pt x="356" y="10379"/>
                  </a:cubicBezTo>
                  <a:cubicBezTo>
                    <a:pt x="404" y="9515"/>
                    <a:pt x="640" y="8668"/>
                    <a:pt x="999" y="7881"/>
                  </a:cubicBezTo>
                  <a:cubicBezTo>
                    <a:pt x="1040" y="7793"/>
                    <a:pt x="1082" y="7707"/>
                    <a:pt x="1125" y="7620"/>
                  </a:cubicBezTo>
                  <a:lnTo>
                    <a:pt x="1125" y="7620"/>
                  </a:lnTo>
                  <a:cubicBezTo>
                    <a:pt x="1075" y="7883"/>
                    <a:pt x="1031" y="8147"/>
                    <a:pt x="996" y="8412"/>
                  </a:cubicBezTo>
                  <a:cubicBezTo>
                    <a:pt x="930" y="8907"/>
                    <a:pt x="884" y="9412"/>
                    <a:pt x="893" y="9912"/>
                  </a:cubicBezTo>
                  <a:cubicBezTo>
                    <a:pt x="895" y="10053"/>
                    <a:pt x="899" y="10194"/>
                    <a:pt x="905" y="10334"/>
                  </a:cubicBezTo>
                  <a:cubicBezTo>
                    <a:pt x="912" y="10480"/>
                    <a:pt x="938" y="10623"/>
                    <a:pt x="963" y="10765"/>
                  </a:cubicBezTo>
                  <a:cubicBezTo>
                    <a:pt x="970" y="10809"/>
                    <a:pt x="1006" y="10830"/>
                    <a:pt x="1042" y="10830"/>
                  </a:cubicBezTo>
                  <a:cubicBezTo>
                    <a:pt x="1079" y="10830"/>
                    <a:pt x="1116" y="10807"/>
                    <a:pt x="1120" y="10761"/>
                  </a:cubicBezTo>
                  <a:cubicBezTo>
                    <a:pt x="1133" y="10639"/>
                    <a:pt x="1152" y="10515"/>
                    <a:pt x="1156" y="10393"/>
                  </a:cubicBezTo>
                  <a:cubicBezTo>
                    <a:pt x="1161" y="10270"/>
                    <a:pt x="1163" y="10146"/>
                    <a:pt x="1169" y="10021"/>
                  </a:cubicBezTo>
                  <a:cubicBezTo>
                    <a:pt x="1180" y="9773"/>
                    <a:pt x="1188" y="9525"/>
                    <a:pt x="1203" y="9277"/>
                  </a:cubicBezTo>
                  <a:cubicBezTo>
                    <a:pt x="1232" y="8781"/>
                    <a:pt x="1279" y="8285"/>
                    <a:pt x="1353" y="7793"/>
                  </a:cubicBezTo>
                  <a:cubicBezTo>
                    <a:pt x="1370" y="7685"/>
                    <a:pt x="1387" y="7575"/>
                    <a:pt x="1405" y="7467"/>
                  </a:cubicBezTo>
                  <a:close/>
                  <a:moveTo>
                    <a:pt x="97425" y="31858"/>
                  </a:moveTo>
                  <a:cubicBezTo>
                    <a:pt x="97425" y="31858"/>
                    <a:pt x="97425" y="31860"/>
                    <a:pt x="97424" y="31861"/>
                  </a:cubicBezTo>
                  <a:cubicBezTo>
                    <a:pt x="97424" y="31860"/>
                    <a:pt x="97424" y="31860"/>
                    <a:pt x="97425" y="31858"/>
                  </a:cubicBezTo>
                  <a:close/>
                  <a:moveTo>
                    <a:pt x="97425" y="31886"/>
                  </a:moveTo>
                  <a:lnTo>
                    <a:pt x="97425" y="31894"/>
                  </a:lnTo>
                  <a:cubicBezTo>
                    <a:pt x="97424" y="31891"/>
                    <a:pt x="97425" y="31888"/>
                    <a:pt x="97425" y="31886"/>
                  </a:cubicBezTo>
                  <a:close/>
                  <a:moveTo>
                    <a:pt x="96812" y="33761"/>
                  </a:moveTo>
                  <a:cubicBezTo>
                    <a:pt x="97110" y="34096"/>
                    <a:pt x="97381" y="34453"/>
                    <a:pt x="97621" y="34831"/>
                  </a:cubicBezTo>
                  <a:cubicBezTo>
                    <a:pt x="98120" y="35612"/>
                    <a:pt x="98482" y="36473"/>
                    <a:pt x="98706" y="37369"/>
                  </a:cubicBezTo>
                  <a:cubicBezTo>
                    <a:pt x="98817" y="37814"/>
                    <a:pt x="98893" y="38266"/>
                    <a:pt x="98931" y="38724"/>
                  </a:cubicBezTo>
                  <a:cubicBezTo>
                    <a:pt x="98941" y="38850"/>
                    <a:pt x="98950" y="38977"/>
                    <a:pt x="98957" y="39103"/>
                  </a:cubicBezTo>
                  <a:lnTo>
                    <a:pt x="98900" y="38913"/>
                  </a:lnTo>
                  <a:cubicBezTo>
                    <a:pt x="98725" y="38357"/>
                    <a:pt x="98529" y="37807"/>
                    <a:pt x="98314" y="37263"/>
                  </a:cubicBezTo>
                  <a:cubicBezTo>
                    <a:pt x="98206" y="36987"/>
                    <a:pt x="98095" y="36712"/>
                    <a:pt x="97972" y="36442"/>
                  </a:cubicBezTo>
                  <a:cubicBezTo>
                    <a:pt x="97911" y="36309"/>
                    <a:pt x="97849" y="36177"/>
                    <a:pt x="97781" y="36047"/>
                  </a:cubicBezTo>
                  <a:cubicBezTo>
                    <a:pt x="97746" y="35982"/>
                    <a:pt x="97714" y="35916"/>
                    <a:pt x="97676" y="35853"/>
                  </a:cubicBezTo>
                  <a:cubicBezTo>
                    <a:pt x="97640" y="35793"/>
                    <a:pt x="97594" y="35738"/>
                    <a:pt x="97550" y="35683"/>
                  </a:cubicBezTo>
                  <a:cubicBezTo>
                    <a:pt x="97539" y="35669"/>
                    <a:pt x="97525" y="35663"/>
                    <a:pt x="97511" y="35663"/>
                  </a:cubicBezTo>
                  <a:cubicBezTo>
                    <a:pt x="97480" y="35663"/>
                    <a:pt x="97451" y="35696"/>
                    <a:pt x="97461" y="35733"/>
                  </a:cubicBezTo>
                  <a:cubicBezTo>
                    <a:pt x="97482" y="35817"/>
                    <a:pt x="97500" y="35902"/>
                    <a:pt x="97533" y="35982"/>
                  </a:cubicBezTo>
                  <a:cubicBezTo>
                    <a:pt x="97565" y="36058"/>
                    <a:pt x="97595" y="36133"/>
                    <a:pt x="97626" y="36210"/>
                  </a:cubicBezTo>
                  <a:cubicBezTo>
                    <a:pt x="97685" y="36358"/>
                    <a:pt x="97752" y="36503"/>
                    <a:pt x="97817" y="36650"/>
                  </a:cubicBezTo>
                  <a:cubicBezTo>
                    <a:pt x="98226" y="37571"/>
                    <a:pt x="98582" y="38516"/>
                    <a:pt x="98872" y="39482"/>
                  </a:cubicBezTo>
                  <a:cubicBezTo>
                    <a:pt x="98654" y="39208"/>
                    <a:pt x="98444" y="38929"/>
                    <a:pt x="98247" y="38642"/>
                  </a:cubicBezTo>
                  <a:cubicBezTo>
                    <a:pt x="97738" y="37898"/>
                    <a:pt x="97302" y="37104"/>
                    <a:pt x="97037" y="36243"/>
                  </a:cubicBezTo>
                  <a:cubicBezTo>
                    <a:pt x="96790" y="35442"/>
                    <a:pt x="96692" y="34592"/>
                    <a:pt x="96812" y="33761"/>
                  </a:cubicBezTo>
                  <a:close/>
                  <a:moveTo>
                    <a:pt x="99153" y="44174"/>
                  </a:moveTo>
                  <a:cubicBezTo>
                    <a:pt x="99157" y="44408"/>
                    <a:pt x="99157" y="44643"/>
                    <a:pt x="99169" y="44876"/>
                  </a:cubicBezTo>
                  <a:cubicBezTo>
                    <a:pt x="99171" y="44924"/>
                    <a:pt x="99174" y="44974"/>
                    <a:pt x="99176" y="45022"/>
                  </a:cubicBezTo>
                  <a:cubicBezTo>
                    <a:pt x="99154" y="44751"/>
                    <a:pt x="99125" y="44482"/>
                    <a:pt x="99088" y="44213"/>
                  </a:cubicBezTo>
                  <a:lnTo>
                    <a:pt x="99088" y="44213"/>
                  </a:lnTo>
                  <a:cubicBezTo>
                    <a:pt x="99094" y="44215"/>
                    <a:pt x="99100" y="44216"/>
                    <a:pt x="99106" y="44216"/>
                  </a:cubicBezTo>
                  <a:cubicBezTo>
                    <a:pt x="99123" y="44216"/>
                    <a:pt x="99139" y="44208"/>
                    <a:pt x="99147" y="44190"/>
                  </a:cubicBezTo>
                  <a:cubicBezTo>
                    <a:pt x="99149" y="44184"/>
                    <a:pt x="99151" y="44180"/>
                    <a:pt x="99153" y="44174"/>
                  </a:cubicBezTo>
                  <a:close/>
                  <a:moveTo>
                    <a:pt x="97313" y="39219"/>
                  </a:moveTo>
                  <a:cubicBezTo>
                    <a:pt x="97663" y="39915"/>
                    <a:pt x="97962" y="40636"/>
                    <a:pt x="98204" y="41374"/>
                  </a:cubicBezTo>
                  <a:cubicBezTo>
                    <a:pt x="98681" y="42816"/>
                    <a:pt x="98949" y="44326"/>
                    <a:pt x="99009" y="45841"/>
                  </a:cubicBezTo>
                  <a:cubicBezTo>
                    <a:pt x="99010" y="45887"/>
                    <a:pt x="99012" y="45934"/>
                    <a:pt x="99014" y="45980"/>
                  </a:cubicBezTo>
                  <a:cubicBezTo>
                    <a:pt x="98993" y="45873"/>
                    <a:pt x="98972" y="45765"/>
                    <a:pt x="98949" y="45659"/>
                  </a:cubicBezTo>
                  <a:cubicBezTo>
                    <a:pt x="98819" y="45045"/>
                    <a:pt x="98659" y="44437"/>
                    <a:pt x="98468" y="43839"/>
                  </a:cubicBezTo>
                  <a:cubicBezTo>
                    <a:pt x="98372" y="43541"/>
                    <a:pt x="98276" y="43239"/>
                    <a:pt x="98148" y="42950"/>
                  </a:cubicBezTo>
                  <a:cubicBezTo>
                    <a:pt x="98021" y="42661"/>
                    <a:pt x="97883" y="42377"/>
                    <a:pt x="97734" y="42096"/>
                  </a:cubicBezTo>
                  <a:cubicBezTo>
                    <a:pt x="97722" y="42074"/>
                    <a:pt x="97702" y="42065"/>
                    <a:pt x="97683" y="42065"/>
                  </a:cubicBezTo>
                  <a:cubicBezTo>
                    <a:pt x="97649" y="42065"/>
                    <a:pt x="97617" y="42094"/>
                    <a:pt x="97631" y="42136"/>
                  </a:cubicBezTo>
                  <a:cubicBezTo>
                    <a:pt x="97749" y="42467"/>
                    <a:pt x="97853" y="42804"/>
                    <a:pt x="97968" y="43135"/>
                  </a:cubicBezTo>
                  <a:cubicBezTo>
                    <a:pt x="98174" y="43723"/>
                    <a:pt x="98369" y="44311"/>
                    <a:pt x="98523" y="44914"/>
                  </a:cubicBezTo>
                  <a:cubicBezTo>
                    <a:pt x="98649" y="45412"/>
                    <a:pt x="98752" y="45913"/>
                    <a:pt x="98835" y="46419"/>
                  </a:cubicBezTo>
                  <a:cubicBezTo>
                    <a:pt x="98461" y="46102"/>
                    <a:pt x="98126" y="45742"/>
                    <a:pt x="97840" y="45347"/>
                  </a:cubicBezTo>
                  <a:cubicBezTo>
                    <a:pt x="97204" y="44472"/>
                    <a:pt x="96812" y="43436"/>
                    <a:pt x="96722" y="42364"/>
                  </a:cubicBezTo>
                  <a:cubicBezTo>
                    <a:pt x="96633" y="41295"/>
                    <a:pt x="96837" y="40187"/>
                    <a:pt x="97313" y="39219"/>
                  </a:cubicBezTo>
                  <a:close/>
                  <a:moveTo>
                    <a:pt x="98665" y="50396"/>
                  </a:moveTo>
                  <a:lnTo>
                    <a:pt x="98665" y="50396"/>
                  </a:lnTo>
                  <a:cubicBezTo>
                    <a:pt x="98635" y="50553"/>
                    <a:pt x="98604" y="50711"/>
                    <a:pt x="98576" y="50868"/>
                  </a:cubicBezTo>
                  <a:cubicBezTo>
                    <a:pt x="98560" y="50747"/>
                    <a:pt x="98544" y="50625"/>
                    <a:pt x="98526" y="50504"/>
                  </a:cubicBezTo>
                  <a:cubicBezTo>
                    <a:pt x="98528" y="50503"/>
                    <a:pt x="98532" y="50500"/>
                    <a:pt x="98534" y="50498"/>
                  </a:cubicBezTo>
                  <a:cubicBezTo>
                    <a:pt x="98559" y="50470"/>
                    <a:pt x="98582" y="50442"/>
                    <a:pt x="98605" y="50414"/>
                  </a:cubicBezTo>
                  <a:cubicBezTo>
                    <a:pt x="98613" y="50419"/>
                    <a:pt x="98623" y="50421"/>
                    <a:pt x="98632" y="50421"/>
                  </a:cubicBezTo>
                  <a:cubicBezTo>
                    <a:pt x="98645" y="50421"/>
                    <a:pt x="98659" y="50415"/>
                    <a:pt x="98665" y="50399"/>
                  </a:cubicBezTo>
                  <a:cubicBezTo>
                    <a:pt x="98665" y="50398"/>
                    <a:pt x="98665" y="50397"/>
                    <a:pt x="98665" y="50396"/>
                  </a:cubicBezTo>
                  <a:close/>
                  <a:moveTo>
                    <a:pt x="100895" y="43635"/>
                  </a:moveTo>
                  <a:cubicBezTo>
                    <a:pt x="101162" y="44217"/>
                    <a:pt x="101207" y="44899"/>
                    <a:pt x="101213" y="45525"/>
                  </a:cubicBezTo>
                  <a:cubicBezTo>
                    <a:pt x="101227" y="46647"/>
                    <a:pt x="101012" y="47793"/>
                    <a:pt x="100551" y="48823"/>
                  </a:cubicBezTo>
                  <a:cubicBezTo>
                    <a:pt x="100159" y="49696"/>
                    <a:pt x="99573" y="50488"/>
                    <a:pt x="98781" y="51038"/>
                  </a:cubicBezTo>
                  <a:cubicBezTo>
                    <a:pt x="98852" y="50642"/>
                    <a:pt x="98929" y="50250"/>
                    <a:pt x="99014" y="49857"/>
                  </a:cubicBezTo>
                  <a:cubicBezTo>
                    <a:pt x="99065" y="49773"/>
                    <a:pt x="99116" y="49686"/>
                    <a:pt x="99165" y="49598"/>
                  </a:cubicBezTo>
                  <a:cubicBezTo>
                    <a:pt x="99484" y="49044"/>
                    <a:pt x="99777" y="48472"/>
                    <a:pt x="100026" y="47885"/>
                  </a:cubicBezTo>
                  <a:cubicBezTo>
                    <a:pt x="100153" y="47587"/>
                    <a:pt x="100271" y="47285"/>
                    <a:pt x="100381" y="46980"/>
                  </a:cubicBezTo>
                  <a:cubicBezTo>
                    <a:pt x="100436" y="46829"/>
                    <a:pt x="100489" y="46675"/>
                    <a:pt x="100538" y="46521"/>
                  </a:cubicBezTo>
                  <a:cubicBezTo>
                    <a:pt x="100587" y="46368"/>
                    <a:pt x="100603" y="46209"/>
                    <a:pt x="100639" y="46054"/>
                  </a:cubicBezTo>
                  <a:cubicBezTo>
                    <a:pt x="100645" y="46025"/>
                    <a:pt x="100619" y="46006"/>
                    <a:pt x="100595" y="46006"/>
                  </a:cubicBezTo>
                  <a:cubicBezTo>
                    <a:pt x="100580" y="46006"/>
                    <a:pt x="100565" y="46013"/>
                    <a:pt x="100559" y="46030"/>
                  </a:cubicBezTo>
                  <a:cubicBezTo>
                    <a:pt x="100494" y="46200"/>
                    <a:pt x="100406" y="46363"/>
                    <a:pt x="100345" y="46535"/>
                  </a:cubicBezTo>
                  <a:cubicBezTo>
                    <a:pt x="100287" y="46700"/>
                    <a:pt x="100227" y="46865"/>
                    <a:pt x="100164" y="47027"/>
                  </a:cubicBezTo>
                  <a:cubicBezTo>
                    <a:pt x="99933" y="47623"/>
                    <a:pt x="99670" y="48208"/>
                    <a:pt x="99379" y="48776"/>
                  </a:cubicBezTo>
                  <a:cubicBezTo>
                    <a:pt x="99309" y="48913"/>
                    <a:pt x="99237" y="49050"/>
                    <a:pt x="99161" y="49186"/>
                  </a:cubicBezTo>
                  <a:cubicBezTo>
                    <a:pt x="99295" y="48606"/>
                    <a:pt x="99441" y="48029"/>
                    <a:pt x="99602" y="47457"/>
                  </a:cubicBezTo>
                  <a:cubicBezTo>
                    <a:pt x="99792" y="46774"/>
                    <a:pt x="100004" y="46094"/>
                    <a:pt x="100234" y="45421"/>
                  </a:cubicBezTo>
                  <a:cubicBezTo>
                    <a:pt x="100438" y="44821"/>
                    <a:pt x="100653" y="44221"/>
                    <a:pt x="100895" y="43635"/>
                  </a:cubicBezTo>
                  <a:close/>
                  <a:moveTo>
                    <a:pt x="3110" y="1624"/>
                  </a:moveTo>
                  <a:cubicBezTo>
                    <a:pt x="4384" y="1652"/>
                    <a:pt x="5658" y="1678"/>
                    <a:pt x="6932" y="1702"/>
                  </a:cubicBezTo>
                  <a:cubicBezTo>
                    <a:pt x="6932" y="1702"/>
                    <a:pt x="6932" y="1703"/>
                    <a:pt x="6930" y="1703"/>
                  </a:cubicBezTo>
                  <a:cubicBezTo>
                    <a:pt x="6868" y="1705"/>
                    <a:pt x="6807" y="1708"/>
                    <a:pt x="6745" y="1708"/>
                  </a:cubicBezTo>
                  <a:cubicBezTo>
                    <a:pt x="6647" y="1708"/>
                    <a:pt x="6631" y="1844"/>
                    <a:pt x="6729" y="1860"/>
                  </a:cubicBezTo>
                  <a:cubicBezTo>
                    <a:pt x="6847" y="1879"/>
                    <a:pt x="6967" y="1904"/>
                    <a:pt x="7087" y="1916"/>
                  </a:cubicBezTo>
                  <a:cubicBezTo>
                    <a:pt x="7206" y="1931"/>
                    <a:pt x="7328" y="1928"/>
                    <a:pt x="7449" y="1933"/>
                  </a:cubicBezTo>
                  <a:cubicBezTo>
                    <a:pt x="7564" y="1937"/>
                    <a:pt x="7678" y="1939"/>
                    <a:pt x="7793" y="1939"/>
                  </a:cubicBezTo>
                  <a:cubicBezTo>
                    <a:pt x="7925" y="1939"/>
                    <a:pt x="8057" y="1936"/>
                    <a:pt x="8189" y="1933"/>
                  </a:cubicBezTo>
                  <a:cubicBezTo>
                    <a:pt x="8673" y="1920"/>
                    <a:pt x="9156" y="1878"/>
                    <a:pt x="9634" y="1802"/>
                  </a:cubicBezTo>
                  <a:cubicBezTo>
                    <a:pt x="9728" y="1788"/>
                    <a:pt x="9821" y="1771"/>
                    <a:pt x="9914" y="1755"/>
                  </a:cubicBezTo>
                  <a:cubicBezTo>
                    <a:pt x="10276" y="1760"/>
                    <a:pt x="10636" y="1767"/>
                    <a:pt x="10997" y="1772"/>
                  </a:cubicBezTo>
                  <a:cubicBezTo>
                    <a:pt x="11174" y="1789"/>
                    <a:pt x="11353" y="1794"/>
                    <a:pt x="11529" y="1812"/>
                  </a:cubicBezTo>
                  <a:cubicBezTo>
                    <a:pt x="11848" y="1845"/>
                    <a:pt x="12167" y="1884"/>
                    <a:pt x="12483" y="1943"/>
                  </a:cubicBezTo>
                  <a:cubicBezTo>
                    <a:pt x="13111" y="2058"/>
                    <a:pt x="13731" y="2227"/>
                    <a:pt x="14326" y="2458"/>
                  </a:cubicBezTo>
                  <a:cubicBezTo>
                    <a:pt x="14495" y="2521"/>
                    <a:pt x="14663" y="2590"/>
                    <a:pt x="14830" y="2658"/>
                  </a:cubicBezTo>
                  <a:cubicBezTo>
                    <a:pt x="14884" y="2680"/>
                    <a:pt x="14937" y="2700"/>
                    <a:pt x="14990" y="2719"/>
                  </a:cubicBezTo>
                  <a:cubicBezTo>
                    <a:pt x="14985" y="2725"/>
                    <a:pt x="14979" y="2729"/>
                    <a:pt x="14974" y="2736"/>
                  </a:cubicBezTo>
                  <a:cubicBezTo>
                    <a:pt x="14956" y="2760"/>
                    <a:pt x="14941" y="2798"/>
                    <a:pt x="14940" y="2827"/>
                  </a:cubicBezTo>
                  <a:lnTo>
                    <a:pt x="14940" y="2834"/>
                  </a:lnTo>
                  <a:cubicBezTo>
                    <a:pt x="14915" y="2886"/>
                    <a:pt x="14908" y="2944"/>
                    <a:pt x="14915" y="3001"/>
                  </a:cubicBezTo>
                  <a:cubicBezTo>
                    <a:pt x="14918" y="3012"/>
                    <a:pt x="14922" y="3021"/>
                    <a:pt x="14924" y="3032"/>
                  </a:cubicBezTo>
                  <a:cubicBezTo>
                    <a:pt x="14932" y="3047"/>
                    <a:pt x="14940" y="3060"/>
                    <a:pt x="14954" y="3071"/>
                  </a:cubicBezTo>
                  <a:cubicBezTo>
                    <a:pt x="14973" y="3089"/>
                    <a:pt x="14999" y="3106"/>
                    <a:pt x="15026" y="3106"/>
                  </a:cubicBezTo>
                  <a:cubicBezTo>
                    <a:pt x="15058" y="3106"/>
                    <a:pt x="15089" y="3107"/>
                    <a:pt x="15121" y="3107"/>
                  </a:cubicBezTo>
                  <a:cubicBezTo>
                    <a:pt x="15138" y="3107"/>
                    <a:pt x="15155" y="3107"/>
                    <a:pt x="15174" y="3108"/>
                  </a:cubicBezTo>
                  <a:lnTo>
                    <a:pt x="15175" y="3108"/>
                  </a:lnTo>
                  <a:cubicBezTo>
                    <a:pt x="15179" y="3109"/>
                    <a:pt x="15185" y="3109"/>
                    <a:pt x="15188" y="3109"/>
                  </a:cubicBezTo>
                  <a:lnTo>
                    <a:pt x="15193" y="3109"/>
                  </a:lnTo>
                  <a:cubicBezTo>
                    <a:pt x="15201" y="3109"/>
                    <a:pt x="15207" y="3111"/>
                    <a:pt x="15213" y="3111"/>
                  </a:cubicBezTo>
                  <a:cubicBezTo>
                    <a:pt x="15220" y="3112"/>
                    <a:pt x="15226" y="3113"/>
                    <a:pt x="15234" y="3113"/>
                  </a:cubicBezTo>
                  <a:cubicBezTo>
                    <a:pt x="15239" y="3114"/>
                    <a:pt x="15244" y="3114"/>
                    <a:pt x="15249" y="3114"/>
                  </a:cubicBezTo>
                  <a:cubicBezTo>
                    <a:pt x="15275" y="3114"/>
                    <a:pt x="15299" y="3105"/>
                    <a:pt x="15320" y="3092"/>
                  </a:cubicBezTo>
                  <a:cubicBezTo>
                    <a:pt x="15327" y="3090"/>
                    <a:pt x="15333" y="3086"/>
                    <a:pt x="15336" y="3081"/>
                  </a:cubicBezTo>
                  <a:lnTo>
                    <a:pt x="15357" y="3062"/>
                  </a:lnTo>
                  <a:cubicBezTo>
                    <a:pt x="15360" y="3060"/>
                    <a:pt x="15361" y="3058"/>
                    <a:pt x="15364" y="3056"/>
                  </a:cubicBezTo>
                  <a:cubicBezTo>
                    <a:pt x="15400" y="3029"/>
                    <a:pt x="15433" y="2983"/>
                    <a:pt x="15445" y="2941"/>
                  </a:cubicBezTo>
                  <a:cubicBezTo>
                    <a:pt x="15456" y="2902"/>
                    <a:pt x="15466" y="2862"/>
                    <a:pt x="15457" y="2822"/>
                  </a:cubicBezTo>
                  <a:cubicBezTo>
                    <a:pt x="15450" y="2789"/>
                    <a:pt x="15439" y="2760"/>
                    <a:pt x="15417" y="2733"/>
                  </a:cubicBezTo>
                  <a:cubicBezTo>
                    <a:pt x="15402" y="2714"/>
                    <a:pt x="15382" y="2697"/>
                    <a:pt x="15358" y="2686"/>
                  </a:cubicBezTo>
                  <a:cubicBezTo>
                    <a:pt x="15347" y="2680"/>
                    <a:pt x="15336" y="2674"/>
                    <a:pt x="15327" y="2670"/>
                  </a:cubicBezTo>
                  <a:cubicBezTo>
                    <a:pt x="15311" y="2663"/>
                    <a:pt x="15292" y="2659"/>
                    <a:pt x="15275" y="2656"/>
                  </a:cubicBezTo>
                  <a:lnTo>
                    <a:pt x="15274" y="2656"/>
                  </a:lnTo>
                  <a:cubicBezTo>
                    <a:pt x="15180" y="2591"/>
                    <a:pt x="15086" y="2526"/>
                    <a:pt x="14982" y="2475"/>
                  </a:cubicBezTo>
                  <a:cubicBezTo>
                    <a:pt x="14835" y="2403"/>
                    <a:pt x="14686" y="2333"/>
                    <a:pt x="14533" y="2271"/>
                  </a:cubicBezTo>
                  <a:cubicBezTo>
                    <a:pt x="14227" y="2148"/>
                    <a:pt x="13916" y="2043"/>
                    <a:pt x="13600" y="1953"/>
                  </a:cubicBezTo>
                  <a:cubicBezTo>
                    <a:pt x="13408" y="1898"/>
                    <a:pt x="13211" y="1848"/>
                    <a:pt x="13016" y="1804"/>
                  </a:cubicBezTo>
                  <a:lnTo>
                    <a:pt x="13016" y="1804"/>
                  </a:lnTo>
                  <a:cubicBezTo>
                    <a:pt x="22268" y="1942"/>
                    <a:pt x="31521" y="1999"/>
                    <a:pt x="40773" y="2044"/>
                  </a:cubicBezTo>
                  <a:cubicBezTo>
                    <a:pt x="47696" y="2078"/>
                    <a:pt x="54620" y="2094"/>
                    <a:pt x="61543" y="2094"/>
                  </a:cubicBezTo>
                  <a:cubicBezTo>
                    <a:pt x="67364" y="2094"/>
                    <a:pt x="73185" y="2083"/>
                    <a:pt x="79006" y="2062"/>
                  </a:cubicBezTo>
                  <a:cubicBezTo>
                    <a:pt x="85557" y="2038"/>
                    <a:pt x="92106" y="2002"/>
                    <a:pt x="98657" y="1950"/>
                  </a:cubicBezTo>
                  <a:lnTo>
                    <a:pt x="98657" y="1950"/>
                  </a:lnTo>
                  <a:cubicBezTo>
                    <a:pt x="98517" y="8706"/>
                    <a:pt x="98460" y="15461"/>
                    <a:pt x="98437" y="22217"/>
                  </a:cubicBezTo>
                  <a:cubicBezTo>
                    <a:pt x="98430" y="24089"/>
                    <a:pt x="98471" y="28191"/>
                    <a:pt x="98472" y="28245"/>
                  </a:cubicBezTo>
                  <a:cubicBezTo>
                    <a:pt x="98484" y="28793"/>
                    <a:pt x="98536" y="29341"/>
                    <a:pt x="98577" y="29887"/>
                  </a:cubicBezTo>
                  <a:cubicBezTo>
                    <a:pt x="98620" y="30457"/>
                    <a:pt x="98659" y="31028"/>
                    <a:pt x="98697" y="31599"/>
                  </a:cubicBezTo>
                  <a:cubicBezTo>
                    <a:pt x="98770" y="32713"/>
                    <a:pt x="98834" y="33825"/>
                    <a:pt x="98887" y="34939"/>
                  </a:cubicBezTo>
                  <a:cubicBezTo>
                    <a:pt x="98757" y="34453"/>
                    <a:pt x="98588" y="33970"/>
                    <a:pt x="98379" y="33511"/>
                  </a:cubicBezTo>
                  <a:cubicBezTo>
                    <a:pt x="98323" y="33389"/>
                    <a:pt x="98265" y="33267"/>
                    <a:pt x="98204" y="33146"/>
                  </a:cubicBezTo>
                  <a:cubicBezTo>
                    <a:pt x="98144" y="33026"/>
                    <a:pt x="98072" y="32911"/>
                    <a:pt x="98005" y="32793"/>
                  </a:cubicBezTo>
                  <a:cubicBezTo>
                    <a:pt x="97906" y="32620"/>
                    <a:pt x="97798" y="32457"/>
                    <a:pt x="97685" y="32296"/>
                  </a:cubicBezTo>
                  <a:cubicBezTo>
                    <a:pt x="97697" y="32236"/>
                    <a:pt x="97692" y="32174"/>
                    <a:pt x="97664" y="32117"/>
                  </a:cubicBezTo>
                  <a:lnTo>
                    <a:pt x="97660" y="32110"/>
                  </a:lnTo>
                  <a:cubicBezTo>
                    <a:pt x="97660" y="32105"/>
                    <a:pt x="97659" y="32101"/>
                    <a:pt x="97659" y="32098"/>
                  </a:cubicBezTo>
                  <a:cubicBezTo>
                    <a:pt x="97686" y="32079"/>
                    <a:pt x="97709" y="32055"/>
                    <a:pt x="97725" y="32024"/>
                  </a:cubicBezTo>
                  <a:cubicBezTo>
                    <a:pt x="97764" y="31944"/>
                    <a:pt x="97731" y="31847"/>
                    <a:pt x="97664" y="31792"/>
                  </a:cubicBezTo>
                  <a:cubicBezTo>
                    <a:pt x="97638" y="31771"/>
                    <a:pt x="97606" y="31761"/>
                    <a:pt x="97575" y="31761"/>
                  </a:cubicBezTo>
                  <a:cubicBezTo>
                    <a:pt x="97532" y="31761"/>
                    <a:pt x="97489" y="31780"/>
                    <a:pt x="97460" y="31813"/>
                  </a:cubicBezTo>
                  <a:cubicBezTo>
                    <a:pt x="97395" y="31830"/>
                    <a:pt x="97346" y="31897"/>
                    <a:pt x="97356" y="31962"/>
                  </a:cubicBezTo>
                  <a:cubicBezTo>
                    <a:pt x="97357" y="31975"/>
                    <a:pt x="97361" y="31988"/>
                    <a:pt x="97364" y="31999"/>
                  </a:cubicBezTo>
                  <a:lnTo>
                    <a:pt x="97463" y="32336"/>
                  </a:lnTo>
                  <a:cubicBezTo>
                    <a:pt x="97476" y="32379"/>
                    <a:pt x="97526" y="32406"/>
                    <a:pt x="97567" y="32407"/>
                  </a:cubicBezTo>
                  <a:cubicBezTo>
                    <a:pt x="97584" y="32407"/>
                    <a:pt x="97603" y="32405"/>
                    <a:pt x="97617" y="32397"/>
                  </a:cubicBezTo>
                  <a:cubicBezTo>
                    <a:pt x="97707" y="32587"/>
                    <a:pt x="97793" y="32776"/>
                    <a:pt x="97880" y="32967"/>
                  </a:cubicBezTo>
                  <a:cubicBezTo>
                    <a:pt x="97935" y="33086"/>
                    <a:pt x="97981" y="33207"/>
                    <a:pt x="98034" y="33325"/>
                  </a:cubicBezTo>
                  <a:cubicBezTo>
                    <a:pt x="98089" y="33448"/>
                    <a:pt x="98143" y="33572"/>
                    <a:pt x="98193" y="33697"/>
                  </a:cubicBezTo>
                  <a:cubicBezTo>
                    <a:pt x="98292" y="33938"/>
                    <a:pt x="98394" y="34179"/>
                    <a:pt x="98483" y="34422"/>
                  </a:cubicBezTo>
                  <a:cubicBezTo>
                    <a:pt x="98574" y="34671"/>
                    <a:pt x="98655" y="34923"/>
                    <a:pt x="98734" y="35176"/>
                  </a:cubicBezTo>
                  <a:cubicBezTo>
                    <a:pt x="98795" y="35376"/>
                    <a:pt x="98847" y="35571"/>
                    <a:pt x="98928" y="35761"/>
                  </a:cubicBezTo>
                  <a:cubicBezTo>
                    <a:pt x="98959" y="36438"/>
                    <a:pt x="98986" y="37114"/>
                    <a:pt x="99010" y="37793"/>
                  </a:cubicBezTo>
                  <a:cubicBezTo>
                    <a:pt x="98885" y="37120"/>
                    <a:pt x="98681" y="36461"/>
                    <a:pt x="98400" y="35835"/>
                  </a:cubicBezTo>
                  <a:cubicBezTo>
                    <a:pt x="98012" y="34971"/>
                    <a:pt x="97485" y="34171"/>
                    <a:pt x="96834" y="33478"/>
                  </a:cubicBezTo>
                  <a:cubicBezTo>
                    <a:pt x="96809" y="33452"/>
                    <a:pt x="96776" y="33438"/>
                    <a:pt x="96744" y="33438"/>
                  </a:cubicBezTo>
                  <a:cubicBezTo>
                    <a:pt x="96698" y="33438"/>
                    <a:pt x="96654" y="33466"/>
                    <a:pt x="96644" y="33523"/>
                  </a:cubicBezTo>
                  <a:cubicBezTo>
                    <a:pt x="96545" y="34042"/>
                    <a:pt x="96530" y="34574"/>
                    <a:pt x="96585" y="35098"/>
                  </a:cubicBezTo>
                  <a:cubicBezTo>
                    <a:pt x="96682" y="36020"/>
                    <a:pt x="96994" y="36910"/>
                    <a:pt x="97433" y="37727"/>
                  </a:cubicBezTo>
                  <a:cubicBezTo>
                    <a:pt x="97861" y="38523"/>
                    <a:pt x="98404" y="39242"/>
                    <a:pt x="98989" y="39930"/>
                  </a:cubicBezTo>
                  <a:cubicBezTo>
                    <a:pt x="98989" y="39996"/>
                    <a:pt x="98989" y="40063"/>
                    <a:pt x="98986" y="40131"/>
                  </a:cubicBezTo>
                  <a:cubicBezTo>
                    <a:pt x="98985" y="40156"/>
                    <a:pt x="99005" y="40171"/>
                    <a:pt x="99024" y="40171"/>
                  </a:cubicBezTo>
                  <a:cubicBezTo>
                    <a:pt x="99039" y="40171"/>
                    <a:pt x="99053" y="40162"/>
                    <a:pt x="99055" y="40142"/>
                  </a:cubicBezTo>
                  <a:lnTo>
                    <a:pt x="99076" y="40006"/>
                  </a:lnTo>
                  <a:lnTo>
                    <a:pt x="99077" y="40006"/>
                  </a:lnTo>
                  <a:cubicBezTo>
                    <a:pt x="99099" y="40792"/>
                    <a:pt x="99118" y="41580"/>
                    <a:pt x="99130" y="42367"/>
                  </a:cubicBezTo>
                  <a:cubicBezTo>
                    <a:pt x="99136" y="42697"/>
                    <a:pt x="99140" y="43028"/>
                    <a:pt x="99146" y="43359"/>
                  </a:cubicBezTo>
                  <a:cubicBezTo>
                    <a:pt x="99135" y="43418"/>
                    <a:pt x="99124" y="43478"/>
                    <a:pt x="99113" y="43537"/>
                  </a:cubicBezTo>
                  <a:cubicBezTo>
                    <a:pt x="99088" y="43673"/>
                    <a:pt x="99064" y="43818"/>
                    <a:pt x="99055" y="43961"/>
                  </a:cubicBezTo>
                  <a:cubicBezTo>
                    <a:pt x="99021" y="43734"/>
                    <a:pt x="98983" y="43508"/>
                    <a:pt x="98939" y="43280"/>
                  </a:cubicBezTo>
                  <a:cubicBezTo>
                    <a:pt x="98644" y="41770"/>
                    <a:pt x="98137" y="40303"/>
                    <a:pt x="97425" y="38935"/>
                  </a:cubicBezTo>
                  <a:cubicBezTo>
                    <a:pt x="97401" y="38889"/>
                    <a:pt x="97358" y="38865"/>
                    <a:pt x="97316" y="38865"/>
                  </a:cubicBezTo>
                  <a:cubicBezTo>
                    <a:pt x="97276" y="38865"/>
                    <a:pt x="97237" y="38886"/>
                    <a:pt x="97214" y="38929"/>
                  </a:cubicBezTo>
                  <a:cubicBezTo>
                    <a:pt x="96891" y="39523"/>
                    <a:pt x="96664" y="40158"/>
                    <a:pt x="96548" y="40824"/>
                  </a:cubicBezTo>
                  <a:cubicBezTo>
                    <a:pt x="96348" y="41973"/>
                    <a:pt x="96479" y="43173"/>
                    <a:pt x="96934" y="44251"/>
                  </a:cubicBezTo>
                  <a:cubicBezTo>
                    <a:pt x="97361" y="45263"/>
                    <a:pt x="98054" y="46162"/>
                    <a:pt x="98938" y="46827"/>
                  </a:cubicBezTo>
                  <a:cubicBezTo>
                    <a:pt x="98960" y="46846"/>
                    <a:pt x="98989" y="46853"/>
                    <a:pt x="99016" y="46853"/>
                  </a:cubicBezTo>
                  <a:cubicBezTo>
                    <a:pt x="99018" y="46853"/>
                    <a:pt x="99020" y="46853"/>
                    <a:pt x="99023" y="46853"/>
                  </a:cubicBezTo>
                  <a:lnTo>
                    <a:pt x="99023" y="46853"/>
                  </a:lnTo>
                  <a:cubicBezTo>
                    <a:pt x="99014" y="47281"/>
                    <a:pt x="98986" y="47709"/>
                    <a:pt x="98942" y="48134"/>
                  </a:cubicBezTo>
                  <a:cubicBezTo>
                    <a:pt x="98904" y="48508"/>
                    <a:pt x="98855" y="48881"/>
                    <a:pt x="98794" y="49251"/>
                  </a:cubicBezTo>
                  <a:cubicBezTo>
                    <a:pt x="98756" y="49432"/>
                    <a:pt x="98721" y="49620"/>
                    <a:pt x="98682" y="49808"/>
                  </a:cubicBezTo>
                  <a:cubicBezTo>
                    <a:pt x="98660" y="49914"/>
                    <a:pt x="98644" y="50021"/>
                    <a:pt x="98627" y="50127"/>
                  </a:cubicBezTo>
                  <a:cubicBezTo>
                    <a:pt x="98585" y="50212"/>
                    <a:pt x="98545" y="50297"/>
                    <a:pt x="98504" y="50382"/>
                  </a:cubicBezTo>
                  <a:cubicBezTo>
                    <a:pt x="98410" y="49818"/>
                    <a:pt x="98272" y="49260"/>
                    <a:pt x="98089" y="48718"/>
                  </a:cubicBezTo>
                  <a:cubicBezTo>
                    <a:pt x="97961" y="48337"/>
                    <a:pt x="97812" y="47963"/>
                    <a:pt x="97643" y="47598"/>
                  </a:cubicBezTo>
                  <a:cubicBezTo>
                    <a:pt x="97555" y="47408"/>
                    <a:pt x="97457" y="47227"/>
                    <a:pt x="97353" y="47046"/>
                  </a:cubicBezTo>
                  <a:cubicBezTo>
                    <a:pt x="97275" y="46909"/>
                    <a:pt x="97177" y="46781"/>
                    <a:pt x="97070" y="46662"/>
                  </a:cubicBezTo>
                  <a:cubicBezTo>
                    <a:pt x="97073" y="46659"/>
                    <a:pt x="97078" y="46657"/>
                    <a:pt x="97080" y="46655"/>
                  </a:cubicBezTo>
                  <a:cubicBezTo>
                    <a:pt x="97111" y="46632"/>
                    <a:pt x="97139" y="46596"/>
                    <a:pt x="97142" y="46557"/>
                  </a:cubicBezTo>
                  <a:lnTo>
                    <a:pt x="97142" y="46557"/>
                  </a:lnTo>
                  <a:cubicBezTo>
                    <a:pt x="97142" y="46557"/>
                    <a:pt x="97142" y="46557"/>
                    <a:pt x="97142" y="46557"/>
                  </a:cubicBezTo>
                  <a:lnTo>
                    <a:pt x="97142" y="46557"/>
                  </a:lnTo>
                  <a:cubicBezTo>
                    <a:pt x="97146" y="46544"/>
                    <a:pt x="97147" y="46531"/>
                    <a:pt x="97145" y="46518"/>
                  </a:cubicBezTo>
                  <a:lnTo>
                    <a:pt x="97145" y="46511"/>
                  </a:lnTo>
                  <a:cubicBezTo>
                    <a:pt x="97145" y="46505"/>
                    <a:pt x="97144" y="46501"/>
                    <a:pt x="97143" y="46497"/>
                  </a:cubicBezTo>
                  <a:lnTo>
                    <a:pt x="97143" y="46497"/>
                  </a:lnTo>
                  <a:cubicBezTo>
                    <a:pt x="97143" y="46497"/>
                    <a:pt x="97143" y="46497"/>
                    <a:pt x="97144" y="46497"/>
                  </a:cubicBezTo>
                  <a:cubicBezTo>
                    <a:pt x="97144" y="46495"/>
                    <a:pt x="97142" y="46492"/>
                    <a:pt x="97142" y="46491"/>
                  </a:cubicBezTo>
                  <a:cubicBezTo>
                    <a:pt x="97140" y="46487"/>
                    <a:pt x="97140" y="46481"/>
                    <a:pt x="97139" y="46478"/>
                  </a:cubicBezTo>
                  <a:lnTo>
                    <a:pt x="97139" y="46475"/>
                  </a:lnTo>
                  <a:cubicBezTo>
                    <a:pt x="97142" y="46457"/>
                    <a:pt x="97142" y="46440"/>
                    <a:pt x="97142" y="46421"/>
                  </a:cubicBezTo>
                  <a:cubicBezTo>
                    <a:pt x="97142" y="46415"/>
                    <a:pt x="97142" y="46409"/>
                    <a:pt x="97140" y="46402"/>
                  </a:cubicBezTo>
                  <a:cubicBezTo>
                    <a:pt x="97129" y="46341"/>
                    <a:pt x="97096" y="46281"/>
                    <a:pt x="97045" y="46243"/>
                  </a:cubicBezTo>
                  <a:cubicBezTo>
                    <a:pt x="96997" y="46209"/>
                    <a:pt x="96945" y="46192"/>
                    <a:pt x="96888" y="46192"/>
                  </a:cubicBezTo>
                  <a:cubicBezTo>
                    <a:pt x="96880" y="46192"/>
                    <a:pt x="96873" y="46192"/>
                    <a:pt x="96865" y="46193"/>
                  </a:cubicBezTo>
                  <a:cubicBezTo>
                    <a:pt x="96835" y="46195"/>
                    <a:pt x="96805" y="46204"/>
                    <a:pt x="96778" y="46216"/>
                  </a:cubicBezTo>
                  <a:lnTo>
                    <a:pt x="96775" y="46216"/>
                  </a:lnTo>
                  <a:cubicBezTo>
                    <a:pt x="96755" y="46218"/>
                    <a:pt x="96737" y="46223"/>
                    <a:pt x="96722" y="46237"/>
                  </a:cubicBezTo>
                  <a:cubicBezTo>
                    <a:pt x="96711" y="46244"/>
                    <a:pt x="96700" y="46255"/>
                    <a:pt x="96692" y="46266"/>
                  </a:cubicBezTo>
                  <a:cubicBezTo>
                    <a:pt x="96689" y="46271"/>
                    <a:pt x="96687" y="46273"/>
                    <a:pt x="96683" y="46277"/>
                  </a:cubicBezTo>
                  <a:cubicBezTo>
                    <a:pt x="96655" y="46305"/>
                    <a:pt x="96632" y="46335"/>
                    <a:pt x="96611" y="46371"/>
                  </a:cubicBezTo>
                  <a:cubicBezTo>
                    <a:pt x="96584" y="46418"/>
                    <a:pt x="96574" y="46471"/>
                    <a:pt x="96576" y="46523"/>
                  </a:cubicBezTo>
                  <a:cubicBezTo>
                    <a:pt x="96576" y="46550"/>
                    <a:pt x="96582" y="46575"/>
                    <a:pt x="96592" y="46600"/>
                  </a:cubicBezTo>
                  <a:cubicBezTo>
                    <a:pt x="96599" y="46618"/>
                    <a:pt x="96610" y="46634"/>
                    <a:pt x="96620" y="46651"/>
                  </a:cubicBezTo>
                  <a:cubicBezTo>
                    <a:pt x="96623" y="46657"/>
                    <a:pt x="96627" y="46663"/>
                    <a:pt x="96633" y="46668"/>
                  </a:cubicBezTo>
                  <a:cubicBezTo>
                    <a:pt x="96659" y="46698"/>
                    <a:pt x="96689" y="46722"/>
                    <a:pt x="96731" y="46727"/>
                  </a:cubicBezTo>
                  <a:cubicBezTo>
                    <a:pt x="96733" y="46728"/>
                    <a:pt x="96735" y="46728"/>
                    <a:pt x="96738" y="46728"/>
                  </a:cubicBezTo>
                  <a:cubicBezTo>
                    <a:pt x="96743" y="46728"/>
                    <a:pt x="96748" y="46727"/>
                    <a:pt x="96753" y="46727"/>
                  </a:cubicBezTo>
                  <a:cubicBezTo>
                    <a:pt x="96768" y="46734"/>
                    <a:pt x="96782" y="46738"/>
                    <a:pt x="96801" y="46743"/>
                  </a:cubicBezTo>
                  <a:cubicBezTo>
                    <a:pt x="96810" y="46745"/>
                    <a:pt x="96819" y="46746"/>
                    <a:pt x="96828" y="46746"/>
                  </a:cubicBezTo>
                  <a:cubicBezTo>
                    <a:pt x="96837" y="46746"/>
                    <a:pt x="96847" y="46745"/>
                    <a:pt x="96856" y="46745"/>
                  </a:cubicBezTo>
                  <a:cubicBezTo>
                    <a:pt x="96864" y="46745"/>
                    <a:pt x="96870" y="46744"/>
                    <a:pt x="96879" y="46743"/>
                  </a:cubicBezTo>
                  <a:cubicBezTo>
                    <a:pt x="96909" y="46737"/>
                    <a:pt x="96931" y="46729"/>
                    <a:pt x="96956" y="46718"/>
                  </a:cubicBezTo>
                  <a:cubicBezTo>
                    <a:pt x="97018" y="46893"/>
                    <a:pt x="97088" y="47067"/>
                    <a:pt x="97170" y="47237"/>
                  </a:cubicBezTo>
                  <a:cubicBezTo>
                    <a:pt x="97268" y="47437"/>
                    <a:pt x="97361" y="47639"/>
                    <a:pt x="97451" y="47841"/>
                  </a:cubicBezTo>
                  <a:cubicBezTo>
                    <a:pt x="97775" y="48563"/>
                    <a:pt x="98025" y="49320"/>
                    <a:pt x="98196" y="50093"/>
                  </a:cubicBezTo>
                  <a:cubicBezTo>
                    <a:pt x="98281" y="50487"/>
                    <a:pt x="98346" y="50883"/>
                    <a:pt x="98390" y="51281"/>
                  </a:cubicBezTo>
                  <a:cubicBezTo>
                    <a:pt x="98405" y="51421"/>
                    <a:pt x="98419" y="51563"/>
                    <a:pt x="98433" y="51703"/>
                  </a:cubicBezTo>
                  <a:cubicBezTo>
                    <a:pt x="98422" y="51768"/>
                    <a:pt x="98411" y="51833"/>
                    <a:pt x="98401" y="51898"/>
                  </a:cubicBezTo>
                  <a:cubicBezTo>
                    <a:pt x="98345" y="52256"/>
                    <a:pt x="98297" y="52614"/>
                    <a:pt x="98253" y="52974"/>
                  </a:cubicBezTo>
                  <a:lnTo>
                    <a:pt x="98220" y="53257"/>
                  </a:lnTo>
                  <a:cubicBezTo>
                    <a:pt x="96969" y="53216"/>
                    <a:pt x="95716" y="53229"/>
                    <a:pt x="94465" y="53221"/>
                  </a:cubicBezTo>
                  <a:cubicBezTo>
                    <a:pt x="92831" y="53210"/>
                    <a:pt x="91196" y="53200"/>
                    <a:pt x="89561" y="53190"/>
                  </a:cubicBezTo>
                  <a:cubicBezTo>
                    <a:pt x="86366" y="53172"/>
                    <a:pt x="83173" y="53155"/>
                    <a:pt x="79978" y="53141"/>
                  </a:cubicBezTo>
                  <a:cubicBezTo>
                    <a:pt x="73616" y="53113"/>
                    <a:pt x="67257" y="53097"/>
                    <a:pt x="60896" y="53091"/>
                  </a:cubicBezTo>
                  <a:cubicBezTo>
                    <a:pt x="59339" y="53090"/>
                    <a:pt x="57782" y="53089"/>
                    <a:pt x="56226" y="53089"/>
                  </a:cubicBezTo>
                  <a:cubicBezTo>
                    <a:pt x="45016" y="53089"/>
                    <a:pt x="33807" y="53124"/>
                    <a:pt x="22598" y="53194"/>
                  </a:cubicBezTo>
                  <a:cubicBezTo>
                    <a:pt x="15635" y="53235"/>
                    <a:pt x="8670" y="53293"/>
                    <a:pt x="1707" y="53373"/>
                  </a:cubicBezTo>
                  <a:cubicBezTo>
                    <a:pt x="1695" y="52855"/>
                    <a:pt x="1682" y="52338"/>
                    <a:pt x="1672" y="51819"/>
                  </a:cubicBezTo>
                  <a:cubicBezTo>
                    <a:pt x="1646" y="50651"/>
                    <a:pt x="1623" y="49483"/>
                    <a:pt x="1601" y="48314"/>
                  </a:cubicBezTo>
                  <a:cubicBezTo>
                    <a:pt x="1558" y="46007"/>
                    <a:pt x="1529" y="43698"/>
                    <a:pt x="1509" y="41389"/>
                  </a:cubicBezTo>
                  <a:cubicBezTo>
                    <a:pt x="1486" y="38516"/>
                    <a:pt x="1477" y="35645"/>
                    <a:pt x="1491" y="32771"/>
                  </a:cubicBezTo>
                  <a:cubicBezTo>
                    <a:pt x="1527" y="30670"/>
                    <a:pt x="1559" y="28568"/>
                    <a:pt x="1591" y="26466"/>
                  </a:cubicBezTo>
                  <a:cubicBezTo>
                    <a:pt x="1645" y="22842"/>
                    <a:pt x="1689" y="19218"/>
                    <a:pt x="1726" y="15595"/>
                  </a:cubicBezTo>
                  <a:cubicBezTo>
                    <a:pt x="1760" y="15869"/>
                    <a:pt x="1800" y="16142"/>
                    <a:pt x="1844" y="16413"/>
                  </a:cubicBezTo>
                  <a:cubicBezTo>
                    <a:pt x="1894" y="16730"/>
                    <a:pt x="1949" y="17044"/>
                    <a:pt x="2015" y="17357"/>
                  </a:cubicBezTo>
                  <a:cubicBezTo>
                    <a:pt x="2048" y="17512"/>
                    <a:pt x="2089" y="17664"/>
                    <a:pt x="2134" y="17816"/>
                  </a:cubicBezTo>
                  <a:cubicBezTo>
                    <a:pt x="2156" y="17889"/>
                    <a:pt x="2174" y="17967"/>
                    <a:pt x="2204" y="18041"/>
                  </a:cubicBezTo>
                  <a:cubicBezTo>
                    <a:pt x="2234" y="18116"/>
                    <a:pt x="2273" y="18189"/>
                    <a:pt x="2308" y="18263"/>
                  </a:cubicBezTo>
                  <a:cubicBezTo>
                    <a:pt x="2316" y="18280"/>
                    <a:pt x="2330" y="18288"/>
                    <a:pt x="2343" y="18288"/>
                  </a:cubicBezTo>
                  <a:cubicBezTo>
                    <a:pt x="2367" y="18288"/>
                    <a:pt x="2391" y="18267"/>
                    <a:pt x="2389" y="18239"/>
                  </a:cubicBezTo>
                  <a:cubicBezTo>
                    <a:pt x="2381" y="18097"/>
                    <a:pt x="2375" y="17960"/>
                    <a:pt x="2352" y="17819"/>
                  </a:cubicBezTo>
                  <a:cubicBezTo>
                    <a:pt x="2330" y="17681"/>
                    <a:pt x="2308" y="17543"/>
                    <a:pt x="2279" y="17406"/>
                  </a:cubicBezTo>
                  <a:cubicBezTo>
                    <a:pt x="2223" y="17132"/>
                    <a:pt x="2166" y="16857"/>
                    <a:pt x="2116" y="16582"/>
                  </a:cubicBezTo>
                  <a:cubicBezTo>
                    <a:pt x="2015" y="16032"/>
                    <a:pt x="1935" y="15478"/>
                    <a:pt x="1872" y="14920"/>
                  </a:cubicBezTo>
                  <a:cubicBezTo>
                    <a:pt x="1812" y="14378"/>
                    <a:pt x="1773" y="13836"/>
                    <a:pt x="1748" y="13292"/>
                  </a:cubicBezTo>
                  <a:cubicBezTo>
                    <a:pt x="1757" y="12251"/>
                    <a:pt x="1767" y="11210"/>
                    <a:pt x="1776" y="10169"/>
                  </a:cubicBezTo>
                  <a:lnTo>
                    <a:pt x="1788" y="9951"/>
                  </a:lnTo>
                  <a:cubicBezTo>
                    <a:pt x="1812" y="9714"/>
                    <a:pt x="1826" y="9478"/>
                    <a:pt x="1829" y="9242"/>
                  </a:cubicBezTo>
                  <a:cubicBezTo>
                    <a:pt x="2009" y="10064"/>
                    <a:pt x="2278" y="10864"/>
                    <a:pt x="2550" y="11657"/>
                  </a:cubicBezTo>
                  <a:cubicBezTo>
                    <a:pt x="2630" y="11894"/>
                    <a:pt x="2713" y="12133"/>
                    <a:pt x="2794" y="12370"/>
                  </a:cubicBezTo>
                  <a:cubicBezTo>
                    <a:pt x="2833" y="12486"/>
                    <a:pt x="2874" y="12600"/>
                    <a:pt x="2919" y="12716"/>
                  </a:cubicBezTo>
                  <a:cubicBezTo>
                    <a:pt x="2927" y="12737"/>
                    <a:pt x="2936" y="12756"/>
                    <a:pt x="2942" y="12777"/>
                  </a:cubicBezTo>
                  <a:cubicBezTo>
                    <a:pt x="2921" y="12788"/>
                    <a:pt x="2903" y="12799"/>
                    <a:pt x="2886" y="12816"/>
                  </a:cubicBezTo>
                  <a:cubicBezTo>
                    <a:pt x="2875" y="12827"/>
                    <a:pt x="2858" y="12844"/>
                    <a:pt x="2852" y="12852"/>
                  </a:cubicBezTo>
                  <a:cubicBezTo>
                    <a:pt x="2848" y="12859"/>
                    <a:pt x="2833" y="12882"/>
                    <a:pt x="2827" y="12896"/>
                  </a:cubicBezTo>
                  <a:cubicBezTo>
                    <a:pt x="2825" y="12902"/>
                    <a:pt x="2821" y="12908"/>
                    <a:pt x="2820" y="12915"/>
                  </a:cubicBezTo>
                  <a:cubicBezTo>
                    <a:pt x="2814" y="12940"/>
                    <a:pt x="2805" y="12965"/>
                    <a:pt x="2805" y="12993"/>
                  </a:cubicBezTo>
                  <a:cubicBezTo>
                    <a:pt x="2805" y="13007"/>
                    <a:pt x="2806" y="13019"/>
                    <a:pt x="2806" y="13033"/>
                  </a:cubicBezTo>
                  <a:cubicBezTo>
                    <a:pt x="2809" y="13052"/>
                    <a:pt x="2816" y="13069"/>
                    <a:pt x="2827" y="13085"/>
                  </a:cubicBezTo>
                  <a:cubicBezTo>
                    <a:pt x="2843" y="13111"/>
                    <a:pt x="2866" y="13134"/>
                    <a:pt x="2897" y="13145"/>
                  </a:cubicBezTo>
                  <a:cubicBezTo>
                    <a:pt x="2907" y="13150"/>
                    <a:pt x="2918" y="13151"/>
                    <a:pt x="2929" y="13152"/>
                  </a:cubicBezTo>
                  <a:cubicBezTo>
                    <a:pt x="2942" y="13167"/>
                    <a:pt x="2957" y="13183"/>
                    <a:pt x="2975" y="13194"/>
                  </a:cubicBezTo>
                  <a:cubicBezTo>
                    <a:pt x="2997" y="13206"/>
                    <a:pt x="3013" y="13214"/>
                    <a:pt x="3031" y="13221"/>
                  </a:cubicBezTo>
                  <a:cubicBezTo>
                    <a:pt x="3040" y="13231"/>
                    <a:pt x="3048" y="13240"/>
                    <a:pt x="3057" y="13248"/>
                  </a:cubicBezTo>
                  <a:cubicBezTo>
                    <a:pt x="3090" y="13277"/>
                    <a:pt x="3130" y="13286"/>
                    <a:pt x="3171" y="13286"/>
                  </a:cubicBezTo>
                  <a:cubicBezTo>
                    <a:pt x="3177" y="13286"/>
                    <a:pt x="3184" y="13286"/>
                    <a:pt x="3190" y="13286"/>
                  </a:cubicBezTo>
                  <a:lnTo>
                    <a:pt x="3220" y="13277"/>
                  </a:lnTo>
                  <a:cubicBezTo>
                    <a:pt x="3233" y="13271"/>
                    <a:pt x="3245" y="13262"/>
                    <a:pt x="3255" y="13251"/>
                  </a:cubicBezTo>
                  <a:cubicBezTo>
                    <a:pt x="3273" y="13232"/>
                    <a:pt x="3284" y="13210"/>
                    <a:pt x="3287" y="13184"/>
                  </a:cubicBezTo>
                  <a:cubicBezTo>
                    <a:pt x="3289" y="13167"/>
                    <a:pt x="3289" y="13151"/>
                    <a:pt x="3288" y="13134"/>
                  </a:cubicBezTo>
                  <a:cubicBezTo>
                    <a:pt x="3306" y="13106"/>
                    <a:pt x="3317" y="13073"/>
                    <a:pt x="3322" y="13040"/>
                  </a:cubicBezTo>
                  <a:cubicBezTo>
                    <a:pt x="3330" y="12996"/>
                    <a:pt x="3320" y="12942"/>
                    <a:pt x="3300" y="12902"/>
                  </a:cubicBezTo>
                  <a:cubicBezTo>
                    <a:pt x="3281" y="12863"/>
                    <a:pt x="3251" y="12822"/>
                    <a:pt x="3212" y="12797"/>
                  </a:cubicBezTo>
                  <a:cubicBezTo>
                    <a:pt x="3205" y="12792"/>
                    <a:pt x="3198" y="12787"/>
                    <a:pt x="3189" y="12782"/>
                  </a:cubicBezTo>
                  <a:cubicBezTo>
                    <a:pt x="3184" y="12753"/>
                    <a:pt x="3177" y="12723"/>
                    <a:pt x="3168" y="12695"/>
                  </a:cubicBezTo>
                  <a:cubicBezTo>
                    <a:pt x="3140" y="12586"/>
                    <a:pt x="3110" y="12479"/>
                    <a:pt x="3074" y="12371"/>
                  </a:cubicBezTo>
                  <a:cubicBezTo>
                    <a:pt x="3004" y="12167"/>
                    <a:pt x="2932" y="11962"/>
                    <a:pt x="2861" y="11757"/>
                  </a:cubicBezTo>
                  <a:cubicBezTo>
                    <a:pt x="2716" y="11344"/>
                    <a:pt x="2572" y="10930"/>
                    <a:pt x="2437" y="10514"/>
                  </a:cubicBezTo>
                  <a:cubicBezTo>
                    <a:pt x="2173" y="9695"/>
                    <a:pt x="1965" y="8862"/>
                    <a:pt x="1882" y="8005"/>
                  </a:cubicBezTo>
                  <a:cubicBezTo>
                    <a:pt x="1871" y="7896"/>
                    <a:pt x="1865" y="7787"/>
                    <a:pt x="1859" y="7677"/>
                  </a:cubicBezTo>
                  <a:lnTo>
                    <a:pt x="1859" y="7677"/>
                  </a:lnTo>
                  <a:cubicBezTo>
                    <a:pt x="1930" y="7929"/>
                    <a:pt x="2006" y="8177"/>
                    <a:pt x="2095" y="8423"/>
                  </a:cubicBezTo>
                  <a:cubicBezTo>
                    <a:pt x="2317" y="9039"/>
                    <a:pt x="2583" y="9635"/>
                    <a:pt x="2901" y="10208"/>
                  </a:cubicBezTo>
                  <a:cubicBezTo>
                    <a:pt x="2989" y="10365"/>
                    <a:pt x="3080" y="10525"/>
                    <a:pt x="3185" y="10672"/>
                  </a:cubicBezTo>
                  <a:cubicBezTo>
                    <a:pt x="3212" y="10712"/>
                    <a:pt x="3248" y="10745"/>
                    <a:pt x="3277" y="10784"/>
                  </a:cubicBezTo>
                  <a:cubicBezTo>
                    <a:pt x="3291" y="10804"/>
                    <a:pt x="3306" y="10824"/>
                    <a:pt x="3320" y="10843"/>
                  </a:cubicBezTo>
                  <a:cubicBezTo>
                    <a:pt x="3306" y="10864"/>
                    <a:pt x="3295" y="10887"/>
                    <a:pt x="3287" y="10912"/>
                  </a:cubicBezTo>
                  <a:cubicBezTo>
                    <a:pt x="3269" y="10969"/>
                    <a:pt x="3270" y="11032"/>
                    <a:pt x="3283" y="11089"/>
                  </a:cubicBezTo>
                  <a:cubicBezTo>
                    <a:pt x="3306" y="11197"/>
                    <a:pt x="3366" y="11299"/>
                    <a:pt x="3458" y="11364"/>
                  </a:cubicBezTo>
                  <a:cubicBezTo>
                    <a:pt x="3483" y="11381"/>
                    <a:pt x="3515" y="11390"/>
                    <a:pt x="3546" y="11390"/>
                  </a:cubicBezTo>
                  <a:cubicBezTo>
                    <a:pt x="3591" y="11390"/>
                    <a:pt x="3635" y="11372"/>
                    <a:pt x="3660" y="11333"/>
                  </a:cubicBezTo>
                  <a:cubicBezTo>
                    <a:pt x="3672" y="11314"/>
                    <a:pt x="3683" y="11295"/>
                    <a:pt x="3694" y="11275"/>
                  </a:cubicBezTo>
                  <a:lnTo>
                    <a:pt x="3694" y="11275"/>
                  </a:lnTo>
                  <a:cubicBezTo>
                    <a:pt x="3694" y="11277"/>
                    <a:pt x="3693" y="11278"/>
                    <a:pt x="3692" y="11279"/>
                  </a:cubicBezTo>
                  <a:cubicBezTo>
                    <a:pt x="3712" y="11252"/>
                    <a:pt x="3727" y="11232"/>
                    <a:pt x="3744" y="11201"/>
                  </a:cubicBezTo>
                  <a:cubicBezTo>
                    <a:pt x="3749" y="11192"/>
                    <a:pt x="3753" y="11183"/>
                    <a:pt x="3755" y="11173"/>
                  </a:cubicBezTo>
                  <a:cubicBezTo>
                    <a:pt x="3765" y="11156"/>
                    <a:pt x="3772" y="11139"/>
                    <a:pt x="3777" y="11118"/>
                  </a:cubicBezTo>
                  <a:cubicBezTo>
                    <a:pt x="3783" y="11101"/>
                    <a:pt x="3785" y="11084"/>
                    <a:pt x="3782" y="11065"/>
                  </a:cubicBezTo>
                  <a:cubicBezTo>
                    <a:pt x="3783" y="11040"/>
                    <a:pt x="3778" y="11014"/>
                    <a:pt x="3767" y="10991"/>
                  </a:cubicBezTo>
                  <a:cubicBezTo>
                    <a:pt x="3759" y="10963"/>
                    <a:pt x="3742" y="10937"/>
                    <a:pt x="3722" y="10916"/>
                  </a:cubicBezTo>
                  <a:cubicBezTo>
                    <a:pt x="3709" y="10901"/>
                    <a:pt x="3690" y="10883"/>
                    <a:pt x="3672" y="10871"/>
                  </a:cubicBezTo>
                  <a:cubicBezTo>
                    <a:pt x="3641" y="10849"/>
                    <a:pt x="3600" y="10829"/>
                    <a:pt x="3561" y="10828"/>
                  </a:cubicBezTo>
                  <a:lnTo>
                    <a:pt x="3529" y="10828"/>
                  </a:lnTo>
                  <a:cubicBezTo>
                    <a:pt x="3520" y="10805"/>
                    <a:pt x="3505" y="10784"/>
                    <a:pt x="3483" y="10772"/>
                  </a:cubicBezTo>
                  <a:cubicBezTo>
                    <a:pt x="3474" y="10767"/>
                    <a:pt x="3464" y="10763"/>
                    <a:pt x="3453" y="10762"/>
                  </a:cubicBezTo>
                  <a:cubicBezTo>
                    <a:pt x="3366" y="10574"/>
                    <a:pt x="3278" y="10388"/>
                    <a:pt x="3183" y="10205"/>
                  </a:cubicBezTo>
                  <a:cubicBezTo>
                    <a:pt x="3033" y="9920"/>
                    <a:pt x="2896" y="9627"/>
                    <a:pt x="2760" y="9335"/>
                  </a:cubicBezTo>
                  <a:cubicBezTo>
                    <a:pt x="2492" y="8754"/>
                    <a:pt x="2262" y="8153"/>
                    <a:pt x="2070" y="7543"/>
                  </a:cubicBezTo>
                  <a:cubicBezTo>
                    <a:pt x="2017" y="7373"/>
                    <a:pt x="1969" y="7200"/>
                    <a:pt x="1915" y="7029"/>
                  </a:cubicBezTo>
                  <a:cubicBezTo>
                    <a:pt x="1902" y="6984"/>
                    <a:pt x="1888" y="6938"/>
                    <a:pt x="1875" y="6892"/>
                  </a:cubicBezTo>
                  <a:cubicBezTo>
                    <a:pt x="1882" y="6797"/>
                    <a:pt x="1888" y="6694"/>
                    <a:pt x="1829" y="6615"/>
                  </a:cubicBezTo>
                  <a:cubicBezTo>
                    <a:pt x="1823" y="6607"/>
                    <a:pt x="1814" y="6603"/>
                    <a:pt x="1804" y="6601"/>
                  </a:cubicBezTo>
                  <a:lnTo>
                    <a:pt x="1809" y="6071"/>
                  </a:lnTo>
                  <a:cubicBezTo>
                    <a:pt x="1818" y="6104"/>
                    <a:pt x="1827" y="6138"/>
                    <a:pt x="1838" y="6171"/>
                  </a:cubicBezTo>
                  <a:cubicBezTo>
                    <a:pt x="1976" y="6589"/>
                    <a:pt x="2180" y="6980"/>
                    <a:pt x="2405" y="7358"/>
                  </a:cubicBezTo>
                  <a:cubicBezTo>
                    <a:pt x="2634" y="7742"/>
                    <a:pt x="2876" y="8119"/>
                    <a:pt x="3132" y="8485"/>
                  </a:cubicBezTo>
                  <a:cubicBezTo>
                    <a:pt x="3420" y="8899"/>
                    <a:pt x="3725" y="9299"/>
                    <a:pt x="4045" y="9687"/>
                  </a:cubicBezTo>
                  <a:cubicBezTo>
                    <a:pt x="4075" y="9724"/>
                    <a:pt x="4119" y="9742"/>
                    <a:pt x="4163" y="9742"/>
                  </a:cubicBezTo>
                  <a:cubicBezTo>
                    <a:pt x="4238" y="9742"/>
                    <a:pt x="4312" y="9692"/>
                    <a:pt x="4318" y="9607"/>
                  </a:cubicBezTo>
                  <a:cubicBezTo>
                    <a:pt x="4428" y="8147"/>
                    <a:pt x="4167" y="6667"/>
                    <a:pt x="3564" y="5333"/>
                  </a:cubicBezTo>
                  <a:cubicBezTo>
                    <a:pt x="3414" y="5002"/>
                    <a:pt x="3244" y="4683"/>
                    <a:pt x="3055" y="4374"/>
                  </a:cubicBezTo>
                  <a:cubicBezTo>
                    <a:pt x="2872" y="4075"/>
                    <a:pt x="2676" y="3783"/>
                    <a:pt x="2427" y="3536"/>
                  </a:cubicBezTo>
                  <a:cubicBezTo>
                    <a:pt x="2304" y="3414"/>
                    <a:pt x="2172" y="3300"/>
                    <a:pt x="2026" y="3207"/>
                  </a:cubicBezTo>
                  <a:cubicBezTo>
                    <a:pt x="1965" y="3167"/>
                    <a:pt x="1902" y="3125"/>
                    <a:pt x="1833" y="3123"/>
                  </a:cubicBezTo>
                  <a:cubicBezTo>
                    <a:pt x="1834" y="2866"/>
                    <a:pt x="1836" y="2609"/>
                    <a:pt x="1836" y="2351"/>
                  </a:cubicBezTo>
                  <a:cubicBezTo>
                    <a:pt x="1842" y="2353"/>
                    <a:pt x="1845" y="2354"/>
                    <a:pt x="1851" y="2357"/>
                  </a:cubicBezTo>
                  <a:cubicBezTo>
                    <a:pt x="2430" y="3092"/>
                    <a:pt x="3214" y="3672"/>
                    <a:pt x="4060" y="4063"/>
                  </a:cubicBezTo>
                  <a:cubicBezTo>
                    <a:pt x="4555" y="4293"/>
                    <a:pt x="5079" y="4452"/>
                    <a:pt x="5616" y="4551"/>
                  </a:cubicBezTo>
                  <a:cubicBezTo>
                    <a:pt x="6129" y="4646"/>
                    <a:pt x="6651" y="4679"/>
                    <a:pt x="7173" y="4679"/>
                  </a:cubicBezTo>
                  <a:cubicBezTo>
                    <a:pt x="7246" y="4679"/>
                    <a:pt x="7320" y="4678"/>
                    <a:pt x="7393" y="4677"/>
                  </a:cubicBezTo>
                  <a:cubicBezTo>
                    <a:pt x="7970" y="4668"/>
                    <a:pt x="8544" y="4627"/>
                    <a:pt x="9118" y="4572"/>
                  </a:cubicBezTo>
                  <a:cubicBezTo>
                    <a:pt x="9137" y="4584"/>
                    <a:pt x="9157" y="4596"/>
                    <a:pt x="9178" y="4607"/>
                  </a:cubicBezTo>
                  <a:cubicBezTo>
                    <a:pt x="9209" y="4624"/>
                    <a:pt x="9243" y="4631"/>
                    <a:pt x="9277" y="4631"/>
                  </a:cubicBezTo>
                  <a:cubicBezTo>
                    <a:pt x="9369" y="4631"/>
                    <a:pt x="9459" y="4575"/>
                    <a:pt x="9485" y="4481"/>
                  </a:cubicBezTo>
                  <a:cubicBezTo>
                    <a:pt x="9506" y="4407"/>
                    <a:pt x="9459" y="4343"/>
                    <a:pt x="9384" y="4343"/>
                  </a:cubicBezTo>
                  <a:cubicBezTo>
                    <a:pt x="9380" y="4343"/>
                    <a:pt x="9377" y="4343"/>
                    <a:pt x="9373" y="4343"/>
                  </a:cubicBezTo>
                  <a:lnTo>
                    <a:pt x="9217" y="4355"/>
                  </a:lnTo>
                  <a:cubicBezTo>
                    <a:pt x="9174" y="4326"/>
                    <a:pt x="9131" y="4294"/>
                    <a:pt x="9090" y="4264"/>
                  </a:cubicBezTo>
                  <a:cubicBezTo>
                    <a:pt x="8986" y="4190"/>
                    <a:pt x="8884" y="4117"/>
                    <a:pt x="8782" y="4045"/>
                  </a:cubicBezTo>
                  <a:cubicBezTo>
                    <a:pt x="8565" y="3891"/>
                    <a:pt x="8348" y="3739"/>
                    <a:pt x="8127" y="3591"/>
                  </a:cubicBezTo>
                  <a:cubicBezTo>
                    <a:pt x="7687" y="3298"/>
                    <a:pt x="7228" y="3029"/>
                    <a:pt x="6758" y="2787"/>
                  </a:cubicBezTo>
                  <a:cubicBezTo>
                    <a:pt x="5839" y="2315"/>
                    <a:pt x="4836" y="1972"/>
                    <a:pt x="3798" y="1927"/>
                  </a:cubicBezTo>
                  <a:cubicBezTo>
                    <a:pt x="3711" y="1924"/>
                    <a:pt x="3624" y="1922"/>
                    <a:pt x="3538" y="1922"/>
                  </a:cubicBezTo>
                  <a:cubicBezTo>
                    <a:pt x="2982" y="1922"/>
                    <a:pt x="2427" y="1993"/>
                    <a:pt x="1877" y="2069"/>
                  </a:cubicBezTo>
                  <a:cubicBezTo>
                    <a:pt x="1869" y="2059"/>
                    <a:pt x="1860" y="2051"/>
                    <a:pt x="1853" y="2042"/>
                  </a:cubicBezTo>
                  <a:cubicBezTo>
                    <a:pt x="1847" y="2035"/>
                    <a:pt x="1842" y="2031"/>
                    <a:pt x="1836" y="2025"/>
                  </a:cubicBezTo>
                  <a:lnTo>
                    <a:pt x="1836" y="2007"/>
                  </a:lnTo>
                  <a:cubicBezTo>
                    <a:pt x="2267" y="1906"/>
                    <a:pt x="2684" y="1758"/>
                    <a:pt x="3106" y="1625"/>
                  </a:cubicBezTo>
                  <a:cubicBezTo>
                    <a:pt x="3107" y="1625"/>
                    <a:pt x="3108" y="1624"/>
                    <a:pt x="3110" y="1624"/>
                  </a:cubicBezTo>
                  <a:close/>
                  <a:moveTo>
                    <a:pt x="12535" y="1"/>
                  </a:moveTo>
                  <a:cubicBezTo>
                    <a:pt x="12043" y="1"/>
                    <a:pt x="11551" y="37"/>
                    <a:pt x="11063" y="110"/>
                  </a:cubicBezTo>
                  <a:cubicBezTo>
                    <a:pt x="10134" y="247"/>
                    <a:pt x="9224" y="515"/>
                    <a:pt x="8366" y="895"/>
                  </a:cubicBezTo>
                  <a:cubicBezTo>
                    <a:pt x="8013" y="1052"/>
                    <a:pt x="7671" y="1229"/>
                    <a:pt x="7340" y="1425"/>
                  </a:cubicBezTo>
                  <a:cubicBezTo>
                    <a:pt x="6138" y="1420"/>
                    <a:pt x="4935" y="1417"/>
                    <a:pt x="3733" y="1413"/>
                  </a:cubicBezTo>
                  <a:cubicBezTo>
                    <a:pt x="3962" y="1338"/>
                    <a:pt x="4192" y="1260"/>
                    <a:pt x="4419" y="1181"/>
                  </a:cubicBezTo>
                  <a:cubicBezTo>
                    <a:pt x="4662" y="1097"/>
                    <a:pt x="4913" y="1015"/>
                    <a:pt x="5142" y="895"/>
                  </a:cubicBezTo>
                  <a:cubicBezTo>
                    <a:pt x="5186" y="872"/>
                    <a:pt x="5171" y="804"/>
                    <a:pt x="5123" y="804"/>
                  </a:cubicBezTo>
                  <a:cubicBezTo>
                    <a:pt x="5120" y="804"/>
                    <a:pt x="5117" y="804"/>
                    <a:pt x="5114" y="805"/>
                  </a:cubicBezTo>
                  <a:cubicBezTo>
                    <a:pt x="4891" y="837"/>
                    <a:pt x="4670" y="903"/>
                    <a:pt x="4453" y="966"/>
                  </a:cubicBezTo>
                  <a:cubicBezTo>
                    <a:pt x="4236" y="1032"/>
                    <a:pt x="4017" y="1098"/>
                    <a:pt x="3800" y="1164"/>
                  </a:cubicBezTo>
                  <a:cubicBezTo>
                    <a:pt x="3544" y="1243"/>
                    <a:pt x="3288" y="1325"/>
                    <a:pt x="3033" y="1410"/>
                  </a:cubicBezTo>
                  <a:cubicBezTo>
                    <a:pt x="2826" y="1410"/>
                    <a:pt x="2619" y="1409"/>
                    <a:pt x="2413" y="1409"/>
                  </a:cubicBezTo>
                  <a:cubicBezTo>
                    <a:pt x="2289" y="1409"/>
                    <a:pt x="2266" y="1597"/>
                    <a:pt x="2392" y="1600"/>
                  </a:cubicBezTo>
                  <a:cubicBezTo>
                    <a:pt x="2414" y="1600"/>
                    <a:pt x="2435" y="1601"/>
                    <a:pt x="2457" y="1601"/>
                  </a:cubicBezTo>
                  <a:cubicBezTo>
                    <a:pt x="2344" y="1638"/>
                    <a:pt x="2232" y="1675"/>
                    <a:pt x="2120" y="1711"/>
                  </a:cubicBezTo>
                  <a:cubicBezTo>
                    <a:pt x="2024" y="1743"/>
                    <a:pt x="1931" y="1781"/>
                    <a:pt x="1837" y="1821"/>
                  </a:cubicBezTo>
                  <a:cubicBezTo>
                    <a:pt x="1834" y="1388"/>
                    <a:pt x="1827" y="954"/>
                    <a:pt x="1815" y="522"/>
                  </a:cubicBezTo>
                  <a:cubicBezTo>
                    <a:pt x="1814" y="483"/>
                    <a:pt x="1781" y="464"/>
                    <a:pt x="1748" y="464"/>
                  </a:cubicBezTo>
                  <a:cubicBezTo>
                    <a:pt x="1712" y="464"/>
                    <a:pt x="1676" y="485"/>
                    <a:pt x="1674" y="526"/>
                  </a:cubicBezTo>
                  <a:cubicBezTo>
                    <a:pt x="1611" y="1942"/>
                    <a:pt x="1613" y="3358"/>
                    <a:pt x="1597" y="4775"/>
                  </a:cubicBezTo>
                  <a:cubicBezTo>
                    <a:pt x="1591" y="5315"/>
                    <a:pt x="1585" y="5855"/>
                    <a:pt x="1578" y="6396"/>
                  </a:cubicBezTo>
                  <a:cubicBezTo>
                    <a:pt x="1296" y="6786"/>
                    <a:pt x="1054" y="7202"/>
                    <a:pt x="840" y="7631"/>
                  </a:cubicBezTo>
                  <a:cubicBezTo>
                    <a:pt x="636" y="8042"/>
                    <a:pt x="464" y="8466"/>
                    <a:pt x="335" y="8906"/>
                  </a:cubicBezTo>
                  <a:cubicBezTo>
                    <a:pt x="88" y="9752"/>
                    <a:pt x="0" y="10660"/>
                    <a:pt x="141" y="11533"/>
                  </a:cubicBezTo>
                  <a:cubicBezTo>
                    <a:pt x="219" y="12020"/>
                    <a:pt x="371" y="12497"/>
                    <a:pt x="602" y="12935"/>
                  </a:cubicBezTo>
                  <a:cubicBezTo>
                    <a:pt x="628" y="12984"/>
                    <a:pt x="687" y="13018"/>
                    <a:pt x="743" y="13018"/>
                  </a:cubicBezTo>
                  <a:cubicBezTo>
                    <a:pt x="782" y="13018"/>
                    <a:pt x="820" y="13001"/>
                    <a:pt x="842" y="12961"/>
                  </a:cubicBezTo>
                  <a:cubicBezTo>
                    <a:pt x="915" y="12831"/>
                    <a:pt x="983" y="12699"/>
                    <a:pt x="1048" y="12565"/>
                  </a:cubicBezTo>
                  <a:lnTo>
                    <a:pt x="1048" y="12565"/>
                  </a:lnTo>
                  <a:cubicBezTo>
                    <a:pt x="969" y="12904"/>
                    <a:pt x="903" y="13247"/>
                    <a:pt x="839" y="13588"/>
                  </a:cubicBezTo>
                  <a:cubicBezTo>
                    <a:pt x="782" y="13900"/>
                    <a:pt x="729" y="14210"/>
                    <a:pt x="680" y="14522"/>
                  </a:cubicBezTo>
                  <a:cubicBezTo>
                    <a:pt x="656" y="14676"/>
                    <a:pt x="634" y="14831"/>
                    <a:pt x="612" y="14985"/>
                  </a:cubicBezTo>
                  <a:cubicBezTo>
                    <a:pt x="590" y="15142"/>
                    <a:pt x="558" y="15300"/>
                    <a:pt x="557" y="15457"/>
                  </a:cubicBezTo>
                  <a:cubicBezTo>
                    <a:pt x="555" y="15633"/>
                    <a:pt x="518" y="15807"/>
                    <a:pt x="515" y="15983"/>
                  </a:cubicBezTo>
                  <a:cubicBezTo>
                    <a:pt x="514" y="16028"/>
                    <a:pt x="524" y="16072"/>
                    <a:pt x="522" y="16118"/>
                  </a:cubicBezTo>
                  <a:cubicBezTo>
                    <a:pt x="521" y="16157"/>
                    <a:pt x="520" y="16197"/>
                    <a:pt x="518" y="16239"/>
                  </a:cubicBezTo>
                  <a:cubicBezTo>
                    <a:pt x="515" y="16311"/>
                    <a:pt x="515" y="16383"/>
                    <a:pt x="516" y="16455"/>
                  </a:cubicBezTo>
                  <a:cubicBezTo>
                    <a:pt x="507" y="16455"/>
                    <a:pt x="498" y="16455"/>
                    <a:pt x="488" y="16456"/>
                  </a:cubicBezTo>
                  <a:cubicBezTo>
                    <a:pt x="460" y="16461"/>
                    <a:pt x="433" y="16469"/>
                    <a:pt x="410" y="16481"/>
                  </a:cubicBezTo>
                  <a:cubicBezTo>
                    <a:pt x="393" y="16491"/>
                    <a:pt x="372" y="16502"/>
                    <a:pt x="357" y="16514"/>
                  </a:cubicBezTo>
                  <a:cubicBezTo>
                    <a:pt x="327" y="16540"/>
                    <a:pt x="312" y="16561"/>
                    <a:pt x="295" y="16597"/>
                  </a:cubicBezTo>
                  <a:cubicBezTo>
                    <a:pt x="291" y="16612"/>
                    <a:pt x="289" y="16626"/>
                    <a:pt x="285" y="16642"/>
                  </a:cubicBezTo>
                  <a:cubicBezTo>
                    <a:pt x="285" y="16657"/>
                    <a:pt x="286" y="16673"/>
                    <a:pt x="286" y="16688"/>
                  </a:cubicBezTo>
                  <a:cubicBezTo>
                    <a:pt x="291" y="16725"/>
                    <a:pt x="311" y="16758"/>
                    <a:pt x="338" y="16783"/>
                  </a:cubicBezTo>
                  <a:cubicBezTo>
                    <a:pt x="341" y="16786"/>
                    <a:pt x="344" y="16787"/>
                    <a:pt x="345" y="16789"/>
                  </a:cubicBezTo>
                  <a:cubicBezTo>
                    <a:pt x="344" y="16803"/>
                    <a:pt x="345" y="16820"/>
                    <a:pt x="346" y="16835"/>
                  </a:cubicBezTo>
                  <a:cubicBezTo>
                    <a:pt x="350" y="16847"/>
                    <a:pt x="355" y="16861"/>
                    <a:pt x="359" y="16874"/>
                  </a:cubicBezTo>
                  <a:cubicBezTo>
                    <a:pt x="367" y="16893"/>
                    <a:pt x="378" y="16908"/>
                    <a:pt x="394" y="16922"/>
                  </a:cubicBezTo>
                  <a:cubicBezTo>
                    <a:pt x="403" y="16933"/>
                    <a:pt x="414" y="16939"/>
                    <a:pt x="426" y="16945"/>
                  </a:cubicBezTo>
                  <a:cubicBezTo>
                    <a:pt x="444" y="16956"/>
                    <a:pt x="464" y="16962"/>
                    <a:pt x="483" y="16965"/>
                  </a:cubicBezTo>
                  <a:cubicBezTo>
                    <a:pt x="492" y="16966"/>
                    <a:pt x="502" y="16967"/>
                    <a:pt x="510" y="16967"/>
                  </a:cubicBezTo>
                  <a:lnTo>
                    <a:pt x="527" y="16967"/>
                  </a:lnTo>
                  <a:lnTo>
                    <a:pt x="536" y="16976"/>
                  </a:lnTo>
                  <a:cubicBezTo>
                    <a:pt x="547" y="16981"/>
                    <a:pt x="558" y="16988"/>
                    <a:pt x="569" y="16993"/>
                  </a:cubicBezTo>
                  <a:cubicBezTo>
                    <a:pt x="583" y="16999"/>
                    <a:pt x="597" y="17002"/>
                    <a:pt x="611" y="17002"/>
                  </a:cubicBezTo>
                  <a:cubicBezTo>
                    <a:pt x="616" y="17002"/>
                    <a:pt x="621" y="17002"/>
                    <a:pt x="626" y="17001"/>
                  </a:cubicBezTo>
                  <a:cubicBezTo>
                    <a:pt x="659" y="17000"/>
                    <a:pt x="689" y="16990"/>
                    <a:pt x="714" y="16970"/>
                  </a:cubicBezTo>
                  <a:cubicBezTo>
                    <a:pt x="768" y="16928"/>
                    <a:pt x="798" y="16860"/>
                    <a:pt x="787" y="16792"/>
                  </a:cubicBezTo>
                  <a:cubicBezTo>
                    <a:pt x="787" y="16789"/>
                    <a:pt x="784" y="16786"/>
                    <a:pt x="784" y="16782"/>
                  </a:cubicBezTo>
                  <a:cubicBezTo>
                    <a:pt x="787" y="16771"/>
                    <a:pt x="790" y="16758"/>
                    <a:pt x="793" y="16745"/>
                  </a:cubicBezTo>
                  <a:cubicBezTo>
                    <a:pt x="793" y="16741"/>
                    <a:pt x="794" y="16736"/>
                    <a:pt x="794" y="16732"/>
                  </a:cubicBezTo>
                  <a:cubicBezTo>
                    <a:pt x="794" y="16714"/>
                    <a:pt x="794" y="16692"/>
                    <a:pt x="793" y="16675"/>
                  </a:cubicBezTo>
                  <a:cubicBezTo>
                    <a:pt x="790" y="16653"/>
                    <a:pt x="782" y="16630"/>
                    <a:pt x="774" y="16610"/>
                  </a:cubicBezTo>
                  <a:cubicBezTo>
                    <a:pt x="772" y="16602"/>
                    <a:pt x="768" y="16595"/>
                    <a:pt x="762" y="16588"/>
                  </a:cubicBezTo>
                  <a:cubicBezTo>
                    <a:pt x="766" y="16584"/>
                    <a:pt x="769" y="16578"/>
                    <a:pt x="771" y="16575"/>
                  </a:cubicBezTo>
                  <a:cubicBezTo>
                    <a:pt x="772" y="16575"/>
                    <a:pt x="772" y="16573"/>
                    <a:pt x="773" y="16573"/>
                  </a:cubicBezTo>
                  <a:cubicBezTo>
                    <a:pt x="798" y="16562"/>
                    <a:pt x="798" y="16532"/>
                    <a:pt x="779" y="16516"/>
                  </a:cubicBezTo>
                  <a:cubicBezTo>
                    <a:pt x="774" y="16511"/>
                    <a:pt x="769" y="16509"/>
                    <a:pt x="766" y="16506"/>
                  </a:cubicBezTo>
                  <a:cubicBezTo>
                    <a:pt x="752" y="16488"/>
                    <a:pt x="735" y="16474"/>
                    <a:pt x="711" y="16473"/>
                  </a:cubicBezTo>
                  <a:cubicBezTo>
                    <a:pt x="707" y="16472"/>
                    <a:pt x="703" y="16472"/>
                    <a:pt x="699" y="16472"/>
                  </a:cubicBezTo>
                  <a:cubicBezTo>
                    <a:pt x="690" y="16472"/>
                    <a:pt x="681" y="16473"/>
                    <a:pt x="672" y="16474"/>
                  </a:cubicBezTo>
                  <a:cubicBezTo>
                    <a:pt x="659" y="16474"/>
                    <a:pt x="648" y="16474"/>
                    <a:pt x="636" y="16476"/>
                  </a:cubicBezTo>
                  <a:cubicBezTo>
                    <a:pt x="630" y="16473"/>
                    <a:pt x="626" y="16472"/>
                    <a:pt x="621" y="16470"/>
                  </a:cubicBezTo>
                  <a:cubicBezTo>
                    <a:pt x="683" y="16183"/>
                    <a:pt x="735" y="15896"/>
                    <a:pt x="782" y="15606"/>
                  </a:cubicBezTo>
                  <a:cubicBezTo>
                    <a:pt x="807" y="15447"/>
                    <a:pt x="837" y="15291"/>
                    <a:pt x="859" y="15132"/>
                  </a:cubicBezTo>
                  <a:cubicBezTo>
                    <a:pt x="879" y="14982"/>
                    <a:pt x="899" y="14831"/>
                    <a:pt x="921" y="14682"/>
                  </a:cubicBezTo>
                  <a:cubicBezTo>
                    <a:pt x="1014" y="14065"/>
                    <a:pt x="1122" y="13450"/>
                    <a:pt x="1240" y="12839"/>
                  </a:cubicBezTo>
                  <a:cubicBezTo>
                    <a:pt x="1307" y="12490"/>
                    <a:pt x="1382" y="12144"/>
                    <a:pt x="1436" y="11792"/>
                  </a:cubicBezTo>
                  <a:cubicBezTo>
                    <a:pt x="1442" y="11757"/>
                    <a:pt x="1426" y="11730"/>
                    <a:pt x="1400" y="11713"/>
                  </a:cubicBezTo>
                  <a:cubicBezTo>
                    <a:pt x="1442" y="11596"/>
                    <a:pt x="1480" y="11476"/>
                    <a:pt x="1516" y="11355"/>
                  </a:cubicBezTo>
                  <a:lnTo>
                    <a:pt x="1516" y="11355"/>
                  </a:lnTo>
                  <a:cubicBezTo>
                    <a:pt x="1490" y="13326"/>
                    <a:pt x="1464" y="15297"/>
                    <a:pt x="1433" y="17268"/>
                  </a:cubicBezTo>
                  <a:cubicBezTo>
                    <a:pt x="1351" y="22796"/>
                    <a:pt x="1268" y="28323"/>
                    <a:pt x="1169" y="33850"/>
                  </a:cubicBezTo>
                  <a:cubicBezTo>
                    <a:pt x="1141" y="35401"/>
                    <a:pt x="1111" y="36953"/>
                    <a:pt x="1082" y="38505"/>
                  </a:cubicBezTo>
                  <a:cubicBezTo>
                    <a:pt x="1068" y="39297"/>
                    <a:pt x="1051" y="40090"/>
                    <a:pt x="1036" y="40883"/>
                  </a:cubicBezTo>
                  <a:cubicBezTo>
                    <a:pt x="1020" y="41654"/>
                    <a:pt x="939" y="42449"/>
                    <a:pt x="1069" y="43211"/>
                  </a:cubicBezTo>
                  <a:cubicBezTo>
                    <a:pt x="1076" y="43255"/>
                    <a:pt x="1107" y="43275"/>
                    <a:pt x="1140" y="43275"/>
                  </a:cubicBezTo>
                  <a:cubicBezTo>
                    <a:pt x="1176" y="43275"/>
                    <a:pt x="1214" y="43250"/>
                    <a:pt x="1223" y="43207"/>
                  </a:cubicBezTo>
                  <a:cubicBezTo>
                    <a:pt x="1240" y="43128"/>
                    <a:pt x="1260" y="43047"/>
                    <a:pt x="1276" y="42966"/>
                  </a:cubicBezTo>
                  <a:cubicBezTo>
                    <a:pt x="1283" y="44480"/>
                    <a:pt x="1295" y="45994"/>
                    <a:pt x="1316" y="47507"/>
                  </a:cubicBezTo>
                  <a:cubicBezTo>
                    <a:pt x="1333" y="48805"/>
                    <a:pt x="1354" y="50102"/>
                    <a:pt x="1382" y="51399"/>
                  </a:cubicBezTo>
                  <a:cubicBezTo>
                    <a:pt x="1395" y="52058"/>
                    <a:pt x="1410" y="52716"/>
                    <a:pt x="1427" y="53375"/>
                  </a:cubicBezTo>
                  <a:cubicBezTo>
                    <a:pt x="1238" y="53377"/>
                    <a:pt x="1048" y="53378"/>
                    <a:pt x="859" y="53380"/>
                  </a:cubicBezTo>
                  <a:cubicBezTo>
                    <a:pt x="664" y="53382"/>
                    <a:pt x="630" y="53680"/>
                    <a:pt x="825" y="53680"/>
                  </a:cubicBezTo>
                  <a:cubicBezTo>
                    <a:pt x="826" y="53680"/>
                    <a:pt x="826" y="53680"/>
                    <a:pt x="827" y="53680"/>
                  </a:cubicBezTo>
                  <a:cubicBezTo>
                    <a:pt x="1029" y="53679"/>
                    <a:pt x="1230" y="53678"/>
                    <a:pt x="1431" y="53677"/>
                  </a:cubicBezTo>
                  <a:lnTo>
                    <a:pt x="1431" y="53677"/>
                  </a:lnTo>
                  <a:cubicBezTo>
                    <a:pt x="1435" y="54228"/>
                    <a:pt x="1426" y="54791"/>
                    <a:pt x="1542" y="55326"/>
                  </a:cubicBezTo>
                  <a:cubicBezTo>
                    <a:pt x="1551" y="55367"/>
                    <a:pt x="1584" y="55387"/>
                    <a:pt x="1617" y="55387"/>
                  </a:cubicBezTo>
                  <a:cubicBezTo>
                    <a:pt x="1651" y="55387"/>
                    <a:pt x="1685" y="55365"/>
                    <a:pt x="1691" y="55323"/>
                  </a:cubicBezTo>
                  <a:cubicBezTo>
                    <a:pt x="1715" y="55182"/>
                    <a:pt x="1744" y="55044"/>
                    <a:pt x="1746" y="54903"/>
                  </a:cubicBezTo>
                  <a:cubicBezTo>
                    <a:pt x="1749" y="54763"/>
                    <a:pt x="1740" y="54620"/>
                    <a:pt x="1735" y="54478"/>
                  </a:cubicBezTo>
                  <a:lnTo>
                    <a:pt x="1715" y="53676"/>
                  </a:lnTo>
                  <a:cubicBezTo>
                    <a:pt x="14308" y="53575"/>
                    <a:pt x="26902" y="53490"/>
                    <a:pt x="39495" y="53457"/>
                  </a:cubicBezTo>
                  <a:cubicBezTo>
                    <a:pt x="44227" y="53445"/>
                    <a:pt x="48959" y="53438"/>
                    <a:pt x="53692" y="53438"/>
                  </a:cubicBezTo>
                  <a:cubicBezTo>
                    <a:pt x="61726" y="53438"/>
                    <a:pt x="69760" y="53456"/>
                    <a:pt x="77794" y="53492"/>
                  </a:cubicBezTo>
                  <a:cubicBezTo>
                    <a:pt x="81377" y="53509"/>
                    <a:pt x="84960" y="53529"/>
                    <a:pt x="88544" y="53552"/>
                  </a:cubicBezTo>
                  <a:cubicBezTo>
                    <a:pt x="90373" y="53564"/>
                    <a:pt x="92205" y="53577"/>
                    <a:pt x="94035" y="53591"/>
                  </a:cubicBezTo>
                  <a:cubicBezTo>
                    <a:pt x="95089" y="53599"/>
                    <a:pt x="96145" y="53623"/>
                    <a:pt x="97201" y="53623"/>
                  </a:cubicBezTo>
                  <a:cubicBezTo>
                    <a:pt x="97528" y="53623"/>
                    <a:pt x="97855" y="53621"/>
                    <a:pt x="98181" y="53615"/>
                  </a:cubicBezTo>
                  <a:lnTo>
                    <a:pt x="98181" y="53615"/>
                  </a:lnTo>
                  <a:cubicBezTo>
                    <a:pt x="98176" y="53671"/>
                    <a:pt x="98169" y="53728"/>
                    <a:pt x="98164" y="53785"/>
                  </a:cubicBezTo>
                  <a:cubicBezTo>
                    <a:pt x="98154" y="53876"/>
                    <a:pt x="98168" y="53963"/>
                    <a:pt x="98177" y="54052"/>
                  </a:cubicBezTo>
                  <a:cubicBezTo>
                    <a:pt x="98181" y="54094"/>
                    <a:pt x="98209" y="54112"/>
                    <a:pt x="98240" y="54112"/>
                  </a:cubicBezTo>
                  <a:cubicBezTo>
                    <a:pt x="98271" y="54112"/>
                    <a:pt x="98305" y="54092"/>
                    <a:pt x="98316" y="54057"/>
                  </a:cubicBezTo>
                  <a:cubicBezTo>
                    <a:pt x="98333" y="54005"/>
                    <a:pt x="98350" y="53952"/>
                    <a:pt x="98366" y="53901"/>
                  </a:cubicBezTo>
                  <a:cubicBezTo>
                    <a:pt x="98380" y="53848"/>
                    <a:pt x="98382" y="53792"/>
                    <a:pt x="98389" y="53738"/>
                  </a:cubicBezTo>
                  <a:cubicBezTo>
                    <a:pt x="98400" y="53639"/>
                    <a:pt x="98412" y="53541"/>
                    <a:pt x="98423" y="53442"/>
                  </a:cubicBezTo>
                  <a:cubicBezTo>
                    <a:pt x="98446" y="53244"/>
                    <a:pt x="98472" y="53046"/>
                    <a:pt x="98500" y="52849"/>
                  </a:cubicBezTo>
                  <a:cubicBezTo>
                    <a:pt x="98517" y="52720"/>
                    <a:pt x="98537" y="52592"/>
                    <a:pt x="98555" y="52463"/>
                  </a:cubicBezTo>
                  <a:cubicBezTo>
                    <a:pt x="98556" y="52463"/>
                    <a:pt x="98556" y="52463"/>
                    <a:pt x="98557" y="52463"/>
                  </a:cubicBezTo>
                  <a:cubicBezTo>
                    <a:pt x="98563" y="52463"/>
                    <a:pt x="98571" y="52460"/>
                    <a:pt x="98574" y="52453"/>
                  </a:cubicBezTo>
                  <a:cubicBezTo>
                    <a:pt x="98626" y="52350"/>
                    <a:pt x="98631" y="52239"/>
                    <a:pt x="98638" y="52127"/>
                  </a:cubicBezTo>
                  <a:cubicBezTo>
                    <a:pt x="98646" y="52036"/>
                    <a:pt x="98647" y="51947"/>
                    <a:pt x="98646" y="51856"/>
                  </a:cubicBezTo>
                  <a:cubicBezTo>
                    <a:pt x="98655" y="51793"/>
                    <a:pt x="98665" y="51730"/>
                    <a:pt x="98676" y="51665"/>
                  </a:cubicBezTo>
                  <a:cubicBezTo>
                    <a:pt x="98690" y="51585"/>
                    <a:pt x="98703" y="51502"/>
                    <a:pt x="98717" y="51421"/>
                  </a:cubicBezTo>
                  <a:cubicBezTo>
                    <a:pt x="99237" y="51107"/>
                    <a:pt x="99690" y="50689"/>
                    <a:pt x="100059" y="50210"/>
                  </a:cubicBezTo>
                  <a:cubicBezTo>
                    <a:pt x="100769" y="49294"/>
                    <a:pt x="101196" y="48169"/>
                    <a:pt x="101381" y="47035"/>
                  </a:cubicBezTo>
                  <a:cubicBezTo>
                    <a:pt x="101476" y="46444"/>
                    <a:pt x="101509" y="45846"/>
                    <a:pt x="101481" y="45249"/>
                  </a:cubicBezTo>
                  <a:cubicBezTo>
                    <a:pt x="101450" y="44570"/>
                    <a:pt x="101351" y="43871"/>
                    <a:pt x="100980" y="43284"/>
                  </a:cubicBezTo>
                  <a:cubicBezTo>
                    <a:pt x="100959" y="43252"/>
                    <a:pt x="100922" y="43237"/>
                    <a:pt x="100886" y="43237"/>
                  </a:cubicBezTo>
                  <a:cubicBezTo>
                    <a:pt x="100839" y="43237"/>
                    <a:pt x="100791" y="43261"/>
                    <a:pt x="100774" y="43304"/>
                  </a:cubicBezTo>
                  <a:cubicBezTo>
                    <a:pt x="100483" y="44059"/>
                    <a:pt x="100192" y="44813"/>
                    <a:pt x="99937" y="45580"/>
                  </a:cubicBezTo>
                  <a:cubicBezTo>
                    <a:pt x="99619" y="46534"/>
                    <a:pt x="99338" y="47501"/>
                    <a:pt x="99094" y="48477"/>
                  </a:cubicBezTo>
                  <a:cubicBezTo>
                    <a:pt x="99121" y="48270"/>
                    <a:pt x="99146" y="48065"/>
                    <a:pt x="99164" y="47858"/>
                  </a:cubicBezTo>
                  <a:cubicBezTo>
                    <a:pt x="99230" y="47135"/>
                    <a:pt x="99248" y="46408"/>
                    <a:pt x="99218" y="45683"/>
                  </a:cubicBezTo>
                  <a:lnTo>
                    <a:pt x="99218" y="45683"/>
                  </a:lnTo>
                  <a:cubicBezTo>
                    <a:pt x="99222" y="45686"/>
                    <a:pt x="99227" y="45688"/>
                    <a:pt x="99232" y="45688"/>
                  </a:cubicBezTo>
                  <a:cubicBezTo>
                    <a:pt x="99241" y="45688"/>
                    <a:pt x="99250" y="45683"/>
                    <a:pt x="99250" y="45672"/>
                  </a:cubicBezTo>
                  <a:cubicBezTo>
                    <a:pt x="99258" y="45540"/>
                    <a:pt x="99267" y="45410"/>
                    <a:pt x="99275" y="45278"/>
                  </a:cubicBezTo>
                  <a:cubicBezTo>
                    <a:pt x="99314" y="44677"/>
                    <a:pt x="99325" y="44075"/>
                    <a:pt x="99325" y="43474"/>
                  </a:cubicBezTo>
                  <a:cubicBezTo>
                    <a:pt x="99365" y="43250"/>
                    <a:pt x="99407" y="43026"/>
                    <a:pt x="99451" y="42802"/>
                  </a:cubicBezTo>
                  <a:cubicBezTo>
                    <a:pt x="99530" y="42414"/>
                    <a:pt x="99614" y="42026"/>
                    <a:pt x="99707" y="41640"/>
                  </a:cubicBezTo>
                  <a:cubicBezTo>
                    <a:pt x="99717" y="41622"/>
                    <a:pt x="99725" y="41608"/>
                    <a:pt x="99735" y="41591"/>
                  </a:cubicBezTo>
                  <a:cubicBezTo>
                    <a:pt x="99788" y="41503"/>
                    <a:pt x="99835" y="41412"/>
                    <a:pt x="99887" y="41324"/>
                  </a:cubicBezTo>
                  <a:cubicBezTo>
                    <a:pt x="99993" y="41141"/>
                    <a:pt x="100109" y="40961"/>
                    <a:pt x="100231" y="40785"/>
                  </a:cubicBezTo>
                  <a:cubicBezTo>
                    <a:pt x="100351" y="40611"/>
                    <a:pt x="100481" y="40440"/>
                    <a:pt x="100615" y="40275"/>
                  </a:cubicBezTo>
                  <a:cubicBezTo>
                    <a:pt x="100712" y="40157"/>
                    <a:pt x="100810" y="40043"/>
                    <a:pt x="100904" y="39924"/>
                  </a:cubicBezTo>
                  <a:cubicBezTo>
                    <a:pt x="100937" y="39924"/>
                    <a:pt x="100970" y="39914"/>
                    <a:pt x="100998" y="39895"/>
                  </a:cubicBezTo>
                  <a:cubicBezTo>
                    <a:pt x="101018" y="39880"/>
                    <a:pt x="101034" y="39863"/>
                    <a:pt x="101046" y="39842"/>
                  </a:cubicBezTo>
                  <a:cubicBezTo>
                    <a:pt x="101065" y="39840"/>
                    <a:pt x="101085" y="39832"/>
                    <a:pt x="101100" y="39822"/>
                  </a:cubicBezTo>
                  <a:cubicBezTo>
                    <a:pt x="101119" y="39809"/>
                    <a:pt x="101142" y="39776"/>
                    <a:pt x="101142" y="39753"/>
                  </a:cubicBezTo>
                  <a:cubicBezTo>
                    <a:pt x="101144" y="39720"/>
                    <a:pt x="101142" y="39695"/>
                    <a:pt x="101131" y="39664"/>
                  </a:cubicBezTo>
                  <a:cubicBezTo>
                    <a:pt x="101124" y="39643"/>
                    <a:pt x="101113" y="39624"/>
                    <a:pt x="101100" y="39608"/>
                  </a:cubicBezTo>
                  <a:cubicBezTo>
                    <a:pt x="101087" y="39593"/>
                    <a:pt x="101074" y="39582"/>
                    <a:pt x="101060" y="39571"/>
                  </a:cubicBezTo>
                  <a:cubicBezTo>
                    <a:pt x="101062" y="39565"/>
                    <a:pt x="101062" y="39561"/>
                    <a:pt x="101063" y="39555"/>
                  </a:cubicBezTo>
                  <a:cubicBezTo>
                    <a:pt x="101064" y="39550"/>
                    <a:pt x="101065" y="39545"/>
                    <a:pt x="101067" y="39540"/>
                  </a:cubicBezTo>
                  <a:cubicBezTo>
                    <a:pt x="101068" y="39534"/>
                    <a:pt x="101068" y="39528"/>
                    <a:pt x="101068" y="39522"/>
                  </a:cubicBezTo>
                  <a:lnTo>
                    <a:pt x="101068" y="39518"/>
                  </a:lnTo>
                  <a:cubicBezTo>
                    <a:pt x="101070" y="39517"/>
                    <a:pt x="101070" y="39515"/>
                    <a:pt x="101070" y="39512"/>
                  </a:cubicBezTo>
                  <a:cubicBezTo>
                    <a:pt x="101098" y="39474"/>
                    <a:pt x="101078" y="39424"/>
                    <a:pt x="101031" y="39414"/>
                  </a:cubicBezTo>
                  <a:cubicBezTo>
                    <a:pt x="101021" y="39411"/>
                    <a:pt x="101010" y="39410"/>
                    <a:pt x="100999" y="39410"/>
                  </a:cubicBezTo>
                  <a:cubicBezTo>
                    <a:pt x="100954" y="39410"/>
                    <a:pt x="100905" y="39428"/>
                    <a:pt x="100878" y="39461"/>
                  </a:cubicBezTo>
                  <a:cubicBezTo>
                    <a:pt x="100860" y="39485"/>
                    <a:pt x="100848" y="39511"/>
                    <a:pt x="100839" y="39539"/>
                  </a:cubicBezTo>
                  <a:cubicBezTo>
                    <a:pt x="100796" y="39557"/>
                    <a:pt x="100762" y="39593"/>
                    <a:pt x="100741" y="39635"/>
                  </a:cubicBezTo>
                  <a:cubicBezTo>
                    <a:pt x="100710" y="39705"/>
                    <a:pt x="100718" y="39790"/>
                    <a:pt x="100762" y="39853"/>
                  </a:cubicBezTo>
                  <a:cubicBezTo>
                    <a:pt x="100661" y="39951"/>
                    <a:pt x="100569" y="40057"/>
                    <a:pt x="100477" y="40167"/>
                  </a:cubicBezTo>
                  <a:cubicBezTo>
                    <a:pt x="100340" y="40331"/>
                    <a:pt x="100212" y="40501"/>
                    <a:pt x="100088" y="40674"/>
                  </a:cubicBezTo>
                  <a:cubicBezTo>
                    <a:pt x="100009" y="40786"/>
                    <a:pt x="99932" y="40903"/>
                    <a:pt x="99857" y="41020"/>
                  </a:cubicBezTo>
                  <a:cubicBezTo>
                    <a:pt x="100125" y="39982"/>
                    <a:pt x="100439" y="38957"/>
                    <a:pt x="100800" y="37946"/>
                  </a:cubicBezTo>
                  <a:cubicBezTo>
                    <a:pt x="100806" y="37947"/>
                    <a:pt x="100812" y="37947"/>
                    <a:pt x="100817" y="37947"/>
                  </a:cubicBezTo>
                  <a:cubicBezTo>
                    <a:pt x="100841" y="37947"/>
                    <a:pt x="100864" y="37945"/>
                    <a:pt x="100888" y="37937"/>
                  </a:cubicBezTo>
                  <a:cubicBezTo>
                    <a:pt x="100939" y="37921"/>
                    <a:pt x="100976" y="37883"/>
                    <a:pt x="101003" y="37841"/>
                  </a:cubicBezTo>
                  <a:cubicBezTo>
                    <a:pt x="101014" y="37823"/>
                    <a:pt x="101019" y="37803"/>
                    <a:pt x="101025" y="37782"/>
                  </a:cubicBezTo>
                  <a:cubicBezTo>
                    <a:pt x="101026" y="37777"/>
                    <a:pt x="101026" y="37772"/>
                    <a:pt x="101027" y="37769"/>
                  </a:cubicBezTo>
                  <a:cubicBezTo>
                    <a:pt x="101043" y="37742"/>
                    <a:pt x="101053" y="37710"/>
                    <a:pt x="101049" y="37678"/>
                  </a:cubicBezTo>
                  <a:cubicBezTo>
                    <a:pt x="101048" y="37665"/>
                    <a:pt x="101043" y="37650"/>
                    <a:pt x="101038" y="37638"/>
                  </a:cubicBezTo>
                  <a:cubicBezTo>
                    <a:pt x="101037" y="37635"/>
                    <a:pt x="101036" y="37632"/>
                    <a:pt x="101036" y="37629"/>
                  </a:cubicBezTo>
                  <a:cubicBezTo>
                    <a:pt x="101029" y="37616"/>
                    <a:pt x="101020" y="37601"/>
                    <a:pt x="101012" y="37588"/>
                  </a:cubicBezTo>
                  <a:cubicBezTo>
                    <a:pt x="101003" y="37574"/>
                    <a:pt x="100990" y="37563"/>
                    <a:pt x="100980" y="37552"/>
                  </a:cubicBezTo>
                  <a:cubicBezTo>
                    <a:pt x="100975" y="37549"/>
                    <a:pt x="100972" y="37546"/>
                    <a:pt x="100969" y="37542"/>
                  </a:cubicBezTo>
                  <a:cubicBezTo>
                    <a:pt x="100933" y="37517"/>
                    <a:pt x="100894" y="37501"/>
                    <a:pt x="100851" y="37493"/>
                  </a:cubicBezTo>
                  <a:cubicBezTo>
                    <a:pt x="100837" y="37491"/>
                    <a:pt x="100823" y="37490"/>
                    <a:pt x="100810" y="37490"/>
                  </a:cubicBezTo>
                  <a:cubicBezTo>
                    <a:pt x="100779" y="37490"/>
                    <a:pt x="100750" y="37495"/>
                    <a:pt x="100719" y="37504"/>
                  </a:cubicBezTo>
                  <a:cubicBezTo>
                    <a:pt x="100679" y="37517"/>
                    <a:pt x="100645" y="37542"/>
                    <a:pt x="100614" y="37573"/>
                  </a:cubicBezTo>
                  <a:cubicBezTo>
                    <a:pt x="100601" y="37588"/>
                    <a:pt x="100587" y="37606"/>
                    <a:pt x="100580" y="37624"/>
                  </a:cubicBezTo>
                  <a:cubicBezTo>
                    <a:pt x="100575" y="37633"/>
                    <a:pt x="100573" y="37643"/>
                    <a:pt x="100569" y="37652"/>
                  </a:cubicBezTo>
                  <a:cubicBezTo>
                    <a:pt x="100563" y="37671"/>
                    <a:pt x="100562" y="37688"/>
                    <a:pt x="100563" y="37706"/>
                  </a:cubicBezTo>
                  <a:lnTo>
                    <a:pt x="100563" y="37707"/>
                  </a:lnTo>
                  <a:cubicBezTo>
                    <a:pt x="100563" y="37735"/>
                    <a:pt x="100568" y="37761"/>
                    <a:pt x="100576" y="37788"/>
                  </a:cubicBezTo>
                  <a:cubicBezTo>
                    <a:pt x="100585" y="37811"/>
                    <a:pt x="100598" y="37833"/>
                    <a:pt x="100615" y="37853"/>
                  </a:cubicBezTo>
                  <a:cubicBezTo>
                    <a:pt x="100623" y="37861"/>
                    <a:pt x="100630" y="37868"/>
                    <a:pt x="100637" y="37875"/>
                  </a:cubicBezTo>
                  <a:cubicBezTo>
                    <a:pt x="100475" y="38311"/>
                    <a:pt x="100321" y="38750"/>
                    <a:pt x="100176" y="39194"/>
                  </a:cubicBezTo>
                  <a:cubicBezTo>
                    <a:pt x="99911" y="40007"/>
                    <a:pt x="99687" y="40834"/>
                    <a:pt x="99491" y="41665"/>
                  </a:cubicBezTo>
                  <a:cubicBezTo>
                    <a:pt x="99429" y="41927"/>
                    <a:pt x="99372" y="42190"/>
                    <a:pt x="99317" y="42453"/>
                  </a:cubicBezTo>
                  <a:cubicBezTo>
                    <a:pt x="99314" y="42274"/>
                    <a:pt x="99311" y="42096"/>
                    <a:pt x="99310" y="41919"/>
                  </a:cubicBezTo>
                  <a:cubicBezTo>
                    <a:pt x="99294" y="40729"/>
                    <a:pt x="99267" y="39538"/>
                    <a:pt x="99226" y="38348"/>
                  </a:cubicBezTo>
                  <a:cubicBezTo>
                    <a:pt x="99215" y="38019"/>
                    <a:pt x="99203" y="37691"/>
                    <a:pt x="99191" y="37361"/>
                  </a:cubicBezTo>
                  <a:cubicBezTo>
                    <a:pt x="99576" y="37190"/>
                    <a:pt x="99900" y="36917"/>
                    <a:pt x="100158" y="36588"/>
                  </a:cubicBezTo>
                  <a:cubicBezTo>
                    <a:pt x="100673" y="35931"/>
                    <a:pt x="100954" y="35107"/>
                    <a:pt x="101130" y="34305"/>
                  </a:cubicBezTo>
                  <a:cubicBezTo>
                    <a:pt x="101333" y="33384"/>
                    <a:pt x="101370" y="32427"/>
                    <a:pt x="101244" y="31494"/>
                  </a:cubicBezTo>
                  <a:cubicBezTo>
                    <a:pt x="101236" y="31436"/>
                    <a:pt x="101186" y="31400"/>
                    <a:pt x="101134" y="31400"/>
                  </a:cubicBezTo>
                  <a:cubicBezTo>
                    <a:pt x="101105" y="31400"/>
                    <a:pt x="101075" y="31412"/>
                    <a:pt x="101053" y="31438"/>
                  </a:cubicBezTo>
                  <a:cubicBezTo>
                    <a:pt x="100787" y="31758"/>
                    <a:pt x="100547" y="32098"/>
                    <a:pt x="100332" y="32454"/>
                  </a:cubicBezTo>
                  <a:cubicBezTo>
                    <a:pt x="99948" y="33090"/>
                    <a:pt x="99653" y="33773"/>
                    <a:pt x="99455" y="34486"/>
                  </a:cubicBezTo>
                  <a:cubicBezTo>
                    <a:pt x="99357" y="34838"/>
                    <a:pt x="99284" y="35196"/>
                    <a:pt x="99236" y="35557"/>
                  </a:cubicBezTo>
                  <a:cubicBezTo>
                    <a:pt x="99211" y="35742"/>
                    <a:pt x="99198" y="35925"/>
                    <a:pt x="99195" y="36111"/>
                  </a:cubicBezTo>
                  <a:cubicBezTo>
                    <a:pt x="99193" y="36207"/>
                    <a:pt x="99189" y="36305"/>
                    <a:pt x="99187" y="36401"/>
                  </a:cubicBezTo>
                  <a:cubicBezTo>
                    <a:pt x="99187" y="36438"/>
                    <a:pt x="99184" y="36478"/>
                    <a:pt x="99191" y="36513"/>
                  </a:cubicBezTo>
                  <a:cubicBezTo>
                    <a:pt x="99200" y="36556"/>
                    <a:pt x="99218" y="36600"/>
                    <a:pt x="99230" y="36643"/>
                  </a:cubicBezTo>
                  <a:cubicBezTo>
                    <a:pt x="99232" y="36650"/>
                    <a:pt x="99237" y="36653"/>
                    <a:pt x="99243" y="36653"/>
                  </a:cubicBezTo>
                  <a:cubicBezTo>
                    <a:pt x="99251" y="36653"/>
                    <a:pt x="99259" y="36647"/>
                    <a:pt x="99262" y="36640"/>
                  </a:cubicBezTo>
                  <a:cubicBezTo>
                    <a:pt x="99278" y="36586"/>
                    <a:pt x="99305" y="36531"/>
                    <a:pt x="99310" y="36476"/>
                  </a:cubicBezTo>
                  <a:cubicBezTo>
                    <a:pt x="99314" y="36429"/>
                    <a:pt x="99317" y="36379"/>
                    <a:pt x="99319" y="36331"/>
                  </a:cubicBezTo>
                  <a:cubicBezTo>
                    <a:pt x="99328" y="36234"/>
                    <a:pt x="99338" y="36138"/>
                    <a:pt x="99351" y="36041"/>
                  </a:cubicBezTo>
                  <a:cubicBezTo>
                    <a:pt x="99382" y="35841"/>
                    <a:pt x="99407" y="35640"/>
                    <a:pt x="99442" y="35442"/>
                  </a:cubicBezTo>
                  <a:cubicBezTo>
                    <a:pt x="99669" y="34114"/>
                    <a:pt x="100227" y="32837"/>
                    <a:pt x="101059" y="31769"/>
                  </a:cubicBezTo>
                  <a:cubicBezTo>
                    <a:pt x="101102" y="32195"/>
                    <a:pt x="101113" y="32621"/>
                    <a:pt x="101087" y="33049"/>
                  </a:cubicBezTo>
                  <a:cubicBezTo>
                    <a:pt x="101034" y="33912"/>
                    <a:pt x="100848" y="34785"/>
                    <a:pt x="100497" y="35581"/>
                  </a:cubicBezTo>
                  <a:cubicBezTo>
                    <a:pt x="100242" y="36161"/>
                    <a:pt x="99868" y="36722"/>
                    <a:pt x="99321" y="37060"/>
                  </a:cubicBezTo>
                  <a:cubicBezTo>
                    <a:pt x="99404" y="36870"/>
                    <a:pt x="99486" y="36682"/>
                    <a:pt x="99566" y="36492"/>
                  </a:cubicBezTo>
                  <a:cubicBezTo>
                    <a:pt x="99778" y="36006"/>
                    <a:pt x="99986" y="35517"/>
                    <a:pt x="100187" y="35026"/>
                  </a:cubicBezTo>
                  <a:cubicBezTo>
                    <a:pt x="100288" y="34782"/>
                    <a:pt x="100388" y="34536"/>
                    <a:pt x="100486" y="34290"/>
                  </a:cubicBezTo>
                  <a:cubicBezTo>
                    <a:pt x="100584" y="34046"/>
                    <a:pt x="100684" y="33801"/>
                    <a:pt x="100721" y="33541"/>
                  </a:cubicBezTo>
                  <a:cubicBezTo>
                    <a:pt x="100726" y="33507"/>
                    <a:pt x="100694" y="33478"/>
                    <a:pt x="100664" y="33478"/>
                  </a:cubicBezTo>
                  <a:cubicBezTo>
                    <a:pt x="100650" y="33478"/>
                    <a:pt x="100636" y="33484"/>
                    <a:pt x="100626" y="33499"/>
                  </a:cubicBezTo>
                  <a:cubicBezTo>
                    <a:pt x="100459" y="33749"/>
                    <a:pt x="100360" y="34031"/>
                    <a:pt x="100250" y="34309"/>
                  </a:cubicBezTo>
                  <a:cubicBezTo>
                    <a:pt x="99907" y="35179"/>
                    <a:pt x="99554" y="36047"/>
                    <a:pt x="99171" y="36901"/>
                  </a:cubicBezTo>
                  <a:cubicBezTo>
                    <a:pt x="99141" y="36166"/>
                    <a:pt x="99108" y="35432"/>
                    <a:pt x="99071" y="34697"/>
                  </a:cubicBezTo>
                  <a:cubicBezTo>
                    <a:pt x="99043" y="34150"/>
                    <a:pt x="99014" y="33603"/>
                    <a:pt x="98981" y="33055"/>
                  </a:cubicBezTo>
                  <a:cubicBezTo>
                    <a:pt x="99027" y="32976"/>
                    <a:pt x="99052" y="32878"/>
                    <a:pt x="99077" y="32796"/>
                  </a:cubicBezTo>
                  <a:cubicBezTo>
                    <a:pt x="99119" y="32663"/>
                    <a:pt x="99157" y="32528"/>
                    <a:pt x="99191" y="32394"/>
                  </a:cubicBezTo>
                  <a:cubicBezTo>
                    <a:pt x="99261" y="32126"/>
                    <a:pt x="99314" y="31853"/>
                    <a:pt x="99363" y="31580"/>
                  </a:cubicBezTo>
                  <a:cubicBezTo>
                    <a:pt x="99411" y="31307"/>
                    <a:pt x="99451" y="31032"/>
                    <a:pt x="99484" y="30757"/>
                  </a:cubicBezTo>
                  <a:cubicBezTo>
                    <a:pt x="99500" y="30619"/>
                    <a:pt x="99515" y="30480"/>
                    <a:pt x="99526" y="30342"/>
                  </a:cubicBezTo>
                  <a:cubicBezTo>
                    <a:pt x="99531" y="30270"/>
                    <a:pt x="99536" y="30199"/>
                    <a:pt x="99538" y="30126"/>
                  </a:cubicBezTo>
                  <a:cubicBezTo>
                    <a:pt x="99539" y="30066"/>
                    <a:pt x="99546" y="30002"/>
                    <a:pt x="99532" y="29944"/>
                  </a:cubicBezTo>
                  <a:cubicBezTo>
                    <a:pt x="99539" y="29942"/>
                    <a:pt x="99544" y="29940"/>
                    <a:pt x="99550" y="29939"/>
                  </a:cubicBezTo>
                  <a:cubicBezTo>
                    <a:pt x="99587" y="29924"/>
                    <a:pt x="99621" y="29898"/>
                    <a:pt x="99647" y="29868"/>
                  </a:cubicBezTo>
                  <a:cubicBezTo>
                    <a:pt x="99662" y="29853"/>
                    <a:pt x="99673" y="29834"/>
                    <a:pt x="99680" y="29814"/>
                  </a:cubicBezTo>
                  <a:cubicBezTo>
                    <a:pt x="99686" y="29801"/>
                    <a:pt x="99690" y="29786"/>
                    <a:pt x="99695" y="29771"/>
                  </a:cubicBezTo>
                  <a:cubicBezTo>
                    <a:pt x="99696" y="29766"/>
                    <a:pt x="99696" y="29763"/>
                    <a:pt x="99696" y="29758"/>
                  </a:cubicBezTo>
                  <a:cubicBezTo>
                    <a:pt x="99697" y="29739"/>
                    <a:pt x="99700" y="29717"/>
                    <a:pt x="99696" y="29698"/>
                  </a:cubicBezTo>
                  <a:cubicBezTo>
                    <a:pt x="99687" y="29660"/>
                    <a:pt x="99681" y="29644"/>
                    <a:pt x="99662" y="29611"/>
                  </a:cubicBezTo>
                  <a:cubicBezTo>
                    <a:pt x="99641" y="29579"/>
                    <a:pt x="99609" y="29557"/>
                    <a:pt x="99576" y="29540"/>
                  </a:cubicBezTo>
                  <a:cubicBezTo>
                    <a:pt x="99560" y="29532"/>
                    <a:pt x="99539" y="29527"/>
                    <a:pt x="99521" y="29522"/>
                  </a:cubicBezTo>
                  <a:cubicBezTo>
                    <a:pt x="99509" y="29519"/>
                    <a:pt x="99496" y="29518"/>
                    <a:pt x="99483" y="29518"/>
                  </a:cubicBezTo>
                  <a:cubicBezTo>
                    <a:pt x="99477" y="29518"/>
                    <a:pt x="99471" y="29519"/>
                    <a:pt x="99466" y="29519"/>
                  </a:cubicBezTo>
                  <a:cubicBezTo>
                    <a:pt x="99394" y="29519"/>
                    <a:pt x="99322" y="29568"/>
                    <a:pt x="99294" y="29634"/>
                  </a:cubicBezTo>
                  <a:cubicBezTo>
                    <a:pt x="99294" y="29637"/>
                    <a:pt x="99292" y="29638"/>
                    <a:pt x="99292" y="29639"/>
                  </a:cubicBezTo>
                  <a:cubicBezTo>
                    <a:pt x="99291" y="29642"/>
                    <a:pt x="99288" y="29644"/>
                    <a:pt x="99286" y="29649"/>
                  </a:cubicBezTo>
                  <a:cubicBezTo>
                    <a:pt x="99269" y="29683"/>
                    <a:pt x="99264" y="29724"/>
                    <a:pt x="99270" y="29763"/>
                  </a:cubicBezTo>
                  <a:cubicBezTo>
                    <a:pt x="99273" y="29781"/>
                    <a:pt x="99277" y="29799"/>
                    <a:pt x="99283" y="29819"/>
                  </a:cubicBezTo>
                  <a:cubicBezTo>
                    <a:pt x="99288" y="29836"/>
                    <a:pt x="99299" y="29854"/>
                    <a:pt x="99308" y="29869"/>
                  </a:cubicBezTo>
                  <a:cubicBezTo>
                    <a:pt x="99318" y="29886"/>
                    <a:pt x="99333" y="29900"/>
                    <a:pt x="99349" y="29911"/>
                  </a:cubicBezTo>
                  <a:cubicBezTo>
                    <a:pt x="99368" y="29928"/>
                    <a:pt x="99388" y="29936"/>
                    <a:pt x="99410" y="29944"/>
                  </a:cubicBezTo>
                  <a:cubicBezTo>
                    <a:pt x="99389" y="30000"/>
                    <a:pt x="99387" y="30065"/>
                    <a:pt x="99378" y="30122"/>
                  </a:cubicBezTo>
                  <a:cubicBezTo>
                    <a:pt x="99368" y="30187"/>
                    <a:pt x="99362" y="30249"/>
                    <a:pt x="99355" y="30314"/>
                  </a:cubicBezTo>
                  <a:cubicBezTo>
                    <a:pt x="99340" y="30451"/>
                    <a:pt x="99322" y="30589"/>
                    <a:pt x="99303" y="30726"/>
                  </a:cubicBezTo>
                  <a:cubicBezTo>
                    <a:pt x="99263" y="31000"/>
                    <a:pt x="99217" y="31274"/>
                    <a:pt x="99160" y="31545"/>
                  </a:cubicBezTo>
                  <a:cubicBezTo>
                    <a:pt x="99104" y="31818"/>
                    <a:pt x="99037" y="32087"/>
                    <a:pt x="98970" y="32357"/>
                  </a:cubicBezTo>
                  <a:cubicBezTo>
                    <a:pt x="98961" y="32389"/>
                    <a:pt x="98953" y="32418"/>
                    <a:pt x="98945" y="32450"/>
                  </a:cubicBezTo>
                  <a:cubicBezTo>
                    <a:pt x="98917" y="32016"/>
                    <a:pt x="98890" y="31583"/>
                    <a:pt x="98861" y="31149"/>
                  </a:cubicBezTo>
                  <a:cubicBezTo>
                    <a:pt x="98796" y="30216"/>
                    <a:pt x="98691" y="17688"/>
                    <a:pt x="98737" y="12830"/>
                  </a:cubicBezTo>
                  <a:cubicBezTo>
                    <a:pt x="98772" y="9199"/>
                    <a:pt x="98818" y="5570"/>
                    <a:pt x="98863" y="1938"/>
                  </a:cubicBezTo>
                  <a:cubicBezTo>
                    <a:pt x="99429" y="1935"/>
                    <a:pt x="99997" y="1931"/>
                    <a:pt x="100562" y="1926"/>
                  </a:cubicBezTo>
                  <a:cubicBezTo>
                    <a:pt x="100830" y="1924"/>
                    <a:pt x="100877" y="1512"/>
                    <a:pt x="100609" y="1512"/>
                  </a:cubicBezTo>
                  <a:cubicBezTo>
                    <a:pt x="100608" y="1512"/>
                    <a:pt x="100607" y="1512"/>
                    <a:pt x="100606" y="1512"/>
                  </a:cubicBezTo>
                  <a:cubicBezTo>
                    <a:pt x="100026" y="1515"/>
                    <a:pt x="99448" y="1520"/>
                    <a:pt x="98869" y="1524"/>
                  </a:cubicBezTo>
                  <a:cubicBezTo>
                    <a:pt x="98872" y="1317"/>
                    <a:pt x="98874" y="1111"/>
                    <a:pt x="98878" y="904"/>
                  </a:cubicBezTo>
                  <a:cubicBezTo>
                    <a:pt x="98878" y="835"/>
                    <a:pt x="98819" y="796"/>
                    <a:pt x="98765" y="796"/>
                  </a:cubicBezTo>
                  <a:cubicBezTo>
                    <a:pt x="98720" y="796"/>
                    <a:pt x="98677" y="823"/>
                    <a:pt x="98676" y="883"/>
                  </a:cubicBezTo>
                  <a:lnTo>
                    <a:pt x="98663" y="1525"/>
                  </a:lnTo>
                  <a:cubicBezTo>
                    <a:pt x="86506" y="1618"/>
                    <a:pt x="74345" y="1663"/>
                    <a:pt x="62188" y="1663"/>
                  </a:cubicBezTo>
                  <a:cubicBezTo>
                    <a:pt x="49445" y="1662"/>
                    <a:pt x="36703" y="1617"/>
                    <a:pt x="23961" y="1521"/>
                  </a:cubicBezTo>
                  <a:cubicBezTo>
                    <a:pt x="20731" y="1498"/>
                    <a:pt x="17502" y="1476"/>
                    <a:pt x="14271" y="1457"/>
                  </a:cubicBezTo>
                  <a:cubicBezTo>
                    <a:pt x="15004" y="1367"/>
                    <a:pt x="15737" y="1252"/>
                    <a:pt x="16458" y="1097"/>
                  </a:cubicBezTo>
                  <a:cubicBezTo>
                    <a:pt x="16712" y="1042"/>
                    <a:pt x="16966" y="984"/>
                    <a:pt x="17218" y="917"/>
                  </a:cubicBezTo>
                  <a:cubicBezTo>
                    <a:pt x="17454" y="854"/>
                    <a:pt x="17684" y="767"/>
                    <a:pt x="17910" y="674"/>
                  </a:cubicBezTo>
                  <a:cubicBezTo>
                    <a:pt x="17919" y="692"/>
                    <a:pt x="17928" y="708"/>
                    <a:pt x="17939" y="725"/>
                  </a:cubicBezTo>
                  <a:cubicBezTo>
                    <a:pt x="17950" y="741"/>
                    <a:pt x="17970" y="757"/>
                    <a:pt x="17983" y="769"/>
                  </a:cubicBezTo>
                  <a:cubicBezTo>
                    <a:pt x="17999" y="783"/>
                    <a:pt x="18021" y="794"/>
                    <a:pt x="18038" y="802"/>
                  </a:cubicBezTo>
                  <a:cubicBezTo>
                    <a:pt x="18057" y="812"/>
                    <a:pt x="18082" y="816"/>
                    <a:pt x="18101" y="819"/>
                  </a:cubicBezTo>
                  <a:cubicBezTo>
                    <a:pt x="18108" y="821"/>
                    <a:pt x="18117" y="823"/>
                    <a:pt x="18124" y="823"/>
                  </a:cubicBezTo>
                  <a:cubicBezTo>
                    <a:pt x="18132" y="823"/>
                    <a:pt x="18139" y="823"/>
                    <a:pt x="18147" y="823"/>
                  </a:cubicBezTo>
                  <a:cubicBezTo>
                    <a:pt x="18162" y="823"/>
                    <a:pt x="18177" y="822"/>
                    <a:pt x="18191" y="819"/>
                  </a:cubicBezTo>
                  <a:cubicBezTo>
                    <a:pt x="18213" y="816"/>
                    <a:pt x="18234" y="808"/>
                    <a:pt x="18255" y="802"/>
                  </a:cubicBezTo>
                  <a:cubicBezTo>
                    <a:pt x="18263" y="799"/>
                    <a:pt x="18270" y="795"/>
                    <a:pt x="18278" y="791"/>
                  </a:cubicBezTo>
                  <a:cubicBezTo>
                    <a:pt x="18296" y="780"/>
                    <a:pt x="18320" y="768"/>
                    <a:pt x="18336" y="752"/>
                  </a:cubicBezTo>
                  <a:cubicBezTo>
                    <a:pt x="18351" y="738"/>
                    <a:pt x="18369" y="721"/>
                    <a:pt x="18381" y="703"/>
                  </a:cubicBezTo>
                  <a:cubicBezTo>
                    <a:pt x="18392" y="685"/>
                    <a:pt x="18404" y="664"/>
                    <a:pt x="18411" y="645"/>
                  </a:cubicBezTo>
                  <a:lnTo>
                    <a:pt x="18424" y="619"/>
                  </a:lnTo>
                  <a:cubicBezTo>
                    <a:pt x="18424" y="618"/>
                    <a:pt x="18425" y="617"/>
                    <a:pt x="18425" y="614"/>
                  </a:cubicBezTo>
                  <a:cubicBezTo>
                    <a:pt x="18430" y="602"/>
                    <a:pt x="18435" y="575"/>
                    <a:pt x="18437" y="564"/>
                  </a:cubicBezTo>
                  <a:lnTo>
                    <a:pt x="18437" y="562"/>
                  </a:lnTo>
                  <a:cubicBezTo>
                    <a:pt x="18441" y="542"/>
                    <a:pt x="18438" y="522"/>
                    <a:pt x="18436" y="503"/>
                  </a:cubicBezTo>
                  <a:lnTo>
                    <a:pt x="18436" y="499"/>
                  </a:lnTo>
                  <a:lnTo>
                    <a:pt x="18436" y="496"/>
                  </a:lnTo>
                  <a:cubicBezTo>
                    <a:pt x="18433" y="483"/>
                    <a:pt x="18425" y="458"/>
                    <a:pt x="18421" y="445"/>
                  </a:cubicBezTo>
                  <a:cubicBezTo>
                    <a:pt x="18398" y="383"/>
                    <a:pt x="18342" y="343"/>
                    <a:pt x="18284" y="317"/>
                  </a:cubicBezTo>
                  <a:cubicBezTo>
                    <a:pt x="18279" y="316"/>
                    <a:pt x="18277" y="315"/>
                    <a:pt x="18273" y="313"/>
                  </a:cubicBezTo>
                  <a:cubicBezTo>
                    <a:pt x="18272" y="313"/>
                    <a:pt x="18268" y="312"/>
                    <a:pt x="18267" y="312"/>
                  </a:cubicBezTo>
                  <a:cubicBezTo>
                    <a:pt x="18241" y="305"/>
                    <a:pt x="18216" y="298"/>
                    <a:pt x="18188" y="298"/>
                  </a:cubicBezTo>
                  <a:cubicBezTo>
                    <a:pt x="18179" y="298"/>
                    <a:pt x="18169" y="299"/>
                    <a:pt x="18158" y="301"/>
                  </a:cubicBezTo>
                  <a:cubicBezTo>
                    <a:pt x="18146" y="304"/>
                    <a:pt x="18118" y="312"/>
                    <a:pt x="18106" y="317"/>
                  </a:cubicBezTo>
                  <a:lnTo>
                    <a:pt x="18097" y="322"/>
                  </a:lnTo>
                  <a:cubicBezTo>
                    <a:pt x="18078" y="324"/>
                    <a:pt x="18058" y="329"/>
                    <a:pt x="18041" y="338"/>
                  </a:cubicBezTo>
                  <a:cubicBezTo>
                    <a:pt x="18023" y="345"/>
                    <a:pt x="18005" y="357"/>
                    <a:pt x="17990" y="368"/>
                  </a:cubicBezTo>
                  <a:cubicBezTo>
                    <a:pt x="17983" y="372"/>
                    <a:pt x="17977" y="378"/>
                    <a:pt x="17974" y="382"/>
                  </a:cubicBezTo>
                  <a:cubicBezTo>
                    <a:pt x="17944" y="411"/>
                    <a:pt x="17931" y="425"/>
                    <a:pt x="17914" y="463"/>
                  </a:cubicBezTo>
                  <a:cubicBezTo>
                    <a:pt x="17910" y="470"/>
                    <a:pt x="17906" y="477"/>
                    <a:pt x="17905" y="485"/>
                  </a:cubicBezTo>
                  <a:cubicBezTo>
                    <a:pt x="17895" y="518"/>
                    <a:pt x="17892" y="542"/>
                    <a:pt x="17889" y="573"/>
                  </a:cubicBezTo>
                  <a:cubicBezTo>
                    <a:pt x="17679" y="602"/>
                    <a:pt x="17467" y="634"/>
                    <a:pt x="17256" y="663"/>
                  </a:cubicBezTo>
                  <a:cubicBezTo>
                    <a:pt x="17025" y="696"/>
                    <a:pt x="16797" y="757"/>
                    <a:pt x="16569" y="802"/>
                  </a:cubicBezTo>
                  <a:cubicBezTo>
                    <a:pt x="16115" y="893"/>
                    <a:pt x="15660" y="981"/>
                    <a:pt x="15203" y="1053"/>
                  </a:cubicBezTo>
                  <a:cubicBezTo>
                    <a:pt x="14281" y="1203"/>
                    <a:pt x="13351" y="1306"/>
                    <a:pt x="12417" y="1362"/>
                  </a:cubicBezTo>
                  <a:cubicBezTo>
                    <a:pt x="12157" y="1378"/>
                    <a:pt x="11898" y="1394"/>
                    <a:pt x="11639" y="1409"/>
                  </a:cubicBezTo>
                  <a:cubicBezTo>
                    <a:pt x="11511" y="1416"/>
                    <a:pt x="11385" y="1424"/>
                    <a:pt x="11259" y="1439"/>
                  </a:cubicBezTo>
                  <a:lnTo>
                    <a:pt x="11217" y="1443"/>
                  </a:lnTo>
                  <a:lnTo>
                    <a:pt x="11206" y="1443"/>
                  </a:lnTo>
                  <a:cubicBezTo>
                    <a:pt x="11623" y="1322"/>
                    <a:pt x="12034" y="1179"/>
                    <a:pt x="12436" y="1016"/>
                  </a:cubicBezTo>
                  <a:cubicBezTo>
                    <a:pt x="12941" y="810"/>
                    <a:pt x="13431" y="568"/>
                    <a:pt x="13907" y="299"/>
                  </a:cubicBezTo>
                  <a:cubicBezTo>
                    <a:pt x="14000" y="246"/>
                    <a:pt x="13985" y="108"/>
                    <a:pt x="13874" y="92"/>
                  </a:cubicBezTo>
                  <a:cubicBezTo>
                    <a:pt x="13430" y="31"/>
                    <a:pt x="12982" y="1"/>
                    <a:pt x="125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191;p20"/>
          <p:cNvGrpSpPr/>
          <p:nvPr/>
        </p:nvGrpSpPr>
        <p:grpSpPr>
          <a:xfrm>
            <a:off x="228960" y="201960"/>
            <a:ext cx="8686080" cy="4739400"/>
            <a:chOff x="228960" y="201960"/>
            <a:chExt cx="8686080" cy="4739400"/>
          </a:xfrm>
        </p:grpSpPr>
        <p:sp>
          <p:nvSpPr>
            <p:cNvPr id="81" name="Google Shape;192;p20"/>
            <p:cNvSpPr/>
            <p:nvPr/>
          </p:nvSpPr>
          <p:spPr>
            <a:xfrm>
              <a:off x="690840" y="356040"/>
              <a:ext cx="526320" cy="128160"/>
            </a:xfrm>
            <a:custGeom>
              <a:avLst/>
              <a:gdLst>
                <a:gd name="textAreaLeft" fmla="*/ 0 w 526320"/>
                <a:gd name="textAreaRight" fmla="*/ 526680 w 52632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6155" h="1501">
                  <a:moveTo>
                    <a:pt x="272" y="0"/>
                  </a:moveTo>
                  <a:cubicBezTo>
                    <a:pt x="193" y="0"/>
                    <a:pt x="109" y="10"/>
                    <a:pt x="44" y="47"/>
                  </a:cubicBezTo>
                  <a:cubicBezTo>
                    <a:pt x="14" y="64"/>
                    <a:pt x="1" y="111"/>
                    <a:pt x="34" y="133"/>
                  </a:cubicBezTo>
                  <a:cubicBezTo>
                    <a:pt x="107" y="179"/>
                    <a:pt x="197" y="194"/>
                    <a:pt x="283" y="208"/>
                  </a:cubicBezTo>
                  <a:cubicBezTo>
                    <a:pt x="383" y="224"/>
                    <a:pt x="486" y="230"/>
                    <a:pt x="586" y="246"/>
                  </a:cubicBezTo>
                  <a:cubicBezTo>
                    <a:pt x="773" y="276"/>
                    <a:pt x="958" y="315"/>
                    <a:pt x="1142" y="361"/>
                  </a:cubicBezTo>
                  <a:cubicBezTo>
                    <a:pt x="1519" y="459"/>
                    <a:pt x="1892" y="574"/>
                    <a:pt x="2261" y="696"/>
                  </a:cubicBezTo>
                  <a:cubicBezTo>
                    <a:pt x="2995" y="940"/>
                    <a:pt x="3733" y="1198"/>
                    <a:pt x="4509" y="1263"/>
                  </a:cubicBezTo>
                  <a:cubicBezTo>
                    <a:pt x="4617" y="1272"/>
                    <a:pt x="4725" y="1277"/>
                    <a:pt x="4833" y="1277"/>
                  </a:cubicBezTo>
                  <a:cubicBezTo>
                    <a:pt x="4938" y="1277"/>
                    <a:pt x="5043" y="1273"/>
                    <a:pt x="5148" y="1263"/>
                  </a:cubicBezTo>
                  <a:cubicBezTo>
                    <a:pt x="5259" y="1254"/>
                    <a:pt x="5363" y="1233"/>
                    <a:pt x="5472" y="1210"/>
                  </a:cubicBezTo>
                  <a:cubicBezTo>
                    <a:pt x="5541" y="1195"/>
                    <a:pt x="5611" y="1178"/>
                    <a:pt x="5680" y="1158"/>
                  </a:cubicBezTo>
                  <a:lnTo>
                    <a:pt x="5680" y="1158"/>
                  </a:lnTo>
                  <a:cubicBezTo>
                    <a:pt x="5676" y="1172"/>
                    <a:pt x="5673" y="1184"/>
                    <a:pt x="5671" y="1198"/>
                  </a:cubicBezTo>
                  <a:cubicBezTo>
                    <a:pt x="5667" y="1218"/>
                    <a:pt x="5669" y="1239"/>
                    <a:pt x="5671" y="1260"/>
                  </a:cubicBezTo>
                  <a:cubicBezTo>
                    <a:pt x="5671" y="1262"/>
                    <a:pt x="5672" y="1266"/>
                    <a:pt x="5672" y="1270"/>
                  </a:cubicBezTo>
                  <a:cubicBezTo>
                    <a:pt x="5672" y="1271"/>
                    <a:pt x="5673" y="1272"/>
                    <a:pt x="5673" y="1273"/>
                  </a:cubicBezTo>
                  <a:cubicBezTo>
                    <a:pt x="5660" y="1297"/>
                    <a:pt x="5653" y="1316"/>
                    <a:pt x="5649" y="1344"/>
                  </a:cubicBezTo>
                  <a:cubicBezTo>
                    <a:pt x="5648" y="1363"/>
                    <a:pt x="5648" y="1385"/>
                    <a:pt x="5651" y="1404"/>
                  </a:cubicBezTo>
                  <a:cubicBezTo>
                    <a:pt x="5660" y="1453"/>
                    <a:pt x="5701" y="1487"/>
                    <a:pt x="5749" y="1496"/>
                  </a:cubicBezTo>
                  <a:cubicBezTo>
                    <a:pt x="5769" y="1499"/>
                    <a:pt x="5789" y="1500"/>
                    <a:pt x="5809" y="1500"/>
                  </a:cubicBezTo>
                  <a:cubicBezTo>
                    <a:pt x="5927" y="1500"/>
                    <a:pt x="6044" y="1449"/>
                    <a:pt x="6094" y="1337"/>
                  </a:cubicBezTo>
                  <a:cubicBezTo>
                    <a:pt x="6102" y="1321"/>
                    <a:pt x="6105" y="1305"/>
                    <a:pt x="6110" y="1288"/>
                  </a:cubicBezTo>
                  <a:cubicBezTo>
                    <a:pt x="6126" y="1258"/>
                    <a:pt x="6137" y="1226"/>
                    <a:pt x="6143" y="1191"/>
                  </a:cubicBezTo>
                  <a:cubicBezTo>
                    <a:pt x="6155" y="1113"/>
                    <a:pt x="6102" y="1038"/>
                    <a:pt x="6038" y="996"/>
                  </a:cubicBezTo>
                  <a:cubicBezTo>
                    <a:pt x="5999" y="970"/>
                    <a:pt x="5961" y="953"/>
                    <a:pt x="5915" y="942"/>
                  </a:cubicBezTo>
                  <a:cubicBezTo>
                    <a:pt x="5896" y="938"/>
                    <a:pt x="5878" y="932"/>
                    <a:pt x="5857" y="931"/>
                  </a:cubicBezTo>
                  <a:cubicBezTo>
                    <a:pt x="5848" y="931"/>
                    <a:pt x="5835" y="930"/>
                    <a:pt x="5824" y="930"/>
                  </a:cubicBezTo>
                  <a:cubicBezTo>
                    <a:pt x="5814" y="930"/>
                    <a:pt x="5806" y="930"/>
                    <a:pt x="5799" y="932"/>
                  </a:cubicBezTo>
                  <a:cubicBezTo>
                    <a:pt x="5758" y="941"/>
                    <a:pt x="5724" y="963"/>
                    <a:pt x="5698" y="997"/>
                  </a:cubicBezTo>
                  <a:cubicBezTo>
                    <a:pt x="5691" y="1006"/>
                    <a:pt x="5687" y="1014"/>
                    <a:pt x="5683" y="1024"/>
                  </a:cubicBezTo>
                  <a:cubicBezTo>
                    <a:pt x="5612" y="1030"/>
                    <a:pt x="5543" y="1042"/>
                    <a:pt x="5472" y="1048"/>
                  </a:cubicBezTo>
                  <a:cubicBezTo>
                    <a:pt x="5370" y="1058"/>
                    <a:pt x="5269" y="1058"/>
                    <a:pt x="5168" y="1059"/>
                  </a:cubicBezTo>
                  <a:cubicBezTo>
                    <a:pt x="5138" y="1059"/>
                    <a:pt x="5109" y="1060"/>
                    <a:pt x="5079" y="1060"/>
                  </a:cubicBezTo>
                  <a:cubicBezTo>
                    <a:pt x="4924" y="1060"/>
                    <a:pt x="4767" y="1050"/>
                    <a:pt x="4611" y="1036"/>
                  </a:cubicBezTo>
                  <a:cubicBezTo>
                    <a:pt x="4233" y="1002"/>
                    <a:pt x="3859" y="921"/>
                    <a:pt x="3493" y="824"/>
                  </a:cubicBezTo>
                  <a:cubicBezTo>
                    <a:pt x="2751" y="625"/>
                    <a:pt x="2036" y="328"/>
                    <a:pt x="1286" y="152"/>
                  </a:cubicBezTo>
                  <a:cubicBezTo>
                    <a:pt x="1085" y="103"/>
                    <a:pt x="879" y="64"/>
                    <a:pt x="673" y="36"/>
                  </a:cubicBezTo>
                  <a:cubicBezTo>
                    <a:pt x="566" y="22"/>
                    <a:pt x="461" y="10"/>
                    <a:pt x="355" y="3"/>
                  </a:cubicBezTo>
                  <a:cubicBezTo>
                    <a:pt x="329" y="2"/>
                    <a:pt x="301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193;p20"/>
            <p:cNvSpPr/>
            <p:nvPr/>
          </p:nvSpPr>
          <p:spPr>
            <a:xfrm>
              <a:off x="228960" y="201960"/>
              <a:ext cx="8686080" cy="4739400"/>
            </a:xfrm>
            <a:custGeom>
              <a:avLst/>
              <a:gdLst>
                <a:gd name="textAreaLeft" fmla="*/ 0 w 8686080"/>
                <a:gd name="textAreaRight" fmla="*/ 8686440 w 8686080"/>
                <a:gd name="textAreaTop" fmla="*/ 0 h 4739400"/>
                <a:gd name="textAreaBottom" fmla="*/ 4739760 h 4739400"/>
              </a:gdLst>
              <a:ahLst/>
              <a:cxnLst/>
              <a:rect l="textAreaLeft" t="textAreaTop" r="textAreaRight" b="textAreaBottom"/>
              <a:pathLst>
                <a:path w="101509" h="55387">
                  <a:moveTo>
                    <a:pt x="12567" y="225"/>
                  </a:moveTo>
                  <a:cubicBezTo>
                    <a:pt x="12883" y="225"/>
                    <a:pt x="13197" y="239"/>
                    <a:pt x="13511" y="268"/>
                  </a:cubicBezTo>
                  <a:cubicBezTo>
                    <a:pt x="12773" y="663"/>
                    <a:pt x="11987" y="977"/>
                    <a:pt x="11184" y="1208"/>
                  </a:cubicBezTo>
                  <a:cubicBezTo>
                    <a:pt x="10875" y="1296"/>
                    <a:pt x="10563" y="1372"/>
                    <a:pt x="10249" y="1436"/>
                  </a:cubicBezTo>
                  <a:cubicBezTo>
                    <a:pt x="9859" y="1435"/>
                    <a:pt x="9470" y="1432"/>
                    <a:pt x="9080" y="1431"/>
                  </a:cubicBezTo>
                  <a:cubicBezTo>
                    <a:pt x="9352" y="1349"/>
                    <a:pt x="9623" y="1257"/>
                    <a:pt x="9890" y="1156"/>
                  </a:cubicBezTo>
                  <a:cubicBezTo>
                    <a:pt x="10151" y="1059"/>
                    <a:pt x="10394" y="936"/>
                    <a:pt x="10635" y="798"/>
                  </a:cubicBezTo>
                  <a:cubicBezTo>
                    <a:pt x="10709" y="756"/>
                    <a:pt x="10675" y="657"/>
                    <a:pt x="10603" y="657"/>
                  </a:cubicBezTo>
                  <a:cubicBezTo>
                    <a:pt x="10594" y="657"/>
                    <a:pt x="10584" y="659"/>
                    <a:pt x="10573" y="662"/>
                  </a:cubicBezTo>
                  <a:cubicBezTo>
                    <a:pt x="10346" y="739"/>
                    <a:pt x="10121" y="813"/>
                    <a:pt x="9896" y="893"/>
                  </a:cubicBezTo>
                  <a:cubicBezTo>
                    <a:pt x="9668" y="973"/>
                    <a:pt x="9442" y="1059"/>
                    <a:pt x="9212" y="1131"/>
                  </a:cubicBezTo>
                  <a:cubicBezTo>
                    <a:pt x="8851" y="1245"/>
                    <a:pt x="8488" y="1343"/>
                    <a:pt x="8120" y="1425"/>
                  </a:cubicBezTo>
                  <a:cubicBezTo>
                    <a:pt x="8019" y="1425"/>
                    <a:pt x="7917" y="1423"/>
                    <a:pt x="7815" y="1423"/>
                  </a:cubicBezTo>
                  <a:cubicBezTo>
                    <a:pt x="8381" y="1115"/>
                    <a:pt x="8977" y="863"/>
                    <a:pt x="9590" y="673"/>
                  </a:cubicBezTo>
                  <a:cubicBezTo>
                    <a:pt x="10465" y="401"/>
                    <a:pt x="11383" y="250"/>
                    <a:pt x="12299" y="228"/>
                  </a:cubicBezTo>
                  <a:cubicBezTo>
                    <a:pt x="12388" y="226"/>
                    <a:pt x="12478" y="225"/>
                    <a:pt x="12567" y="225"/>
                  </a:cubicBezTo>
                  <a:close/>
                  <a:moveTo>
                    <a:pt x="1915" y="3366"/>
                  </a:moveTo>
                  <a:cubicBezTo>
                    <a:pt x="1916" y="3366"/>
                    <a:pt x="1918" y="3370"/>
                    <a:pt x="1916" y="3374"/>
                  </a:cubicBezTo>
                  <a:cubicBezTo>
                    <a:pt x="1914" y="3368"/>
                    <a:pt x="1914" y="3366"/>
                    <a:pt x="1915" y="3366"/>
                  </a:cubicBezTo>
                  <a:close/>
                  <a:moveTo>
                    <a:pt x="3484" y="2175"/>
                  </a:moveTo>
                  <a:cubicBezTo>
                    <a:pt x="3533" y="2175"/>
                    <a:pt x="3583" y="2175"/>
                    <a:pt x="3632" y="2177"/>
                  </a:cubicBezTo>
                  <a:cubicBezTo>
                    <a:pt x="4168" y="2186"/>
                    <a:pt x="4699" y="2277"/>
                    <a:pt x="5213" y="2430"/>
                  </a:cubicBezTo>
                  <a:cubicBezTo>
                    <a:pt x="6236" y="2738"/>
                    <a:pt x="7154" y="3276"/>
                    <a:pt x="8048" y="3846"/>
                  </a:cubicBezTo>
                  <a:cubicBezTo>
                    <a:pt x="8301" y="4007"/>
                    <a:pt x="8552" y="4173"/>
                    <a:pt x="8801" y="4342"/>
                  </a:cubicBezTo>
                  <a:lnTo>
                    <a:pt x="8843" y="4371"/>
                  </a:lnTo>
                  <a:cubicBezTo>
                    <a:pt x="8366" y="4405"/>
                    <a:pt x="7890" y="4429"/>
                    <a:pt x="7414" y="4429"/>
                  </a:cubicBezTo>
                  <a:cubicBezTo>
                    <a:pt x="6903" y="4429"/>
                    <a:pt x="6392" y="4401"/>
                    <a:pt x="5881" y="4325"/>
                  </a:cubicBezTo>
                  <a:cubicBezTo>
                    <a:pt x="5348" y="4244"/>
                    <a:pt x="4827" y="4106"/>
                    <a:pt x="4330" y="3896"/>
                  </a:cubicBezTo>
                  <a:cubicBezTo>
                    <a:pt x="3876" y="3705"/>
                    <a:pt x="3454" y="3458"/>
                    <a:pt x="3056" y="3170"/>
                  </a:cubicBezTo>
                  <a:cubicBezTo>
                    <a:pt x="2770" y="2963"/>
                    <a:pt x="2507" y="2731"/>
                    <a:pt x="2261" y="2481"/>
                  </a:cubicBezTo>
                  <a:lnTo>
                    <a:pt x="2261" y="2481"/>
                  </a:lnTo>
                  <a:cubicBezTo>
                    <a:pt x="3294" y="2821"/>
                    <a:pt x="4321" y="3172"/>
                    <a:pt x="5351" y="3517"/>
                  </a:cubicBezTo>
                  <a:cubicBezTo>
                    <a:pt x="5521" y="3573"/>
                    <a:pt x="5691" y="3626"/>
                    <a:pt x="5861" y="3678"/>
                  </a:cubicBezTo>
                  <a:cubicBezTo>
                    <a:pt x="6033" y="3731"/>
                    <a:pt x="6216" y="3755"/>
                    <a:pt x="6394" y="3791"/>
                  </a:cubicBezTo>
                  <a:cubicBezTo>
                    <a:pt x="6399" y="3792"/>
                    <a:pt x="6404" y="3792"/>
                    <a:pt x="6409" y="3792"/>
                  </a:cubicBezTo>
                  <a:cubicBezTo>
                    <a:pt x="6479" y="3792"/>
                    <a:pt x="6491" y="3684"/>
                    <a:pt x="6428" y="3654"/>
                  </a:cubicBezTo>
                  <a:cubicBezTo>
                    <a:pt x="6285" y="3586"/>
                    <a:pt x="6143" y="3502"/>
                    <a:pt x="5995" y="3448"/>
                  </a:cubicBezTo>
                  <a:cubicBezTo>
                    <a:pt x="5846" y="3396"/>
                    <a:pt x="5696" y="3338"/>
                    <a:pt x="5545" y="3291"/>
                  </a:cubicBezTo>
                  <a:cubicBezTo>
                    <a:pt x="5246" y="3193"/>
                    <a:pt x="4946" y="3097"/>
                    <a:pt x="4648" y="3000"/>
                  </a:cubicBezTo>
                  <a:cubicBezTo>
                    <a:pt x="4045" y="2805"/>
                    <a:pt x="3442" y="2608"/>
                    <a:pt x="2839" y="2414"/>
                  </a:cubicBezTo>
                  <a:cubicBezTo>
                    <a:pt x="2674" y="2360"/>
                    <a:pt x="2509" y="2305"/>
                    <a:pt x="2347" y="2250"/>
                  </a:cubicBezTo>
                  <a:cubicBezTo>
                    <a:pt x="2724" y="2207"/>
                    <a:pt x="3103" y="2175"/>
                    <a:pt x="3484" y="2175"/>
                  </a:cubicBezTo>
                  <a:close/>
                  <a:moveTo>
                    <a:pt x="1569" y="6790"/>
                  </a:moveTo>
                  <a:lnTo>
                    <a:pt x="1565" y="7157"/>
                  </a:lnTo>
                  <a:cubicBezTo>
                    <a:pt x="1545" y="7080"/>
                    <a:pt x="1524" y="7003"/>
                    <a:pt x="1502" y="6924"/>
                  </a:cubicBezTo>
                  <a:cubicBezTo>
                    <a:pt x="1500" y="6922"/>
                    <a:pt x="1500" y="6919"/>
                    <a:pt x="1499" y="6916"/>
                  </a:cubicBezTo>
                  <a:cubicBezTo>
                    <a:pt x="1523" y="6875"/>
                    <a:pt x="1546" y="6833"/>
                    <a:pt x="1569" y="6790"/>
                  </a:cubicBezTo>
                  <a:close/>
                  <a:moveTo>
                    <a:pt x="1960" y="3524"/>
                  </a:moveTo>
                  <a:lnTo>
                    <a:pt x="1960" y="3524"/>
                  </a:lnTo>
                  <a:cubicBezTo>
                    <a:pt x="2229" y="3727"/>
                    <a:pt x="2447" y="3991"/>
                    <a:pt x="2636" y="4273"/>
                  </a:cubicBezTo>
                  <a:cubicBezTo>
                    <a:pt x="2886" y="4645"/>
                    <a:pt x="3099" y="5044"/>
                    <a:pt x="3281" y="5451"/>
                  </a:cubicBezTo>
                  <a:cubicBezTo>
                    <a:pt x="3649" y="6272"/>
                    <a:pt x="3888" y="7152"/>
                    <a:pt x="3986" y="8047"/>
                  </a:cubicBezTo>
                  <a:cubicBezTo>
                    <a:pt x="4028" y="8419"/>
                    <a:pt x="4045" y="8794"/>
                    <a:pt x="4035" y="9168"/>
                  </a:cubicBezTo>
                  <a:cubicBezTo>
                    <a:pt x="3580" y="8594"/>
                    <a:pt x="3157" y="7997"/>
                    <a:pt x="2775" y="7373"/>
                  </a:cubicBezTo>
                  <a:cubicBezTo>
                    <a:pt x="2551" y="7010"/>
                    <a:pt x="2337" y="6637"/>
                    <a:pt x="2177" y="6241"/>
                  </a:cubicBezTo>
                  <a:cubicBezTo>
                    <a:pt x="2013" y="5837"/>
                    <a:pt x="1930" y="5412"/>
                    <a:pt x="1894" y="4978"/>
                  </a:cubicBezTo>
                  <a:cubicBezTo>
                    <a:pt x="1876" y="4736"/>
                    <a:pt x="1876" y="4495"/>
                    <a:pt x="1871" y="4253"/>
                  </a:cubicBezTo>
                  <a:lnTo>
                    <a:pt x="1871" y="4158"/>
                  </a:lnTo>
                  <a:cubicBezTo>
                    <a:pt x="1903" y="4258"/>
                    <a:pt x="1941" y="4356"/>
                    <a:pt x="1977" y="4453"/>
                  </a:cubicBezTo>
                  <a:cubicBezTo>
                    <a:pt x="2139" y="4890"/>
                    <a:pt x="2301" y="5328"/>
                    <a:pt x="2464" y="5764"/>
                  </a:cubicBezTo>
                  <a:cubicBezTo>
                    <a:pt x="2546" y="5981"/>
                    <a:pt x="2625" y="6203"/>
                    <a:pt x="2720" y="6414"/>
                  </a:cubicBezTo>
                  <a:cubicBezTo>
                    <a:pt x="2816" y="6631"/>
                    <a:pt x="2929" y="6842"/>
                    <a:pt x="3040" y="7050"/>
                  </a:cubicBezTo>
                  <a:cubicBezTo>
                    <a:pt x="3054" y="7077"/>
                    <a:pt x="3082" y="7090"/>
                    <a:pt x="3108" y="7090"/>
                  </a:cubicBezTo>
                  <a:cubicBezTo>
                    <a:pt x="3150" y="7090"/>
                    <a:pt x="3190" y="7060"/>
                    <a:pt x="3178" y="7007"/>
                  </a:cubicBezTo>
                  <a:cubicBezTo>
                    <a:pt x="3147" y="6880"/>
                    <a:pt x="3113" y="6755"/>
                    <a:pt x="3083" y="6629"/>
                  </a:cubicBezTo>
                  <a:cubicBezTo>
                    <a:pt x="3050" y="6499"/>
                    <a:pt x="3019" y="6367"/>
                    <a:pt x="2975" y="6239"/>
                  </a:cubicBezTo>
                  <a:cubicBezTo>
                    <a:pt x="2886" y="5985"/>
                    <a:pt x="2794" y="5731"/>
                    <a:pt x="2699" y="5479"/>
                  </a:cubicBezTo>
                  <a:lnTo>
                    <a:pt x="2131" y="3980"/>
                  </a:lnTo>
                  <a:cubicBezTo>
                    <a:pt x="2079" y="3843"/>
                    <a:pt x="2028" y="3706"/>
                    <a:pt x="1977" y="3569"/>
                  </a:cubicBezTo>
                  <a:lnTo>
                    <a:pt x="1960" y="3524"/>
                  </a:lnTo>
                  <a:close/>
                  <a:moveTo>
                    <a:pt x="3710" y="11246"/>
                  </a:moveTo>
                  <a:lnTo>
                    <a:pt x="3710" y="11246"/>
                  </a:lnTo>
                  <a:cubicBezTo>
                    <a:pt x="3708" y="11250"/>
                    <a:pt x="3706" y="11253"/>
                    <a:pt x="3704" y="11257"/>
                  </a:cubicBezTo>
                  <a:lnTo>
                    <a:pt x="3704" y="11257"/>
                  </a:lnTo>
                  <a:cubicBezTo>
                    <a:pt x="3706" y="11253"/>
                    <a:pt x="3708" y="11250"/>
                    <a:pt x="3710" y="11246"/>
                  </a:cubicBezTo>
                  <a:close/>
                  <a:moveTo>
                    <a:pt x="1405" y="7467"/>
                  </a:moveTo>
                  <a:cubicBezTo>
                    <a:pt x="1452" y="7686"/>
                    <a:pt x="1487" y="7909"/>
                    <a:pt x="1516" y="8130"/>
                  </a:cubicBezTo>
                  <a:cubicBezTo>
                    <a:pt x="1529" y="8230"/>
                    <a:pt x="1540" y="8330"/>
                    <a:pt x="1549" y="8430"/>
                  </a:cubicBezTo>
                  <a:cubicBezTo>
                    <a:pt x="1547" y="8593"/>
                    <a:pt x="1545" y="8756"/>
                    <a:pt x="1543" y="8918"/>
                  </a:cubicBezTo>
                  <a:cubicBezTo>
                    <a:pt x="1540" y="9253"/>
                    <a:pt x="1535" y="9588"/>
                    <a:pt x="1530" y="9923"/>
                  </a:cubicBezTo>
                  <a:cubicBezTo>
                    <a:pt x="1469" y="10491"/>
                    <a:pt x="1344" y="11048"/>
                    <a:pt x="1156" y="11585"/>
                  </a:cubicBezTo>
                  <a:cubicBezTo>
                    <a:pt x="1038" y="11921"/>
                    <a:pt x="897" y="12249"/>
                    <a:pt x="733" y="12564"/>
                  </a:cubicBezTo>
                  <a:cubicBezTo>
                    <a:pt x="428" y="11881"/>
                    <a:pt x="316" y="11128"/>
                    <a:pt x="356" y="10379"/>
                  </a:cubicBezTo>
                  <a:cubicBezTo>
                    <a:pt x="404" y="9515"/>
                    <a:pt x="640" y="8668"/>
                    <a:pt x="999" y="7881"/>
                  </a:cubicBezTo>
                  <a:cubicBezTo>
                    <a:pt x="1040" y="7793"/>
                    <a:pt x="1082" y="7707"/>
                    <a:pt x="1125" y="7620"/>
                  </a:cubicBezTo>
                  <a:lnTo>
                    <a:pt x="1125" y="7620"/>
                  </a:lnTo>
                  <a:cubicBezTo>
                    <a:pt x="1075" y="7883"/>
                    <a:pt x="1031" y="8147"/>
                    <a:pt x="996" y="8412"/>
                  </a:cubicBezTo>
                  <a:cubicBezTo>
                    <a:pt x="930" y="8907"/>
                    <a:pt x="884" y="9412"/>
                    <a:pt x="893" y="9912"/>
                  </a:cubicBezTo>
                  <a:cubicBezTo>
                    <a:pt x="895" y="10053"/>
                    <a:pt x="899" y="10194"/>
                    <a:pt x="905" y="10334"/>
                  </a:cubicBezTo>
                  <a:cubicBezTo>
                    <a:pt x="912" y="10480"/>
                    <a:pt x="938" y="10623"/>
                    <a:pt x="963" y="10765"/>
                  </a:cubicBezTo>
                  <a:cubicBezTo>
                    <a:pt x="970" y="10809"/>
                    <a:pt x="1006" y="10830"/>
                    <a:pt x="1042" y="10830"/>
                  </a:cubicBezTo>
                  <a:cubicBezTo>
                    <a:pt x="1079" y="10830"/>
                    <a:pt x="1116" y="10807"/>
                    <a:pt x="1120" y="10761"/>
                  </a:cubicBezTo>
                  <a:cubicBezTo>
                    <a:pt x="1133" y="10639"/>
                    <a:pt x="1152" y="10515"/>
                    <a:pt x="1156" y="10393"/>
                  </a:cubicBezTo>
                  <a:cubicBezTo>
                    <a:pt x="1161" y="10270"/>
                    <a:pt x="1163" y="10146"/>
                    <a:pt x="1169" y="10021"/>
                  </a:cubicBezTo>
                  <a:cubicBezTo>
                    <a:pt x="1180" y="9773"/>
                    <a:pt x="1188" y="9525"/>
                    <a:pt x="1203" y="9277"/>
                  </a:cubicBezTo>
                  <a:cubicBezTo>
                    <a:pt x="1232" y="8781"/>
                    <a:pt x="1279" y="8285"/>
                    <a:pt x="1353" y="7793"/>
                  </a:cubicBezTo>
                  <a:cubicBezTo>
                    <a:pt x="1370" y="7685"/>
                    <a:pt x="1387" y="7575"/>
                    <a:pt x="1405" y="7467"/>
                  </a:cubicBezTo>
                  <a:close/>
                  <a:moveTo>
                    <a:pt x="97425" y="31858"/>
                  </a:moveTo>
                  <a:cubicBezTo>
                    <a:pt x="97425" y="31858"/>
                    <a:pt x="97425" y="31860"/>
                    <a:pt x="97424" y="31861"/>
                  </a:cubicBezTo>
                  <a:cubicBezTo>
                    <a:pt x="97424" y="31860"/>
                    <a:pt x="97424" y="31860"/>
                    <a:pt x="97425" y="31858"/>
                  </a:cubicBezTo>
                  <a:close/>
                  <a:moveTo>
                    <a:pt x="97425" y="31886"/>
                  </a:moveTo>
                  <a:lnTo>
                    <a:pt x="97425" y="31894"/>
                  </a:lnTo>
                  <a:cubicBezTo>
                    <a:pt x="97424" y="31891"/>
                    <a:pt x="97425" y="31888"/>
                    <a:pt x="97425" y="31886"/>
                  </a:cubicBezTo>
                  <a:close/>
                  <a:moveTo>
                    <a:pt x="96812" y="33761"/>
                  </a:moveTo>
                  <a:cubicBezTo>
                    <a:pt x="97110" y="34096"/>
                    <a:pt x="97381" y="34453"/>
                    <a:pt x="97621" y="34831"/>
                  </a:cubicBezTo>
                  <a:cubicBezTo>
                    <a:pt x="98120" y="35612"/>
                    <a:pt x="98482" y="36473"/>
                    <a:pt x="98706" y="37369"/>
                  </a:cubicBezTo>
                  <a:cubicBezTo>
                    <a:pt x="98817" y="37814"/>
                    <a:pt x="98893" y="38266"/>
                    <a:pt x="98931" y="38724"/>
                  </a:cubicBezTo>
                  <a:cubicBezTo>
                    <a:pt x="98941" y="38850"/>
                    <a:pt x="98950" y="38977"/>
                    <a:pt x="98957" y="39103"/>
                  </a:cubicBezTo>
                  <a:lnTo>
                    <a:pt x="98900" y="38913"/>
                  </a:lnTo>
                  <a:cubicBezTo>
                    <a:pt x="98725" y="38357"/>
                    <a:pt x="98529" y="37807"/>
                    <a:pt x="98314" y="37263"/>
                  </a:cubicBezTo>
                  <a:cubicBezTo>
                    <a:pt x="98206" y="36987"/>
                    <a:pt x="98095" y="36712"/>
                    <a:pt x="97972" y="36442"/>
                  </a:cubicBezTo>
                  <a:cubicBezTo>
                    <a:pt x="97911" y="36309"/>
                    <a:pt x="97849" y="36177"/>
                    <a:pt x="97781" y="36047"/>
                  </a:cubicBezTo>
                  <a:cubicBezTo>
                    <a:pt x="97746" y="35982"/>
                    <a:pt x="97714" y="35916"/>
                    <a:pt x="97676" y="35853"/>
                  </a:cubicBezTo>
                  <a:cubicBezTo>
                    <a:pt x="97640" y="35793"/>
                    <a:pt x="97594" y="35738"/>
                    <a:pt x="97550" y="35683"/>
                  </a:cubicBezTo>
                  <a:cubicBezTo>
                    <a:pt x="97539" y="35669"/>
                    <a:pt x="97525" y="35663"/>
                    <a:pt x="97511" y="35663"/>
                  </a:cubicBezTo>
                  <a:cubicBezTo>
                    <a:pt x="97480" y="35663"/>
                    <a:pt x="97451" y="35696"/>
                    <a:pt x="97461" y="35733"/>
                  </a:cubicBezTo>
                  <a:cubicBezTo>
                    <a:pt x="97482" y="35817"/>
                    <a:pt x="97500" y="35902"/>
                    <a:pt x="97533" y="35982"/>
                  </a:cubicBezTo>
                  <a:cubicBezTo>
                    <a:pt x="97565" y="36058"/>
                    <a:pt x="97595" y="36133"/>
                    <a:pt x="97626" y="36210"/>
                  </a:cubicBezTo>
                  <a:cubicBezTo>
                    <a:pt x="97685" y="36358"/>
                    <a:pt x="97752" y="36503"/>
                    <a:pt x="97817" y="36650"/>
                  </a:cubicBezTo>
                  <a:cubicBezTo>
                    <a:pt x="98226" y="37571"/>
                    <a:pt x="98582" y="38516"/>
                    <a:pt x="98872" y="39482"/>
                  </a:cubicBezTo>
                  <a:cubicBezTo>
                    <a:pt x="98654" y="39208"/>
                    <a:pt x="98444" y="38929"/>
                    <a:pt x="98247" y="38642"/>
                  </a:cubicBezTo>
                  <a:cubicBezTo>
                    <a:pt x="97738" y="37898"/>
                    <a:pt x="97302" y="37104"/>
                    <a:pt x="97037" y="36243"/>
                  </a:cubicBezTo>
                  <a:cubicBezTo>
                    <a:pt x="96790" y="35442"/>
                    <a:pt x="96692" y="34592"/>
                    <a:pt x="96812" y="33761"/>
                  </a:cubicBezTo>
                  <a:close/>
                  <a:moveTo>
                    <a:pt x="99153" y="44174"/>
                  </a:moveTo>
                  <a:cubicBezTo>
                    <a:pt x="99157" y="44408"/>
                    <a:pt x="99157" y="44643"/>
                    <a:pt x="99169" y="44876"/>
                  </a:cubicBezTo>
                  <a:cubicBezTo>
                    <a:pt x="99171" y="44924"/>
                    <a:pt x="99174" y="44974"/>
                    <a:pt x="99176" y="45022"/>
                  </a:cubicBezTo>
                  <a:cubicBezTo>
                    <a:pt x="99154" y="44751"/>
                    <a:pt x="99125" y="44482"/>
                    <a:pt x="99088" y="44213"/>
                  </a:cubicBezTo>
                  <a:lnTo>
                    <a:pt x="99088" y="44213"/>
                  </a:lnTo>
                  <a:cubicBezTo>
                    <a:pt x="99094" y="44215"/>
                    <a:pt x="99100" y="44216"/>
                    <a:pt x="99106" y="44216"/>
                  </a:cubicBezTo>
                  <a:cubicBezTo>
                    <a:pt x="99123" y="44216"/>
                    <a:pt x="99139" y="44208"/>
                    <a:pt x="99147" y="44190"/>
                  </a:cubicBezTo>
                  <a:cubicBezTo>
                    <a:pt x="99149" y="44184"/>
                    <a:pt x="99151" y="44180"/>
                    <a:pt x="99153" y="44174"/>
                  </a:cubicBezTo>
                  <a:close/>
                  <a:moveTo>
                    <a:pt x="97313" y="39219"/>
                  </a:moveTo>
                  <a:cubicBezTo>
                    <a:pt x="97663" y="39915"/>
                    <a:pt x="97962" y="40636"/>
                    <a:pt x="98204" y="41374"/>
                  </a:cubicBezTo>
                  <a:cubicBezTo>
                    <a:pt x="98681" y="42816"/>
                    <a:pt x="98949" y="44326"/>
                    <a:pt x="99009" y="45841"/>
                  </a:cubicBezTo>
                  <a:cubicBezTo>
                    <a:pt x="99010" y="45887"/>
                    <a:pt x="99012" y="45934"/>
                    <a:pt x="99014" y="45980"/>
                  </a:cubicBezTo>
                  <a:cubicBezTo>
                    <a:pt x="98993" y="45873"/>
                    <a:pt x="98972" y="45765"/>
                    <a:pt x="98949" y="45659"/>
                  </a:cubicBezTo>
                  <a:cubicBezTo>
                    <a:pt x="98819" y="45045"/>
                    <a:pt x="98659" y="44437"/>
                    <a:pt x="98468" y="43839"/>
                  </a:cubicBezTo>
                  <a:cubicBezTo>
                    <a:pt x="98372" y="43541"/>
                    <a:pt x="98276" y="43239"/>
                    <a:pt x="98148" y="42950"/>
                  </a:cubicBezTo>
                  <a:cubicBezTo>
                    <a:pt x="98021" y="42661"/>
                    <a:pt x="97883" y="42377"/>
                    <a:pt x="97734" y="42096"/>
                  </a:cubicBezTo>
                  <a:cubicBezTo>
                    <a:pt x="97722" y="42074"/>
                    <a:pt x="97702" y="42065"/>
                    <a:pt x="97683" y="42065"/>
                  </a:cubicBezTo>
                  <a:cubicBezTo>
                    <a:pt x="97649" y="42065"/>
                    <a:pt x="97617" y="42094"/>
                    <a:pt x="97631" y="42136"/>
                  </a:cubicBezTo>
                  <a:cubicBezTo>
                    <a:pt x="97749" y="42467"/>
                    <a:pt x="97853" y="42804"/>
                    <a:pt x="97968" y="43135"/>
                  </a:cubicBezTo>
                  <a:cubicBezTo>
                    <a:pt x="98174" y="43723"/>
                    <a:pt x="98369" y="44311"/>
                    <a:pt x="98523" y="44914"/>
                  </a:cubicBezTo>
                  <a:cubicBezTo>
                    <a:pt x="98649" y="45412"/>
                    <a:pt x="98752" y="45913"/>
                    <a:pt x="98835" y="46419"/>
                  </a:cubicBezTo>
                  <a:cubicBezTo>
                    <a:pt x="98461" y="46102"/>
                    <a:pt x="98126" y="45742"/>
                    <a:pt x="97840" y="45347"/>
                  </a:cubicBezTo>
                  <a:cubicBezTo>
                    <a:pt x="97204" y="44472"/>
                    <a:pt x="96812" y="43436"/>
                    <a:pt x="96722" y="42364"/>
                  </a:cubicBezTo>
                  <a:cubicBezTo>
                    <a:pt x="96633" y="41295"/>
                    <a:pt x="96837" y="40187"/>
                    <a:pt x="97313" y="39219"/>
                  </a:cubicBezTo>
                  <a:close/>
                  <a:moveTo>
                    <a:pt x="98665" y="50396"/>
                  </a:moveTo>
                  <a:lnTo>
                    <a:pt x="98665" y="50396"/>
                  </a:lnTo>
                  <a:cubicBezTo>
                    <a:pt x="98635" y="50553"/>
                    <a:pt x="98604" y="50711"/>
                    <a:pt x="98576" y="50868"/>
                  </a:cubicBezTo>
                  <a:cubicBezTo>
                    <a:pt x="98560" y="50747"/>
                    <a:pt x="98544" y="50625"/>
                    <a:pt x="98526" y="50504"/>
                  </a:cubicBezTo>
                  <a:cubicBezTo>
                    <a:pt x="98528" y="50503"/>
                    <a:pt x="98532" y="50500"/>
                    <a:pt x="98534" y="50498"/>
                  </a:cubicBezTo>
                  <a:cubicBezTo>
                    <a:pt x="98559" y="50470"/>
                    <a:pt x="98582" y="50442"/>
                    <a:pt x="98605" y="50414"/>
                  </a:cubicBezTo>
                  <a:cubicBezTo>
                    <a:pt x="98613" y="50419"/>
                    <a:pt x="98623" y="50421"/>
                    <a:pt x="98632" y="50421"/>
                  </a:cubicBezTo>
                  <a:cubicBezTo>
                    <a:pt x="98645" y="50421"/>
                    <a:pt x="98659" y="50415"/>
                    <a:pt x="98665" y="50399"/>
                  </a:cubicBezTo>
                  <a:cubicBezTo>
                    <a:pt x="98665" y="50398"/>
                    <a:pt x="98665" y="50397"/>
                    <a:pt x="98665" y="50396"/>
                  </a:cubicBezTo>
                  <a:close/>
                  <a:moveTo>
                    <a:pt x="100895" y="43635"/>
                  </a:moveTo>
                  <a:cubicBezTo>
                    <a:pt x="101162" y="44217"/>
                    <a:pt x="101207" y="44899"/>
                    <a:pt x="101213" y="45525"/>
                  </a:cubicBezTo>
                  <a:cubicBezTo>
                    <a:pt x="101227" y="46647"/>
                    <a:pt x="101012" y="47793"/>
                    <a:pt x="100551" y="48823"/>
                  </a:cubicBezTo>
                  <a:cubicBezTo>
                    <a:pt x="100159" y="49696"/>
                    <a:pt x="99573" y="50488"/>
                    <a:pt x="98781" y="51038"/>
                  </a:cubicBezTo>
                  <a:cubicBezTo>
                    <a:pt x="98852" y="50642"/>
                    <a:pt x="98929" y="50250"/>
                    <a:pt x="99014" y="49857"/>
                  </a:cubicBezTo>
                  <a:cubicBezTo>
                    <a:pt x="99065" y="49773"/>
                    <a:pt x="99116" y="49686"/>
                    <a:pt x="99165" y="49598"/>
                  </a:cubicBezTo>
                  <a:cubicBezTo>
                    <a:pt x="99484" y="49044"/>
                    <a:pt x="99777" y="48472"/>
                    <a:pt x="100026" y="47885"/>
                  </a:cubicBezTo>
                  <a:cubicBezTo>
                    <a:pt x="100153" y="47587"/>
                    <a:pt x="100271" y="47285"/>
                    <a:pt x="100381" y="46980"/>
                  </a:cubicBezTo>
                  <a:cubicBezTo>
                    <a:pt x="100436" y="46829"/>
                    <a:pt x="100489" y="46675"/>
                    <a:pt x="100538" y="46521"/>
                  </a:cubicBezTo>
                  <a:cubicBezTo>
                    <a:pt x="100587" y="46368"/>
                    <a:pt x="100603" y="46209"/>
                    <a:pt x="100639" y="46054"/>
                  </a:cubicBezTo>
                  <a:cubicBezTo>
                    <a:pt x="100645" y="46025"/>
                    <a:pt x="100619" y="46006"/>
                    <a:pt x="100595" y="46006"/>
                  </a:cubicBezTo>
                  <a:cubicBezTo>
                    <a:pt x="100580" y="46006"/>
                    <a:pt x="100565" y="46013"/>
                    <a:pt x="100559" y="46030"/>
                  </a:cubicBezTo>
                  <a:cubicBezTo>
                    <a:pt x="100494" y="46200"/>
                    <a:pt x="100406" y="46363"/>
                    <a:pt x="100345" y="46535"/>
                  </a:cubicBezTo>
                  <a:cubicBezTo>
                    <a:pt x="100287" y="46700"/>
                    <a:pt x="100227" y="46865"/>
                    <a:pt x="100164" y="47027"/>
                  </a:cubicBezTo>
                  <a:cubicBezTo>
                    <a:pt x="99933" y="47623"/>
                    <a:pt x="99670" y="48208"/>
                    <a:pt x="99379" y="48776"/>
                  </a:cubicBezTo>
                  <a:cubicBezTo>
                    <a:pt x="99309" y="48913"/>
                    <a:pt x="99237" y="49050"/>
                    <a:pt x="99161" y="49186"/>
                  </a:cubicBezTo>
                  <a:cubicBezTo>
                    <a:pt x="99295" y="48606"/>
                    <a:pt x="99441" y="48029"/>
                    <a:pt x="99602" y="47457"/>
                  </a:cubicBezTo>
                  <a:cubicBezTo>
                    <a:pt x="99792" y="46774"/>
                    <a:pt x="100004" y="46094"/>
                    <a:pt x="100234" y="45421"/>
                  </a:cubicBezTo>
                  <a:cubicBezTo>
                    <a:pt x="100438" y="44821"/>
                    <a:pt x="100653" y="44221"/>
                    <a:pt x="100895" y="43635"/>
                  </a:cubicBezTo>
                  <a:close/>
                  <a:moveTo>
                    <a:pt x="3110" y="1624"/>
                  </a:moveTo>
                  <a:cubicBezTo>
                    <a:pt x="4384" y="1652"/>
                    <a:pt x="5658" y="1678"/>
                    <a:pt x="6932" y="1702"/>
                  </a:cubicBezTo>
                  <a:cubicBezTo>
                    <a:pt x="6932" y="1702"/>
                    <a:pt x="6932" y="1703"/>
                    <a:pt x="6930" y="1703"/>
                  </a:cubicBezTo>
                  <a:cubicBezTo>
                    <a:pt x="6868" y="1705"/>
                    <a:pt x="6807" y="1708"/>
                    <a:pt x="6745" y="1708"/>
                  </a:cubicBezTo>
                  <a:cubicBezTo>
                    <a:pt x="6647" y="1708"/>
                    <a:pt x="6631" y="1844"/>
                    <a:pt x="6729" y="1860"/>
                  </a:cubicBezTo>
                  <a:cubicBezTo>
                    <a:pt x="6847" y="1879"/>
                    <a:pt x="6967" y="1904"/>
                    <a:pt x="7087" y="1916"/>
                  </a:cubicBezTo>
                  <a:cubicBezTo>
                    <a:pt x="7206" y="1931"/>
                    <a:pt x="7328" y="1928"/>
                    <a:pt x="7449" y="1933"/>
                  </a:cubicBezTo>
                  <a:cubicBezTo>
                    <a:pt x="7564" y="1937"/>
                    <a:pt x="7678" y="1939"/>
                    <a:pt x="7793" y="1939"/>
                  </a:cubicBezTo>
                  <a:cubicBezTo>
                    <a:pt x="7925" y="1939"/>
                    <a:pt x="8057" y="1936"/>
                    <a:pt x="8189" y="1933"/>
                  </a:cubicBezTo>
                  <a:cubicBezTo>
                    <a:pt x="8673" y="1920"/>
                    <a:pt x="9156" y="1878"/>
                    <a:pt x="9634" y="1802"/>
                  </a:cubicBezTo>
                  <a:cubicBezTo>
                    <a:pt x="9728" y="1788"/>
                    <a:pt x="9821" y="1771"/>
                    <a:pt x="9914" y="1755"/>
                  </a:cubicBezTo>
                  <a:cubicBezTo>
                    <a:pt x="10276" y="1760"/>
                    <a:pt x="10636" y="1767"/>
                    <a:pt x="10997" y="1772"/>
                  </a:cubicBezTo>
                  <a:cubicBezTo>
                    <a:pt x="11174" y="1789"/>
                    <a:pt x="11353" y="1794"/>
                    <a:pt x="11529" y="1812"/>
                  </a:cubicBezTo>
                  <a:cubicBezTo>
                    <a:pt x="11848" y="1845"/>
                    <a:pt x="12167" y="1884"/>
                    <a:pt x="12483" y="1943"/>
                  </a:cubicBezTo>
                  <a:cubicBezTo>
                    <a:pt x="13111" y="2058"/>
                    <a:pt x="13731" y="2227"/>
                    <a:pt x="14326" y="2458"/>
                  </a:cubicBezTo>
                  <a:cubicBezTo>
                    <a:pt x="14495" y="2521"/>
                    <a:pt x="14663" y="2590"/>
                    <a:pt x="14830" y="2658"/>
                  </a:cubicBezTo>
                  <a:cubicBezTo>
                    <a:pt x="14884" y="2680"/>
                    <a:pt x="14937" y="2700"/>
                    <a:pt x="14990" y="2719"/>
                  </a:cubicBezTo>
                  <a:cubicBezTo>
                    <a:pt x="14985" y="2725"/>
                    <a:pt x="14979" y="2729"/>
                    <a:pt x="14974" y="2736"/>
                  </a:cubicBezTo>
                  <a:cubicBezTo>
                    <a:pt x="14956" y="2760"/>
                    <a:pt x="14941" y="2798"/>
                    <a:pt x="14940" y="2827"/>
                  </a:cubicBezTo>
                  <a:lnTo>
                    <a:pt x="14940" y="2834"/>
                  </a:lnTo>
                  <a:cubicBezTo>
                    <a:pt x="14915" y="2886"/>
                    <a:pt x="14908" y="2944"/>
                    <a:pt x="14915" y="3001"/>
                  </a:cubicBezTo>
                  <a:cubicBezTo>
                    <a:pt x="14918" y="3012"/>
                    <a:pt x="14922" y="3021"/>
                    <a:pt x="14924" y="3032"/>
                  </a:cubicBezTo>
                  <a:cubicBezTo>
                    <a:pt x="14932" y="3047"/>
                    <a:pt x="14940" y="3060"/>
                    <a:pt x="14954" y="3071"/>
                  </a:cubicBezTo>
                  <a:cubicBezTo>
                    <a:pt x="14973" y="3089"/>
                    <a:pt x="14999" y="3106"/>
                    <a:pt x="15026" y="3106"/>
                  </a:cubicBezTo>
                  <a:cubicBezTo>
                    <a:pt x="15058" y="3106"/>
                    <a:pt x="15089" y="3107"/>
                    <a:pt x="15121" y="3107"/>
                  </a:cubicBezTo>
                  <a:cubicBezTo>
                    <a:pt x="15138" y="3107"/>
                    <a:pt x="15155" y="3107"/>
                    <a:pt x="15174" y="3108"/>
                  </a:cubicBezTo>
                  <a:lnTo>
                    <a:pt x="15175" y="3108"/>
                  </a:lnTo>
                  <a:cubicBezTo>
                    <a:pt x="15179" y="3109"/>
                    <a:pt x="15185" y="3109"/>
                    <a:pt x="15188" y="3109"/>
                  </a:cubicBezTo>
                  <a:lnTo>
                    <a:pt x="15193" y="3109"/>
                  </a:lnTo>
                  <a:cubicBezTo>
                    <a:pt x="15201" y="3109"/>
                    <a:pt x="15207" y="3111"/>
                    <a:pt x="15213" y="3111"/>
                  </a:cubicBezTo>
                  <a:cubicBezTo>
                    <a:pt x="15220" y="3112"/>
                    <a:pt x="15226" y="3113"/>
                    <a:pt x="15234" y="3113"/>
                  </a:cubicBezTo>
                  <a:cubicBezTo>
                    <a:pt x="15239" y="3114"/>
                    <a:pt x="15244" y="3114"/>
                    <a:pt x="15249" y="3114"/>
                  </a:cubicBezTo>
                  <a:cubicBezTo>
                    <a:pt x="15275" y="3114"/>
                    <a:pt x="15299" y="3105"/>
                    <a:pt x="15320" y="3092"/>
                  </a:cubicBezTo>
                  <a:cubicBezTo>
                    <a:pt x="15327" y="3090"/>
                    <a:pt x="15333" y="3086"/>
                    <a:pt x="15336" y="3081"/>
                  </a:cubicBezTo>
                  <a:lnTo>
                    <a:pt x="15357" y="3062"/>
                  </a:lnTo>
                  <a:cubicBezTo>
                    <a:pt x="15360" y="3060"/>
                    <a:pt x="15361" y="3058"/>
                    <a:pt x="15364" y="3056"/>
                  </a:cubicBezTo>
                  <a:cubicBezTo>
                    <a:pt x="15400" y="3029"/>
                    <a:pt x="15433" y="2983"/>
                    <a:pt x="15445" y="2941"/>
                  </a:cubicBezTo>
                  <a:cubicBezTo>
                    <a:pt x="15456" y="2902"/>
                    <a:pt x="15466" y="2862"/>
                    <a:pt x="15457" y="2822"/>
                  </a:cubicBezTo>
                  <a:cubicBezTo>
                    <a:pt x="15450" y="2789"/>
                    <a:pt x="15439" y="2760"/>
                    <a:pt x="15417" y="2733"/>
                  </a:cubicBezTo>
                  <a:cubicBezTo>
                    <a:pt x="15402" y="2714"/>
                    <a:pt x="15382" y="2697"/>
                    <a:pt x="15358" y="2686"/>
                  </a:cubicBezTo>
                  <a:cubicBezTo>
                    <a:pt x="15347" y="2680"/>
                    <a:pt x="15336" y="2674"/>
                    <a:pt x="15327" y="2670"/>
                  </a:cubicBezTo>
                  <a:cubicBezTo>
                    <a:pt x="15311" y="2663"/>
                    <a:pt x="15292" y="2659"/>
                    <a:pt x="15275" y="2656"/>
                  </a:cubicBezTo>
                  <a:lnTo>
                    <a:pt x="15274" y="2656"/>
                  </a:lnTo>
                  <a:cubicBezTo>
                    <a:pt x="15180" y="2591"/>
                    <a:pt x="15086" y="2526"/>
                    <a:pt x="14982" y="2475"/>
                  </a:cubicBezTo>
                  <a:cubicBezTo>
                    <a:pt x="14835" y="2403"/>
                    <a:pt x="14686" y="2333"/>
                    <a:pt x="14533" y="2271"/>
                  </a:cubicBezTo>
                  <a:cubicBezTo>
                    <a:pt x="14227" y="2148"/>
                    <a:pt x="13916" y="2043"/>
                    <a:pt x="13600" y="1953"/>
                  </a:cubicBezTo>
                  <a:cubicBezTo>
                    <a:pt x="13408" y="1898"/>
                    <a:pt x="13211" y="1848"/>
                    <a:pt x="13016" y="1804"/>
                  </a:cubicBezTo>
                  <a:lnTo>
                    <a:pt x="13016" y="1804"/>
                  </a:lnTo>
                  <a:cubicBezTo>
                    <a:pt x="22268" y="1942"/>
                    <a:pt x="31521" y="1999"/>
                    <a:pt x="40773" y="2044"/>
                  </a:cubicBezTo>
                  <a:cubicBezTo>
                    <a:pt x="47696" y="2078"/>
                    <a:pt x="54620" y="2094"/>
                    <a:pt x="61543" y="2094"/>
                  </a:cubicBezTo>
                  <a:cubicBezTo>
                    <a:pt x="67364" y="2094"/>
                    <a:pt x="73185" y="2083"/>
                    <a:pt x="79006" y="2062"/>
                  </a:cubicBezTo>
                  <a:cubicBezTo>
                    <a:pt x="85557" y="2038"/>
                    <a:pt x="92106" y="2002"/>
                    <a:pt x="98657" y="1950"/>
                  </a:cubicBezTo>
                  <a:lnTo>
                    <a:pt x="98657" y="1950"/>
                  </a:lnTo>
                  <a:cubicBezTo>
                    <a:pt x="98517" y="8706"/>
                    <a:pt x="98460" y="15461"/>
                    <a:pt x="98437" y="22217"/>
                  </a:cubicBezTo>
                  <a:cubicBezTo>
                    <a:pt x="98430" y="24089"/>
                    <a:pt x="98471" y="28191"/>
                    <a:pt x="98472" y="28245"/>
                  </a:cubicBezTo>
                  <a:cubicBezTo>
                    <a:pt x="98484" y="28793"/>
                    <a:pt x="98536" y="29341"/>
                    <a:pt x="98577" y="29887"/>
                  </a:cubicBezTo>
                  <a:cubicBezTo>
                    <a:pt x="98620" y="30457"/>
                    <a:pt x="98659" y="31028"/>
                    <a:pt x="98697" y="31599"/>
                  </a:cubicBezTo>
                  <a:cubicBezTo>
                    <a:pt x="98770" y="32713"/>
                    <a:pt x="98834" y="33825"/>
                    <a:pt x="98887" y="34939"/>
                  </a:cubicBezTo>
                  <a:cubicBezTo>
                    <a:pt x="98757" y="34453"/>
                    <a:pt x="98588" y="33970"/>
                    <a:pt x="98379" y="33511"/>
                  </a:cubicBezTo>
                  <a:cubicBezTo>
                    <a:pt x="98323" y="33389"/>
                    <a:pt x="98265" y="33267"/>
                    <a:pt x="98204" y="33146"/>
                  </a:cubicBezTo>
                  <a:cubicBezTo>
                    <a:pt x="98144" y="33026"/>
                    <a:pt x="98072" y="32911"/>
                    <a:pt x="98005" y="32793"/>
                  </a:cubicBezTo>
                  <a:cubicBezTo>
                    <a:pt x="97906" y="32620"/>
                    <a:pt x="97798" y="32457"/>
                    <a:pt x="97685" y="32296"/>
                  </a:cubicBezTo>
                  <a:cubicBezTo>
                    <a:pt x="97697" y="32236"/>
                    <a:pt x="97692" y="32174"/>
                    <a:pt x="97664" y="32117"/>
                  </a:cubicBezTo>
                  <a:lnTo>
                    <a:pt x="97660" y="32110"/>
                  </a:lnTo>
                  <a:cubicBezTo>
                    <a:pt x="97660" y="32105"/>
                    <a:pt x="97659" y="32101"/>
                    <a:pt x="97659" y="32098"/>
                  </a:cubicBezTo>
                  <a:cubicBezTo>
                    <a:pt x="97686" y="32079"/>
                    <a:pt x="97709" y="32055"/>
                    <a:pt x="97725" y="32024"/>
                  </a:cubicBezTo>
                  <a:cubicBezTo>
                    <a:pt x="97764" y="31944"/>
                    <a:pt x="97731" y="31847"/>
                    <a:pt x="97664" y="31792"/>
                  </a:cubicBezTo>
                  <a:cubicBezTo>
                    <a:pt x="97638" y="31771"/>
                    <a:pt x="97606" y="31761"/>
                    <a:pt x="97575" y="31761"/>
                  </a:cubicBezTo>
                  <a:cubicBezTo>
                    <a:pt x="97532" y="31761"/>
                    <a:pt x="97489" y="31780"/>
                    <a:pt x="97460" y="31813"/>
                  </a:cubicBezTo>
                  <a:cubicBezTo>
                    <a:pt x="97395" y="31830"/>
                    <a:pt x="97346" y="31897"/>
                    <a:pt x="97356" y="31962"/>
                  </a:cubicBezTo>
                  <a:cubicBezTo>
                    <a:pt x="97357" y="31975"/>
                    <a:pt x="97361" y="31988"/>
                    <a:pt x="97364" y="31999"/>
                  </a:cubicBezTo>
                  <a:lnTo>
                    <a:pt x="97463" y="32336"/>
                  </a:lnTo>
                  <a:cubicBezTo>
                    <a:pt x="97476" y="32379"/>
                    <a:pt x="97526" y="32406"/>
                    <a:pt x="97567" y="32407"/>
                  </a:cubicBezTo>
                  <a:cubicBezTo>
                    <a:pt x="97584" y="32407"/>
                    <a:pt x="97603" y="32405"/>
                    <a:pt x="97617" y="32397"/>
                  </a:cubicBezTo>
                  <a:cubicBezTo>
                    <a:pt x="97707" y="32587"/>
                    <a:pt x="97793" y="32776"/>
                    <a:pt x="97880" y="32967"/>
                  </a:cubicBezTo>
                  <a:cubicBezTo>
                    <a:pt x="97935" y="33086"/>
                    <a:pt x="97981" y="33207"/>
                    <a:pt x="98034" y="33325"/>
                  </a:cubicBezTo>
                  <a:cubicBezTo>
                    <a:pt x="98089" y="33448"/>
                    <a:pt x="98143" y="33572"/>
                    <a:pt x="98193" y="33697"/>
                  </a:cubicBezTo>
                  <a:cubicBezTo>
                    <a:pt x="98292" y="33938"/>
                    <a:pt x="98394" y="34179"/>
                    <a:pt x="98483" y="34422"/>
                  </a:cubicBezTo>
                  <a:cubicBezTo>
                    <a:pt x="98574" y="34671"/>
                    <a:pt x="98655" y="34923"/>
                    <a:pt x="98734" y="35176"/>
                  </a:cubicBezTo>
                  <a:cubicBezTo>
                    <a:pt x="98795" y="35376"/>
                    <a:pt x="98847" y="35571"/>
                    <a:pt x="98928" y="35761"/>
                  </a:cubicBezTo>
                  <a:cubicBezTo>
                    <a:pt x="98959" y="36438"/>
                    <a:pt x="98986" y="37114"/>
                    <a:pt x="99010" y="37793"/>
                  </a:cubicBezTo>
                  <a:cubicBezTo>
                    <a:pt x="98885" y="37120"/>
                    <a:pt x="98681" y="36461"/>
                    <a:pt x="98400" y="35835"/>
                  </a:cubicBezTo>
                  <a:cubicBezTo>
                    <a:pt x="98012" y="34971"/>
                    <a:pt x="97485" y="34171"/>
                    <a:pt x="96834" y="33478"/>
                  </a:cubicBezTo>
                  <a:cubicBezTo>
                    <a:pt x="96809" y="33452"/>
                    <a:pt x="96776" y="33438"/>
                    <a:pt x="96744" y="33438"/>
                  </a:cubicBezTo>
                  <a:cubicBezTo>
                    <a:pt x="96698" y="33438"/>
                    <a:pt x="96654" y="33466"/>
                    <a:pt x="96644" y="33523"/>
                  </a:cubicBezTo>
                  <a:cubicBezTo>
                    <a:pt x="96545" y="34042"/>
                    <a:pt x="96530" y="34574"/>
                    <a:pt x="96585" y="35098"/>
                  </a:cubicBezTo>
                  <a:cubicBezTo>
                    <a:pt x="96682" y="36020"/>
                    <a:pt x="96994" y="36910"/>
                    <a:pt x="97433" y="37727"/>
                  </a:cubicBezTo>
                  <a:cubicBezTo>
                    <a:pt x="97861" y="38523"/>
                    <a:pt x="98404" y="39242"/>
                    <a:pt x="98989" y="39930"/>
                  </a:cubicBezTo>
                  <a:cubicBezTo>
                    <a:pt x="98989" y="39996"/>
                    <a:pt x="98989" y="40063"/>
                    <a:pt x="98986" y="40131"/>
                  </a:cubicBezTo>
                  <a:cubicBezTo>
                    <a:pt x="98985" y="40156"/>
                    <a:pt x="99005" y="40171"/>
                    <a:pt x="99024" y="40171"/>
                  </a:cubicBezTo>
                  <a:cubicBezTo>
                    <a:pt x="99039" y="40171"/>
                    <a:pt x="99053" y="40162"/>
                    <a:pt x="99055" y="40142"/>
                  </a:cubicBezTo>
                  <a:lnTo>
                    <a:pt x="99076" y="40006"/>
                  </a:lnTo>
                  <a:lnTo>
                    <a:pt x="99077" y="40006"/>
                  </a:lnTo>
                  <a:cubicBezTo>
                    <a:pt x="99099" y="40792"/>
                    <a:pt x="99118" y="41580"/>
                    <a:pt x="99130" y="42367"/>
                  </a:cubicBezTo>
                  <a:cubicBezTo>
                    <a:pt x="99136" y="42697"/>
                    <a:pt x="99140" y="43028"/>
                    <a:pt x="99146" y="43359"/>
                  </a:cubicBezTo>
                  <a:cubicBezTo>
                    <a:pt x="99135" y="43418"/>
                    <a:pt x="99124" y="43478"/>
                    <a:pt x="99113" y="43537"/>
                  </a:cubicBezTo>
                  <a:cubicBezTo>
                    <a:pt x="99088" y="43673"/>
                    <a:pt x="99064" y="43818"/>
                    <a:pt x="99055" y="43961"/>
                  </a:cubicBezTo>
                  <a:cubicBezTo>
                    <a:pt x="99021" y="43734"/>
                    <a:pt x="98983" y="43508"/>
                    <a:pt x="98939" y="43280"/>
                  </a:cubicBezTo>
                  <a:cubicBezTo>
                    <a:pt x="98644" y="41770"/>
                    <a:pt x="98137" y="40303"/>
                    <a:pt x="97425" y="38935"/>
                  </a:cubicBezTo>
                  <a:cubicBezTo>
                    <a:pt x="97401" y="38889"/>
                    <a:pt x="97358" y="38865"/>
                    <a:pt x="97316" y="38865"/>
                  </a:cubicBezTo>
                  <a:cubicBezTo>
                    <a:pt x="97276" y="38865"/>
                    <a:pt x="97237" y="38886"/>
                    <a:pt x="97214" y="38929"/>
                  </a:cubicBezTo>
                  <a:cubicBezTo>
                    <a:pt x="96891" y="39523"/>
                    <a:pt x="96664" y="40158"/>
                    <a:pt x="96548" y="40824"/>
                  </a:cubicBezTo>
                  <a:cubicBezTo>
                    <a:pt x="96348" y="41973"/>
                    <a:pt x="96479" y="43173"/>
                    <a:pt x="96934" y="44251"/>
                  </a:cubicBezTo>
                  <a:cubicBezTo>
                    <a:pt x="97361" y="45263"/>
                    <a:pt x="98054" y="46162"/>
                    <a:pt x="98938" y="46827"/>
                  </a:cubicBezTo>
                  <a:cubicBezTo>
                    <a:pt x="98960" y="46846"/>
                    <a:pt x="98989" y="46853"/>
                    <a:pt x="99016" y="46853"/>
                  </a:cubicBezTo>
                  <a:cubicBezTo>
                    <a:pt x="99018" y="46853"/>
                    <a:pt x="99020" y="46853"/>
                    <a:pt x="99023" y="46853"/>
                  </a:cubicBezTo>
                  <a:lnTo>
                    <a:pt x="99023" y="46853"/>
                  </a:lnTo>
                  <a:cubicBezTo>
                    <a:pt x="99014" y="47281"/>
                    <a:pt x="98986" y="47709"/>
                    <a:pt x="98942" y="48134"/>
                  </a:cubicBezTo>
                  <a:cubicBezTo>
                    <a:pt x="98904" y="48508"/>
                    <a:pt x="98855" y="48881"/>
                    <a:pt x="98794" y="49251"/>
                  </a:cubicBezTo>
                  <a:cubicBezTo>
                    <a:pt x="98756" y="49432"/>
                    <a:pt x="98721" y="49620"/>
                    <a:pt x="98682" y="49808"/>
                  </a:cubicBezTo>
                  <a:cubicBezTo>
                    <a:pt x="98660" y="49914"/>
                    <a:pt x="98644" y="50021"/>
                    <a:pt x="98627" y="50127"/>
                  </a:cubicBezTo>
                  <a:cubicBezTo>
                    <a:pt x="98585" y="50212"/>
                    <a:pt x="98545" y="50297"/>
                    <a:pt x="98504" y="50382"/>
                  </a:cubicBezTo>
                  <a:cubicBezTo>
                    <a:pt x="98410" y="49818"/>
                    <a:pt x="98272" y="49260"/>
                    <a:pt x="98089" y="48718"/>
                  </a:cubicBezTo>
                  <a:cubicBezTo>
                    <a:pt x="97961" y="48337"/>
                    <a:pt x="97812" y="47963"/>
                    <a:pt x="97643" y="47598"/>
                  </a:cubicBezTo>
                  <a:cubicBezTo>
                    <a:pt x="97555" y="47408"/>
                    <a:pt x="97457" y="47227"/>
                    <a:pt x="97353" y="47046"/>
                  </a:cubicBezTo>
                  <a:cubicBezTo>
                    <a:pt x="97275" y="46909"/>
                    <a:pt x="97177" y="46781"/>
                    <a:pt x="97070" y="46662"/>
                  </a:cubicBezTo>
                  <a:cubicBezTo>
                    <a:pt x="97073" y="46659"/>
                    <a:pt x="97078" y="46657"/>
                    <a:pt x="97080" y="46655"/>
                  </a:cubicBezTo>
                  <a:cubicBezTo>
                    <a:pt x="97111" y="46632"/>
                    <a:pt x="97139" y="46596"/>
                    <a:pt x="97142" y="46557"/>
                  </a:cubicBezTo>
                  <a:lnTo>
                    <a:pt x="97142" y="46557"/>
                  </a:lnTo>
                  <a:cubicBezTo>
                    <a:pt x="97142" y="46557"/>
                    <a:pt x="97142" y="46557"/>
                    <a:pt x="97142" y="46557"/>
                  </a:cubicBezTo>
                  <a:lnTo>
                    <a:pt x="97142" y="46557"/>
                  </a:lnTo>
                  <a:cubicBezTo>
                    <a:pt x="97146" y="46544"/>
                    <a:pt x="97147" y="46531"/>
                    <a:pt x="97145" y="46518"/>
                  </a:cubicBezTo>
                  <a:lnTo>
                    <a:pt x="97145" y="46511"/>
                  </a:lnTo>
                  <a:cubicBezTo>
                    <a:pt x="97145" y="46505"/>
                    <a:pt x="97144" y="46501"/>
                    <a:pt x="97143" y="46497"/>
                  </a:cubicBezTo>
                  <a:lnTo>
                    <a:pt x="97143" y="46497"/>
                  </a:lnTo>
                  <a:cubicBezTo>
                    <a:pt x="97143" y="46497"/>
                    <a:pt x="97143" y="46497"/>
                    <a:pt x="97144" y="46497"/>
                  </a:cubicBezTo>
                  <a:cubicBezTo>
                    <a:pt x="97144" y="46495"/>
                    <a:pt x="97142" y="46492"/>
                    <a:pt x="97142" y="46491"/>
                  </a:cubicBezTo>
                  <a:cubicBezTo>
                    <a:pt x="97140" y="46487"/>
                    <a:pt x="97140" y="46481"/>
                    <a:pt x="97139" y="46478"/>
                  </a:cubicBezTo>
                  <a:lnTo>
                    <a:pt x="97139" y="46475"/>
                  </a:lnTo>
                  <a:cubicBezTo>
                    <a:pt x="97142" y="46457"/>
                    <a:pt x="97142" y="46440"/>
                    <a:pt x="97142" y="46421"/>
                  </a:cubicBezTo>
                  <a:cubicBezTo>
                    <a:pt x="97142" y="46415"/>
                    <a:pt x="97142" y="46409"/>
                    <a:pt x="97140" y="46402"/>
                  </a:cubicBezTo>
                  <a:cubicBezTo>
                    <a:pt x="97129" y="46341"/>
                    <a:pt x="97096" y="46281"/>
                    <a:pt x="97045" y="46243"/>
                  </a:cubicBezTo>
                  <a:cubicBezTo>
                    <a:pt x="96997" y="46209"/>
                    <a:pt x="96945" y="46192"/>
                    <a:pt x="96888" y="46192"/>
                  </a:cubicBezTo>
                  <a:cubicBezTo>
                    <a:pt x="96880" y="46192"/>
                    <a:pt x="96873" y="46192"/>
                    <a:pt x="96865" y="46193"/>
                  </a:cubicBezTo>
                  <a:cubicBezTo>
                    <a:pt x="96835" y="46195"/>
                    <a:pt x="96805" y="46204"/>
                    <a:pt x="96778" y="46216"/>
                  </a:cubicBezTo>
                  <a:lnTo>
                    <a:pt x="96775" y="46216"/>
                  </a:lnTo>
                  <a:cubicBezTo>
                    <a:pt x="96755" y="46218"/>
                    <a:pt x="96737" y="46223"/>
                    <a:pt x="96722" y="46237"/>
                  </a:cubicBezTo>
                  <a:cubicBezTo>
                    <a:pt x="96711" y="46244"/>
                    <a:pt x="96700" y="46255"/>
                    <a:pt x="96692" y="46266"/>
                  </a:cubicBezTo>
                  <a:cubicBezTo>
                    <a:pt x="96689" y="46271"/>
                    <a:pt x="96687" y="46273"/>
                    <a:pt x="96683" y="46277"/>
                  </a:cubicBezTo>
                  <a:cubicBezTo>
                    <a:pt x="96655" y="46305"/>
                    <a:pt x="96632" y="46335"/>
                    <a:pt x="96611" y="46371"/>
                  </a:cubicBezTo>
                  <a:cubicBezTo>
                    <a:pt x="96584" y="46418"/>
                    <a:pt x="96574" y="46471"/>
                    <a:pt x="96576" y="46523"/>
                  </a:cubicBezTo>
                  <a:cubicBezTo>
                    <a:pt x="96576" y="46550"/>
                    <a:pt x="96582" y="46575"/>
                    <a:pt x="96592" y="46600"/>
                  </a:cubicBezTo>
                  <a:cubicBezTo>
                    <a:pt x="96599" y="46618"/>
                    <a:pt x="96610" y="46634"/>
                    <a:pt x="96620" y="46651"/>
                  </a:cubicBezTo>
                  <a:cubicBezTo>
                    <a:pt x="96623" y="46657"/>
                    <a:pt x="96627" y="46663"/>
                    <a:pt x="96633" y="46668"/>
                  </a:cubicBezTo>
                  <a:cubicBezTo>
                    <a:pt x="96659" y="46698"/>
                    <a:pt x="96689" y="46722"/>
                    <a:pt x="96731" y="46727"/>
                  </a:cubicBezTo>
                  <a:cubicBezTo>
                    <a:pt x="96733" y="46728"/>
                    <a:pt x="96735" y="46728"/>
                    <a:pt x="96738" y="46728"/>
                  </a:cubicBezTo>
                  <a:cubicBezTo>
                    <a:pt x="96743" y="46728"/>
                    <a:pt x="96748" y="46727"/>
                    <a:pt x="96753" y="46727"/>
                  </a:cubicBezTo>
                  <a:cubicBezTo>
                    <a:pt x="96768" y="46734"/>
                    <a:pt x="96782" y="46738"/>
                    <a:pt x="96801" y="46743"/>
                  </a:cubicBezTo>
                  <a:cubicBezTo>
                    <a:pt x="96810" y="46745"/>
                    <a:pt x="96819" y="46746"/>
                    <a:pt x="96828" y="46746"/>
                  </a:cubicBezTo>
                  <a:cubicBezTo>
                    <a:pt x="96837" y="46746"/>
                    <a:pt x="96847" y="46745"/>
                    <a:pt x="96856" y="46745"/>
                  </a:cubicBezTo>
                  <a:cubicBezTo>
                    <a:pt x="96864" y="46745"/>
                    <a:pt x="96870" y="46744"/>
                    <a:pt x="96879" y="46743"/>
                  </a:cubicBezTo>
                  <a:cubicBezTo>
                    <a:pt x="96909" y="46737"/>
                    <a:pt x="96931" y="46729"/>
                    <a:pt x="96956" y="46718"/>
                  </a:cubicBezTo>
                  <a:cubicBezTo>
                    <a:pt x="97018" y="46893"/>
                    <a:pt x="97088" y="47067"/>
                    <a:pt x="97170" y="47237"/>
                  </a:cubicBezTo>
                  <a:cubicBezTo>
                    <a:pt x="97268" y="47437"/>
                    <a:pt x="97361" y="47639"/>
                    <a:pt x="97451" y="47841"/>
                  </a:cubicBezTo>
                  <a:cubicBezTo>
                    <a:pt x="97775" y="48563"/>
                    <a:pt x="98025" y="49320"/>
                    <a:pt x="98196" y="50093"/>
                  </a:cubicBezTo>
                  <a:cubicBezTo>
                    <a:pt x="98281" y="50487"/>
                    <a:pt x="98346" y="50883"/>
                    <a:pt x="98390" y="51281"/>
                  </a:cubicBezTo>
                  <a:cubicBezTo>
                    <a:pt x="98405" y="51421"/>
                    <a:pt x="98419" y="51563"/>
                    <a:pt x="98433" y="51703"/>
                  </a:cubicBezTo>
                  <a:cubicBezTo>
                    <a:pt x="98422" y="51768"/>
                    <a:pt x="98411" y="51833"/>
                    <a:pt x="98401" y="51898"/>
                  </a:cubicBezTo>
                  <a:cubicBezTo>
                    <a:pt x="98345" y="52256"/>
                    <a:pt x="98297" y="52614"/>
                    <a:pt x="98253" y="52974"/>
                  </a:cubicBezTo>
                  <a:lnTo>
                    <a:pt x="98220" y="53257"/>
                  </a:lnTo>
                  <a:cubicBezTo>
                    <a:pt x="96969" y="53216"/>
                    <a:pt x="95716" y="53229"/>
                    <a:pt x="94465" y="53221"/>
                  </a:cubicBezTo>
                  <a:cubicBezTo>
                    <a:pt x="92831" y="53210"/>
                    <a:pt x="91196" y="53200"/>
                    <a:pt x="89561" y="53190"/>
                  </a:cubicBezTo>
                  <a:cubicBezTo>
                    <a:pt x="86366" y="53172"/>
                    <a:pt x="83173" y="53155"/>
                    <a:pt x="79978" y="53141"/>
                  </a:cubicBezTo>
                  <a:cubicBezTo>
                    <a:pt x="73616" y="53113"/>
                    <a:pt x="67257" y="53097"/>
                    <a:pt x="60896" y="53091"/>
                  </a:cubicBezTo>
                  <a:cubicBezTo>
                    <a:pt x="59339" y="53090"/>
                    <a:pt x="57782" y="53089"/>
                    <a:pt x="56226" y="53089"/>
                  </a:cubicBezTo>
                  <a:cubicBezTo>
                    <a:pt x="45016" y="53089"/>
                    <a:pt x="33807" y="53124"/>
                    <a:pt x="22598" y="53194"/>
                  </a:cubicBezTo>
                  <a:cubicBezTo>
                    <a:pt x="15635" y="53235"/>
                    <a:pt x="8670" y="53293"/>
                    <a:pt x="1707" y="53373"/>
                  </a:cubicBezTo>
                  <a:cubicBezTo>
                    <a:pt x="1695" y="52855"/>
                    <a:pt x="1682" y="52338"/>
                    <a:pt x="1672" y="51819"/>
                  </a:cubicBezTo>
                  <a:cubicBezTo>
                    <a:pt x="1646" y="50651"/>
                    <a:pt x="1623" y="49483"/>
                    <a:pt x="1601" y="48314"/>
                  </a:cubicBezTo>
                  <a:cubicBezTo>
                    <a:pt x="1558" y="46007"/>
                    <a:pt x="1529" y="43698"/>
                    <a:pt x="1509" y="41389"/>
                  </a:cubicBezTo>
                  <a:cubicBezTo>
                    <a:pt x="1486" y="38516"/>
                    <a:pt x="1477" y="35645"/>
                    <a:pt x="1491" y="32771"/>
                  </a:cubicBezTo>
                  <a:cubicBezTo>
                    <a:pt x="1527" y="30670"/>
                    <a:pt x="1559" y="28568"/>
                    <a:pt x="1591" y="26466"/>
                  </a:cubicBezTo>
                  <a:cubicBezTo>
                    <a:pt x="1645" y="22842"/>
                    <a:pt x="1689" y="19218"/>
                    <a:pt x="1726" y="15595"/>
                  </a:cubicBezTo>
                  <a:cubicBezTo>
                    <a:pt x="1760" y="15869"/>
                    <a:pt x="1800" y="16142"/>
                    <a:pt x="1844" y="16413"/>
                  </a:cubicBezTo>
                  <a:cubicBezTo>
                    <a:pt x="1894" y="16730"/>
                    <a:pt x="1949" y="17044"/>
                    <a:pt x="2015" y="17357"/>
                  </a:cubicBezTo>
                  <a:cubicBezTo>
                    <a:pt x="2048" y="17512"/>
                    <a:pt x="2089" y="17664"/>
                    <a:pt x="2134" y="17816"/>
                  </a:cubicBezTo>
                  <a:cubicBezTo>
                    <a:pt x="2156" y="17889"/>
                    <a:pt x="2174" y="17967"/>
                    <a:pt x="2204" y="18041"/>
                  </a:cubicBezTo>
                  <a:cubicBezTo>
                    <a:pt x="2234" y="18116"/>
                    <a:pt x="2273" y="18189"/>
                    <a:pt x="2308" y="18263"/>
                  </a:cubicBezTo>
                  <a:cubicBezTo>
                    <a:pt x="2316" y="18280"/>
                    <a:pt x="2330" y="18288"/>
                    <a:pt x="2343" y="18288"/>
                  </a:cubicBezTo>
                  <a:cubicBezTo>
                    <a:pt x="2367" y="18288"/>
                    <a:pt x="2391" y="18267"/>
                    <a:pt x="2389" y="18239"/>
                  </a:cubicBezTo>
                  <a:cubicBezTo>
                    <a:pt x="2381" y="18097"/>
                    <a:pt x="2375" y="17960"/>
                    <a:pt x="2352" y="17819"/>
                  </a:cubicBezTo>
                  <a:cubicBezTo>
                    <a:pt x="2330" y="17681"/>
                    <a:pt x="2308" y="17543"/>
                    <a:pt x="2279" y="17406"/>
                  </a:cubicBezTo>
                  <a:cubicBezTo>
                    <a:pt x="2223" y="17132"/>
                    <a:pt x="2166" y="16857"/>
                    <a:pt x="2116" y="16582"/>
                  </a:cubicBezTo>
                  <a:cubicBezTo>
                    <a:pt x="2015" y="16032"/>
                    <a:pt x="1935" y="15478"/>
                    <a:pt x="1872" y="14920"/>
                  </a:cubicBezTo>
                  <a:cubicBezTo>
                    <a:pt x="1812" y="14378"/>
                    <a:pt x="1773" y="13836"/>
                    <a:pt x="1748" y="13292"/>
                  </a:cubicBezTo>
                  <a:cubicBezTo>
                    <a:pt x="1757" y="12251"/>
                    <a:pt x="1767" y="11210"/>
                    <a:pt x="1776" y="10169"/>
                  </a:cubicBezTo>
                  <a:lnTo>
                    <a:pt x="1788" y="9951"/>
                  </a:lnTo>
                  <a:cubicBezTo>
                    <a:pt x="1812" y="9714"/>
                    <a:pt x="1826" y="9478"/>
                    <a:pt x="1829" y="9242"/>
                  </a:cubicBezTo>
                  <a:cubicBezTo>
                    <a:pt x="2009" y="10064"/>
                    <a:pt x="2278" y="10864"/>
                    <a:pt x="2550" y="11657"/>
                  </a:cubicBezTo>
                  <a:cubicBezTo>
                    <a:pt x="2630" y="11894"/>
                    <a:pt x="2713" y="12133"/>
                    <a:pt x="2794" y="12370"/>
                  </a:cubicBezTo>
                  <a:cubicBezTo>
                    <a:pt x="2833" y="12486"/>
                    <a:pt x="2874" y="12600"/>
                    <a:pt x="2919" y="12716"/>
                  </a:cubicBezTo>
                  <a:cubicBezTo>
                    <a:pt x="2927" y="12737"/>
                    <a:pt x="2936" y="12756"/>
                    <a:pt x="2942" y="12777"/>
                  </a:cubicBezTo>
                  <a:cubicBezTo>
                    <a:pt x="2921" y="12788"/>
                    <a:pt x="2903" y="12799"/>
                    <a:pt x="2886" y="12816"/>
                  </a:cubicBezTo>
                  <a:cubicBezTo>
                    <a:pt x="2875" y="12827"/>
                    <a:pt x="2858" y="12844"/>
                    <a:pt x="2852" y="12852"/>
                  </a:cubicBezTo>
                  <a:cubicBezTo>
                    <a:pt x="2848" y="12859"/>
                    <a:pt x="2833" y="12882"/>
                    <a:pt x="2827" y="12896"/>
                  </a:cubicBezTo>
                  <a:cubicBezTo>
                    <a:pt x="2825" y="12902"/>
                    <a:pt x="2821" y="12908"/>
                    <a:pt x="2820" y="12915"/>
                  </a:cubicBezTo>
                  <a:cubicBezTo>
                    <a:pt x="2814" y="12940"/>
                    <a:pt x="2805" y="12965"/>
                    <a:pt x="2805" y="12993"/>
                  </a:cubicBezTo>
                  <a:cubicBezTo>
                    <a:pt x="2805" y="13007"/>
                    <a:pt x="2806" y="13019"/>
                    <a:pt x="2806" y="13033"/>
                  </a:cubicBezTo>
                  <a:cubicBezTo>
                    <a:pt x="2809" y="13052"/>
                    <a:pt x="2816" y="13069"/>
                    <a:pt x="2827" y="13085"/>
                  </a:cubicBezTo>
                  <a:cubicBezTo>
                    <a:pt x="2843" y="13111"/>
                    <a:pt x="2866" y="13134"/>
                    <a:pt x="2897" y="13145"/>
                  </a:cubicBezTo>
                  <a:cubicBezTo>
                    <a:pt x="2907" y="13150"/>
                    <a:pt x="2918" y="13151"/>
                    <a:pt x="2929" y="13152"/>
                  </a:cubicBezTo>
                  <a:cubicBezTo>
                    <a:pt x="2942" y="13167"/>
                    <a:pt x="2957" y="13183"/>
                    <a:pt x="2975" y="13194"/>
                  </a:cubicBezTo>
                  <a:cubicBezTo>
                    <a:pt x="2997" y="13206"/>
                    <a:pt x="3013" y="13214"/>
                    <a:pt x="3031" y="13221"/>
                  </a:cubicBezTo>
                  <a:cubicBezTo>
                    <a:pt x="3040" y="13231"/>
                    <a:pt x="3048" y="13240"/>
                    <a:pt x="3057" y="13248"/>
                  </a:cubicBezTo>
                  <a:cubicBezTo>
                    <a:pt x="3090" y="13277"/>
                    <a:pt x="3130" y="13286"/>
                    <a:pt x="3171" y="13286"/>
                  </a:cubicBezTo>
                  <a:cubicBezTo>
                    <a:pt x="3177" y="13286"/>
                    <a:pt x="3184" y="13286"/>
                    <a:pt x="3190" y="13286"/>
                  </a:cubicBezTo>
                  <a:lnTo>
                    <a:pt x="3220" y="13277"/>
                  </a:lnTo>
                  <a:cubicBezTo>
                    <a:pt x="3233" y="13271"/>
                    <a:pt x="3245" y="13262"/>
                    <a:pt x="3255" y="13251"/>
                  </a:cubicBezTo>
                  <a:cubicBezTo>
                    <a:pt x="3273" y="13232"/>
                    <a:pt x="3284" y="13210"/>
                    <a:pt x="3287" y="13184"/>
                  </a:cubicBezTo>
                  <a:cubicBezTo>
                    <a:pt x="3289" y="13167"/>
                    <a:pt x="3289" y="13151"/>
                    <a:pt x="3288" y="13134"/>
                  </a:cubicBezTo>
                  <a:cubicBezTo>
                    <a:pt x="3306" y="13106"/>
                    <a:pt x="3317" y="13073"/>
                    <a:pt x="3322" y="13040"/>
                  </a:cubicBezTo>
                  <a:cubicBezTo>
                    <a:pt x="3330" y="12996"/>
                    <a:pt x="3320" y="12942"/>
                    <a:pt x="3300" y="12902"/>
                  </a:cubicBezTo>
                  <a:cubicBezTo>
                    <a:pt x="3281" y="12863"/>
                    <a:pt x="3251" y="12822"/>
                    <a:pt x="3212" y="12797"/>
                  </a:cubicBezTo>
                  <a:cubicBezTo>
                    <a:pt x="3205" y="12792"/>
                    <a:pt x="3198" y="12787"/>
                    <a:pt x="3189" y="12782"/>
                  </a:cubicBezTo>
                  <a:cubicBezTo>
                    <a:pt x="3184" y="12753"/>
                    <a:pt x="3177" y="12723"/>
                    <a:pt x="3168" y="12695"/>
                  </a:cubicBezTo>
                  <a:cubicBezTo>
                    <a:pt x="3140" y="12586"/>
                    <a:pt x="3110" y="12479"/>
                    <a:pt x="3074" y="12371"/>
                  </a:cubicBezTo>
                  <a:cubicBezTo>
                    <a:pt x="3004" y="12167"/>
                    <a:pt x="2932" y="11962"/>
                    <a:pt x="2861" y="11757"/>
                  </a:cubicBezTo>
                  <a:cubicBezTo>
                    <a:pt x="2716" y="11344"/>
                    <a:pt x="2572" y="10930"/>
                    <a:pt x="2437" y="10514"/>
                  </a:cubicBezTo>
                  <a:cubicBezTo>
                    <a:pt x="2173" y="9695"/>
                    <a:pt x="1965" y="8862"/>
                    <a:pt x="1882" y="8005"/>
                  </a:cubicBezTo>
                  <a:cubicBezTo>
                    <a:pt x="1871" y="7896"/>
                    <a:pt x="1865" y="7787"/>
                    <a:pt x="1859" y="7677"/>
                  </a:cubicBezTo>
                  <a:lnTo>
                    <a:pt x="1859" y="7677"/>
                  </a:lnTo>
                  <a:cubicBezTo>
                    <a:pt x="1930" y="7929"/>
                    <a:pt x="2006" y="8177"/>
                    <a:pt x="2095" y="8423"/>
                  </a:cubicBezTo>
                  <a:cubicBezTo>
                    <a:pt x="2317" y="9039"/>
                    <a:pt x="2583" y="9635"/>
                    <a:pt x="2901" y="10208"/>
                  </a:cubicBezTo>
                  <a:cubicBezTo>
                    <a:pt x="2989" y="10365"/>
                    <a:pt x="3080" y="10525"/>
                    <a:pt x="3185" y="10672"/>
                  </a:cubicBezTo>
                  <a:cubicBezTo>
                    <a:pt x="3212" y="10712"/>
                    <a:pt x="3248" y="10745"/>
                    <a:pt x="3277" y="10784"/>
                  </a:cubicBezTo>
                  <a:cubicBezTo>
                    <a:pt x="3291" y="10804"/>
                    <a:pt x="3306" y="10824"/>
                    <a:pt x="3320" y="10843"/>
                  </a:cubicBezTo>
                  <a:cubicBezTo>
                    <a:pt x="3306" y="10864"/>
                    <a:pt x="3295" y="10887"/>
                    <a:pt x="3287" y="10912"/>
                  </a:cubicBezTo>
                  <a:cubicBezTo>
                    <a:pt x="3269" y="10969"/>
                    <a:pt x="3270" y="11032"/>
                    <a:pt x="3283" y="11089"/>
                  </a:cubicBezTo>
                  <a:cubicBezTo>
                    <a:pt x="3306" y="11197"/>
                    <a:pt x="3366" y="11299"/>
                    <a:pt x="3458" y="11364"/>
                  </a:cubicBezTo>
                  <a:cubicBezTo>
                    <a:pt x="3483" y="11381"/>
                    <a:pt x="3515" y="11390"/>
                    <a:pt x="3546" y="11390"/>
                  </a:cubicBezTo>
                  <a:cubicBezTo>
                    <a:pt x="3591" y="11390"/>
                    <a:pt x="3635" y="11372"/>
                    <a:pt x="3660" y="11333"/>
                  </a:cubicBezTo>
                  <a:cubicBezTo>
                    <a:pt x="3672" y="11314"/>
                    <a:pt x="3683" y="11295"/>
                    <a:pt x="3694" y="11275"/>
                  </a:cubicBezTo>
                  <a:lnTo>
                    <a:pt x="3694" y="11275"/>
                  </a:lnTo>
                  <a:cubicBezTo>
                    <a:pt x="3694" y="11277"/>
                    <a:pt x="3693" y="11278"/>
                    <a:pt x="3692" y="11279"/>
                  </a:cubicBezTo>
                  <a:cubicBezTo>
                    <a:pt x="3712" y="11252"/>
                    <a:pt x="3727" y="11232"/>
                    <a:pt x="3744" y="11201"/>
                  </a:cubicBezTo>
                  <a:cubicBezTo>
                    <a:pt x="3749" y="11192"/>
                    <a:pt x="3753" y="11183"/>
                    <a:pt x="3755" y="11173"/>
                  </a:cubicBezTo>
                  <a:cubicBezTo>
                    <a:pt x="3765" y="11156"/>
                    <a:pt x="3772" y="11139"/>
                    <a:pt x="3777" y="11118"/>
                  </a:cubicBezTo>
                  <a:cubicBezTo>
                    <a:pt x="3783" y="11101"/>
                    <a:pt x="3785" y="11084"/>
                    <a:pt x="3782" y="11065"/>
                  </a:cubicBezTo>
                  <a:cubicBezTo>
                    <a:pt x="3783" y="11040"/>
                    <a:pt x="3778" y="11014"/>
                    <a:pt x="3767" y="10991"/>
                  </a:cubicBezTo>
                  <a:cubicBezTo>
                    <a:pt x="3759" y="10963"/>
                    <a:pt x="3742" y="10937"/>
                    <a:pt x="3722" y="10916"/>
                  </a:cubicBezTo>
                  <a:cubicBezTo>
                    <a:pt x="3709" y="10901"/>
                    <a:pt x="3690" y="10883"/>
                    <a:pt x="3672" y="10871"/>
                  </a:cubicBezTo>
                  <a:cubicBezTo>
                    <a:pt x="3641" y="10849"/>
                    <a:pt x="3600" y="10829"/>
                    <a:pt x="3561" y="10828"/>
                  </a:cubicBezTo>
                  <a:lnTo>
                    <a:pt x="3529" y="10828"/>
                  </a:lnTo>
                  <a:cubicBezTo>
                    <a:pt x="3520" y="10805"/>
                    <a:pt x="3505" y="10784"/>
                    <a:pt x="3483" y="10772"/>
                  </a:cubicBezTo>
                  <a:cubicBezTo>
                    <a:pt x="3474" y="10767"/>
                    <a:pt x="3464" y="10763"/>
                    <a:pt x="3453" y="10762"/>
                  </a:cubicBezTo>
                  <a:cubicBezTo>
                    <a:pt x="3366" y="10574"/>
                    <a:pt x="3278" y="10388"/>
                    <a:pt x="3183" y="10205"/>
                  </a:cubicBezTo>
                  <a:cubicBezTo>
                    <a:pt x="3033" y="9920"/>
                    <a:pt x="2896" y="9627"/>
                    <a:pt x="2760" y="9335"/>
                  </a:cubicBezTo>
                  <a:cubicBezTo>
                    <a:pt x="2492" y="8754"/>
                    <a:pt x="2262" y="8153"/>
                    <a:pt x="2070" y="7543"/>
                  </a:cubicBezTo>
                  <a:cubicBezTo>
                    <a:pt x="2017" y="7373"/>
                    <a:pt x="1969" y="7200"/>
                    <a:pt x="1915" y="7029"/>
                  </a:cubicBezTo>
                  <a:cubicBezTo>
                    <a:pt x="1902" y="6984"/>
                    <a:pt x="1888" y="6938"/>
                    <a:pt x="1875" y="6892"/>
                  </a:cubicBezTo>
                  <a:cubicBezTo>
                    <a:pt x="1882" y="6797"/>
                    <a:pt x="1888" y="6694"/>
                    <a:pt x="1829" y="6615"/>
                  </a:cubicBezTo>
                  <a:cubicBezTo>
                    <a:pt x="1823" y="6607"/>
                    <a:pt x="1814" y="6603"/>
                    <a:pt x="1804" y="6601"/>
                  </a:cubicBezTo>
                  <a:lnTo>
                    <a:pt x="1809" y="6071"/>
                  </a:lnTo>
                  <a:cubicBezTo>
                    <a:pt x="1818" y="6104"/>
                    <a:pt x="1827" y="6138"/>
                    <a:pt x="1838" y="6171"/>
                  </a:cubicBezTo>
                  <a:cubicBezTo>
                    <a:pt x="1976" y="6589"/>
                    <a:pt x="2180" y="6980"/>
                    <a:pt x="2405" y="7358"/>
                  </a:cubicBezTo>
                  <a:cubicBezTo>
                    <a:pt x="2634" y="7742"/>
                    <a:pt x="2876" y="8119"/>
                    <a:pt x="3132" y="8485"/>
                  </a:cubicBezTo>
                  <a:cubicBezTo>
                    <a:pt x="3420" y="8899"/>
                    <a:pt x="3725" y="9299"/>
                    <a:pt x="4045" y="9687"/>
                  </a:cubicBezTo>
                  <a:cubicBezTo>
                    <a:pt x="4075" y="9724"/>
                    <a:pt x="4119" y="9742"/>
                    <a:pt x="4163" y="9742"/>
                  </a:cubicBezTo>
                  <a:cubicBezTo>
                    <a:pt x="4238" y="9742"/>
                    <a:pt x="4312" y="9692"/>
                    <a:pt x="4318" y="9607"/>
                  </a:cubicBezTo>
                  <a:cubicBezTo>
                    <a:pt x="4428" y="8147"/>
                    <a:pt x="4167" y="6667"/>
                    <a:pt x="3564" y="5333"/>
                  </a:cubicBezTo>
                  <a:cubicBezTo>
                    <a:pt x="3414" y="5002"/>
                    <a:pt x="3244" y="4683"/>
                    <a:pt x="3055" y="4374"/>
                  </a:cubicBezTo>
                  <a:cubicBezTo>
                    <a:pt x="2872" y="4075"/>
                    <a:pt x="2676" y="3783"/>
                    <a:pt x="2427" y="3536"/>
                  </a:cubicBezTo>
                  <a:cubicBezTo>
                    <a:pt x="2304" y="3414"/>
                    <a:pt x="2172" y="3300"/>
                    <a:pt x="2026" y="3207"/>
                  </a:cubicBezTo>
                  <a:cubicBezTo>
                    <a:pt x="1965" y="3167"/>
                    <a:pt x="1902" y="3125"/>
                    <a:pt x="1833" y="3123"/>
                  </a:cubicBezTo>
                  <a:cubicBezTo>
                    <a:pt x="1834" y="2866"/>
                    <a:pt x="1836" y="2609"/>
                    <a:pt x="1836" y="2351"/>
                  </a:cubicBezTo>
                  <a:cubicBezTo>
                    <a:pt x="1842" y="2353"/>
                    <a:pt x="1845" y="2354"/>
                    <a:pt x="1851" y="2357"/>
                  </a:cubicBezTo>
                  <a:cubicBezTo>
                    <a:pt x="2430" y="3092"/>
                    <a:pt x="3214" y="3672"/>
                    <a:pt x="4060" y="4063"/>
                  </a:cubicBezTo>
                  <a:cubicBezTo>
                    <a:pt x="4555" y="4293"/>
                    <a:pt x="5079" y="4452"/>
                    <a:pt x="5616" y="4551"/>
                  </a:cubicBezTo>
                  <a:cubicBezTo>
                    <a:pt x="6129" y="4646"/>
                    <a:pt x="6651" y="4679"/>
                    <a:pt x="7173" y="4679"/>
                  </a:cubicBezTo>
                  <a:cubicBezTo>
                    <a:pt x="7246" y="4679"/>
                    <a:pt x="7320" y="4678"/>
                    <a:pt x="7393" y="4677"/>
                  </a:cubicBezTo>
                  <a:cubicBezTo>
                    <a:pt x="7970" y="4668"/>
                    <a:pt x="8544" y="4627"/>
                    <a:pt x="9118" y="4572"/>
                  </a:cubicBezTo>
                  <a:cubicBezTo>
                    <a:pt x="9137" y="4584"/>
                    <a:pt x="9157" y="4596"/>
                    <a:pt x="9178" y="4607"/>
                  </a:cubicBezTo>
                  <a:cubicBezTo>
                    <a:pt x="9209" y="4624"/>
                    <a:pt x="9243" y="4631"/>
                    <a:pt x="9277" y="4631"/>
                  </a:cubicBezTo>
                  <a:cubicBezTo>
                    <a:pt x="9369" y="4631"/>
                    <a:pt x="9459" y="4575"/>
                    <a:pt x="9485" y="4481"/>
                  </a:cubicBezTo>
                  <a:cubicBezTo>
                    <a:pt x="9506" y="4407"/>
                    <a:pt x="9459" y="4343"/>
                    <a:pt x="9384" y="4343"/>
                  </a:cubicBezTo>
                  <a:cubicBezTo>
                    <a:pt x="9380" y="4343"/>
                    <a:pt x="9377" y="4343"/>
                    <a:pt x="9373" y="4343"/>
                  </a:cubicBezTo>
                  <a:lnTo>
                    <a:pt x="9217" y="4355"/>
                  </a:lnTo>
                  <a:cubicBezTo>
                    <a:pt x="9174" y="4326"/>
                    <a:pt x="9131" y="4294"/>
                    <a:pt x="9090" y="4264"/>
                  </a:cubicBezTo>
                  <a:cubicBezTo>
                    <a:pt x="8986" y="4190"/>
                    <a:pt x="8884" y="4117"/>
                    <a:pt x="8782" y="4045"/>
                  </a:cubicBezTo>
                  <a:cubicBezTo>
                    <a:pt x="8565" y="3891"/>
                    <a:pt x="8348" y="3739"/>
                    <a:pt x="8127" y="3591"/>
                  </a:cubicBezTo>
                  <a:cubicBezTo>
                    <a:pt x="7687" y="3298"/>
                    <a:pt x="7228" y="3029"/>
                    <a:pt x="6758" y="2787"/>
                  </a:cubicBezTo>
                  <a:cubicBezTo>
                    <a:pt x="5839" y="2315"/>
                    <a:pt x="4836" y="1972"/>
                    <a:pt x="3798" y="1927"/>
                  </a:cubicBezTo>
                  <a:cubicBezTo>
                    <a:pt x="3711" y="1924"/>
                    <a:pt x="3624" y="1922"/>
                    <a:pt x="3538" y="1922"/>
                  </a:cubicBezTo>
                  <a:cubicBezTo>
                    <a:pt x="2982" y="1922"/>
                    <a:pt x="2427" y="1993"/>
                    <a:pt x="1877" y="2069"/>
                  </a:cubicBezTo>
                  <a:cubicBezTo>
                    <a:pt x="1869" y="2059"/>
                    <a:pt x="1860" y="2051"/>
                    <a:pt x="1853" y="2042"/>
                  </a:cubicBezTo>
                  <a:cubicBezTo>
                    <a:pt x="1847" y="2035"/>
                    <a:pt x="1842" y="2031"/>
                    <a:pt x="1836" y="2025"/>
                  </a:cubicBezTo>
                  <a:lnTo>
                    <a:pt x="1836" y="2007"/>
                  </a:lnTo>
                  <a:cubicBezTo>
                    <a:pt x="2267" y="1906"/>
                    <a:pt x="2684" y="1758"/>
                    <a:pt x="3106" y="1625"/>
                  </a:cubicBezTo>
                  <a:cubicBezTo>
                    <a:pt x="3107" y="1625"/>
                    <a:pt x="3108" y="1624"/>
                    <a:pt x="3110" y="1624"/>
                  </a:cubicBezTo>
                  <a:close/>
                  <a:moveTo>
                    <a:pt x="12535" y="1"/>
                  </a:moveTo>
                  <a:cubicBezTo>
                    <a:pt x="12043" y="1"/>
                    <a:pt x="11551" y="37"/>
                    <a:pt x="11063" y="110"/>
                  </a:cubicBezTo>
                  <a:cubicBezTo>
                    <a:pt x="10134" y="247"/>
                    <a:pt x="9224" y="515"/>
                    <a:pt x="8366" y="895"/>
                  </a:cubicBezTo>
                  <a:cubicBezTo>
                    <a:pt x="8013" y="1052"/>
                    <a:pt x="7671" y="1229"/>
                    <a:pt x="7340" y="1425"/>
                  </a:cubicBezTo>
                  <a:cubicBezTo>
                    <a:pt x="6138" y="1420"/>
                    <a:pt x="4935" y="1417"/>
                    <a:pt x="3733" y="1413"/>
                  </a:cubicBezTo>
                  <a:cubicBezTo>
                    <a:pt x="3962" y="1338"/>
                    <a:pt x="4192" y="1260"/>
                    <a:pt x="4419" y="1181"/>
                  </a:cubicBezTo>
                  <a:cubicBezTo>
                    <a:pt x="4662" y="1097"/>
                    <a:pt x="4913" y="1015"/>
                    <a:pt x="5142" y="895"/>
                  </a:cubicBezTo>
                  <a:cubicBezTo>
                    <a:pt x="5186" y="872"/>
                    <a:pt x="5171" y="804"/>
                    <a:pt x="5123" y="804"/>
                  </a:cubicBezTo>
                  <a:cubicBezTo>
                    <a:pt x="5120" y="804"/>
                    <a:pt x="5117" y="804"/>
                    <a:pt x="5114" y="805"/>
                  </a:cubicBezTo>
                  <a:cubicBezTo>
                    <a:pt x="4891" y="837"/>
                    <a:pt x="4670" y="903"/>
                    <a:pt x="4453" y="966"/>
                  </a:cubicBezTo>
                  <a:cubicBezTo>
                    <a:pt x="4236" y="1032"/>
                    <a:pt x="4017" y="1098"/>
                    <a:pt x="3800" y="1164"/>
                  </a:cubicBezTo>
                  <a:cubicBezTo>
                    <a:pt x="3544" y="1243"/>
                    <a:pt x="3288" y="1325"/>
                    <a:pt x="3033" y="1410"/>
                  </a:cubicBezTo>
                  <a:cubicBezTo>
                    <a:pt x="2826" y="1410"/>
                    <a:pt x="2619" y="1409"/>
                    <a:pt x="2413" y="1409"/>
                  </a:cubicBezTo>
                  <a:cubicBezTo>
                    <a:pt x="2289" y="1409"/>
                    <a:pt x="2266" y="1597"/>
                    <a:pt x="2392" y="1600"/>
                  </a:cubicBezTo>
                  <a:cubicBezTo>
                    <a:pt x="2414" y="1600"/>
                    <a:pt x="2435" y="1601"/>
                    <a:pt x="2457" y="1601"/>
                  </a:cubicBezTo>
                  <a:cubicBezTo>
                    <a:pt x="2344" y="1638"/>
                    <a:pt x="2232" y="1675"/>
                    <a:pt x="2120" y="1711"/>
                  </a:cubicBezTo>
                  <a:cubicBezTo>
                    <a:pt x="2024" y="1743"/>
                    <a:pt x="1931" y="1781"/>
                    <a:pt x="1837" y="1821"/>
                  </a:cubicBezTo>
                  <a:cubicBezTo>
                    <a:pt x="1834" y="1388"/>
                    <a:pt x="1827" y="954"/>
                    <a:pt x="1815" y="522"/>
                  </a:cubicBezTo>
                  <a:cubicBezTo>
                    <a:pt x="1814" y="483"/>
                    <a:pt x="1781" y="464"/>
                    <a:pt x="1748" y="464"/>
                  </a:cubicBezTo>
                  <a:cubicBezTo>
                    <a:pt x="1712" y="464"/>
                    <a:pt x="1676" y="485"/>
                    <a:pt x="1674" y="526"/>
                  </a:cubicBezTo>
                  <a:cubicBezTo>
                    <a:pt x="1611" y="1942"/>
                    <a:pt x="1613" y="3358"/>
                    <a:pt x="1597" y="4775"/>
                  </a:cubicBezTo>
                  <a:cubicBezTo>
                    <a:pt x="1591" y="5315"/>
                    <a:pt x="1585" y="5855"/>
                    <a:pt x="1578" y="6396"/>
                  </a:cubicBezTo>
                  <a:cubicBezTo>
                    <a:pt x="1296" y="6786"/>
                    <a:pt x="1054" y="7202"/>
                    <a:pt x="840" y="7631"/>
                  </a:cubicBezTo>
                  <a:cubicBezTo>
                    <a:pt x="636" y="8042"/>
                    <a:pt x="464" y="8466"/>
                    <a:pt x="335" y="8906"/>
                  </a:cubicBezTo>
                  <a:cubicBezTo>
                    <a:pt x="88" y="9752"/>
                    <a:pt x="0" y="10660"/>
                    <a:pt x="141" y="11533"/>
                  </a:cubicBezTo>
                  <a:cubicBezTo>
                    <a:pt x="219" y="12020"/>
                    <a:pt x="371" y="12497"/>
                    <a:pt x="602" y="12935"/>
                  </a:cubicBezTo>
                  <a:cubicBezTo>
                    <a:pt x="628" y="12984"/>
                    <a:pt x="687" y="13018"/>
                    <a:pt x="743" y="13018"/>
                  </a:cubicBezTo>
                  <a:cubicBezTo>
                    <a:pt x="782" y="13018"/>
                    <a:pt x="820" y="13001"/>
                    <a:pt x="842" y="12961"/>
                  </a:cubicBezTo>
                  <a:cubicBezTo>
                    <a:pt x="915" y="12831"/>
                    <a:pt x="983" y="12699"/>
                    <a:pt x="1048" y="12565"/>
                  </a:cubicBezTo>
                  <a:lnTo>
                    <a:pt x="1048" y="12565"/>
                  </a:lnTo>
                  <a:cubicBezTo>
                    <a:pt x="969" y="12904"/>
                    <a:pt x="903" y="13247"/>
                    <a:pt x="839" y="13588"/>
                  </a:cubicBezTo>
                  <a:cubicBezTo>
                    <a:pt x="782" y="13900"/>
                    <a:pt x="729" y="14210"/>
                    <a:pt x="680" y="14522"/>
                  </a:cubicBezTo>
                  <a:cubicBezTo>
                    <a:pt x="656" y="14676"/>
                    <a:pt x="634" y="14831"/>
                    <a:pt x="612" y="14985"/>
                  </a:cubicBezTo>
                  <a:cubicBezTo>
                    <a:pt x="590" y="15142"/>
                    <a:pt x="558" y="15300"/>
                    <a:pt x="557" y="15457"/>
                  </a:cubicBezTo>
                  <a:cubicBezTo>
                    <a:pt x="555" y="15633"/>
                    <a:pt x="518" y="15807"/>
                    <a:pt x="515" y="15983"/>
                  </a:cubicBezTo>
                  <a:cubicBezTo>
                    <a:pt x="514" y="16028"/>
                    <a:pt x="524" y="16072"/>
                    <a:pt x="522" y="16118"/>
                  </a:cubicBezTo>
                  <a:cubicBezTo>
                    <a:pt x="521" y="16157"/>
                    <a:pt x="520" y="16197"/>
                    <a:pt x="518" y="16239"/>
                  </a:cubicBezTo>
                  <a:cubicBezTo>
                    <a:pt x="515" y="16311"/>
                    <a:pt x="515" y="16383"/>
                    <a:pt x="516" y="16455"/>
                  </a:cubicBezTo>
                  <a:cubicBezTo>
                    <a:pt x="507" y="16455"/>
                    <a:pt x="498" y="16455"/>
                    <a:pt x="488" y="16456"/>
                  </a:cubicBezTo>
                  <a:cubicBezTo>
                    <a:pt x="460" y="16461"/>
                    <a:pt x="433" y="16469"/>
                    <a:pt x="410" y="16481"/>
                  </a:cubicBezTo>
                  <a:cubicBezTo>
                    <a:pt x="393" y="16491"/>
                    <a:pt x="372" y="16502"/>
                    <a:pt x="357" y="16514"/>
                  </a:cubicBezTo>
                  <a:cubicBezTo>
                    <a:pt x="327" y="16540"/>
                    <a:pt x="312" y="16561"/>
                    <a:pt x="295" y="16597"/>
                  </a:cubicBezTo>
                  <a:cubicBezTo>
                    <a:pt x="291" y="16612"/>
                    <a:pt x="289" y="16626"/>
                    <a:pt x="285" y="16642"/>
                  </a:cubicBezTo>
                  <a:cubicBezTo>
                    <a:pt x="285" y="16657"/>
                    <a:pt x="286" y="16673"/>
                    <a:pt x="286" y="16688"/>
                  </a:cubicBezTo>
                  <a:cubicBezTo>
                    <a:pt x="291" y="16725"/>
                    <a:pt x="311" y="16758"/>
                    <a:pt x="338" y="16783"/>
                  </a:cubicBezTo>
                  <a:cubicBezTo>
                    <a:pt x="341" y="16786"/>
                    <a:pt x="344" y="16787"/>
                    <a:pt x="345" y="16789"/>
                  </a:cubicBezTo>
                  <a:cubicBezTo>
                    <a:pt x="344" y="16803"/>
                    <a:pt x="345" y="16820"/>
                    <a:pt x="346" y="16835"/>
                  </a:cubicBezTo>
                  <a:cubicBezTo>
                    <a:pt x="350" y="16847"/>
                    <a:pt x="355" y="16861"/>
                    <a:pt x="359" y="16874"/>
                  </a:cubicBezTo>
                  <a:cubicBezTo>
                    <a:pt x="367" y="16893"/>
                    <a:pt x="378" y="16908"/>
                    <a:pt x="394" y="16922"/>
                  </a:cubicBezTo>
                  <a:cubicBezTo>
                    <a:pt x="403" y="16933"/>
                    <a:pt x="414" y="16939"/>
                    <a:pt x="426" y="16945"/>
                  </a:cubicBezTo>
                  <a:cubicBezTo>
                    <a:pt x="444" y="16956"/>
                    <a:pt x="464" y="16962"/>
                    <a:pt x="483" y="16965"/>
                  </a:cubicBezTo>
                  <a:cubicBezTo>
                    <a:pt x="492" y="16966"/>
                    <a:pt x="502" y="16967"/>
                    <a:pt x="510" y="16967"/>
                  </a:cubicBezTo>
                  <a:lnTo>
                    <a:pt x="527" y="16967"/>
                  </a:lnTo>
                  <a:lnTo>
                    <a:pt x="536" y="16976"/>
                  </a:lnTo>
                  <a:cubicBezTo>
                    <a:pt x="547" y="16981"/>
                    <a:pt x="558" y="16988"/>
                    <a:pt x="569" y="16993"/>
                  </a:cubicBezTo>
                  <a:cubicBezTo>
                    <a:pt x="583" y="16999"/>
                    <a:pt x="597" y="17002"/>
                    <a:pt x="611" y="17002"/>
                  </a:cubicBezTo>
                  <a:cubicBezTo>
                    <a:pt x="616" y="17002"/>
                    <a:pt x="621" y="17002"/>
                    <a:pt x="626" y="17001"/>
                  </a:cubicBezTo>
                  <a:cubicBezTo>
                    <a:pt x="659" y="17000"/>
                    <a:pt x="689" y="16990"/>
                    <a:pt x="714" y="16970"/>
                  </a:cubicBezTo>
                  <a:cubicBezTo>
                    <a:pt x="768" y="16928"/>
                    <a:pt x="798" y="16860"/>
                    <a:pt x="787" y="16792"/>
                  </a:cubicBezTo>
                  <a:cubicBezTo>
                    <a:pt x="787" y="16789"/>
                    <a:pt x="784" y="16786"/>
                    <a:pt x="784" y="16782"/>
                  </a:cubicBezTo>
                  <a:cubicBezTo>
                    <a:pt x="787" y="16771"/>
                    <a:pt x="790" y="16758"/>
                    <a:pt x="793" y="16745"/>
                  </a:cubicBezTo>
                  <a:cubicBezTo>
                    <a:pt x="793" y="16741"/>
                    <a:pt x="794" y="16736"/>
                    <a:pt x="794" y="16732"/>
                  </a:cubicBezTo>
                  <a:cubicBezTo>
                    <a:pt x="794" y="16714"/>
                    <a:pt x="794" y="16692"/>
                    <a:pt x="793" y="16675"/>
                  </a:cubicBezTo>
                  <a:cubicBezTo>
                    <a:pt x="790" y="16653"/>
                    <a:pt x="782" y="16630"/>
                    <a:pt x="774" y="16610"/>
                  </a:cubicBezTo>
                  <a:cubicBezTo>
                    <a:pt x="772" y="16602"/>
                    <a:pt x="768" y="16595"/>
                    <a:pt x="762" y="16588"/>
                  </a:cubicBezTo>
                  <a:cubicBezTo>
                    <a:pt x="766" y="16584"/>
                    <a:pt x="769" y="16578"/>
                    <a:pt x="771" y="16575"/>
                  </a:cubicBezTo>
                  <a:cubicBezTo>
                    <a:pt x="772" y="16575"/>
                    <a:pt x="772" y="16573"/>
                    <a:pt x="773" y="16573"/>
                  </a:cubicBezTo>
                  <a:cubicBezTo>
                    <a:pt x="798" y="16562"/>
                    <a:pt x="798" y="16532"/>
                    <a:pt x="779" y="16516"/>
                  </a:cubicBezTo>
                  <a:cubicBezTo>
                    <a:pt x="774" y="16511"/>
                    <a:pt x="769" y="16509"/>
                    <a:pt x="766" y="16506"/>
                  </a:cubicBezTo>
                  <a:cubicBezTo>
                    <a:pt x="752" y="16488"/>
                    <a:pt x="735" y="16474"/>
                    <a:pt x="711" y="16473"/>
                  </a:cubicBezTo>
                  <a:cubicBezTo>
                    <a:pt x="707" y="16472"/>
                    <a:pt x="703" y="16472"/>
                    <a:pt x="699" y="16472"/>
                  </a:cubicBezTo>
                  <a:cubicBezTo>
                    <a:pt x="690" y="16472"/>
                    <a:pt x="681" y="16473"/>
                    <a:pt x="672" y="16474"/>
                  </a:cubicBezTo>
                  <a:cubicBezTo>
                    <a:pt x="659" y="16474"/>
                    <a:pt x="648" y="16474"/>
                    <a:pt x="636" y="16476"/>
                  </a:cubicBezTo>
                  <a:cubicBezTo>
                    <a:pt x="630" y="16473"/>
                    <a:pt x="626" y="16472"/>
                    <a:pt x="621" y="16470"/>
                  </a:cubicBezTo>
                  <a:cubicBezTo>
                    <a:pt x="683" y="16183"/>
                    <a:pt x="735" y="15896"/>
                    <a:pt x="782" y="15606"/>
                  </a:cubicBezTo>
                  <a:cubicBezTo>
                    <a:pt x="807" y="15447"/>
                    <a:pt x="837" y="15291"/>
                    <a:pt x="859" y="15132"/>
                  </a:cubicBezTo>
                  <a:cubicBezTo>
                    <a:pt x="879" y="14982"/>
                    <a:pt x="899" y="14831"/>
                    <a:pt x="921" y="14682"/>
                  </a:cubicBezTo>
                  <a:cubicBezTo>
                    <a:pt x="1014" y="14065"/>
                    <a:pt x="1122" y="13450"/>
                    <a:pt x="1240" y="12839"/>
                  </a:cubicBezTo>
                  <a:cubicBezTo>
                    <a:pt x="1307" y="12490"/>
                    <a:pt x="1382" y="12144"/>
                    <a:pt x="1436" y="11792"/>
                  </a:cubicBezTo>
                  <a:cubicBezTo>
                    <a:pt x="1442" y="11757"/>
                    <a:pt x="1426" y="11730"/>
                    <a:pt x="1400" y="11713"/>
                  </a:cubicBezTo>
                  <a:cubicBezTo>
                    <a:pt x="1442" y="11596"/>
                    <a:pt x="1480" y="11476"/>
                    <a:pt x="1516" y="11355"/>
                  </a:cubicBezTo>
                  <a:lnTo>
                    <a:pt x="1516" y="11355"/>
                  </a:lnTo>
                  <a:cubicBezTo>
                    <a:pt x="1490" y="13326"/>
                    <a:pt x="1464" y="15297"/>
                    <a:pt x="1433" y="17268"/>
                  </a:cubicBezTo>
                  <a:cubicBezTo>
                    <a:pt x="1351" y="22796"/>
                    <a:pt x="1268" y="28323"/>
                    <a:pt x="1169" y="33850"/>
                  </a:cubicBezTo>
                  <a:cubicBezTo>
                    <a:pt x="1141" y="35401"/>
                    <a:pt x="1111" y="36953"/>
                    <a:pt x="1082" y="38505"/>
                  </a:cubicBezTo>
                  <a:cubicBezTo>
                    <a:pt x="1068" y="39297"/>
                    <a:pt x="1051" y="40090"/>
                    <a:pt x="1036" y="40883"/>
                  </a:cubicBezTo>
                  <a:cubicBezTo>
                    <a:pt x="1020" y="41654"/>
                    <a:pt x="939" y="42449"/>
                    <a:pt x="1069" y="43211"/>
                  </a:cubicBezTo>
                  <a:cubicBezTo>
                    <a:pt x="1076" y="43255"/>
                    <a:pt x="1107" y="43275"/>
                    <a:pt x="1140" y="43275"/>
                  </a:cubicBezTo>
                  <a:cubicBezTo>
                    <a:pt x="1176" y="43275"/>
                    <a:pt x="1214" y="43250"/>
                    <a:pt x="1223" y="43207"/>
                  </a:cubicBezTo>
                  <a:cubicBezTo>
                    <a:pt x="1240" y="43128"/>
                    <a:pt x="1260" y="43047"/>
                    <a:pt x="1276" y="42966"/>
                  </a:cubicBezTo>
                  <a:cubicBezTo>
                    <a:pt x="1283" y="44480"/>
                    <a:pt x="1295" y="45994"/>
                    <a:pt x="1316" y="47507"/>
                  </a:cubicBezTo>
                  <a:cubicBezTo>
                    <a:pt x="1333" y="48805"/>
                    <a:pt x="1354" y="50102"/>
                    <a:pt x="1382" y="51399"/>
                  </a:cubicBezTo>
                  <a:cubicBezTo>
                    <a:pt x="1395" y="52058"/>
                    <a:pt x="1410" y="52716"/>
                    <a:pt x="1427" y="53375"/>
                  </a:cubicBezTo>
                  <a:cubicBezTo>
                    <a:pt x="1238" y="53377"/>
                    <a:pt x="1048" y="53378"/>
                    <a:pt x="859" y="53380"/>
                  </a:cubicBezTo>
                  <a:cubicBezTo>
                    <a:pt x="664" y="53382"/>
                    <a:pt x="630" y="53680"/>
                    <a:pt x="825" y="53680"/>
                  </a:cubicBezTo>
                  <a:cubicBezTo>
                    <a:pt x="826" y="53680"/>
                    <a:pt x="826" y="53680"/>
                    <a:pt x="827" y="53680"/>
                  </a:cubicBezTo>
                  <a:cubicBezTo>
                    <a:pt x="1029" y="53679"/>
                    <a:pt x="1230" y="53678"/>
                    <a:pt x="1431" y="53677"/>
                  </a:cubicBezTo>
                  <a:lnTo>
                    <a:pt x="1431" y="53677"/>
                  </a:lnTo>
                  <a:cubicBezTo>
                    <a:pt x="1435" y="54228"/>
                    <a:pt x="1426" y="54791"/>
                    <a:pt x="1542" y="55326"/>
                  </a:cubicBezTo>
                  <a:cubicBezTo>
                    <a:pt x="1551" y="55367"/>
                    <a:pt x="1584" y="55387"/>
                    <a:pt x="1617" y="55387"/>
                  </a:cubicBezTo>
                  <a:cubicBezTo>
                    <a:pt x="1651" y="55387"/>
                    <a:pt x="1685" y="55365"/>
                    <a:pt x="1691" y="55323"/>
                  </a:cubicBezTo>
                  <a:cubicBezTo>
                    <a:pt x="1715" y="55182"/>
                    <a:pt x="1744" y="55044"/>
                    <a:pt x="1746" y="54903"/>
                  </a:cubicBezTo>
                  <a:cubicBezTo>
                    <a:pt x="1749" y="54763"/>
                    <a:pt x="1740" y="54620"/>
                    <a:pt x="1735" y="54478"/>
                  </a:cubicBezTo>
                  <a:lnTo>
                    <a:pt x="1715" y="53676"/>
                  </a:lnTo>
                  <a:cubicBezTo>
                    <a:pt x="14308" y="53575"/>
                    <a:pt x="26902" y="53490"/>
                    <a:pt x="39495" y="53457"/>
                  </a:cubicBezTo>
                  <a:cubicBezTo>
                    <a:pt x="44227" y="53445"/>
                    <a:pt x="48959" y="53438"/>
                    <a:pt x="53692" y="53438"/>
                  </a:cubicBezTo>
                  <a:cubicBezTo>
                    <a:pt x="61726" y="53438"/>
                    <a:pt x="69760" y="53456"/>
                    <a:pt x="77794" y="53492"/>
                  </a:cubicBezTo>
                  <a:cubicBezTo>
                    <a:pt x="81377" y="53509"/>
                    <a:pt x="84960" y="53529"/>
                    <a:pt x="88544" y="53552"/>
                  </a:cubicBezTo>
                  <a:cubicBezTo>
                    <a:pt x="90373" y="53564"/>
                    <a:pt x="92205" y="53577"/>
                    <a:pt x="94035" y="53591"/>
                  </a:cubicBezTo>
                  <a:cubicBezTo>
                    <a:pt x="95089" y="53599"/>
                    <a:pt x="96145" y="53623"/>
                    <a:pt x="97201" y="53623"/>
                  </a:cubicBezTo>
                  <a:cubicBezTo>
                    <a:pt x="97528" y="53623"/>
                    <a:pt x="97855" y="53621"/>
                    <a:pt x="98181" y="53615"/>
                  </a:cubicBezTo>
                  <a:lnTo>
                    <a:pt x="98181" y="53615"/>
                  </a:lnTo>
                  <a:cubicBezTo>
                    <a:pt x="98176" y="53671"/>
                    <a:pt x="98169" y="53728"/>
                    <a:pt x="98164" y="53785"/>
                  </a:cubicBezTo>
                  <a:cubicBezTo>
                    <a:pt x="98154" y="53876"/>
                    <a:pt x="98168" y="53963"/>
                    <a:pt x="98177" y="54052"/>
                  </a:cubicBezTo>
                  <a:cubicBezTo>
                    <a:pt x="98181" y="54094"/>
                    <a:pt x="98209" y="54112"/>
                    <a:pt x="98240" y="54112"/>
                  </a:cubicBezTo>
                  <a:cubicBezTo>
                    <a:pt x="98271" y="54112"/>
                    <a:pt x="98305" y="54092"/>
                    <a:pt x="98316" y="54057"/>
                  </a:cubicBezTo>
                  <a:cubicBezTo>
                    <a:pt x="98333" y="54005"/>
                    <a:pt x="98350" y="53952"/>
                    <a:pt x="98366" y="53901"/>
                  </a:cubicBezTo>
                  <a:cubicBezTo>
                    <a:pt x="98380" y="53848"/>
                    <a:pt x="98382" y="53792"/>
                    <a:pt x="98389" y="53738"/>
                  </a:cubicBezTo>
                  <a:cubicBezTo>
                    <a:pt x="98400" y="53639"/>
                    <a:pt x="98412" y="53541"/>
                    <a:pt x="98423" y="53442"/>
                  </a:cubicBezTo>
                  <a:cubicBezTo>
                    <a:pt x="98446" y="53244"/>
                    <a:pt x="98472" y="53046"/>
                    <a:pt x="98500" y="52849"/>
                  </a:cubicBezTo>
                  <a:cubicBezTo>
                    <a:pt x="98517" y="52720"/>
                    <a:pt x="98537" y="52592"/>
                    <a:pt x="98555" y="52463"/>
                  </a:cubicBezTo>
                  <a:cubicBezTo>
                    <a:pt x="98556" y="52463"/>
                    <a:pt x="98556" y="52463"/>
                    <a:pt x="98557" y="52463"/>
                  </a:cubicBezTo>
                  <a:cubicBezTo>
                    <a:pt x="98563" y="52463"/>
                    <a:pt x="98571" y="52460"/>
                    <a:pt x="98574" y="52453"/>
                  </a:cubicBezTo>
                  <a:cubicBezTo>
                    <a:pt x="98626" y="52350"/>
                    <a:pt x="98631" y="52239"/>
                    <a:pt x="98638" y="52127"/>
                  </a:cubicBezTo>
                  <a:cubicBezTo>
                    <a:pt x="98646" y="52036"/>
                    <a:pt x="98647" y="51947"/>
                    <a:pt x="98646" y="51856"/>
                  </a:cubicBezTo>
                  <a:cubicBezTo>
                    <a:pt x="98655" y="51793"/>
                    <a:pt x="98665" y="51730"/>
                    <a:pt x="98676" y="51665"/>
                  </a:cubicBezTo>
                  <a:cubicBezTo>
                    <a:pt x="98690" y="51585"/>
                    <a:pt x="98703" y="51502"/>
                    <a:pt x="98717" y="51421"/>
                  </a:cubicBezTo>
                  <a:cubicBezTo>
                    <a:pt x="99237" y="51107"/>
                    <a:pt x="99690" y="50689"/>
                    <a:pt x="100059" y="50210"/>
                  </a:cubicBezTo>
                  <a:cubicBezTo>
                    <a:pt x="100769" y="49294"/>
                    <a:pt x="101196" y="48169"/>
                    <a:pt x="101381" y="47035"/>
                  </a:cubicBezTo>
                  <a:cubicBezTo>
                    <a:pt x="101476" y="46444"/>
                    <a:pt x="101509" y="45846"/>
                    <a:pt x="101481" y="45249"/>
                  </a:cubicBezTo>
                  <a:cubicBezTo>
                    <a:pt x="101450" y="44570"/>
                    <a:pt x="101351" y="43871"/>
                    <a:pt x="100980" y="43284"/>
                  </a:cubicBezTo>
                  <a:cubicBezTo>
                    <a:pt x="100959" y="43252"/>
                    <a:pt x="100922" y="43237"/>
                    <a:pt x="100886" y="43237"/>
                  </a:cubicBezTo>
                  <a:cubicBezTo>
                    <a:pt x="100839" y="43237"/>
                    <a:pt x="100791" y="43261"/>
                    <a:pt x="100774" y="43304"/>
                  </a:cubicBezTo>
                  <a:cubicBezTo>
                    <a:pt x="100483" y="44059"/>
                    <a:pt x="100192" y="44813"/>
                    <a:pt x="99937" y="45580"/>
                  </a:cubicBezTo>
                  <a:cubicBezTo>
                    <a:pt x="99619" y="46534"/>
                    <a:pt x="99338" y="47501"/>
                    <a:pt x="99094" y="48477"/>
                  </a:cubicBezTo>
                  <a:cubicBezTo>
                    <a:pt x="99121" y="48270"/>
                    <a:pt x="99146" y="48065"/>
                    <a:pt x="99164" y="47858"/>
                  </a:cubicBezTo>
                  <a:cubicBezTo>
                    <a:pt x="99230" y="47135"/>
                    <a:pt x="99248" y="46408"/>
                    <a:pt x="99218" y="45683"/>
                  </a:cubicBezTo>
                  <a:lnTo>
                    <a:pt x="99218" y="45683"/>
                  </a:lnTo>
                  <a:cubicBezTo>
                    <a:pt x="99222" y="45686"/>
                    <a:pt x="99227" y="45688"/>
                    <a:pt x="99232" y="45688"/>
                  </a:cubicBezTo>
                  <a:cubicBezTo>
                    <a:pt x="99241" y="45688"/>
                    <a:pt x="99250" y="45683"/>
                    <a:pt x="99250" y="45672"/>
                  </a:cubicBezTo>
                  <a:cubicBezTo>
                    <a:pt x="99258" y="45540"/>
                    <a:pt x="99267" y="45410"/>
                    <a:pt x="99275" y="45278"/>
                  </a:cubicBezTo>
                  <a:cubicBezTo>
                    <a:pt x="99314" y="44677"/>
                    <a:pt x="99325" y="44075"/>
                    <a:pt x="99325" y="43474"/>
                  </a:cubicBezTo>
                  <a:cubicBezTo>
                    <a:pt x="99365" y="43250"/>
                    <a:pt x="99407" y="43026"/>
                    <a:pt x="99451" y="42802"/>
                  </a:cubicBezTo>
                  <a:cubicBezTo>
                    <a:pt x="99530" y="42414"/>
                    <a:pt x="99614" y="42026"/>
                    <a:pt x="99707" y="41640"/>
                  </a:cubicBezTo>
                  <a:cubicBezTo>
                    <a:pt x="99717" y="41622"/>
                    <a:pt x="99725" y="41608"/>
                    <a:pt x="99735" y="41591"/>
                  </a:cubicBezTo>
                  <a:cubicBezTo>
                    <a:pt x="99788" y="41503"/>
                    <a:pt x="99835" y="41412"/>
                    <a:pt x="99887" y="41324"/>
                  </a:cubicBezTo>
                  <a:cubicBezTo>
                    <a:pt x="99993" y="41141"/>
                    <a:pt x="100109" y="40961"/>
                    <a:pt x="100231" y="40785"/>
                  </a:cubicBezTo>
                  <a:cubicBezTo>
                    <a:pt x="100351" y="40611"/>
                    <a:pt x="100481" y="40440"/>
                    <a:pt x="100615" y="40275"/>
                  </a:cubicBezTo>
                  <a:cubicBezTo>
                    <a:pt x="100712" y="40157"/>
                    <a:pt x="100810" y="40043"/>
                    <a:pt x="100904" y="39924"/>
                  </a:cubicBezTo>
                  <a:cubicBezTo>
                    <a:pt x="100937" y="39924"/>
                    <a:pt x="100970" y="39914"/>
                    <a:pt x="100998" y="39895"/>
                  </a:cubicBezTo>
                  <a:cubicBezTo>
                    <a:pt x="101018" y="39880"/>
                    <a:pt x="101034" y="39863"/>
                    <a:pt x="101046" y="39842"/>
                  </a:cubicBezTo>
                  <a:cubicBezTo>
                    <a:pt x="101065" y="39840"/>
                    <a:pt x="101085" y="39832"/>
                    <a:pt x="101100" y="39822"/>
                  </a:cubicBezTo>
                  <a:cubicBezTo>
                    <a:pt x="101119" y="39809"/>
                    <a:pt x="101142" y="39776"/>
                    <a:pt x="101142" y="39753"/>
                  </a:cubicBezTo>
                  <a:cubicBezTo>
                    <a:pt x="101144" y="39720"/>
                    <a:pt x="101142" y="39695"/>
                    <a:pt x="101131" y="39664"/>
                  </a:cubicBezTo>
                  <a:cubicBezTo>
                    <a:pt x="101124" y="39643"/>
                    <a:pt x="101113" y="39624"/>
                    <a:pt x="101100" y="39608"/>
                  </a:cubicBezTo>
                  <a:cubicBezTo>
                    <a:pt x="101087" y="39593"/>
                    <a:pt x="101074" y="39582"/>
                    <a:pt x="101060" y="39571"/>
                  </a:cubicBezTo>
                  <a:cubicBezTo>
                    <a:pt x="101062" y="39565"/>
                    <a:pt x="101062" y="39561"/>
                    <a:pt x="101063" y="39555"/>
                  </a:cubicBezTo>
                  <a:cubicBezTo>
                    <a:pt x="101064" y="39550"/>
                    <a:pt x="101065" y="39545"/>
                    <a:pt x="101067" y="39540"/>
                  </a:cubicBezTo>
                  <a:cubicBezTo>
                    <a:pt x="101068" y="39534"/>
                    <a:pt x="101068" y="39528"/>
                    <a:pt x="101068" y="39522"/>
                  </a:cubicBezTo>
                  <a:lnTo>
                    <a:pt x="101068" y="39518"/>
                  </a:lnTo>
                  <a:cubicBezTo>
                    <a:pt x="101070" y="39517"/>
                    <a:pt x="101070" y="39515"/>
                    <a:pt x="101070" y="39512"/>
                  </a:cubicBezTo>
                  <a:cubicBezTo>
                    <a:pt x="101098" y="39474"/>
                    <a:pt x="101078" y="39424"/>
                    <a:pt x="101031" y="39414"/>
                  </a:cubicBezTo>
                  <a:cubicBezTo>
                    <a:pt x="101021" y="39411"/>
                    <a:pt x="101010" y="39410"/>
                    <a:pt x="100999" y="39410"/>
                  </a:cubicBezTo>
                  <a:cubicBezTo>
                    <a:pt x="100954" y="39410"/>
                    <a:pt x="100905" y="39428"/>
                    <a:pt x="100878" y="39461"/>
                  </a:cubicBezTo>
                  <a:cubicBezTo>
                    <a:pt x="100860" y="39485"/>
                    <a:pt x="100848" y="39511"/>
                    <a:pt x="100839" y="39539"/>
                  </a:cubicBezTo>
                  <a:cubicBezTo>
                    <a:pt x="100796" y="39557"/>
                    <a:pt x="100762" y="39593"/>
                    <a:pt x="100741" y="39635"/>
                  </a:cubicBezTo>
                  <a:cubicBezTo>
                    <a:pt x="100710" y="39705"/>
                    <a:pt x="100718" y="39790"/>
                    <a:pt x="100762" y="39853"/>
                  </a:cubicBezTo>
                  <a:cubicBezTo>
                    <a:pt x="100661" y="39951"/>
                    <a:pt x="100569" y="40057"/>
                    <a:pt x="100477" y="40167"/>
                  </a:cubicBezTo>
                  <a:cubicBezTo>
                    <a:pt x="100340" y="40331"/>
                    <a:pt x="100212" y="40501"/>
                    <a:pt x="100088" y="40674"/>
                  </a:cubicBezTo>
                  <a:cubicBezTo>
                    <a:pt x="100009" y="40786"/>
                    <a:pt x="99932" y="40903"/>
                    <a:pt x="99857" y="41020"/>
                  </a:cubicBezTo>
                  <a:cubicBezTo>
                    <a:pt x="100125" y="39982"/>
                    <a:pt x="100439" y="38957"/>
                    <a:pt x="100800" y="37946"/>
                  </a:cubicBezTo>
                  <a:cubicBezTo>
                    <a:pt x="100806" y="37947"/>
                    <a:pt x="100812" y="37947"/>
                    <a:pt x="100817" y="37947"/>
                  </a:cubicBezTo>
                  <a:cubicBezTo>
                    <a:pt x="100841" y="37947"/>
                    <a:pt x="100864" y="37945"/>
                    <a:pt x="100888" y="37937"/>
                  </a:cubicBezTo>
                  <a:cubicBezTo>
                    <a:pt x="100939" y="37921"/>
                    <a:pt x="100976" y="37883"/>
                    <a:pt x="101003" y="37841"/>
                  </a:cubicBezTo>
                  <a:cubicBezTo>
                    <a:pt x="101014" y="37823"/>
                    <a:pt x="101019" y="37803"/>
                    <a:pt x="101025" y="37782"/>
                  </a:cubicBezTo>
                  <a:cubicBezTo>
                    <a:pt x="101026" y="37777"/>
                    <a:pt x="101026" y="37772"/>
                    <a:pt x="101027" y="37769"/>
                  </a:cubicBezTo>
                  <a:cubicBezTo>
                    <a:pt x="101043" y="37742"/>
                    <a:pt x="101053" y="37710"/>
                    <a:pt x="101049" y="37678"/>
                  </a:cubicBezTo>
                  <a:cubicBezTo>
                    <a:pt x="101048" y="37665"/>
                    <a:pt x="101043" y="37650"/>
                    <a:pt x="101038" y="37638"/>
                  </a:cubicBezTo>
                  <a:cubicBezTo>
                    <a:pt x="101037" y="37635"/>
                    <a:pt x="101036" y="37632"/>
                    <a:pt x="101036" y="37629"/>
                  </a:cubicBezTo>
                  <a:cubicBezTo>
                    <a:pt x="101029" y="37616"/>
                    <a:pt x="101020" y="37601"/>
                    <a:pt x="101012" y="37588"/>
                  </a:cubicBezTo>
                  <a:cubicBezTo>
                    <a:pt x="101003" y="37574"/>
                    <a:pt x="100990" y="37563"/>
                    <a:pt x="100980" y="37552"/>
                  </a:cubicBezTo>
                  <a:cubicBezTo>
                    <a:pt x="100975" y="37549"/>
                    <a:pt x="100972" y="37546"/>
                    <a:pt x="100969" y="37542"/>
                  </a:cubicBezTo>
                  <a:cubicBezTo>
                    <a:pt x="100933" y="37517"/>
                    <a:pt x="100894" y="37501"/>
                    <a:pt x="100851" y="37493"/>
                  </a:cubicBezTo>
                  <a:cubicBezTo>
                    <a:pt x="100837" y="37491"/>
                    <a:pt x="100823" y="37490"/>
                    <a:pt x="100810" y="37490"/>
                  </a:cubicBezTo>
                  <a:cubicBezTo>
                    <a:pt x="100779" y="37490"/>
                    <a:pt x="100750" y="37495"/>
                    <a:pt x="100719" y="37504"/>
                  </a:cubicBezTo>
                  <a:cubicBezTo>
                    <a:pt x="100679" y="37517"/>
                    <a:pt x="100645" y="37542"/>
                    <a:pt x="100614" y="37573"/>
                  </a:cubicBezTo>
                  <a:cubicBezTo>
                    <a:pt x="100601" y="37588"/>
                    <a:pt x="100587" y="37606"/>
                    <a:pt x="100580" y="37624"/>
                  </a:cubicBezTo>
                  <a:cubicBezTo>
                    <a:pt x="100575" y="37633"/>
                    <a:pt x="100573" y="37643"/>
                    <a:pt x="100569" y="37652"/>
                  </a:cubicBezTo>
                  <a:cubicBezTo>
                    <a:pt x="100563" y="37671"/>
                    <a:pt x="100562" y="37688"/>
                    <a:pt x="100563" y="37706"/>
                  </a:cubicBezTo>
                  <a:lnTo>
                    <a:pt x="100563" y="37707"/>
                  </a:lnTo>
                  <a:cubicBezTo>
                    <a:pt x="100563" y="37735"/>
                    <a:pt x="100568" y="37761"/>
                    <a:pt x="100576" y="37788"/>
                  </a:cubicBezTo>
                  <a:cubicBezTo>
                    <a:pt x="100585" y="37811"/>
                    <a:pt x="100598" y="37833"/>
                    <a:pt x="100615" y="37853"/>
                  </a:cubicBezTo>
                  <a:cubicBezTo>
                    <a:pt x="100623" y="37861"/>
                    <a:pt x="100630" y="37868"/>
                    <a:pt x="100637" y="37875"/>
                  </a:cubicBezTo>
                  <a:cubicBezTo>
                    <a:pt x="100475" y="38311"/>
                    <a:pt x="100321" y="38750"/>
                    <a:pt x="100176" y="39194"/>
                  </a:cubicBezTo>
                  <a:cubicBezTo>
                    <a:pt x="99911" y="40007"/>
                    <a:pt x="99687" y="40834"/>
                    <a:pt x="99491" y="41665"/>
                  </a:cubicBezTo>
                  <a:cubicBezTo>
                    <a:pt x="99429" y="41927"/>
                    <a:pt x="99372" y="42190"/>
                    <a:pt x="99317" y="42453"/>
                  </a:cubicBezTo>
                  <a:cubicBezTo>
                    <a:pt x="99314" y="42274"/>
                    <a:pt x="99311" y="42096"/>
                    <a:pt x="99310" y="41919"/>
                  </a:cubicBezTo>
                  <a:cubicBezTo>
                    <a:pt x="99294" y="40729"/>
                    <a:pt x="99267" y="39538"/>
                    <a:pt x="99226" y="38348"/>
                  </a:cubicBezTo>
                  <a:cubicBezTo>
                    <a:pt x="99215" y="38019"/>
                    <a:pt x="99203" y="37691"/>
                    <a:pt x="99191" y="37361"/>
                  </a:cubicBezTo>
                  <a:cubicBezTo>
                    <a:pt x="99576" y="37190"/>
                    <a:pt x="99900" y="36917"/>
                    <a:pt x="100158" y="36588"/>
                  </a:cubicBezTo>
                  <a:cubicBezTo>
                    <a:pt x="100673" y="35931"/>
                    <a:pt x="100954" y="35107"/>
                    <a:pt x="101130" y="34305"/>
                  </a:cubicBezTo>
                  <a:cubicBezTo>
                    <a:pt x="101333" y="33384"/>
                    <a:pt x="101370" y="32427"/>
                    <a:pt x="101244" y="31494"/>
                  </a:cubicBezTo>
                  <a:cubicBezTo>
                    <a:pt x="101236" y="31436"/>
                    <a:pt x="101186" y="31400"/>
                    <a:pt x="101134" y="31400"/>
                  </a:cubicBezTo>
                  <a:cubicBezTo>
                    <a:pt x="101105" y="31400"/>
                    <a:pt x="101075" y="31412"/>
                    <a:pt x="101053" y="31438"/>
                  </a:cubicBezTo>
                  <a:cubicBezTo>
                    <a:pt x="100787" y="31758"/>
                    <a:pt x="100547" y="32098"/>
                    <a:pt x="100332" y="32454"/>
                  </a:cubicBezTo>
                  <a:cubicBezTo>
                    <a:pt x="99948" y="33090"/>
                    <a:pt x="99653" y="33773"/>
                    <a:pt x="99455" y="34486"/>
                  </a:cubicBezTo>
                  <a:cubicBezTo>
                    <a:pt x="99357" y="34838"/>
                    <a:pt x="99284" y="35196"/>
                    <a:pt x="99236" y="35557"/>
                  </a:cubicBezTo>
                  <a:cubicBezTo>
                    <a:pt x="99211" y="35742"/>
                    <a:pt x="99198" y="35925"/>
                    <a:pt x="99195" y="36111"/>
                  </a:cubicBezTo>
                  <a:cubicBezTo>
                    <a:pt x="99193" y="36207"/>
                    <a:pt x="99189" y="36305"/>
                    <a:pt x="99187" y="36401"/>
                  </a:cubicBezTo>
                  <a:cubicBezTo>
                    <a:pt x="99187" y="36438"/>
                    <a:pt x="99184" y="36478"/>
                    <a:pt x="99191" y="36513"/>
                  </a:cubicBezTo>
                  <a:cubicBezTo>
                    <a:pt x="99200" y="36556"/>
                    <a:pt x="99218" y="36600"/>
                    <a:pt x="99230" y="36643"/>
                  </a:cubicBezTo>
                  <a:cubicBezTo>
                    <a:pt x="99232" y="36650"/>
                    <a:pt x="99237" y="36653"/>
                    <a:pt x="99243" y="36653"/>
                  </a:cubicBezTo>
                  <a:cubicBezTo>
                    <a:pt x="99251" y="36653"/>
                    <a:pt x="99259" y="36647"/>
                    <a:pt x="99262" y="36640"/>
                  </a:cubicBezTo>
                  <a:cubicBezTo>
                    <a:pt x="99278" y="36586"/>
                    <a:pt x="99305" y="36531"/>
                    <a:pt x="99310" y="36476"/>
                  </a:cubicBezTo>
                  <a:cubicBezTo>
                    <a:pt x="99314" y="36429"/>
                    <a:pt x="99317" y="36379"/>
                    <a:pt x="99319" y="36331"/>
                  </a:cubicBezTo>
                  <a:cubicBezTo>
                    <a:pt x="99328" y="36234"/>
                    <a:pt x="99338" y="36138"/>
                    <a:pt x="99351" y="36041"/>
                  </a:cubicBezTo>
                  <a:cubicBezTo>
                    <a:pt x="99382" y="35841"/>
                    <a:pt x="99407" y="35640"/>
                    <a:pt x="99442" y="35442"/>
                  </a:cubicBezTo>
                  <a:cubicBezTo>
                    <a:pt x="99669" y="34114"/>
                    <a:pt x="100227" y="32837"/>
                    <a:pt x="101059" y="31769"/>
                  </a:cubicBezTo>
                  <a:cubicBezTo>
                    <a:pt x="101102" y="32195"/>
                    <a:pt x="101113" y="32621"/>
                    <a:pt x="101087" y="33049"/>
                  </a:cubicBezTo>
                  <a:cubicBezTo>
                    <a:pt x="101034" y="33912"/>
                    <a:pt x="100848" y="34785"/>
                    <a:pt x="100497" y="35581"/>
                  </a:cubicBezTo>
                  <a:cubicBezTo>
                    <a:pt x="100242" y="36161"/>
                    <a:pt x="99868" y="36722"/>
                    <a:pt x="99321" y="37060"/>
                  </a:cubicBezTo>
                  <a:cubicBezTo>
                    <a:pt x="99404" y="36870"/>
                    <a:pt x="99486" y="36682"/>
                    <a:pt x="99566" y="36492"/>
                  </a:cubicBezTo>
                  <a:cubicBezTo>
                    <a:pt x="99778" y="36006"/>
                    <a:pt x="99986" y="35517"/>
                    <a:pt x="100187" y="35026"/>
                  </a:cubicBezTo>
                  <a:cubicBezTo>
                    <a:pt x="100288" y="34782"/>
                    <a:pt x="100388" y="34536"/>
                    <a:pt x="100486" y="34290"/>
                  </a:cubicBezTo>
                  <a:cubicBezTo>
                    <a:pt x="100584" y="34046"/>
                    <a:pt x="100684" y="33801"/>
                    <a:pt x="100721" y="33541"/>
                  </a:cubicBezTo>
                  <a:cubicBezTo>
                    <a:pt x="100726" y="33507"/>
                    <a:pt x="100694" y="33478"/>
                    <a:pt x="100664" y="33478"/>
                  </a:cubicBezTo>
                  <a:cubicBezTo>
                    <a:pt x="100650" y="33478"/>
                    <a:pt x="100636" y="33484"/>
                    <a:pt x="100626" y="33499"/>
                  </a:cubicBezTo>
                  <a:cubicBezTo>
                    <a:pt x="100459" y="33749"/>
                    <a:pt x="100360" y="34031"/>
                    <a:pt x="100250" y="34309"/>
                  </a:cubicBezTo>
                  <a:cubicBezTo>
                    <a:pt x="99907" y="35179"/>
                    <a:pt x="99554" y="36047"/>
                    <a:pt x="99171" y="36901"/>
                  </a:cubicBezTo>
                  <a:cubicBezTo>
                    <a:pt x="99141" y="36166"/>
                    <a:pt x="99108" y="35432"/>
                    <a:pt x="99071" y="34697"/>
                  </a:cubicBezTo>
                  <a:cubicBezTo>
                    <a:pt x="99043" y="34150"/>
                    <a:pt x="99014" y="33603"/>
                    <a:pt x="98981" y="33055"/>
                  </a:cubicBezTo>
                  <a:cubicBezTo>
                    <a:pt x="99027" y="32976"/>
                    <a:pt x="99052" y="32878"/>
                    <a:pt x="99077" y="32796"/>
                  </a:cubicBezTo>
                  <a:cubicBezTo>
                    <a:pt x="99119" y="32663"/>
                    <a:pt x="99157" y="32528"/>
                    <a:pt x="99191" y="32394"/>
                  </a:cubicBezTo>
                  <a:cubicBezTo>
                    <a:pt x="99261" y="32126"/>
                    <a:pt x="99314" y="31853"/>
                    <a:pt x="99363" y="31580"/>
                  </a:cubicBezTo>
                  <a:cubicBezTo>
                    <a:pt x="99411" y="31307"/>
                    <a:pt x="99451" y="31032"/>
                    <a:pt x="99484" y="30757"/>
                  </a:cubicBezTo>
                  <a:cubicBezTo>
                    <a:pt x="99500" y="30619"/>
                    <a:pt x="99515" y="30480"/>
                    <a:pt x="99526" y="30342"/>
                  </a:cubicBezTo>
                  <a:cubicBezTo>
                    <a:pt x="99531" y="30270"/>
                    <a:pt x="99536" y="30199"/>
                    <a:pt x="99538" y="30126"/>
                  </a:cubicBezTo>
                  <a:cubicBezTo>
                    <a:pt x="99539" y="30066"/>
                    <a:pt x="99546" y="30002"/>
                    <a:pt x="99532" y="29944"/>
                  </a:cubicBezTo>
                  <a:cubicBezTo>
                    <a:pt x="99539" y="29942"/>
                    <a:pt x="99544" y="29940"/>
                    <a:pt x="99550" y="29939"/>
                  </a:cubicBezTo>
                  <a:cubicBezTo>
                    <a:pt x="99587" y="29924"/>
                    <a:pt x="99621" y="29898"/>
                    <a:pt x="99647" y="29868"/>
                  </a:cubicBezTo>
                  <a:cubicBezTo>
                    <a:pt x="99662" y="29853"/>
                    <a:pt x="99673" y="29834"/>
                    <a:pt x="99680" y="29814"/>
                  </a:cubicBezTo>
                  <a:cubicBezTo>
                    <a:pt x="99686" y="29801"/>
                    <a:pt x="99690" y="29786"/>
                    <a:pt x="99695" y="29771"/>
                  </a:cubicBezTo>
                  <a:cubicBezTo>
                    <a:pt x="99696" y="29766"/>
                    <a:pt x="99696" y="29763"/>
                    <a:pt x="99696" y="29758"/>
                  </a:cubicBezTo>
                  <a:cubicBezTo>
                    <a:pt x="99697" y="29739"/>
                    <a:pt x="99700" y="29717"/>
                    <a:pt x="99696" y="29698"/>
                  </a:cubicBezTo>
                  <a:cubicBezTo>
                    <a:pt x="99687" y="29660"/>
                    <a:pt x="99681" y="29644"/>
                    <a:pt x="99662" y="29611"/>
                  </a:cubicBezTo>
                  <a:cubicBezTo>
                    <a:pt x="99641" y="29579"/>
                    <a:pt x="99609" y="29557"/>
                    <a:pt x="99576" y="29540"/>
                  </a:cubicBezTo>
                  <a:cubicBezTo>
                    <a:pt x="99560" y="29532"/>
                    <a:pt x="99539" y="29527"/>
                    <a:pt x="99521" y="29522"/>
                  </a:cubicBezTo>
                  <a:cubicBezTo>
                    <a:pt x="99509" y="29519"/>
                    <a:pt x="99496" y="29518"/>
                    <a:pt x="99483" y="29518"/>
                  </a:cubicBezTo>
                  <a:cubicBezTo>
                    <a:pt x="99477" y="29518"/>
                    <a:pt x="99471" y="29519"/>
                    <a:pt x="99466" y="29519"/>
                  </a:cubicBezTo>
                  <a:cubicBezTo>
                    <a:pt x="99394" y="29519"/>
                    <a:pt x="99322" y="29568"/>
                    <a:pt x="99294" y="29634"/>
                  </a:cubicBezTo>
                  <a:cubicBezTo>
                    <a:pt x="99294" y="29637"/>
                    <a:pt x="99292" y="29638"/>
                    <a:pt x="99292" y="29639"/>
                  </a:cubicBezTo>
                  <a:cubicBezTo>
                    <a:pt x="99291" y="29642"/>
                    <a:pt x="99288" y="29644"/>
                    <a:pt x="99286" y="29649"/>
                  </a:cubicBezTo>
                  <a:cubicBezTo>
                    <a:pt x="99269" y="29683"/>
                    <a:pt x="99264" y="29724"/>
                    <a:pt x="99270" y="29763"/>
                  </a:cubicBezTo>
                  <a:cubicBezTo>
                    <a:pt x="99273" y="29781"/>
                    <a:pt x="99277" y="29799"/>
                    <a:pt x="99283" y="29819"/>
                  </a:cubicBezTo>
                  <a:cubicBezTo>
                    <a:pt x="99288" y="29836"/>
                    <a:pt x="99299" y="29854"/>
                    <a:pt x="99308" y="29869"/>
                  </a:cubicBezTo>
                  <a:cubicBezTo>
                    <a:pt x="99318" y="29886"/>
                    <a:pt x="99333" y="29900"/>
                    <a:pt x="99349" y="29911"/>
                  </a:cubicBezTo>
                  <a:cubicBezTo>
                    <a:pt x="99368" y="29928"/>
                    <a:pt x="99388" y="29936"/>
                    <a:pt x="99410" y="29944"/>
                  </a:cubicBezTo>
                  <a:cubicBezTo>
                    <a:pt x="99389" y="30000"/>
                    <a:pt x="99387" y="30065"/>
                    <a:pt x="99378" y="30122"/>
                  </a:cubicBezTo>
                  <a:cubicBezTo>
                    <a:pt x="99368" y="30187"/>
                    <a:pt x="99362" y="30249"/>
                    <a:pt x="99355" y="30314"/>
                  </a:cubicBezTo>
                  <a:cubicBezTo>
                    <a:pt x="99340" y="30451"/>
                    <a:pt x="99322" y="30589"/>
                    <a:pt x="99303" y="30726"/>
                  </a:cubicBezTo>
                  <a:cubicBezTo>
                    <a:pt x="99263" y="31000"/>
                    <a:pt x="99217" y="31274"/>
                    <a:pt x="99160" y="31545"/>
                  </a:cubicBezTo>
                  <a:cubicBezTo>
                    <a:pt x="99104" y="31818"/>
                    <a:pt x="99037" y="32087"/>
                    <a:pt x="98970" y="32357"/>
                  </a:cubicBezTo>
                  <a:cubicBezTo>
                    <a:pt x="98961" y="32389"/>
                    <a:pt x="98953" y="32418"/>
                    <a:pt x="98945" y="32450"/>
                  </a:cubicBezTo>
                  <a:cubicBezTo>
                    <a:pt x="98917" y="32016"/>
                    <a:pt x="98890" y="31583"/>
                    <a:pt x="98861" y="31149"/>
                  </a:cubicBezTo>
                  <a:cubicBezTo>
                    <a:pt x="98796" y="30216"/>
                    <a:pt x="98691" y="17688"/>
                    <a:pt x="98737" y="12830"/>
                  </a:cubicBezTo>
                  <a:cubicBezTo>
                    <a:pt x="98772" y="9199"/>
                    <a:pt x="98818" y="5570"/>
                    <a:pt x="98863" y="1938"/>
                  </a:cubicBezTo>
                  <a:cubicBezTo>
                    <a:pt x="99429" y="1935"/>
                    <a:pt x="99997" y="1931"/>
                    <a:pt x="100562" y="1926"/>
                  </a:cubicBezTo>
                  <a:cubicBezTo>
                    <a:pt x="100830" y="1924"/>
                    <a:pt x="100877" y="1512"/>
                    <a:pt x="100609" y="1512"/>
                  </a:cubicBezTo>
                  <a:cubicBezTo>
                    <a:pt x="100608" y="1512"/>
                    <a:pt x="100607" y="1512"/>
                    <a:pt x="100606" y="1512"/>
                  </a:cubicBezTo>
                  <a:cubicBezTo>
                    <a:pt x="100026" y="1515"/>
                    <a:pt x="99448" y="1520"/>
                    <a:pt x="98869" y="1524"/>
                  </a:cubicBezTo>
                  <a:cubicBezTo>
                    <a:pt x="98872" y="1317"/>
                    <a:pt x="98874" y="1111"/>
                    <a:pt x="98878" y="904"/>
                  </a:cubicBezTo>
                  <a:cubicBezTo>
                    <a:pt x="98878" y="835"/>
                    <a:pt x="98819" y="796"/>
                    <a:pt x="98765" y="796"/>
                  </a:cubicBezTo>
                  <a:cubicBezTo>
                    <a:pt x="98720" y="796"/>
                    <a:pt x="98677" y="823"/>
                    <a:pt x="98676" y="883"/>
                  </a:cubicBezTo>
                  <a:lnTo>
                    <a:pt x="98663" y="1525"/>
                  </a:lnTo>
                  <a:cubicBezTo>
                    <a:pt x="86506" y="1618"/>
                    <a:pt x="74345" y="1663"/>
                    <a:pt x="62188" y="1663"/>
                  </a:cubicBezTo>
                  <a:cubicBezTo>
                    <a:pt x="49445" y="1662"/>
                    <a:pt x="36703" y="1617"/>
                    <a:pt x="23961" y="1521"/>
                  </a:cubicBezTo>
                  <a:cubicBezTo>
                    <a:pt x="20731" y="1498"/>
                    <a:pt x="17502" y="1476"/>
                    <a:pt x="14271" y="1457"/>
                  </a:cubicBezTo>
                  <a:cubicBezTo>
                    <a:pt x="15004" y="1367"/>
                    <a:pt x="15737" y="1252"/>
                    <a:pt x="16458" y="1097"/>
                  </a:cubicBezTo>
                  <a:cubicBezTo>
                    <a:pt x="16712" y="1042"/>
                    <a:pt x="16966" y="984"/>
                    <a:pt x="17218" y="917"/>
                  </a:cubicBezTo>
                  <a:cubicBezTo>
                    <a:pt x="17454" y="854"/>
                    <a:pt x="17684" y="767"/>
                    <a:pt x="17910" y="674"/>
                  </a:cubicBezTo>
                  <a:cubicBezTo>
                    <a:pt x="17919" y="692"/>
                    <a:pt x="17928" y="708"/>
                    <a:pt x="17939" y="725"/>
                  </a:cubicBezTo>
                  <a:cubicBezTo>
                    <a:pt x="17950" y="741"/>
                    <a:pt x="17970" y="757"/>
                    <a:pt x="17983" y="769"/>
                  </a:cubicBezTo>
                  <a:cubicBezTo>
                    <a:pt x="17999" y="783"/>
                    <a:pt x="18021" y="794"/>
                    <a:pt x="18038" y="802"/>
                  </a:cubicBezTo>
                  <a:cubicBezTo>
                    <a:pt x="18057" y="812"/>
                    <a:pt x="18082" y="816"/>
                    <a:pt x="18101" y="819"/>
                  </a:cubicBezTo>
                  <a:cubicBezTo>
                    <a:pt x="18108" y="821"/>
                    <a:pt x="18117" y="823"/>
                    <a:pt x="18124" y="823"/>
                  </a:cubicBezTo>
                  <a:cubicBezTo>
                    <a:pt x="18132" y="823"/>
                    <a:pt x="18139" y="823"/>
                    <a:pt x="18147" y="823"/>
                  </a:cubicBezTo>
                  <a:cubicBezTo>
                    <a:pt x="18162" y="823"/>
                    <a:pt x="18177" y="822"/>
                    <a:pt x="18191" y="819"/>
                  </a:cubicBezTo>
                  <a:cubicBezTo>
                    <a:pt x="18213" y="816"/>
                    <a:pt x="18234" y="808"/>
                    <a:pt x="18255" y="802"/>
                  </a:cubicBezTo>
                  <a:cubicBezTo>
                    <a:pt x="18263" y="799"/>
                    <a:pt x="18270" y="795"/>
                    <a:pt x="18278" y="791"/>
                  </a:cubicBezTo>
                  <a:cubicBezTo>
                    <a:pt x="18296" y="780"/>
                    <a:pt x="18320" y="768"/>
                    <a:pt x="18336" y="752"/>
                  </a:cubicBezTo>
                  <a:cubicBezTo>
                    <a:pt x="18351" y="738"/>
                    <a:pt x="18369" y="721"/>
                    <a:pt x="18381" y="703"/>
                  </a:cubicBezTo>
                  <a:cubicBezTo>
                    <a:pt x="18392" y="685"/>
                    <a:pt x="18404" y="664"/>
                    <a:pt x="18411" y="645"/>
                  </a:cubicBezTo>
                  <a:lnTo>
                    <a:pt x="18424" y="619"/>
                  </a:lnTo>
                  <a:cubicBezTo>
                    <a:pt x="18424" y="618"/>
                    <a:pt x="18425" y="617"/>
                    <a:pt x="18425" y="614"/>
                  </a:cubicBezTo>
                  <a:cubicBezTo>
                    <a:pt x="18430" y="602"/>
                    <a:pt x="18435" y="575"/>
                    <a:pt x="18437" y="564"/>
                  </a:cubicBezTo>
                  <a:lnTo>
                    <a:pt x="18437" y="562"/>
                  </a:lnTo>
                  <a:cubicBezTo>
                    <a:pt x="18441" y="542"/>
                    <a:pt x="18438" y="522"/>
                    <a:pt x="18436" y="503"/>
                  </a:cubicBezTo>
                  <a:lnTo>
                    <a:pt x="18436" y="499"/>
                  </a:lnTo>
                  <a:lnTo>
                    <a:pt x="18436" y="496"/>
                  </a:lnTo>
                  <a:cubicBezTo>
                    <a:pt x="18433" y="483"/>
                    <a:pt x="18425" y="458"/>
                    <a:pt x="18421" y="445"/>
                  </a:cubicBezTo>
                  <a:cubicBezTo>
                    <a:pt x="18398" y="383"/>
                    <a:pt x="18342" y="343"/>
                    <a:pt x="18284" y="317"/>
                  </a:cubicBezTo>
                  <a:cubicBezTo>
                    <a:pt x="18279" y="316"/>
                    <a:pt x="18277" y="315"/>
                    <a:pt x="18273" y="313"/>
                  </a:cubicBezTo>
                  <a:cubicBezTo>
                    <a:pt x="18272" y="313"/>
                    <a:pt x="18268" y="312"/>
                    <a:pt x="18267" y="312"/>
                  </a:cubicBezTo>
                  <a:cubicBezTo>
                    <a:pt x="18241" y="305"/>
                    <a:pt x="18216" y="298"/>
                    <a:pt x="18188" y="298"/>
                  </a:cubicBezTo>
                  <a:cubicBezTo>
                    <a:pt x="18179" y="298"/>
                    <a:pt x="18169" y="299"/>
                    <a:pt x="18158" y="301"/>
                  </a:cubicBezTo>
                  <a:cubicBezTo>
                    <a:pt x="18146" y="304"/>
                    <a:pt x="18118" y="312"/>
                    <a:pt x="18106" y="317"/>
                  </a:cubicBezTo>
                  <a:lnTo>
                    <a:pt x="18097" y="322"/>
                  </a:lnTo>
                  <a:cubicBezTo>
                    <a:pt x="18078" y="324"/>
                    <a:pt x="18058" y="329"/>
                    <a:pt x="18041" y="338"/>
                  </a:cubicBezTo>
                  <a:cubicBezTo>
                    <a:pt x="18023" y="345"/>
                    <a:pt x="18005" y="357"/>
                    <a:pt x="17990" y="368"/>
                  </a:cubicBezTo>
                  <a:cubicBezTo>
                    <a:pt x="17983" y="372"/>
                    <a:pt x="17977" y="378"/>
                    <a:pt x="17974" y="382"/>
                  </a:cubicBezTo>
                  <a:cubicBezTo>
                    <a:pt x="17944" y="411"/>
                    <a:pt x="17931" y="425"/>
                    <a:pt x="17914" y="463"/>
                  </a:cubicBezTo>
                  <a:cubicBezTo>
                    <a:pt x="17910" y="470"/>
                    <a:pt x="17906" y="477"/>
                    <a:pt x="17905" y="485"/>
                  </a:cubicBezTo>
                  <a:cubicBezTo>
                    <a:pt x="17895" y="518"/>
                    <a:pt x="17892" y="542"/>
                    <a:pt x="17889" y="573"/>
                  </a:cubicBezTo>
                  <a:cubicBezTo>
                    <a:pt x="17679" y="602"/>
                    <a:pt x="17467" y="634"/>
                    <a:pt x="17256" y="663"/>
                  </a:cubicBezTo>
                  <a:cubicBezTo>
                    <a:pt x="17025" y="696"/>
                    <a:pt x="16797" y="757"/>
                    <a:pt x="16569" y="802"/>
                  </a:cubicBezTo>
                  <a:cubicBezTo>
                    <a:pt x="16115" y="893"/>
                    <a:pt x="15660" y="981"/>
                    <a:pt x="15203" y="1053"/>
                  </a:cubicBezTo>
                  <a:cubicBezTo>
                    <a:pt x="14281" y="1203"/>
                    <a:pt x="13351" y="1306"/>
                    <a:pt x="12417" y="1362"/>
                  </a:cubicBezTo>
                  <a:cubicBezTo>
                    <a:pt x="12157" y="1378"/>
                    <a:pt x="11898" y="1394"/>
                    <a:pt x="11639" y="1409"/>
                  </a:cubicBezTo>
                  <a:cubicBezTo>
                    <a:pt x="11511" y="1416"/>
                    <a:pt x="11385" y="1424"/>
                    <a:pt x="11259" y="1439"/>
                  </a:cubicBezTo>
                  <a:lnTo>
                    <a:pt x="11217" y="1443"/>
                  </a:lnTo>
                  <a:lnTo>
                    <a:pt x="11206" y="1443"/>
                  </a:lnTo>
                  <a:cubicBezTo>
                    <a:pt x="11623" y="1322"/>
                    <a:pt x="12034" y="1179"/>
                    <a:pt x="12436" y="1016"/>
                  </a:cubicBezTo>
                  <a:cubicBezTo>
                    <a:pt x="12941" y="810"/>
                    <a:pt x="13431" y="568"/>
                    <a:pt x="13907" y="299"/>
                  </a:cubicBezTo>
                  <a:cubicBezTo>
                    <a:pt x="14000" y="246"/>
                    <a:pt x="13985" y="108"/>
                    <a:pt x="13874" y="92"/>
                  </a:cubicBezTo>
                  <a:cubicBezTo>
                    <a:pt x="13430" y="31"/>
                    <a:pt x="12982" y="1"/>
                    <a:pt x="125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430000" y="623520"/>
            <a:ext cx="4283640" cy="91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7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96;p20"/>
          <p:cNvSpPr/>
          <p:nvPr/>
        </p:nvSpPr>
        <p:spPr>
          <a:xfrm>
            <a:off x="2504880" y="3740760"/>
            <a:ext cx="4134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CREDITS: This presentation template was created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  <a:hlinkClick r:id="rId3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, including icons, infographics &amp; images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Barlow"/>
                <a:ea typeface="Barlow"/>
                <a:hlinkClick r:id="rId4"/>
              </a:rPr>
              <a:t>Freepik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15;p3"/>
          <p:cNvGrpSpPr/>
          <p:nvPr/>
        </p:nvGrpSpPr>
        <p:grpSpPr>
          <a:xfrm>
            <a:off x="228960" y="201960"/>
            <a:ext cx="8686080" cy="4739400"/>
            <a:chOff x="228960" y="201960"/>
            <a:chExt cx="8686080" cy="4739400"/>
          </a:xfrm>
        </p:grpSpPr>
        <p:sp>
          <p:nvSpPr>
            <p:cNvPr id="86" name="Google Shape;16;p3"/>
            <p:cNvSpPr/>
            <p:nvPr/>
          </p:nvSpPr>
          <p:spPr>
            <a:xfrm>
              <a:off x="690840" y="356040"/>
              <a:ext cx="526320" cy="128160"/>
            </a:xfrm>
            <a:custGeom>
              <a:avLst/>
              <a:gdLst>
                <a:gd name="textAreaLeft" fmla="*/ 0 w 526320"/>
                <a:gd name="textAreaRight" fmla="*/ 526680 w 52632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6155" h="1501">
                  <a:moveTo>
                    <a:pt x="272" y="0"/>
                  </a:moveTo>
                  <a:cubicBezTo>
                    <a:pt x="193" y="0"/>
                    <a:pt x="109" y="10"/>
                    <a:pt x="44" y="47"/>
                  </a:cubicBezTo>
                  <a:cubicBezTo>
                    <a:pt x="14" y="64"/>
                    <a:pt x="1" y="111"/>
                    <a:pt x="34" y="133"/>
                  </a:cubicBezTo>
                  <a:cubicBezTo>
                    <a:pt x="107" y="179"/>
                    <a:pt x="197" y="194"/>
                    <a:pt x="283" y="208"/>
                  </a:cubicBezTo>
                  <a:cubicBezTo>
                    <a:pt x="383" y="224"/>
                    <a:pt x="486" y="230"/>
                    <a:pt x="586" y="246"/>
                  </a:cubicBezTo>
                  <a:cubicBezTo>
                    <a:pt x="773" y="276"/>
                    <a:pt x="958" y="315"/>
                    <a:pt x="1142" y="361"/>
                  </a:cubicBezTo>
                  <a:cubicBezTo>
                    <a:pt x="1519" y="459"/>
                    <a:pt x="1892" y="574"/>
                    <a:pt x="2261" y="696"/>
                  </a:cubicBezTo>
                  <a:cubicBezTo>
                    <a:pt x="2995" y="940"/>
                    <a:pt x="3733" y="1198"/>
                    <a:pt x="4509" y="1263"/>
                  </a:cubicBezTo>
                  <a:cubicBezTo>
                    <a:pt x="4617" y="1272"/>
                    <a:pt x="4725" y="1277"/>
                    <a:pt x="4833" y="1277"/>
                  </a:cubicBezTo>
                  <a:cubicBezTo>
                    <a:pt x="4938" y="1277"/>
                    <a:pt x="5043" y="1273"/>
                    <a:pt x="5148" y="1263"/>
                  </a:cubicBezTo>
                  <a:cubicBezTo>
                    <a:pt x="5259" y="1254"/>
                    <a:pt x="5363" y="1233"/>
                    <a:pt x="5472" y="1210"/>
                  </a:cubicBezTo>
                  <a:cubicBezTo>
                    <a:pt x="5541" y="1195"/>
                    <a:pt x="5611" y="1178"/>
                    <a:pt x="5680" y="1158"/>
                  </a:cubicBezTo>
                  <a:lnTo>
                    <a:pt x="5680" y="1158"/>
                  </a:lnTo>
                  <a:cubicBezTo>
                    <a:pt x="5676" y="1172"/>
                    <a:pt x="5673" y="1184"/>
                    <a:pt x="5671" y="1198"/>
                  </a:cubicBezTo>
                  <a:cubicBezTo>
                    <a:pt x="5667" y="1218"/>
                    <a:pt x="5669" y="1239"/>
                    <a:pt x="5671" y="1260"/>
                  </a:cubicBezTo>
                  <a:cubicBezTo>
                    <a:pt x="5671" y="1262"/>
                    <a:pt x="5672" y="1266"/>
                    <a:pt x="5672" y="1270"/>
                  </a:cubicBezTo>
                  <a:cubicBezTo>
                    <a:pt x="5672" y="1271"/>
                    <a:pt x="5673" y="1272"/>
                    <a:pt x="5673" y="1273"/>
                  </a:cubicBezTo>
                  <a:cubicBezTo>
                    <a:pt x="5660" y="1297"/>
                    <a:pt x="5653" y="1316"/>
                    <a:pt x="5649" y="1344"/>
                  </a:cubicBezTo>
                  <a:cubicBezTo>
                    <a:pt x="5648" y="1363"/>
                    <a:pt x="5648" y="1385"/>
                    <a:pt x="5651" y="1404"/>
                  </a:cubicBezTo>
                  <a:cubicBezTo>
                    <a:pt x="5660" y="1453"/>
                    <a:pt x="5701" y="1487"/>
                    <a:pt x="5749" y="1496"/>
                  </a:cubicBezTo>
                  <a:cubicBezTo>
                    <a:pt x="5769" y="1499"/>
                    <a:pt x="5789" y="1500"/>
                    <a:pt x="5809" y="1500"/>
                  </a:cubicBezTo>
                  <a:cubicBezTo>
                    <a:pt x="5927" y="1500"/>
                    <a:pt x="6044" y="1449"/>
                    <a:pt x="6094" y="1337"/>
                  </a:cubicBezTo>
                  <a:cubicBezTo>
                    <a:pt x="6102" y="1321"/>
                    <a:pt x="6105" y="1305"/>
                    <a:pt x="6110" y="1288"/>
                  </a:cubicBezTo>
                  <a:cubicBezTo>
                    <a:pt x="6126" y="1258"/>
                    <a:pt x="6137" y="1226"/>
                    <a:pt x="6143" y="1191"/>
                  </a:cubicBezTo>
                  <a:cubicBezTo>
                    <a:pt x="6155" y="1113"/>
                    <a:pt x="6102" y="1038"/>
                    <a:pt x="6038" y="996"/>
                  </a:cubicBezTo>
                  <a:cubicBezTo>
                    <a:pt x="5999" y="970"/>
                    <a:pt x="5961" y="953"/>
                    <a:pt x="5915" y="942"/>
                  </a:cubicBezTo>
                  <a:cubicBezTo>
                    <a:pt x="5896" y="938"/>
                    <a:pt x="5878" y="932"/>
                    <a:pt x="5857" y="931"/>
                  </a:cubicBezTo>
                  <a:cubicBezTo>
                    <a:pt x="5848" y="931"/>
                    <a:pt x="5835" y="930"/>
                    <a:pt x="5824" y="930"/>
                  </a:cubicBezTo>
                  <a:cubicBezTo>
                    <a:pt x="5814" y="930"/>
                    <a:pt x="5806" y="930"/>
                    <a:pt x="5799" y="932"/>
                  </a:cubicBezTo>
                  <a:cubicBezTo>
                    <a:pt x="5758" y="941"/>
                    <a:pt x="5724" y="963"/>
                    <a:pt x="5698" y="997"/>
                  </a:cubicBezTo>
                  <a:cubicBezTo>
                    <a:pt x="5691" y="1006"/>
                    <a:pt x="5687" y="1014"/>
                    <a:pt x="5683" y="1024"/>
                  </a:cubicBezTo>
                  <a:cubicBezTo>
                    <a:pt x="5612" y="1030"/>
                    <a:pt x="5543" y="1042"/>
                    <a:pt x="5472" y="1048"/>
                  </a:cubicBezTo>
                  <a:cubicBezTo>
                    <a:pt x="5370" y="1058"/>
                    <a:pt x="5269" y="1058"/>
                    <a:pt x="5168" y="1059"/>
                  </a:cubicBezTo>
                  <a:cubicBezTo>
                    <a:pt x="5138" y="1059"/>
                    <a:pt x="5109" y="1060"/>
                    <a:pt x="5079" y="1060"/>
                  </a:cubicBezTo>
                  <a:cubicBezTo>
                    <a:pt x="4924" y="1060"/>
                    <a:pt x="4767" y="1050"/>
                    <a:pt x="4611" y="1036"/>
                  </a:cubicBezTo>
                  <a:cubicBezTo>
                    <a:pt x="4233" y="1002"/>
                    <a:pt x="3859" y="921"/>
                    <a:pt x="3493" y="824"/>
                  </a:cubicBezTo>
                  <a:cubicBezTo>
                    <a:pt x="2751" y="625"/>
                    <a:pt x="2036" y="328"/>
                    <a:pt x="1286" y="152"/>
                  </a:cubicBezTo>
                  <a:cubicBezTo>
                    <a:pt x="1085" y="103"/>
                    <a:pt x="879" y="64"/>
                    <a:pt x="673" y="36"/>
                  </a:cubicBezTo>
                  <a:cubicBezTo>
                    <a:pt x="566" y="22"/>
                    <a:pt x="461" y="10"/>
                    <a:pt x="355" y="3"/>
                  </a:cubicBezTo>
                  <a:cubicBezTo>
                    <a:pt x="329" y="2"/>
                    <a:pt x="301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7;p3"/>
            <p:cNvSpPr/>
            <p:nvPr/>
          </p:nvSpPr>
          <p:spPr>
            <a:xfrm>
              <a:off x="228960" y="201960"/>
              <a:ext cx="8686080" cy="4739400"/>
            </a:xfrm>
            <a:custGeom>
              <a:avLst/>
              <a:gdLst>
                <a:gd name="textAreaLeft" fmla="*/ 0 w 8686080"/>
                <a:gd name="textAreaRight" fmla="*/ 8686440 w 8686080"/>
                <a:gd name="textAreaTop" fmla="*/ 0 h 4739400"/>
                <a:gd name="textAreaBottom" fmla="*/ 4739760 h 4739400"/>
              </a:gdLst>
              <a:ahLst/>
              <a:cxnLst/>
              <a:rect l="textAreaLeft" t="textAreaTop" r="textAreaRight" b="textAreaBottom"/>
              <a:pathLst>
                <a:path w="101509" h="55387">
                  <a:moveTo>
                    <a:pt x="12567" y="225"/>
                  </a:moveTo>
                  <a:cubicBezTo>
                    <a:pt x="12883" y="225"/>
                    <a:pt x="13197" y="239"/>
                    <a:pt x="13511" y="268"/>
                  </a:cubicBezTo>
                  <a:cubicBezTo>
                    <a:pt x="12773" y="663"/>
                    <a:pt x="11987" y="977"/>
                    <a:pt x="11184" y="1208"/>
                  </a:cubicBezTo>
                  <a:cubicBezTo>
                    <a:pt x="10875" y="1296"/>
                    <a:pt x="10563" y="1372"/>
                    <a:pt x="10249" y="1436"/>
                  </a:cubicBezTo>
                  <a:cubicBezTo>
                    <a:pt x="9859" y="1435"/>
                    <a:pt x="9470" y="1432"/>
                    <a:pt x="9080" y="1431"/>
                  </a:cubicBezTo>
                  <a:cubicBezTo>
                    <a:pt x="9352" y="1349"/>
                    <a:pt x="9623" y="1257"/>
                    <a:pt x="9890" y="1156"/>
                  </a:cubicBezTo>
                  <a:cubicBezTo>
                    <a:pt x="10151" y="1059"/>
                    <a:pt x="10394" y="936"/>
                    <a:pt x="10635" y="798"/>
                  </a:cubicBezTo>
                  <a:cubicBezTo>
                    <a:pt x="10709" y="756"/>
                    <a:pt x="10675" y="657"/>
                    <a:pt x="10603" y="657"/>
                  </a:cubicBezTo>
                  <a:cubicBezTo>
                    <a:pt x="10594" y="657"/>
                    <a:pt x="10584" y="659"/>
                    <a:pt x="10573" y="662"/>
                  </a:cubicBezTo>
                  <a:cubicBezTo>
                    <a:pt x="10346" y="739"/>
                    <a:pt x="10121" y="813"/>
                    <a:pt x="9896" y="893"/>
                  </a:cubicBezTo>
                  <a:cubicBezTo>
                    <a:pt x="9668" y="973"/>
                    <a:pt x="9442" y="1059"/>
                    <a:pt x="9212" y="1131"/>
                  </a:cubicBezTo>
                  <a:cubicBezTo>
                    <a:pt x="8851" y="1245"/>
                    <a:pt x="8488" y="1343"/>
                    <a:pt x="8120" y="1425"/>
                  </a:cubicBezTo>
                  <a:cubicBezTo>
                    <a:pt x="8019" y="1425"/>
                    <a:pt x="7917" y="1423"/>
                    <a:pt x="7815" y="1423"/>
                  </a:cubicBezTo>
                  <a:cubicBezTo>
                    <a:pt x="8381" y="1115"/>
                    <a:pt x="8977" y="863"/>
                    <a:pt x="9590" y="673"/>
                  </a:cubicBezTo>
                  <a:cubicBezTo>
                    <a:pt x="10465" y="401"/>
                    <a:pt x="11383" y="250"/>
                    <a:pt x="12299" y="228"/>
                  </a:cubicBezTo>
                  <a:cubicBezTo>
                    <a:pt x="12388" y="226"/>
                    <a:pt x="12478" y="225"/>
                    <a:pt x="12567" y="225"/>
                  </a:cubicBezTo>
                  <a:close/>
                  <a:moveTo>
                    <a:pt x="1915" y="3366"/>
                  </a:moveTo>
                  <a:cubicBezTo>
                    <a:pt x="1916" y="3366"/>
                    <a:pt x="1918" y="3370"/>
                    <a:pt x="1916" y="3374"/>
                  </a:cubicBezTo>
                  <a:cubicBezTo>
                    <a:pt x="1914" y="3368"/>
                    <a:pt x="1914" y="3366"/>
                    <a:pt x="1915" y="3366"/>
                  </a:cubicBezTo>
                  <a:close/>
                  <a:moveTo>
                    <a:pt x="3484" y="2175"/>
                  </a:moveTo>
                  <a:cubicBezTo>
                    <a:pt x="3533" y="2175"/>
                    <a:pt x="3583" y="2175"/>
                    <a:pt x="3632" y="2177"/>
                  </a:cubicBezTo>
                  <a:cubicBezTo>
                    <a:pt x="4168" y="2186"/>
                    <a:pt x="4699" y="2277"/>
                    <a:pt x="5213" y="2430"/>
                  </a:cubicBezTo>
                  <a:cubicBezTo>
                    <a:pt x="6236" y="2738"/>
                    <a:pt x="7154" y="3276"/>
                    <a:pt x="8048" y="3846"/>
                  </a:cubicBezTo>
                  <a:cubicBezTo>
                    <a:pt x="8301" y="4007"/>
                    <a:pt x="8552" y="4173"/>
                    <a:pt x="8801" y="4342"/>
                  </a:cubicBezTo>
                  <a:lnTo>
                    <a:pt x="8843" y="4371"/>
                  </a:lnTo>
                  <a:cubicBezTo>
                    <a:pt x="8366" y="4405"/>
                    <a:pt x="7890" y="4429"/>
                    <a:pt x="7414" y="4429"/>
                  </a:cubicBezTo>
                  <a:cubicBezTo>
                    <a:pt x="6903" y="4429"/>
                    <a:pt x="6392" y="4401"/>
                    <a:pt x="5881" y="4325"/>
                  </a:cubicBezTo>
                  <a:cubicBezTo>
                    <a:pt x="5348" y="4244"/>
                    <a:pt x="4827" y="4106"/>
                    <a:pt x="4330" y="3896"/>
                  </a:cubicBezTo>
                  <a:cubicBezTo>
                    <a:pt x="3876" y="3705"/>
                    <a:pt x="3454" y="3458"/>
                    <a:pt x="3056" y="3170"/>
                  </a:cubicBezTo>
                  <a:cubicBezTo>
                    <a:pt x="2770" y="2963"/>
                    <a:pt x="2507" y="2731"/>
                    <a:pt x="2261" y="2481"/>
                  </a:cubicBezTo>
                  <a:lnTo>
                    <a:pt x="2261" y="2481"/>
                  </a:lnTo>
                  <a:cubicBezTo>
                    <a:pt x="3294" y="2821"/>
                    <a:pt x="4321" y="3172"/>
                    <a:pt x="5351" y="3517"/>
                  </a:cubicBezTo>
                  <a:cubicBezTo>
                    <a:pt x="5521" y="3573"/>
                    <a:pt x="5691" y="3626"/>
                    <a:pt x="5861" y="3678"/>
                  </a:cubicBezTo>
                  <a:cubicBezTo>
                    <a:pt x="6033" y="3731"/>
                    <a:pt x="6216" y="3755"/>
                    <a:pt x="6394" y="3791"/>
                  </a:cubicBezTo>
                  <a:cubicBezTo>
                    <a:pt x="6399" y="3792"/>
                    <a:pt x="6404" y="3792"/>
                    <a:pt x="6409" y="3792"/>
                  </a:cubicBezTo>
                  <a:cubicBezTo>
                    <a:pt x="6479" y="3792"/>
                    <a:pt x="6491" y="3684"/>
                    <a:pt x="6428" y="3654"/>
                  </a:cubicBezTo>
                  <a:cubicBezTo>
                    <a:pt x="6285" y="3586"/>
                    <a:pt x="6143" y="3502"/>
                    <a:pt x="5995" y="3448"/>
                  </a:cubicBezTo>
                  <a:cubicBezTo>
                    <a:pt x="5846" y="3396"/>
                    <a:pt x="5696" y="3338"/>
                    <a:pt x="5545" y="3291"/>
                  </a:cubicBezTo>
                  <a:cubicBezTo>
                    <a:pt x="5246" y="3193"/>
                    <a:pt x="4946" y="3097"/>
                    <a:pt x="4648" y="3000"/>
                  </a:cubicBezTo>
                  <a:cubicBezTo>
                    <a:pt x="4045" y="2805"/>
                    <a:pt x="3442" y="2608"/>
                    <a:pt x="2839" y="2414"/>
                  </a:cubicBezTo>
                  <a:cubicBezTo>
                    <a:pt x="2674" y="2360"/>
                    <a:pt x="2509" y="2305"/>
                    <a:pt x="2347" y="2250"/>
                  </a:cubicBezTo>
                  <a:cubicBezTo>
                    <a:pt x="2724" y="2207"/>
                    <a:pt x="3103" y="2175"/>
                    <a:pt x="3484" y="2175"/>
                  </a:cubicBezTo>
                  <a:close/>
                  <a:moveTo>
                    <a:pt x="1569" y="6790"/>
                  </a:moveTo>
                  <a:lnTo>
                    <a:pt x="1565" y="7157"/>
                  </a:lnTo>
                  <a:cubicBezTo>
                    <a:pt x="1545" y="7080"/>
                    <a:pt x="1524" y="7003"/>
                    <a:pt x="1502" y="6924"/>
                  </a:cubicBezTo>
                  <a:cubicBezTo>
                    <a:pt x="1500" y="6922"/>
                    <a:pt x="1500" y="6919"/>
                    <a:pt x="1499" y="6916"/>
                  </a:cubicBezTo>
                  <a:cubicBezTo>
                    <a:pt x="1523" y="6875"/>
                    <a:pt x="1546" y="6833"/>
                    <a:pt x="1569" y="6790"/>
                  </a:cubicBezTo>
                  <a:close/>
                  <a:moveTo>
                    <a:pt x="1960" y="3524"/>
                  </a:moveTo>
                  <a:lnTo>
                    <a:pt x="1960" y="3524"/>
                  </a:lnTo>
                  <a:cubicBezTo>
                    <a:pt x="2229" y="3727"/>
                    <a:pt x="2447" y="3991"/>
                    <a:pt x="2636" y="4273"/>
                  </a:cubicBezTo>
                  <a:cubicBezTo>
                    <a:pt x="2886" y="4645"/>
                    <a:pt x="3099" y="5044"/>
                    <a:pt x="3281" y="5451"/>
                  </a:cubicBezTo>
                  <a:cubicBezTo>
                    <a:pt x="3649" y="6272"/>
                    <a:pt x="3888" y="7152"/>
                    <a:pt x="3986" y="8047"/>
                  </a:cubicBezTo>
                  <a:cubicBezTo>
                    <a:pt x="4028" y="8419"/>
                    <a:pt x="4045" y="8794"/>
                    <a:pt x="4035" y="9168"/>
                  </a:cubicBezTo>
                  <a:cubicBezTo>
                    <a:pt x="3580" y="8594"/>
                    <a:pt x="3157" y="7997"/>
                    <a:pt x="2775" y="7373"/>
                  </a:cubicBezTo>
                  <a:cubicBezTo>
                    <a:pt x="2551" y="7010"/>
                    <a:pt x="2337" y="6637"/>
                    <a:pt x="2177" y="6241"/>
                  </a:cubicBezTo>
                  <a:cubicBezTo>
                    <a:pt x="2013" y="5837"/>
                    <a:pt x="1930" y="5412"/>
                    <a:pt x="1894" y="4978"/>
                  </a:cubicBezTo>
                  <a:cubicBezTo>
                    <a:pt x="1876" y="4736"/>
                    <a:pt x="1876" y="4495"/>
                    <a:pt x="1871" y="4253"/>
                  </a:cubicBezTo>
                  <a:lnTo>
                    <a:pt x="1871" y="4158"/>
                  </a:lnTo>
                  <a:cubicBezTo>
                    <a:pt x="1903" y="4258"/>
                    <a:pt x="1941" y="4356"/>
                    <a:pt x="1977" y="4453"/>
                  </a:cubicBezTo>
                  <a:cubicBezTo>
                    <a:pt x="2139" y="4890"/>
                    <a:pt x="2301" y="5328"/>
                    <a:pt x="2464" y="5764"/>
                  </a:cubicBezTo>
                  <a:cubicBezTo>
                    <a:pt x="2546" y="5981"/>
                    <a:pt x="2625" y="6203"/>
                    <a:pt x="2720" y="6414"/>
                  </a:cubicBezTo>
                  <a:cubicBezTo>
                    <a:pt x="2816" y="6631"/>
                    <a:pt x="2929" y="6842"/>
                    <a:pt x="3040" y="7050"/>
                  </a:cubicBezTo>
                  <a:cubicBezTo>
                    <a:pt x="3054" y="7077"/>
                    <a:pt x="3082" y="7090"/>
                    <a:pt x="3108" y="7090"/>
                  </a:cubicBezTo>
                  <a:cubicBezTo>
                    <a:pt x="3150" y="7090"/>
                    <a:pt x="3190" y="7060"/>
                    <a:pt x="3178" y="7007"/>
                  </a:cubicBezTo>
                  <a:cubicBezTo>
                    <a:pt x="3147" y="6880"/>
                    <a:pt x="3113" y="6755"/>
                    <a:pt x="3083" y="6629"/>
                  </a:cubicBezTo>
                  <a:cubicBezTo>
                    <a:pt x="3050" y="6499"/>
                    <a:pt x="3019" y="6367"/>
                    <a:pt x="2975" y="6239"/>
                  </a:cubicBezTo>
                  <a:cubicBezTo>
                    <a:pt x="2886" y="5985"/>
                    <a:pt x="2794" y="5731"/>
                    <a:pt x="2699" y="5479"/>
                  </a:cubicBezTo>
                  <a:lnTo>
                    <a:pt x="2131" y="3980"/>
                  </a:lnTo>
                  <a:cubicBezTo>
                    <a:pt x="2079" y="3843"/>
                    <a:pt x="2028" y="3706"/>
                    <a:pt x="1977" y="3569"/>
                  </a:cubicBezTo>
                  <a:lnTo>
                    <a:pt x="1960" y="3524"/>
                  </a:lnTo>
                  <a:close/>
                  <a:moveTo>
                    <a:pt x="3710" y="11246"/>
                  </a:moveTo>
                  <a:lnTo>
                    <a:pt x="3710" y="11246"/>
                  </a:lnTo>
                  <a:cubicBezTo>
                    <a:pt x="3708" y="11250"/>
                    <a:pt x="3706" y="11253"/>
                    <a:pt x="3704" y="11257"/>
                  </a:cubicBezTo>
                  <a:lnTo>
                    <a:pt x="3704" y="11257"/>
                  </a:lnTo>
                  <a:cubicBezTo>
                    <a:pt x="3706" y="11253"/>
                    <a:pt x="3708" y="11250"/>
                    <a:pt x="3710" y="11246"/>
                  </a:cubicBezTo>
                  <a:close/>
                  <a:moveTo>
                    <a:pt x="1405" y="7467"/>
                  </a:moveTo>
                  <a:cubicBezTo>
                    <a:pt x="1452" y="7686"/>
                    <a:pt x="1487" y="7909"/>
                    <a:pt x="1516" y="8130"/>
                  </a:cubicBezTo>
                  <a:cubicBezTo>
                    <a:pt x="1529" y="8230"/>
                    <a:pt x="1540" y="8330"/>
                    <a:pt x="1549" y="8430"/>
                  </a:cubicBezTo>
                  <a:cubicBezTo>
                    <a:pt x="1547" y="8593"/>
                    <a:pt x="1545" y="8756"/>
                    <a:pt x="1543" y="8918"/>
                  </a:cubicBezTo>
                  <a:cubicBezTo>
                    <a:pt x="1540" y="9253"/>
                    <a:pt x="1535" y="9588"/>
                    <a:pt x="1530" y="9923"/>
                  </a:cubicBezTo>
                  <a:cubicBezTo>
                    <a:pt x="1469" y="10491"/>
                    <a:pt x="1344" y="11048"/>
                    <a:pt x="1156" y="11585"/>
                  </a:cubicBezTo>
                  <a:cubicBezTo>
                    <a:pt x="1038" y="11921"/>
                    <a:pt x="897" y="12249"/>
                    <a:pt x="733" y="12564"/>
                  </a:cubicBezTo>
                  <a:cubicBezTo>
                    <a:pt x="428" y="11881"/>
                    <a:pt x="316" y="11128"/>
                    <a:pt x="356" y="10379"/>
                  </a:cubicBezTo>
                  <a:cubicBezTo>
                    <a:pt x="404" y="9515"/>
                    <a:pt x="640" y="8668"/>
                    <a:pt x="999" y="7881"/>
                  </a:cubicBezTo>
                  <a:cubicBezTo>
                    <a:pt x="1040" y="7793"/>
                    <a:pt x="1082" y="7707"/>
                    <a:pt x="1125" y="7620"/>
                  </a:cubicBezTo>
                  <a:lnTo>
                    <a:pt x="1125" y="7620"/>
                  </a:lnTo>
                  <a:cubicBezTo>
                    <a:pt x="1075" y="7883"/>
                    <a:pt x="1031" y="8147"/>
                    <a:pt x="996" y="8412"/>
                  </a:cubicBezTo>
                  <a:cubicBezTo>
                    <a:pt x="930" y="8907"/>
                    <a:pt x="884" y="9412"/>
                    <a:pt x="893" y="9912"/>
                  </a:cubicBezTo>
                  <a:cubicBezTo>
                    <a:pt x="895" y="10053"/>
                    <a:pt x="899" y="10194"/>
                    <a:pt x="905" y="10334"/>
                  </a:cubicBezTo>
                  <a:cubicBezTo>
                    <a:pt x="912" y="10480"/>
                    <a:pt x="938" y="10623"/>
                    <a:pt x="963" y="10765"/>
                  </a:cubicBezTo>
                  <a:cubicBezTo>
                    <a:pt x="970" y="10809"/>
                    <a:pt x="1006" y="10830"/>
                    <a:pt x="1042" y="10830"/>
                  </a:cubicBezTo>
                  <a:cubicBezTo>
                    <a:pt x="1079" y="10830"/>
                    <a:pt x="1116" y="10807"/>
                    <a:pt x="1120" y="10761"/>
                  </a:cubicBezTo>
                  <a:cubicBezTo>
                    <a:pt x="1133" y="10639"/>
                    <a:pt x="1152" y="10515"/>
                    <a:pt x="1156" y="10393"/>
                  </a:cubicBezTo>
                  <a:cubicBezTo>
                    <a:pt x="1161" y="10270"/>
                    <a:pt x="1163" y="10146"/>
                    <a:pt x="1169" y="10021"/>
                  </a:cubicBezTo>
                  <a:cubicBezTo>
                    <a:pt x="1180" y="9773"/>
                    <a:pt x="1188" y="9525"/>
                    <a:pt x="1203" y="9277"/>
                  </a:cubicBezTo>
                  <a:cubicBezTo>
                    <a:pt x="1232" y="8781"/>
                    <a:pt x="1279" y="8285"/>
                    <a:pt x="1353" y="7793"/>
                  </a:cubicBezTo>
                  <a:cubicBezTo>
                    <a:pt x="1370" y="7685"/>
                    <a:pt x="1387" y="7575"/>
                    <a:pt x="1405" y="7467"/>
                  </a:cubicBezTo>
                  <a:close/>
                  <a:moveTo>
                    <a:pt x="97425" y="31858"/>
                  </a:moveTo>
                  <a:cubicBezTo>
                    <a:pt x="97425" y="31858"/>
                    <a:pt x="97425" y="31860"/>
                    <a:pt x="97424" y="31861"/>
                  </a:cubicBezTo>
                  <a:cubicBezTo>
                    <a:pt x="97424" y="31860"/>
                    <a:pt x="97424" y="31860"/>
                    <a:pt x="97425" y="31858"/>
                  </a:cubicBezTo>
                  <a:close/>
                  <a:moveTo>
                    <a:pt x="97425" y="31886"/>
                  </a:moveTo>
                  <a:lnTo>
                    <a:pt x="97425" y="31894"/>
                  </a:lnTo>
                  <a:cubicBezTo>
                    <a:pt x="97424" y="31891"/>
                    <a:pt x="97425" y="31888"/>
                    <a:pt x="97425" y="31886"/>
                  </a:cubicBezTo>
                  <a:close/>
                  <a:moveTo>
                    <a:pt x="96812" y="33761"/>
                  </a:moveTo>
                  <a:cubicBezTo>
                    <a:pt x="97110" y="34096"/>
                    <a:pt x="97381" y="34453"/>
                    <a:pt x="97621" y="34831"/>
                  </a:cubicBezTo>
                  <a:cubicBezTo>
                    <a:pt x="98120" y="35612"/>
                    <a:pt x="98482" y="36473"/>
                    <a:pt x="98706" y="37369"/>
                  </a:cubicBezTo>
                  <a:cubicBezTo>
                    <a:pt x="98817" y="37814"/>
                    <a:pt x="98893" y="38266"/>
                    <a:pt x="98931" y="38724"/>
                  </a:cubicBezTo>
                  <a:cubicBezTo>
                    <a:pt x="98941" y="38850"/>
                    <a:pt x="98950" y="38977"/>
                    <a:pt x="98957" y="39103"/>
                  </a:cubicBezTo>
                  <a:lnTo>
                    <a:pt x="98900" y="38913"/>
                  </a:lnTo>
                  <a:cubicBezTo>
                    <a:pt x="98725" y="38357"/>
                    <a:pt x="98529" y="37807"/>
                    <a:pt x="98314" y="37263"/>
                  </a:cubicBezTo>
                  <a:cubicBezTo>
                    <a:pt x="98206" y="36987"/>
                    <a:pt x="98095" y="36712"/>
                    <a:pt x="97972" y="36442"/>
                  </a:cubicBezTo>
                  <a:cubicBezTo>
                    <a:pt x="97911" y="36309"/>
                    <a:pt x="97849" y="36177"/>
                    <a:pt x="97781" y="36047"/>
                  </a:cubicBezTo>
                  <a:cubicBezTo>
                    <a:pt x="97746" y="35982"/>
                    <a:pt x="97714" y="35916"/>
                    <a:pt x="97676" y="35853"/>
                  </a:cubicBezTo>
                  <a:cubicBezTo>
                    <a:pt x="97640" y="35793"/>
                    <a:pt x="97594" y="35738"/>
                    <a:pt x="97550" y="35683"/>
                  </a:cubicBezTo>
                  <a:cubicBezTo>
                    <a:pt x="97539" y="35669"/>
                    <a:pt x="97525" y="35663"/>
                    <a:pt x="97511" y="35663"/>
                  </a:cubicBezTo>
                  <a:cubicBezTo>
                    <a:pt x="97480" y="35663"/>
                    <a:pt x="97451" y="35696"/>
                    <a:pt x="97461" y="35733"/>
                  </a:cubicBezTo>
                  <a:cubicBezTo>
                    <a:pt x="97482" y="35817"/>
                    <a:pt x="97500" y="35902"/>
                    <a:pt x="97533" y="35982"/>
                  </a:cubicBezTo>
                  <a:cubicBezTo>
                    <a:pt x="97565" y="36058"/>
                    <a:pt x="97595" y="36133"/>
                    <a:pt x="97626" y="36210"/>
                  </a:cubicBezTo>
                  <a:cubicBezTo>
                    <a:pt x="97685" y="36358"/>
                    <a:pt x="97752" y="36503"/>
                    <a:pt x="97817" y="36650"/>
                  </a:cubicBezTo>
                  <a:cubicBezTo>
                    <a:pt x="98226" y="37571"/>
                    <a:pt x="98582" y="38516"/>
                    <a:pt x="98872" y="39482"/>
                  </a:cubicBezTo>
                  <a:cubicBezTo>
                    <a:pt x="98654" y="39208"/>
                    <a:pt x="98444" y="38929"/>
                    <a:pt x="98247" y="38642"/>
                  </a:cubicBezTo>
                  <a:cubicBezTo>
                    <a:pt x="97738" y="37898"/>
                    <a:pt x="97302" y="37104"/>
                    <a:pt x="97037" y="36243"/>
                  </a:cubicBezTo>
                  <a:cubicBezTo>
                    <a:pt x="96790" y="35442"/>
                    <a:pt x="96692" y="34592"/>
                    <a:pt x="96812" y="33761"/>
                  </a:cubicBezTo>
                  <a:close/>
                  <a:moveTo>
                    <a:pt x="99153" y="44174"/>
                  </a:moveTo>
                  <a:cubicBezTo>
                    <a:pt x="99157" y="44408"/>
                    <a:pt x="99157" y="44643"/>
                    <a:pt x="99169" y="44876"/>
                  </a:cubicBezTo>
                  <a:cubicBezTo>
                    <a:pt x="99171" y="44924"/>
                    <a:pt x="99174" y="44974"/>
                    <a:pt x="99176" y="45022"/>
                  </a:cubicBezTo>
                  <a:cubicBezTo>
                    <a:pt x="99154" y="44751"/>
                    <a:pt x="99125" y="44482"/>
                    <a:pt x="99088" y="44213"/>
                  </a:cubicBezTo>
                  <a:lnTo>
                    <a:pt x="99088" y="44213"/>
                  </a:lnTo>
                  <a:cubicBezTo>
                    <a:pt x="99094" y="44215"/>
                    <a:pt x="99100" y="44216"/>
                    <a:pt x="99106" y="44216"/>
                  </a:cubicBezTo>
                  <a:cubicBezTo>
                    <a:pt x="99123" y="44216"/>
                    <a:pt x="99139" y="44208"/>
                    <a:pt x="99147" y="44190"/>
                  </a:cubicBezTo>
                  <a:cubicBezTo>
                    <a:pt x="99149" y="44184"/>
                    <a:pt x="99151" y="44180"/>
                    <a:pt x="99153" y="44174"/>
                  </a:cubicBezTo>
                  <a:close/>
                  <a:moveTo>
                    <a:pt x="97313" y="39219"/>
                  </a:moveTo>
                  <a:cubicBezTo>
                    <a:pt x="97663" y="39915"/>
                    <a:pt x="97962" y="40636"/>
                    <a:pt x="98204" y="41374"/>
                  </a:cubicBezTo>
                  <a:cubicBezTo>
                    <a:pt x="98681" y="42816"/>
                    <a:pt x="98949" y="44326"/>
                    <a:pt x="99009" y="45841"/>
                  </a:cubicBezTo>
                  <a:cubicBezTo>
                    <a:pt x="99010" y="45887"/>
                    <a:pt x="99012" y="45934"/>
                    <a:pt x="99014" y="45980"/>
                  </a:cubicBezTo>
                  <a:cubicBezTo>
                    <a:pt x="98993" y="45873"/>
                    <a:pt x="98972" y="45765"/>
                    <a:pt x="98949" y="45659"/>
                  </a:cubicBezTo>
                  <a:cubicBezTo>
                    <a:pt x="98819" y="45045"/>
                    <a:pt x="98659" y="44437"/>
                    <a:pt x="98468" y="43839"/>
                  </a:cubicBezTo>
                  <a:cubicBezTo>
                    <a:pt x="98372" y="43541"/>
                    <a:pt x="98276" y="43239"/>
                    <a:pt x="98148" y="42950"/>
                  </a:cubicBezTo>
                  <a:cubicBezTo>
                    <a:pt x="98021" y="42661"/>
                    <a:pt x="97883" y="42377"/>
                    <a:pt x="97734" y="42096"/>
                  </a:cubicBezTo>
                  <a:cubicBezTo>
                    <a:pt x="97722" y="42074"/>
                    <a:pt x="97702" y="42065"/>
                    <a:pt x="97683" y="42065"/>
                  </a:cubicBezTo>
                  <a:cubicBezTo>
                    <a:pt x="97649" y="42065"/>
                    <a:pt x="97617" y="42094"/>
                    <a:pt x="97631" y="42136"/>
                  </a:cubicBezTo>
                  <a:cubicBezTo>
                    <a:pt x="97749" y="42467"/>
                    <a:pt x="97853" y="42804"/>
                    <a:pt x="97968" y="43135"/>
                  </a:cubicBezTo>
                  <a:cubicBezTo>
                    <a:pt x="98174" y="43723"/>
                    <a:pt x="98369" y="44311"/>
                    <a:pt x="98523" y="44914"/>
                  </a:cubicBezTo>
                  <a:cubicBezTo>
                    <a:pt x="98649" y="45412"/>
                    <a:pt x="98752" y="45913"/>
                    <a:pt x="98835" y="46419"/>
                  </a:cubicBezTo>
                  <a:cubicBezTo>
                    <a:pt x="98461" y="46102"/>
                    <a:pt x="98126" y="45742"/>
                    <a:pt x="97840" y="45347"/>
                  </a:cubicBezTo>
                  <a:cubicBezTo>
                    <a:pt x="97204" y="44472"/>
                    <a:pt x="96812" y="43436"/>
                    <a:pt x="96722" y="42364"/>
                  </a:cubicBezTo>
                  <a:cubicBezTo>
                    <a:pt x="96633" y="41295"/>
                    <a:pt x="96837" y="40187"/>
                    <a:pt x="97313" y="39219"/>
                  </a:cubicBezTo>
                  <a:close/>
                  <a:moveTo>
                    <a:pt x="98665" y="50396"/>
                  </a:moveTo>
                  <a:lnTo>
                    <a:pt x="98665" y="50396"/>
                  </a:lnTo>
                  <a:cubicBezTo>
                    <a:pt x="98635" y="50553"/>
                    <a:pt x="98604" y="50711"/>
                    <a:pt x="98576" y="50868"/>
                  </a:cubicBezTo>
                  <a:cubicBezTo>
                    <a:pt x="98560" y="50747"/>
                    <a:pt x="98544" y="50625"/>
                    <a:pt x="98526" y="50504"/>
                  </a:cubicBezTo>
                  <a:cubicBezTo>
                    <a:pt x="98528" y="50503"/>
                    <a:pt x="98532" y="50500"/>
                    <a:pt x="98534" y="50498"/>
                  </a:cubicBezTo>
                  <a:cubicBezTo>
                    <a:pt x="98559" y="50470"/>
                    <a:pt x="98582" y="50442"/>
                    <a:pt x="98605" y="50414"/>
                  </a:cubicBezTo>
                  <a:cubicBezTo>
                    <a:pt x="98613" y="50419"/>
                    <a:pt x="98623" y="50421"/>
                    <a:pt x="98632" y="50421"/>
                  </a:cubicBezTo>
                  <a:cubicBezTo>
                    <a:pt x="98645" y="50421"/>
                    <a:pt x="98659" y="50415"/>
                    <a:pt x="98665" y="50399"/>
                  </a:cubicBezTo>
                  <a:cubicBezTo>
                    <a:pt x="98665" y="50398"/>
                    <a:pt x="98665" y="50397"/>
                    <a:pt x="98665" y="50396"/>
                  </a:cubicBezTo>
                  <a:close/>
                  <a:moveTo>
                    <a:pt x="100895" y="43635"/>
                  </a:moveTo>
                  <a:cubicBezTo>
                    <a:pt x="101162" y="44217"/>
                    <a:pt x="101207" y="44899"/>
                    <a:pt x="101213" y="45525"/>
                  </a:cubicBezTo>
                  <a:cubicBezTo>
                    <a:pt x="101227" y="46647"/>
                    <a:pt x="101012" y="47793"/>
                    <a:pt x="100551" y="48823"/>
                  </a:cubicBezTo>
                  <a:cubicBezTo>
                    <a:pt x="100159" y="49696"/>
                    <a:pt x="99573" y="50488"/>
                    <a:pt x="98781" y="51038"/>
                  </a:cubicBezTo>
                  <a:cubicBezTo>
                    <a:pt x="98852" y="50642"/>
                    <a:pt x="98929" y="50250"/>
                    <a:pt x="99014" y="49857"/>
                  </a:cubicBezTo>
                  <a:cubicBezTo>
                    <a:pt x="99065" y="49773"/>
                    <a:pt x="99116" y="49686"/>
                    <a:pt x="99165" y="49598"/>
                  </a:cubicBezTo>
                  <a:cubicBezTo>
                    <a:pt x="99484" y="49044"/>
                    <a:pt x="99777" y="48472"/>
                    <a:pt x="100026" y="47885"/>
                  </a:cubicBezTo>
                  <a:cubicBezTo>
                    <a:pt x="100153" y="47587"/>
                    <a:pt x="100271" y="47285"/>
                    <a:pt x="100381" y="46980"/>
                  </a:cubicBezTo>
                  <a:cubicBezTo>
                    <a:pt x="100436" y="46829"/>
                    <a:pt x="100489" y="46675"/>
                    <a:pt x="100538" y="46521"/>
                  </a:cubicBezTo>
                  <a:cubicBezTo>
                    <a:pt x="100587" y="46368"/>
                    <a:pt x="100603" y="46209"/>
                    <a:pt x="100639" y="46054"/>
                  </a:cubicBezTo>
                  <a:cubicBezTo>
                    <a:pt x="100645" y="46025"/>
                    <a:pt x="100619" y="46006"/>
                    <a:pt x="100595" y="46006"/>
                  </a:cubicBezTo>
                  <a:cubicBezTo>
                    <a:pt x="100580" y="46006"/>
                    <a:pt x="100565" y="46013"/>
                    <a:pt x="100559" y="46030"/>
                  </a:cubicBezTo>
                  <a:cubicBezTo>
                    <a:pt x="100494" y="46200"/>
                    <a:pt x="100406" y="46363"/>
                    <a:pt x="100345" y="46535"/>
                  </a:cubicBezTo>
                  <a:cubicBezTo>
                    <a:pt x="100287" y="46700"/>
                    <a:pt x="100227" y="46865"/>
                    <a:pt x="100164" y="47027"/>
                  </a:cubicBezTo>
                  <a:cubicBezTo>
                    <a:pt x="99933" y="47623"/>
                    <a:pt x="99670" y="48208"/>
                    <a:pt x="99379" y="48776"/>
                  </a:cubicBezTo>
                  <a:cubicBezTo>
                    <a:pt x="99309" y="48913"/>
                    <a:pt x="99237" y="49050"/>
                    <a:pt x="99161" y="49186"/>
                  </a:cubicBezTo>
                  <a:cubicBezTo>
                    <a:pt x="99295" y="48606"/>
                    <a:pt x="99441" y="48029"/>
                    <a:pt x="99602" y="47457"/>
                  </a:cubicBezTo>
                  <a:cubicBezTo>
                    <a:pt x="99792" y="46774"/>
                    <a:pt x="100004" y="46094"/>
                    <a:pt x="100234" y="45421"/>
                  </a:cubicBezTo>
                  <a:cubicBezTo>
                    <a:pt x="100438" y="44821"/>
                    <a:pt x="100653" y="44221"/>
                    <a:pt x="100895" y="43635"/>
                  </a:cubicBezTo>
                  <a:close/>
                  <a:moveTo>
                    <a:pt x="3110" y="1624"/>
                  </a:moveTo>
                  <a:cubicBezTo>
                    <a:pt x="4384" y="1652"/>
                    <a:pt x="5658" y="1678"/>
                    <a:pt x="6932" y="1702"/>
                  </a:cubicBezTo>
                  <a:cubicBezTo>
                    <a:pt x="6932" y="1702"/>
                    <a:pt x="6932" y="1703"/>
                    <a:pt x="6930" y="1703"/>
                  </a:cubicBezTo>
                  <a:cubicBezTo>
                    <a:pt x="6868" y="1705"/>
                    <a:pt x="6807" y="1708"/>
                    <a:pt x="6745" y="1708"/>
                  </a:cubicBezTo>
                  <a:cubicBezTo>
                    <a:pt x="6647" y="1708"/>
                    <a:pt x="6631" y="1844"/>
                    <a:pt x="6729" y="1860"/>
                  </a:cubicBezTo>
                  <a:cubicBezTo>
                    <a:pt x="6847" y="1879"/>
                    <a:pt x="6967" y="1904"/>
                    <a:pt x="7087" y="1916"/>
                  </a:cubicBezTo>
                  <a:cubicBezTo>
                    <a:pt x="7206" y="1931"/>
                    <a:pt x="7328" y="1928"/>
                    <a:pt x="7449" y="1933"/>
                  </a:cubicBezTo>
                  <a:cubicBezTo>
                    <a:pt x="7564" y="1937"/>
                    <a:pt x="7678" y="1939"/>
                    <a:pt x="7793" y="1939"/>
                  </a:cubicBezTo>
                  <a:cubicBezTo>
                    <a:pt x="7925" y="1939"/>
                    <a:pt x="8057" y="1936"/>
                    <a:pt x="8189" y="1933"/>
                  </a:cubicBezTo>
                  <a:cubicBezTo>
                    <a:pt x="8673" y="1920"/>
                    <a:pt x="9156" y="1878"/>
                    <a:pt x="9634" y="1802"/>
                  </a:cubicBezTo>
                  <a:cubicBezTo>
                    <a:pt x="9728" y="1788"/>
                    <a:pt x="9821" y="1771"/>
                    <a:pt x="9914" y="1755"/>
                  </a:cubicBezTo>
                  <a:cubicBezTo>
                    <a:pt x="10276" y="1760"/>
                    <a:pt x="10636" y="1767"/>
                    <a:pt x="10997" y="1772"/>
                  </a:cubicBezTo>
                  <a:cubicBezTo>
                    <a:pt x="11174" y="1789"/>
                    <a:pt x="11353" y="1794"/>
                    <a:pt x="11529" y="1812"/>
                  </a:cubicBezTo>
                  <a:cubicBezTo>
                    <a:pt x="11848" y="1845"/>
                    <a:pt x="12167" y="1884"/>
                    <a:pt x="12483" y="1943"/>
                  </a:cubicBezTo>
                  <a:cubicBezTo>
                    <a:pt x="13111" y="2058"/>
                    <a:pt x="13731" y="2227"/>
                    <a:pt x="14326" y="2458"/>
                  </a:cubicBezTo>
                  <a:cubicBezTo>
                    <a:pt x="14495" y="2521"/>
                    <a:pt x="14663" y="2590"/>
                    <a:pt x="14830" y="2658"/>
                  </a:cubicBezTo>
                  <a:cubicBezTo>
                    <a:pt x="14884" y="2680"/>
                    <a:pt x="14937" y="2700"/>
                    <a:pt x="14990" y="2719"/>
                  </a:cubicBezTo>
                  <a:cubicBezTo>
                    <a:pt x="14985" y="2725"/>
                    <a:pt x="14979" y="2729"/>
                    <a:pt x="14974" y="2736"/>
                  </a:cubicBezTo>
                  <a:cubicBezTo>
                    <a:pt x="14956" y="2760"/>
                    <a:pt x="14941" y="2798"/>
                    <a:pt x="14940" y="2827"/>
                  </a:cubicBezTo>
                  <a:lnTo>
                    <a:pt x="14940" y="2834"/>
                  </a:lnTo>
                  <a:cubicBezTo>
                    <a:pt x="14915" y="2886"/>
                    <a:pt x="14908" y="2944"/>
                    <a:pt x="14915" y="3001"/>
                  </a:cubicBezTo>
                  <a:cubicBezTo>
                    <a:pt x="14918" y="3012"/>
                    <a:pt x="14922" y="3021"/>
                    <a:pt x="14924" y="3032"/>
                  </a:cubicBezTo>
                  <a:cubicBezTo>
                    <a:pt x="14932" y="3047"/>
                    <a:pt x="14940" y="3060"/>
                    <a:pt x="14954" y="3071"/>
                  </a:cubicBezTo>
                  <a:cubicBezTo>
                    <a:pt x="14973" y="3089"/>
                    <a:pt x="14999" y="3106"/>
                    <a:pt x="15026" y="3106"/>
                  </a:cubicBezTo>
                  <a:cubicBezTo>
                    <a:pt x="15058" y="3106"/>
                    <a:pt x="15089" y="3107"/>
                    <a:pt x="15121" y="3107"/>
                  </a:cubicBezTo>
                  <a:cubicBezTo>
                    <a:pt x="15138" y="3107"/>
                    <a:pt x="15155" y="3107"/>
                    <a:pt x="15174" y="3108"/>
                  </a:cubicBezTo>
                  <a:lnTo>
                    <a:pt x="15175" y="3108"/>
                  </a:lnTo>
                  <a:cubicBezTo>
                    <a:pt x="15179" y="3109"/>
                    <a:pt x="15185" y="3109"/>
                    <a:pt x="15188" y="3109"/>
                  </a:cubicBezTo>
                  <a:lnTo>
                    <a:pt x="15193" y="3109"/>
                  </a:lnTo>
                  <a:cubicBezTo>
                    <a:pt x="15201" y="3109"/>
                    <a:pt x="15207" y="3111"/>
                    <a:pt x="15213" y="3111"/>
                  </a:cubicBezTo>
                  <a:cubicBezTo>
                    <a:pt x="15220" y="3112"/>
                    <a:pt x="15226" y="3113"/>
                    <a:pt x="15234" y="3113"/>
                  </a:cubicBezTo>
                  <a:cubicBezTo>
                    <a:pt x="15239" y="3114"/>
                    <a:pt x="15244" y="3114"/>
                    <a:pt x="15249" y="3114"/>
                  </a:cubicBezTo>
                  <a:cubicBezTo>
                    <a:pt x="15275" y="3114"/>
                    <a:pt x="15299" y="3105"/>
                    <a:pt x="15320" y="3092"/>
                  </a:cubicBezTo>
                  <a:cubicBezTo>
                    <a:pt x="15327" y="3090"/>
                    <a:pt x="15333" y="3086"/>
                    <a:pt x="15336" y="3081"/>
                  </a:cubicBezTo>
                  <a:lnTo>
                    <a:pt x="15357" y="3062"/>
                  </a:lnTo>
                  <a:cubicBezTo>
                    <a:pt x="15360" y="3060"/>
                    <a:pt x="15361" y="3058"/>
                    <a:pt x="15364" y="3056"/>
                  </a:cubicBezTo>
                  <a:cubicBezTo>
                    <a:pt x="15400" y="3029"/>
                    <a:pt x="15433" y="2983"/>
                    <a:pt x="15445" y="2941"/>
                  </a:cubicBezTo>
                  <a:cubicBezTo>
                    <a:pt x="15456" y="2902"/>
                    <a:pt x="15466" y="2862"/>
                    <a:pt x="15457" y="2822"/>
                  </a:cubicBezTo>
                  <a:cubicBezTo>
                    <a:pt x="15450" y="2789"/>
                    <a:pt x="15439" y="2760"/>
                    <a:pt x="15417" y="2733"/>
                  </a:cubicBezTo>
                  <a:cubicBezTo>
                    <a:pt x="15402" y="2714"/>
                    <a:pt x="15382" y="2697"/>
                    <a:pt x="15358" y="2686"/>
                  </a:cubicBezTo>
                  <a:cubicBezTo>
                    <a:pt x="15347" y="2680"/>
                    <a:pt x="15336" y="2674"/>
                    <a:pt x="15327" y="2670"/>
                  </a:cubicBezTo>
                  <a:cubicBezTo>
                    <a:pt x="15311" y="2663"/>
                    <a:pt x="15292" y="2659"/>
                    <a:pt x="15275" y="2656"/>
                  </a:cubicBezTo>
                  <a:lnTo>
                    <a:pt x="15274" y="2656"/>
                  </a:lnTo>
                  <a:cubicBezTo>
                    <a:pt x="15180" y="2591"/>
                    <a:pt x="15086" y="2526"/>
                    <a:pt x="14982" y="2475"/>
                  </a:cubicBezTo>
                  <a:cubicBezTo>
                    <a:pt x="14835" y="2403"/>
                    <a:pt x="14686" y="2333"/>
                    <a:pt x="14533" y="2271"/>
                  </a:cubicBezTo>
                  <a:cubicBezTo>
                    <a:pt x="14227" y="2148"/>
                    <a:pt x="13916" y="2043"/>
                    <a:pt x="13600" y="1953"/>
                  </a:cubicBezTo>
                  <a:cubicBezTo>
                    <a:pt x="13408" y="1898"/>
                    <a:pt x="13211" y="1848"/>
                    <a:pt x="13016" y="1804"/>
                  </a:cubicBezTo>
                  <a:lnTo>
                    <a:pt x="13016" y="1804"/>
                  </a:lnTo>
                  <a:cubicBezTo>
                    <a:pt x="22268" y="1942"/>
                    <a:pt x="31521" y="1999"/>
                    <a:pt x="40773" y="2044"/>
                  </a:cubicBezTo>
                  <a:cubicBezTo>
                    <a:pt x="47696" y="2078"/>
                    <a:pt x="54620" y="2094"/>
                    <a:pt x="61543" y="2094"/>
                  </a:cubicBezTo>
                  <a:cubicBezTo>
                    <a:pt x="67364" y="2094"/>
                    <a:pt x="73185" y="2083"/>
                    <a:pt x="79006" y="2062"/>
                  </a:cubicBezTo>
                  <a:cubicBezTo>
                    <a:pt x="85557" y="2038"/>
                    <a:pt x="92106" y="2002"/>
                    <a:pt x="98657" y="1950"/>
                  </a:cubicBezTo>
                  <a:lnTo>
                    <a:pt x="98657" y="1950"/>
                  </a:lnTo>
                  <a:cubicBezTo>
                    <a:pt x="98517" y="8706"/>
                    <a:pt x="98460" y="15461"/>
                    <a:pt x="98437" y="22217"/>
                  </a:cubicBezTo>
                  <a:cubicBezTo>
                    <a:pt x="98430" y="24089"/>
                    <a:pt x="98471" y="28191"/>
                    <a:pt x="98472" y="28245"/>
                  </a:cubicBezTo>
                  <a:cubicBezTo>
                    <a:pt x="98484" y="28793"/>
                    <a:pt x="98536" y="29341"/>
                    <a:pt x="98577" y="29887"/>
                  </a:cubicBezTo>
                  <a:cubicBezTo>
                    <a:pt x="98620" y="30457"/>
                    <a:pt x="98659" y="31028"/>
                    <a:pt x="98697" y="31599"/>
                  </a:cubicBezTo>
                  <a:cubicBezTo>
                    <a:pt x="98770" y="32713"/>
                    <a:pt x="98834" y="33825"/>
                    <a:pt x="98887" y="34939"/>
                  </a:cubicBezTo>
                  <a:cubicBezTo>
                    <a:pt x="98757" y="34453"/>
                    <a:pt x="98588" y="33970"/>
                    <a:pt x="98379" y="33511"/>
                  </a:cubicBezTo>
                  <a:cubicBezTo>
                    <a:pt x="98323" y="33389"/>
                    <a:pt x="98265" y="33267"/>
                    <a:pt x="98204" y="33146"/>
                  </a:cubicBezTo>
                  <a:cubicBezTo>
                    <a:pt x="98144" y="33026"/>
                    <a:pt x="98072" y="32911"/>
                    <a:pt x="98005" y="32793"/>
                  </a:cubicBezTo>
                  <a:cubicBezTo>
                    <a:pt x="97906" y="32620"/>
                    <a:pt x="97798" y="32457"/>
                    <a:pt x="97685" y="32296"/>
                  </a:cubicBezTo>
                  <a:cubicBezTo>
                    <a:pt x="97697" y="32236"/>
                    <a:pt x="97692" y="32174"/>
                    <a:pt x="97664" y="32117"/>
                  </a:cubicBezTo>
                  <a:lnTo>
                    <a:pt x="97660" y="32110"/>
                  </a:lnTo>
                  <a:cubicBezTo>
                    <a:pt x="97660" y="32105"/>
                    <a:pt x="97659" y="32101"/>
                    <a:pt x="97659" y="32098"/>
                  </a:cubicBezTo>
                  <a:cubicBezTo>
                    <a:pt x="97686" y="32079"/>
                    <a:pt x="97709" y="32055"/>
                    <a:pt x="97725" y="32024"/>
                  </a:cubicBezTo>
                  <a:cubicBezTo>
                    <a:pt x="97764" y="31944"/>
                    <a:pt x="97731" y="31847"/>
                    <a:pt x="97664" y="31792"/>
                  </a:cubicBezTo>
                  <a:cubicBezTo>
                    <a:pt x="97638" y="31771"/>
                    <a:pt x="97606" y="31761"/>
                    <a:pt x="97575" y="31761"/>
                  </a:cubicBezTo>
                  <a:cubicBezTo>
                    <a:pt x="97532" y="31761"/>
                    <a:pt x="97489" y="31780"/>
                    <a:pt x="97460" y="31813"/>
                  </a:cubicBezTo>
                  <a:cubicBezTo>
                    <a:pt x="97395" y="31830"/>
                    <a:pt x="97346" y="31897"/>
                    <a:pt x="97356" y="31962"/>
                  </a:cubicBezTo>
                  <a:cubicBezTo>
                    <a:pt x="97357" y="31975"/>
                    <a:pt x="97361" y="31988"/>
                    <a:pt x="97364" y="31999"/>
                  </a:cubicBezTo>
                  <a:lnTo>
                    <a:pt x="97463" y="32336"/>
                  </a:lnTo>
                  <a:cubicBezTo>
                    <a:pt x="97476" y="32379"/>
                    <a:pt x="97526" y="32406"/>
                    <a:pt x="97567" y="32407"/>
                  </a:cubicBezTo>
                  <a:cubicBezTo>
                    <a:pt x="97584" y="32407"/>
                    <a:pt x="97603" y="32405"/>
                    <a:pt x="97617" y="32397"/>
                  </a:cubicBezTo>
                  <a:cubicBezTo>
                    <a:pt x="97707" y="32587"/>
                    <a:pt x="97793" y="32776"/>
                    <a:pt x="97880" y="32967"/>
                  </a:cubicBezTo>
                  <a:cubicBezTo>
                    <a:pt x="97935" y="33086"/>
                    <a:pt x="97981" y="33207"/>
                    <a:pt x="98034" y="33325"/>
                  </a:cubicBezTo>
                  <a:cubicBezTo>
                    <a:pt x="98089" y="33448"/>
                    <a:pt x="98143" y="33572"/>
                    <a:pt x="98193" y="33697"/>
                  </a:cubicBezTo>
                  <a:cubicBezTo>
                    <a:pt x="98292" y="33938"/>
                    <a:pt x="98394" y="34179"/>
                    <a:pt x="98483" y="34422"/>
                  </a:cubicBezTo>
                  <a:cubicBezTo>
                    <a:pt x="98574" y="34671"/>
                    <a:pt x="98655" y="34923"/>
                    <a:pt x="98734" y="35176"/>
                  </a:cubicBezTo>
                  <a:cubicBezTo>
                    <a:pt x="98795" y="35376"/>
                    <a:pt x="98847" y="35571"/>
                    <a:pt x="98928" y="35761"/>
                  </a:cubicBezTo>
                  <a:cubicBezTo>
                    <a:pt x="98959" y="36438"/>
                    <a:pt x="98986" y="37114"/>
                    <a:pt x="99010" y="37793"/>
                  </a:cubicBezTo>
                  <a:cubicBezTo>
                    <a:pt x="98885" y="37120"/>
                    <a:pt x="98681" y="36461"/>
                    <a:pt x="98400" y="35835"/>
                  </a:cubicBezTo>
                  <a:cubicBezTo>
                    <a:pt x="98012" y="34971"/>
                    <a:pt x="97485" y="34171"/>
                    <a:pt x="96834" y="33478"/>
                  </a:cubicBezTo>
                  <a:cubicBezTo>
                    <a:pt x="96809" y="33452"/>
                    <a:pt x="96776" y="33438"/>
                    <a:pt x="96744" y="33438"/>
                  </a:cubicBezTo>
                  <a:cubicBezTo>
                    <a:pt x="96698" y="33438"/>
                    <a:pt x="96654" y="33466"/>
                    <a:pt x="96644" y="33523"/>
                  </a:cubicBezTo>
                  <a:cubicBezTo>
                    <a:pt x="96545" y="34042"/>
                    <a:pt x="96530" y="34574"/>
                    <a:pt x="96585" y="35098"/>
                  </a:cubicBezTo>
                  <a:cubicBezTo>
                    <a:pt x="96682" y="36020"/>
                    <a:pt x="96994" y="36910"/>
                    <a:pt x="97433" y="37727"/>
                  </a:cubicBezTo>
                  <a:cubicBezTo>
                    <a:pt x="97861" y="38523"/>
                    <a:pt x="98404" y="39242"/>
                    <a:pt x="98989" y="39930"/>
                  </a:cubicBezTo>
                  <a:cubicBezTo>
                    <a:pt x="98989" y="39996"/>
                    <a:pt x="98989" y="40063"/>
                    <a:pt x="98986" y="40131"/>
                  </a:cubicBezTo>
                  <a:cubicBezTo>
                    <a:pt x="98985" y="40156"/>
                    <a:pt x="99005" y="40171"/>
                    <a:pt x="99024" y="40171"/>
                  </a:cubicBezTo>
                  <a:cubicBezTo>
                    <a:pt x="99039" y="40171"/>
                    <a:pt x="99053" y="40162"/>
                    <a:pt x="99055" y="40142"/>
                  </a:cubicBezTo>
                  <a:lnTo>
                    <a:pt x="99076" y="40006"/>
                  </a:lnTo>
                  <a:lnTo>
                    <a:pt x="99077" y="40006"/>
                  </a:lnTo>
                  <a:cubicBezTo>
                    <a:pt x="99099" y="40792"/>
                    <a:pt x="99118" y="41580"/>
                    <a:pt x="99130" y="42367"/>
                  </a:cubicBezTo>
                  <a:cubicBezTo>
                    <a:pt x="99136" y="42697"/>
                    <a:pt x="99140" y="43028"/>
                    <a:pt x="99146" y="43359"/>
                  </a:cubicBezTo>
                  <a:cubicBezTo>
                    <a:pt x="99135" y="43418"/>
                    <a:pt x="99124" y="43478"/>
                    <a:pt x="99113" y="43537"/>
                  </a:cubicBezTo>
                  <a:cubicBezTo>
                    <a:pt x="99088" y="43673"/>
                    <a:pt x="99064" y="43818"/>
                    <a:pt x="99055" y="43961"/>
                  </a:cubicBezTo>
                  <a:cubicBezTo>
                    <a:pt x="99021" y="43734"/>
                    <a:pt x="98983" y="43508"/>
                    <a:pt x="98939" y="43280"/>
                  </a:cubicBezTo>
                  <a:cubicBezTo>
                    <a:pt x="98644" y="41770"/>
                    <a:pt x="98137" y="40303"/>
                    <a:pt x="97425" y="38935"/>
                  </a:cubicBezTo>
                  <a:cubicBezTo>
                    <a:pt x="97401" y="38889"/>
                    <a:pt x="97358" y="38865"/>
                    <a:pt x="97316" y="38865"/>
                  </a:cubicBezTo>
                  <a:cubicBezTo>
                    <a:pt x="97276" y="38865"/>
                    <a:pt x="97237" y="38886"/>
                    <a:pt x="97214" y="38929"/>
                  </a:cubicBezTo>
                  <a:cubicBezTo>
                    <a:pt x="96891" y="39523"/>
                    <a:pt x="96664" y="40158"/>
                    <a:pt x="96548" y="40824"/>
                  </a:cubicBezTo>
                  <a:cubicBezTo>
                    <a:pt x="96348" y="41973"/>
                    <a:pt x="96479" y="43173"/>
                    <a:pt x="96934" y="44251"/>
                  </a:cubicBezTo>
                  <a:cubicBezTo>
                    <a:pt x="97361" y="45263"/>
                    <a:pt x="98054" y="46162"/>
                    <a:pt x="98938" y="46827"/>
                  </a:cubicBezTo>
                  <a:cubicBezTo>
                    <a:pt x="98960" y="46846"/>
                    <a:pt x="98989" y="46853"/>
                    <a:pt x="99016" y="46853"/>
                  </a:cubicBezTo>
                  <a:cubicBezTo>
                    <a:pt x="99018" y="46853"/>
                    <a:pt x="99020" y="46853"/>
                    <a:pt x="99023" y="46853"/>
                  </a:cubicBezTo>
                  <a:lnTo>
                    <a:pt x="99023" y="46853"/>
                  </a:lnTo>
                  <a:cubicBezTo>
                    <a:pt x="99014" y="47281"/>
                    <a:pt x="98986" y="47709"/>
                    <a:pt x="98942" y="48134"/>
                  </a:cubicBezTo>
                  <a:cubicBezTo>
                    <a:pt x="98904" y="48508"/>
                    <a:pt x="98855" y="48881"/>
                    <a:pt x="98794" y="49251"/>
                  </a:cubicBezTo>
                  <a:cubicBezTo>
                    <a:pt x="98756" y="49432"/>
                    <a:pt x="98721" y="49620"/>
                    <a:pt x="98682" y="49808"/>
                  </a:cubicBezTo>
                  <a:cubicBezTo>
                    <a:pt x="98660" y="49914"/>
                    <a:pt x="98644" y="50021"/>
                    <a:pt x="98627" y="50127"/>
                  </a:cubicBezTo>
                  <a:cubicBezTo>
                    <a:pt x="98585" y="50212"/>
                    <a:pt x="98545" y="50297"/>
                    <a:pt x="98504" y="50382"/>
                  </a:cubicBezTo>
                  <a:cubicBezTo>
                    <a:pt x="98410" y="49818"/>
                    <a:pt x="98272" y="49260"/>
                    <a:pt x="98089" y="48718"/>
                  </a:cubicBezTo>
                  <a:cubicBezTo>
                    <a:pt x="97961" y="48337"/>
                    <a:pt x="97812" y="47963"/>
                    <a:pt x="97643" y="47598"/>
                  </a:cubicBezTo>
                  <a:cubicBezTo>
                    <a:pt x="97555" y="47408"/>
                    <a:pt x="97457" y="47227"/>
                    <a:pt x="97353" y="47046"/>
                  </a:cubicBezTo>
                  <a:cubicBezTo>
                    <a:pt x="97275" y="46909"/>
                    <a:pt x="97177" y="46781"/>
                    <a:pt x="97070" y="46662"/>
                  </a:cubicBezTo>
                  <a:cubicBezTo>
                    <a:pt x="97073" y="46659"/>
                    <a:pt x="97078" y="46657"/>
                    <a:pt x="97080" y="46655"/>
                  </a:cubicBezTo>
                  <a:cubicBezTo>
                    <a:pt x="97111" y="46632"/>
                    <a:pt x="97139" y="46596"/>
                    <a:pt x="97142" y="46557"/>
                  </a:cubicBezTo>
                  <a:lnTo>
                    <a:pt x="97142" y="46557"/>
                  </a:lnTo>
                  <a:cubicBezTo>
                    <a:pt x="97142" y="46557"/>
                    <a:pt x="97142" y="46557"/>
                    <a:pt x="97142" y="46557"/>
                  </a:cubicBezTo>
                  <a:lnTo>
                    <a:pt x="97142" y="46557"/>
                  </a:lnTo>
                  <a:cubicBezTo>
                    <a:pt x="97146" y="46544"/>
                    <a:pt x="97147" y="46531"/>
                    <a:pt x="97145" y="46518"/>
                  </a:cubicBezTo>
                  <a:lnTo>
                    <a:pt x="97145" y="46511"/>
                  </a:lnTo>
                  <a:cubicBezTo>
                    <a:pt x="97145" y="46505"/>
                    <a:pt x="97144" y="46501"/>
                    <a:pt x="97143" y="46497"/>
                  </a:cubicBezTo>
                  <a:lnTo>
                    <a:pt x="97143" y="46497"/>
                  </a:lnTo>
                  <a:cubicBezTo>
                    <a:pt x="97143" y="46497"/>
                    <a:pt x="97143" y="46497"/>
                    <a:pt x="97144" y="46497"/>
                  </a:cubicBezTo>
                  <a:cubicBezTo>
                    <a:pt x="97144" y="46495"/>
                    <a:pt x="97142" y="46492"/>
                    <a:pt x="97142" y="46491"/>
                  </a:cubicBezTo>
                  <a:cubicBezTo>
                    <a:pt x="97140" y="46487"/>
                    <a:pt x="97140" y="46481"/>
                    <a:pt x="97139" y="46478"/>
                  </a:cubicBezTo>
                  <a:lnTo>
                    <a:pt x="97139" y="46475"/>
                  </a:lnTo>
                  <a:cubicBezTo>
                    <a:pt x="97142" y="46457"/>
                    <a:pt x="97142" y="46440"/>
                    <a:pt x="97142" y="46421"/>
                  </a:cubicBezTo>
                  <a:cubicBezTo>
                    <a:pt x="97142" y="46415"/>
                    <a:pt x="97142" y="46409"/>
                    <a:pt x="97140" y="46402"/>
                  </a:cubicBezTo>
                  <a:cubicBezTo>
                    <a:pt x="97129" y="46341"/>
                    <a:pt x="97096" y="46281"/>
                    <a:pt x="97045" y="46243"/>
                  </a:cubicBezTo>
                  <a:cubicBezTo>
                    <a:pt x="96997" y="46209"/>
                    <a:pt x="96945" y="46192"/>
                    <a:pt x="96888" y="46192"/>
                  </a:cubicBezTo>
                  <a:cubicBezTo>
                    <a:pt x="96880" y="46192"/>
                    <a:pt x="96873" y="46192"/>
                    <a:pt x="96865" y="46193"/>
                  </a:cubicBezTo>
                  <a:cubicBezTo>
                    <a:pt x="96835" y="46195"/>
                    <a:pt x="96805" y="46204"/>
                    <a:pt x="96778" y="46216"/>
                  </a:cubicBezTo>
                  <a:lnTo>
                    <a:pt x="96775" y="46216"/>
                  </a:lnTo>
                  <a:cubicBezTo>
                    <a:pt x="96755" y="46218"/>
                    <a:pt x="96737" y="46223"/>
                    <a:pt x="96722" y="46237"/>
                  </a:cubicBezTo>
                  <a:cubicBezTo>
                    <a:pt x="96711" y="46244"/>
                    <a:pt x="96700" y="46255"/>
                    <a:pt x="96692" y="46266"/>
                  </a:cubicBezTo>
                  <a:cubicBezTo>
                    <a:pt x="96689" y="46271"/>
                    <a:pt x="96687" y="46273"/>
                    <a:pt x="96683" y="46277"/>
                  </a:cubicBezTo>
                  <a:cubicBezTo>
                    <a:pt x="96655" y="46305"/>
                    <a:pt x="96632" y="46335"/>
                    <a:pt x="96611" y="46371"/>
                  </a:cubicBezTo>
                  <a:cubicBezTo>
                    <a:pt x="96584" y="46418"/>
                    <a:pt x="96574" y="46471"/>
                    <a:pt x="96576" y="46523"/>
                  </a:cubicBezTo>
                  <a:cubicBezTo>
                    <a:pt x="96576" y="46550"/>
                    <a:pt x="96582" y="46575"/>
                    <a:pt x="96592" y="46600"/>
                  </a:cubicBezTo>
                  <a:cubicBezTo>
                    <a:pt x="96599" y="46618"/>
                    <a:pt x="96610" y="46634"/>
                    <a:pt x="96620" y="46651"/>
                  </a:cubicBezTo>
                  <a:cubicBezTo>
                    <a:pt x="96623" y="46657"/>
                    <a:pt x="96627" y="46663"/>
                    <a:pt x="96633" y="46668"/>
                  </a:cubicBezTo>
                  <a:cubicBezTo>
                    <a:pt x="96659" y="46698"/>
                    <a:pt x="96689" y="46722"/>
                    <a:pt x="96731" y="46727"/>
                  </a:cubicBezTo>
                  <a:cubicBezTo>
                    <a:pt x="96733" y="46728"/>
                    <a:pt x="96735" y="46728"/>
                    <a:pt x="96738" y="46728"/>
                  </a:cubicBezTo>
                  <a:cubicBezTo>
                    <a:pt x="96743" y="46728"/>
                    <a:pt x="96748" y="46727"/>
                    <a:pt x="96753" y="46727"/>
                  </a:cubicBezTo>
                  <a:cubicBezTo>
                    <a:pt x="96768" y="46734"/>
                    <a:pt x="96782" y="46738"/>
                    <a:pt x="96801" y="46743"/>
                  </a:cubicBezTo>
                  <a:cubicBezTo>
                    <a:pt x="96810" y="46745"/>
                    <a:pt x="96819" y="46746"/>
                    <a:pt x="96828" y="46746"/>
                  </a:cubicBezTo>
                  <a:cubicBezTo>
                    <a:pt x="96837" y="46746"/>
                    <a:pt x="96847" y="46745"/>
                    <a:pt x="96856" y="46745"/>
                  </a:cubicBezTo>
                  <a:cubicBezTo>
                    <a:pt x="96864" y="46745"/>
                    <a:pt x="96870" y="46744"/>
                    <a:pt x="96879" y="46743"/>
                  </a:cubicBezTo>
                  <a:cubicBezTo>
                    <a:pt x="96909" y="46737"/>
                    <a:pt x="96931" y="46729"/>
                    <a:pt x="96956" y="46718"/>
                  </a:cubicBezTo>
                  <a:cubicBezTo>
                    <a:pt x="97018" y="46893"/>
                    <a:pt x="97088" y="47067"/>
                    <a:pt x="97170" y="47237"/>
                  </a:cubicBezTo>
                  <a:cubicBezTo>
                    <a:pt x="97268" y="47437"/>
                    <a:pt x="97361" y="47639"/>
                    <a:pt x="97451" y="47841"/>
                  </a:cubicBezTo>
                  <a:cubicBezTo>
                    <a:pt x="97775" y="48563"/>
                    <a:pt x="98025" y="49320"/>
                    <a:pt x="98196" y="50093"/>
                  </a:cubicBezTo>
                  <a:cubicBezTo>
                    <a:pt x="98281" y="50487"/>
                    <a:pt x="98346" y="50883"/>
                    <a:pt x="98390" y="51281"/>
                  </a:cubicBezTo>
                  <a:cubicBezTo>
                    <a:pt x="98405" y="51421"/>
                    <a:pt x="98419" y="51563"/>
                    <a:pt x="98433" y="51703"/>
                  </a:cubicBezTo>
                  <a:cubicBezTo>
                    <a:pt x="98422" y="51768"/>
                    <a:pt x="98411" y="51833"/>
                    <a:pt x="98401" y="51898"/>
                  </a:cubicBezTo>
                  <a:cubicBezTo>
                    <a:pt x="98345" y="52256"/>
                    <a:pt x="98297" y="52614"/>
                    <a:pt x="98253" y="52974"/>
                  </a:cubicBezTo>
                  <a:lnTo>
                    <a:pt x="98220" y="53257"/>
                  </a:lnTo>
                  <a:cubicBezTo>
                    <a:pt x="96969" y="53216"/>
                    <a:pt x="95716" y="53229"/>
                    <a:pt x="94465" y="53221"/>
                  </a:cubicBezTo>
                  <a:cubicBezTo>
                    <a:pt x="92831" y="53210"/>
                    <a:pt x="91196" y="53200"/>
                    <a:pt x="89561" y="53190"/>
                  </a:cubicBezTo>
                  <a:cubicBezTo>
                    <a:pt x="86366" y="53172"/>
                    <a:pt x="83173" y="53155"/>
                    <a:pt x="79978" y="53141"/>
                  </a:cubicBezTo>
                  <a:cubicBezTo>
                    <a:pt x="73616" y="53113"/>
                    <a:pt x="67257" y="53097"/>
                    <a:pt x="60896" y="53091"/>
                  </a:cubicBezTo>
                  <a:cubicBezTo>
                    <a:pt x="59339" y="53090"/>
                    <a:pt x="57782" y="53089"/>
                    <a:pt x="56226" y="53089"/>
                  </a:cubicBezTo>
                  <a:cubicBezTo>
                    <a:pt x="45016" y="53089"/>
                    <a:pt x="33807" y="53124"/>
                    <a:pt x="22598" y="53194"/>
                  </a:cubicBezTo>
                  <a:cubicBezTo>
                    <a:pt x="15635" y="53235"/>
                    <a:pt x="8670" y="53293"/>
                    <a:pt x="1707" y="53373"/>
                  </a:cubicBezTo>
                  <a:cubicBezTo>
                    <a:pt x="1695" y="52855"/>
                    <a:pt x="1682" y="52338"/>
                    <a:pt x="1672" y="51819"/>
                  </a:cubicBezTo>
                  <a:cubicBezTo>
                    <a:pt x="1646" y="50651"/>
                    <a:pt x="1623" y="49483"/>
                    <a:pt x="1601" y="48314"/>
                  </a:cubicBezTo>
                  <a:cubicBezTo>
                    <a:pt x="1558" y="46007"/>
                    <a:pt x="1529" y="43698"/>
                    <a:pt x="1509" y="41389"/>
                  </a:cubicBezTo>
                  <a:cubicBezTo>
                    <a:pt x="1486" y="38516"/>
                    <a:pt x="1477" y="35645"/>
                    <a:pt x="1491" y="32771"/>
                  </a:cubicBezTo>
                  <a:cubicBezTo>
                    <a:pt x="1527" y="30670"/>
                    <a:pt x="1559" y="28568"/>
                    <a:pt x="1591" y="26466"/>
                  </a:cubicBezTo>
                  <a:cubicBezTo>
                    <a:pt x="1645" y="22842"/>
                    <a:pt x="1689" y="19218"/>
                    <a:pt x="1726" y="15595"/>
                  </a:cubicBezTo>
                  <a:cubicBezTo>
                    <a:pt x="1760" y="15869"/>
                    <a:pt x="1800" y="16142"/>
                    <a:pt x="1844" y="16413"/>
                  </a:cubicBezTo>
                  <a:cubicBezTo>
                    <a:pt x="1894" y="16730"/>
                    <a:pt x="1949" y="17044"/>
                    <a:pt x="2015" y="17357"/>
                  </a:cubicBezTo>
                  <a:cubicBezTo>
                    <a:pt x="2048" y="17512"/>
                    <a:pt x="2089" y="17664"/>
                    <a:pt x="2134" y="17816"/>
                  </a:cubicBezTo>
                  <a:cubicBezTo>
                    <a:pt x="2156" y="17889"/>
                    <a:pt x="2174" y="17967"/>
                    <a:pt x="2204" y="18041"/>
                  </a:cubicBezTo>
                  <a:cubicBezTo>
                    <a:pt x="2234" y="18116"/>
                    <a:pt x="2273" y="18189"/>
                    <a:pt x="2308" y="18263"/>
                  </a:cubicBezTo>
                  <a:cubicBezTo>
                    <a:pt x="2316" y="18280"/>
                    <a:pt x="2330" y="18288"/>
                    <a:pt x="2343" y="18288"/>
                  </a:cubicBezTo>
                  <a:cubicBezTo>
                    <a:pt x="2367" y="18288"/>
                    <a:pt x="2391" y="18267"/>
                    <a:pt x="2389" y="18239"/>
                  </a:cubicBezTo>
                  <a:cubicBezTo>
                    <a:pt x="2381" y="18097"/>
                    <a:pt x="2375" y="17960"/>
                    <a:pt x="2352" y="17819"/>
                  </a:cubicBezTo>
                  <a:cubicBezTo>
                    <a:pt x="2330" y="17681"/>
                    <a:pt x="2308" y="17543"/>
                    <a:pt x="2279" y="17406"/>
                  </a:cubicBezTo>
                  <a:cubicBezTo>
                    <a:pt x="2223" y="17132"/>
                    <a:pt x="2166" y="16857"/>
                    <a:pt x="2116" y="16582"/>
                  </a:cubicBezTo>
                  <a:cubicBezTo>
                    <a:pt x="2015" y="16032"/>
                    <a:pt x="1935" y="15478"/>
                    <a:pt x="1872" y="14920"/>
                  </a:cubicBezTo>
                  <a:cubicBezTo>
                    <a:pt x="1812" y="14378"/>
                    <a:pt x="1773" y="13836"/>
                    <a:pt x="1748" y="13292"/>
                  </a:cubicBezTo>
                  <a:cubicBezTo>
                    <a:pt x="1757" y="12251"/>
                    <a:pt x="1767" y="11210"/>
                    <a:pt x="1776" y="10169"/>
                  </a:cubicBezTo>
                  <a:lnTo>
                    <a:pt x="1788" y="9951"/>
                  </a:lnTo>
                  <a:cubicBezTo>
                    <a:pt x="1812" y="9714"/>
                    <a:pt x="1826" y="9478"/>
                    <a:pt x="1829" y="9242"/>
                  </a:cubicBezTo>
                  <a:cubicBezTo>
                    <a:pt x="2009" y="10064"/>
                    <a:pt x="2278" y="10864"/>
                    <a:pt x="2550" y="11657"/>
                  </a:cubicBezTo>
                  <a:cubicBezTo>
                    <a:pt x="2630" y="11894"/>
                    <a:pt x="2713" y="12133"/>
                    <a:pt x="2794" y="12370"/>
                  </a:cubicBezTo>
                  <a:cubicBezTo>
                    <a:pt x="2833" y="12486"/>
                    <a:pt x="2874" y="12600"/>
                    <a:pt x="2919" y="12716"/>
                  </a:cubicBezTo>
                  <a:cubicBezTo>
                    <a:pt x="2927" y="12737"/>
                    <a:pt x="2936" y="12756"/>
                    <a:pt x="2942" y="12777"/>
                  </a:cubicBezTo>
                  <a:cubicBezTo>
                    <a:pt x="2921" y="12788"/>
                    <a:pt x="2903" y="12799"/>
                    <a:pt x="2886" y="12816"/>
                  </a:cubicBezTo>
                  <a:cubicBezTo>
                    <a:pt x="2875" y="12827"/>
                    <a:pt x="2858" y="12844"/>
                    <a:pt x="2852" y="12852"/>
                  </a:cubicBezTo>
                  <a:cubicBezTo>
                    <a:pt x="2848" y="12859"/>
                    <a:pt x="2833" y="12882"/>
                    <a:pt x="2827" y="12896"/>
                  </a:cubicBezTo>
                  <a:cubicBezTo>
                    <a:pt x="2825" y="12902"/>
                    <a:pt x="2821" y="12908"/>
                    <a:pt x="2820" y="12915"/>
                  </a:cubicBezTo>
                  <a:cubicBezTo>
                    <a:pt x="2814" y="12940"/>
                    <a:pt x="2805" y="12965"/>
                    <a:pt x="2805" y="12993"/>
                  </a:cubicBezTo>
                  <a:cubicBezTo>
                    <a:pt x="2805" y="13007"/>
                    <a:pt x="2806" y="13019"/>
                    <a:pt x="2806" y="13033"/>
                  </a:cubicBezTo>
                  <a:cubicBezTo>
                    <a:pt x="2809" y="13052"/>
                    <a:pt x="2816" y="13069"/>
                    <a:pt x="2827" y="13085"/>
                  </a:cubicBezTo>
                  <a:cubicBezTo>
                    <a:pt x="2843" y="13111"/>
                    <a:pt x="2866" y="13134"/>
                    <a:pt x="2897" y="13145"/>
                  </a:cubicBezTo>
                  <a:cubicBezTo>
                    <a:pt x="2907" y="13150"/>
                    <a:pt x="2918" y="13151"/>
                    <a:pt x="2929" y="13152"/>
                  </a:cubicBezTo>
                  <a:cubicBezTo>
                    <a:pt x="2942" y="13167"/>
                    <a:pt x="2957" y="13183"/>
                    <a:pt x="2975" y="13194"/>
                  </a:cubicBezTo>
                  <a:cubicBezTo>
                    <a:pt x="2997" y="13206"/>
                    <a:pt x="3013" y="13214"/>
                    <a:pt x="3031" y="13221"/>
                  </a:cubicBezTo>
                  <a:cubicBezTo>
                    <a:pt x="3040" y="13231"/>
                    <a:pt x="3048" y="13240"/>
                    <a:pt x="3057" y="13248"/>
                  </a:cubicBezTo>
                  <a:cubicBezTo>
                    <a:pt x="3090" y="13277"/>
                    <a:pt x="3130" y="13286"/>
                    <a:pt x="3171" y="13286"/>
                  </a:cubicBezTo>
                  <a:cubicBezTo>
                    <a:pt x="3177" y="13286"/>
                    <a:pt x="3184" y="13286"/>
                    <a:pt x="3190" y="13286"/>
                  </a:cubicBezTo>
                  <a:lnTo>
                    <a:pt x="3220" y="13277"/>
                  </a:lnTo>
                  <a:cubicBezTo>
                    <a:pt x="3233" y="13271"/>
                    <a:pt x="3245" y="13262"/>
                    <a:pt x="3255" y="13251"/>
                  </a:cubicBezTo>
                  <a:cubicBezTo>
                    <a:pt x="3273" y="13232"/>
                    <a:pt x="3284" y="13210"/>
                    <a:pt x="3287" y="13184"/>
                  </a:cubicBezTo>
                  <a:cubicBezTo>
                    <a:pt x="3289" y="13167"/>
                    <a:pt x="3289" y="13151"/>
                    <a:pt x="3288" y="13134"/>
                  </a:cubicBezTo>
                  <a:cubicBezTo>
                    <a:pt x="3306" y="13106"/>
                    <a:pt x="3317" y="13073"/>
                    <a:pt x="3322" y="13040"/>
                  </a:cubicBezTo>
                  <a:cubicBezTo>
                    <a:pt x="3330" y="12996"/>
                    <a:pt x="3320" y="12942"/>
                    <a:pt x="3300" y="12902"/>
                  </a:cubicBezTo>
                  <a:cubicBezTo>
                    <a:pt x="3281" y="12863"/>
                    <a:pt x="3251" y="12822"/>
                    <a:pt x="3212" y="12797"/>
                  </a:cubicBezTo>
                  <a:cubicBezTo>
                    <a:pt x="3205" y="12792"/>
                    <a:pt x="3198" y="12787"/>
                    <a:pt x="3189" y="12782"/>
                  </a:cubicBezTo>
                  <a:cubicBezTo>
                    <a:pt x="3184" y="12753"/>
                    <a:pt x="3177" y="12723"/>
                    <a:pt x="3168" y="12695"/>
                  </a:cubicBezTo>
                  <a:cubicBezTo>
                    <a:pt x="3140" y="12586"/>
                    <a:pt x="3110" y="12479"/>
                    <a:pt x="3074" y="12371"/>
                  </a:cubicBezTo>
                  <a:cubicBezTo>
                    <a:pt x="3004" y="12167"/>
                    <a:pt x="2932" y="11962"/>
                    <a:pt x="2861" y="11757"/>
                  </a:cubicBezTo>
                  <a:cubicBezTo>
                    <a:pt x="2716" y="11344"/>
                    <a:pt x="2572" y="10930"/>
                    <a:pt x="2437" y="10514"/>
                  </a:cubicBezTo>
                  <a:cubicBezTo>
                    <a:pt x="2173" y="9695"/>
                    <a:pt x="1965" y="8862"/>
                    <a:pt x="1882" y="8005"/>
                  </a:cubicBezTo>
                  <a:cubicBezTo>
                    <a:pt x="1871" y="7896"/>
                    <a:pt x="1865" y="7787"/>
                    <a:pt x="1859" y="7677"/>
                  </a:cubicBezTo>
                  <a:lnTo>
                    <a:pt x="1859" y="7677"/>
                  </a:lnTo>
                  <a:cubicBezTo>
                    <a:pt x="1930" y="7929"/>
                    <a:pt x="2006" y="8177"/>
                    <a:pt x="2095" y="8423"/>
                  </a:cubicBezTo>
                  <a:cubicBezTo>
                    <a:pt x="2317" y="9039"/>
                    <a:pt x="2583" y="9635"/>
                    <a:pt x="2901" y="10208"/>
                  </a:cubicBezTo>
                  <a:cubicBezTo>
                    <a:pt x="2989" y="10365"/>
                    <a:pt x="3080" y="10525"/>
                    <a:pt x="3185" y="10672"/>
                  </a:cubicBezTo>
                  <a:cubicBezTo>
                    <a:pt x="3212" y="10712"/>
                    <a:pt x="3248" y="10745"/>
                    <a:pt x="3277" y="10784"/>
                  </a:cubicBezTo>
                  <a:cubicBezTo>
                    <a:pt x="3291" y="10804"/>
                    <a:pt x="3306" y="10824"/>
                    <a:pt x="3320" y="10843"/>
                  </a:cubicBezTo>
                  <a:cubicBezTo>
                    <a:pt x="3306" y="10864"/>
                    <a:pt x="3295" y="10887"/>
                    <a:pt x="3287" y="10912"/>
                  </a:cubicBezTo>
                  <a:cubicBezTo>
                    <a:pt x="3269" y="10969"/>
                    <a:pt x="3270" y="11032"/>
                    <a:pt x="3283" y="11089"/>
                  </a:cubicBezTo>
                  <a:cubicBezTo>
                    <a:pt x="3306" y="11197"/>
                    <a:pt x="3366" y="11299"/>
                    <a:pt x="3458" y="11364"/>
                  </a:cubicBezTo>
                  <a:cubicBezTo>
                    <a:pt x="3483" y="11381"/>
                    <a:pt x="3515" y="11390"/>
                    <a:pt x="3546" y="11390"/>
                  </a:cubicBezTo>
                  <a:cubicBezTo>
                    <a:pt x="3591" y="11390"/>
                    <a:pt x="3635" y="11372"/>
                    <a:pt x="3660" y="11333"/>
                  </a:cubicBezTo>
                  <a:cubicBezTo>
                    <a:pt x="3672" y="11314"/>
                    <a:pt x="3683" y="11295"/>
                    <a:pt x="3694" y="11275"/>
                  </a:cubicBezTo>
                  <a:lnTo>
                    <a:pt x="3694" y="11275"/>
                  </a:lnTo>
                  <a:cubicBezTo>
                    <a:pt x="3694" y="11277"/>
                    <a:pt x="3693" y="11278"/>
                    <a:pt x="3692" y="11279"/>
                  </a:cubicBezTo>
                  <a:cubicBezTo>
                    <a:pt x="3712" y="11252"/>
                    <a:pt x="3727" y="11232"/>
                    <a:pt x="3744" y="11201"/>
                  </a:cubicBezTo>
                  <a:cubicBezTo>
                    <a:pt x="3749" y="11192"/>
                    <a:pt x="3753" y="11183"/>
                    <a:pt x="3755" y="11173"/>
                  </a:cubicBezTo>
                  <a:cubicBezTo>
                    <a:pt x="3765" y="11156"/>
                    <a:pt x="3772" y="11139"/>
                    <a:pt x="3777" y="11118"/>
                  </a:cubicBezTo>
                  <a:cubicBezTo>
                    <a:pt x="3783" y="11101"/>
                    <a:pt x="3785" y="11084"/>
                    <a:pt x="3782" y="11065"/>
                  </a:cubicBezTo>
                  <a:cubicBezTo>
                    <a:pt x="3783" y="11040"/>
                    <a:pt x="3778" y="11014"/>
                    <a:pt x="3767" y="10991"/>
                  </a:cubicBezTo>
                  <a:cubicBezTo>
                    <a:pt x="3759" y="10963"/>
                    <a:pt x="3742" y="10937"/>
                    <a:pt x="3722" y="10916"/>
                  </a:cubicBezTo>
                  <a:cubicBezTo>
                    <a:pt x="3709" y="10901"/>
                    <a:pt x="3690" y="10883"/>
                    <a:pt x="3672" y="10871"/>
                  </a:cubicBezTo>
                  <a:cubicBezTo>
                    <a:pt x="3641" y="10849"/>
                    <a:pt x="3600" y="10829"/>
                    <a:pt x="3561" y="10828"/>
                  </a:cubicBezTo>
                  <a:lnTo>
                    <a:pt x="3529" y="10828"/>
                  </a:lnTo>
                  <a:cubicBezTo>
                    <a:pt x="3520" y="10805"/>
                    <a:pt x="3505" y="10784"/>
                    <a:pt x="3483" y="10772"/>
                  </a:cubicBezTo>
                  <a:cubicBezTo>
                    <a:pt x="3474" y="10767"/>
                    <a:pt x="3464" y="10763"/>
                    <a:pt x="3453" y="10762"/>
                  </a:cubicBezTo>
                  <a:cubicBezTo>
                    <a:pt x="3366" y="10574"/>
                    <a:pt x="3278" y="10388"/>
                    <a:pt x="3183" y="10205"/>
                  </a:cubicBezTo>
                  <a:cubicBezTo>
                    <a:pt x="3033" y="9920"/>
                    <a:pt x="2896" y="9627"/>
                    <a:pt x="2760" y="9335"/>
                  </a:cubicBezTo>
                  <a:cubicBezTo>
                    <a:pt x="2492" y="8754"/>
                    <a:pt x="2262" y="8153"/>
                    <a:pt x="2070" y="7543"/>
                  </a:cubicBezTo>
                  <a:cubicBezTo>
                    <a:pt x="2017" y="7373"/>
                    <a:pt x="1969" y="7200"/>
                    <a:pt x="1915" y="7029"/>
                  </a:cubicBezTo>
                  <a:cubicBezTo>
                    <a:pt x="1902" y="6984"/>
                    <a:pt x="1888" y="6938"/>
                    <a:pt x="1875" y="6892"/>
                  </a:cubicBezTo>
                  <a:cubicBezTo>
                    <a:pt x="1882" y="6797"/>
                    <a:pt x="1888" y="6694"/>
                    <a:pt x="1829" y="6615"/>
                  </a:cubicBezTo>
                  <a:cubicBezTo>
                    <a:pt x="1823" y="6607"/>
                    <a:pt x="1814" y="6603"/>
                    <a:pt x="1804" y="6601"/>
                  </a:cubicBezTo>
                  <a:lnTo>
                    <a:pt x="1809" y="6071"/>
                  </a:lnTo>
                  <a:cubicBezTo>
                    <a:pt x="1818" y="6104"/>
                    <a:pt x="1827" y="6138"/>
                    <a:pt x="1838" y="6171"/>
                  </a:cubicBezTo>
                  <a:cubicBezTo>
                    <a:pt x="1976" y="6589"/>
                    <a:pt x="2180" y="6980"/>
                    <a:pt x="2405" y="7358"/>
                  </a:cubicBezTo>
                  <a:cubicBezTo>
                    <a:pt x="2634" y="7742"/>
                    <a:pt x="2876" y="8119"/>
                    <a:pt x="3132" y="8485"/>
                  </a:cubicBezTo>
                  <a:cubicBezTo>
                    <a:pt x="3420" y="8899"/>
                    <a:pt x="3725" y="9299"/>
                    <a:pt x="4045" y="9687"/>
                  </a:cubicBezTo>
                  <a:cubicBezTo>
                    <a:pt x="4075" y="9724"/>
                    <a:pt x="4119" y="9742"/>
                    <a:pt x="4163" y="9742"/>
                  </a:cubicBezTo>
                  <a:cubicBezTo>
                    <a:pt x="4238" y="9742"/>
                    <a:pt x="4312" y="9692"/>
                    <a:pt x="4318" y="9607"/>
                  </a:cubicBezTo>
                  <a:cubicBezTo>
                    <a:pt x="4428" y="8147"/>
                    <a:pt x="4167" y="6667"/>
                    <a:pt x="3564" y="5333"/>
                  </a:cubicBezTo>
                  <a:cubicBezTo>
                    <a:pt x="3414" y="5002"/>
                    <a:pt x="3244" y="4683"/>
                    <a:pt x="3055" y="4374"/>
                  </a:cubicBezTo>
                  <a:cubicBezTo>
                    <a:pt x="2872" y="4075"/>
                    <a:pt x="2676" y="3783"/>
                    <a:pt x="2427" y="3536"/>
                  </a:cubicBezTo>
                  <a:cubicBezTo>
                    <a:pt x="2304" y="3414"/>
                    <a:pt x="2172" y="3300"/>
                    <a:pt x="2026" y="3207"/>
                  </a:cubicBezTo>
                  <a:cubicBezTo>
                    <a:pt x="1965" y="3167"/>
                    <a:pt x="1902" y="3125"/>
                    <a:pt x="1833" y="3123"/>
                  </a:cubicBezTo>
                  <a:cubicBezTo>
                    <a:pt x="1834" y="2866"/>
                    <a:pt x="1836" y="2609"/>
                    <a:pt x="1836" y="2351"/>
                  </a:cubicBezTo>
                  <a:cubicBezTo>
                    <a:pt x="1842" y="2353"/>
                    <a:pt x="1845" y="2354"/>
                    <a:pt x="1851" y="2357"/>
                  </a:cubicBezTo>
                  <a:cubicBezTo>
                    <a:pt x="2430" y="3092"/>
                    <a:pt x="3214" y="3672"/>
                    <a:pt x="4060" y="4063"/>
                  </a:cubicBezTo>
                  <a:cubicBezTo>
                    <a:pt x="4555" y="4293"/>
                    <a:pt x="5079" y="4452"/>
                    <a:pt x="5616" y="4551"/>
                  </a:cubicBezTo>
                  <a:cubicBezTo>
                    <a:pt x="6129" y="4646"/>
                    <a:pt x="6651" y="4679"/>
                    <a:pt x="7173" y="4679"/>
                  </a:cubicBezTo>
                  <a:cubicBezTo>
                    <a:pt x="7246" y="4679"/>
                    <a:pt x="7320" y="4678"/>
                    <a:pt x="7393" y="4677"/>
                  </a:cubicBezTo>
                  <a:cubicBezTo>
                    <a:pt x="7970" y="4668"/>
                    <a:pt x="8544" y="4627"/>
                    <a:pt x="9118" y="4572"/>
                  </a:cubicBezTo>
                  <a:cubicBezTo>
                    <a:pt x="9137" y="4584"/>
                    <a:pt x="9157" y="4596"/>
                    <a:pt x="9178" y="4607"/>
                  </a:cubicBezTo>
                  <a:cubicBezTo>
                    <a:pt x="9209" y="4624"/>
                    <a:pt x="9243" y="4631"/>
                    <a:pt x="9277" y="4631"/>
                  </a:cubicBezTo>
                  <a:cubicBezTo>
                    <a:pt x="9369" y="4631"/>
                    <a:pt x="9459" y="4575"/>
                    <a:pt x="9485" y="4481"/>
                  </a:cubicBezTo>
                  <a:cubicBezTo>
                    <a:pt x="9506" y="4407"/>
                    <a:pt x="9459" y="4343"/>
                    <a:pt x="9384" y="4343"/>
                  </a:cubicBezTo>
                  <a:cubicBezTo>
                    <a:pt x="9380" y="4343"/>
                    <a:pt x="9377" y="4343"/>
                    <a:pt x="9373" y="4343"/>
                  </a:cubicBezTo>
                  <a:lnTo>
                    <a:pt x="9217" y="4355"/>
                  </a:lnTo>
                  <a:cubicBezTo>
                    <a:pt x="9174" y="4326"/>
                    <a:pt x="9131" y="4294"/>
                    <a:pt x="9090" y="4264"/>
                  </a:cubicBezTo>
                  <a:cubicBezTo>
                    <a:pt x="8986" y="4190"/>
                    <a:pt x="8884" y="4117"/>
                    <a:pt x="8782" y="4045"/>
                  </a:cubicBezTo>
                  <a:cubicBezTo>
                    <a:pt x="8565" y="3891"/>
                    <a:pt x="8348" y="3739"/>
                    <a:pt x="8127" y="3591"/>
                  </a:cubicBezTo>
                  <a:cubicBezTo>
                    <a:pt x="7687" y="3298"/>
                    <a:pt x="7228" y="3029"/>
                    <a:pt x="6758" y="2787"/>
                  </a:cubicBezTo>
                  <a:cubicBezTo>
                    <a:pt x="5839" y="2315"/>
                    <a:pt x="4836" y="1972"/>
                    <a:pt x="3798" y="1927"/>
                  </a:cubicBezTo>
                  <a:cubicBezTo>
                    <a:pt x="3711" y="1924"/>
                    <a:pt x="3624" y="1922"/>
                    <a:pt x="3538" y="1922"/>
                  </a:cubicBezTo>
                  <a:cubicBezTo>
                    <a:pt x="2982" y="1922"/>
                    <a:pt x="2427" y="1993"/>
                    <a:pt x="1877" y="2069"/>
                  </a:cubicBezTo>
                  <a:cubicBezTo>
                    <a:pt x="1869" y="2059"/>
                    <a:pt x="1860" y="2051"/>
                    <a:pt x="1853" y="2042"/>
                  </a:cubicBezTo>
                  <a:cubicBezTo>
                    <a:pt x="1847" y="2035"/>
                    <a:pt x="1842" y="2031"/>
                    <a:pt x="1836" y="2025"/>
                  </a:cubicBezTo>
                  <a:lnTo>
                    <a:pt x="1836" y="2007"/>
                  </a:lnTo>
                  <a:cubicBezTo>
                    <a:pt x="2267" y="1906"/>
                    <a:pt x="2684" y="1758"/>
                    <a:pt x="3106" y="1625"/>
                  </a:cubicBezTo>
                  <a:cubicBezTo>
                    <a:pt x="3107" y="1625"/>
                    <a:pt x="3108" y="1624"/>
                    <a:pt x="3110" y="1624"/>
                  </a:cubicBezTo>
                  <a:close/>
                  <a:moveTo>
                    <a:pt x="12535" y="1"/>
                  </a:moveTo>
                  <a:cubicBezTo>
                    <a:pt x="12043" y="1"/>
                    <a:pt x="11551" y="37"/>
                    <a:pt x="11063" y="110"/>
                  </a:cubicBezTo>
                  <a:cubicBezTo>
                    <a:pt x="10134" y="247"/>
                    <a:pt x="9224" y="515"/>
                    <a:pt x="8366" y="895"/>
                  </a:cubicBezTo>
                  <a:cubicBezTo>
                    <a:pt x="8013" y="1052"/>
                    <a:pt x="7671" y="1229"/>
                    <a:pt x="7340" y="1425"/>
                  </a:cubicBezTo>
                  <a:cubicBezTo>
                    <a:pt x="6138" y="1420"/>
                    <a:pt x="4935" y="1417"/>
                    <a:pt x="3733" y="1413"/>
                  </a:cubicBezTo>
                  <a:cubicBezTo>
                    <a:pt x="3962" y="1338"/>
                    <a:pt x="4192" y="1260"/>
                    <a:pt x="4419" y="1181"/>
                  </a:cubicBezTo>
                  <a:cubicBezTo>
                    <a:pt x="4662" y="1097"/>
                    <a:pt x="4913" y="1015"/>
                    <a:pt x="5142" y="895"/>
                  </a:cubicBezTo>
                  <a:cubicBezTo>
                    <a:pt x="5186" y="872"/>
                    <a:pt x="5171" y="804"/>
                    <a:pt x="5123" y="804"/>
                  </a:cubicBezTo>
                  <a:cubicBezTo>
                    <a:pt x="5120" y="804"/>
                    <a:pt x="5117" y="804"/>
                    <a:pt x="5114" y="805"/>
                  </a:cubicBezTo>
                  <a:cubicBezTo>
                    <a:pt x="4891" y="837"/>
                    <a:pt x="4670" y="903"/>
                    <a:pt x="4453" y="966"/>
                  </a:cubicBezTo>
                  <a:cubicBezTo>
                    <a:pt x="4236" y="1032"/>
                    <a:pt x="4017" y="1098"/>
                    <a:pt x="3800" y="1164"/>
                  </a:cubicBezTo>
                  <a:cubicBezTo>
                    <a:pt x="3544" y="1243"/>
                    <a:pt x="3288" y="1325"/>
                    <a:pt x="3033" y="1410"/>
                  </a:cubicBezTo>
                  <a:cubicBezTo>
                    <a:pt x="2826" y="1410"/>
                    <a:pt x="2619" y="1409"/>
                    <a:pt x="2413" y="1409"/>
                  </a:cubicBezTo>
                  <a:cubicBezTo>
                    <a:pt x="2289" y="1409"/>
                    <a:pt x="2266" y="1597"/>
                    <a:pt x="2392" y="1600"/>
                  </a:cubicBezTo>
                  <a:cubicBezTo>
                    <a:pt x="2414" y="1600"/>
                    <a:pt x="2435" y="1601"/>
                    <a:pt x="2457" y="1601"/>
                  </a:cubicBezTo>
                  <a:cubicBezTo>
                    <a:pt x="2344" y="1638"/>
                    <a:pt x="2232" y="1675"/>
                    <a:pt x="2120" y="1711"/>
                  </a:cubicBezTo>
                  <a:cubicBezTo>
                    <a:pt x="2024" y="1743"/>
                    <a:pt x="1931" y="1781"/>
                    <a:pt x="1837" y="1821"/>
                  </a:cubicBezTo>
                  <a:cubicBezTo>
                    <a:pt x="1834" y="1388"/>
                    <a:pt x="1827" y="954"/>
                    <a:pt x="1815" y="522"/>
                  </a:cubicBezTo>
                  <a:cubicBezTo>
                    <a:pt x="1814" y="483"/>
                    <a:pt x="1781" y="464"/>
                    <a:pt x="1748" y="464"/>
                  </a:cubicBezTo>
                  <a:cubicBezTo>
                    <a:pt x="1712" y="464"/>
                    <a:pt x="1676" y="485"/>
                    <a:pt x="1674" y="526"/>
                  </a:cubicBezTo>
                  <a:cubicBezTo>
                    <a:pt x="1611" y="1942"/>
                    <a:pt x="1613" y="3358"/>
                    <a:pt x="1597" y="4775"/>
                  </a:cubicBezTo>
                  <a:cubicBezTo>
                    <a:pt x="1591" y="5315"/>
                    <a:pt x="1585" y="5855"/>
                    <a:pt x="1578" y="6396"/>
                  </a:cubicBezTo>
                  <a:cubicBezTo>
                    <a:pt x="1296" y="6786"/>
                    <a:pt x="1054" y="7202"/>
                    <a:pt x="840" y="7631"/>
                  </a:cubicBezTo>
                  <a:cubicBezTo>
                    <a:pt x="636" y="8042"/>
                    <a:pt x="464" y="8466"/>
                    <a:pt x="335" y="8906"/>
                  </a:cubicBezTo>
                  <a:cubicBezTo>
                    <a:pt x="88" y="9752"/>
                    <a:pt x="0" y="10660"/>
                    <a:pt x="141" y="11533"/>
                  </a:cubicBezTo>
                  <a:cubicBezTo>
                    <a:pt x="219" y="12020"/>
                    <a:pt x="371" y="12497"/>
                    <a:pt x="602" y="12935"/>
                  </a:cubicBezTo>
                  <a:cubicBezTo>
                    <a:pt x="628" y="12984"/>
                    <a:pt x="687" y="13018"/>
                    <a:pt x="743" y="13018"/>
                  </a:cubicBezTo>
                  <a:cubicBezTo>
                    <a:pt x="782" y="13018"/>
                    <a:pt x="820" y="13001"/>
                    <a:pt x="842" y="12961"/>
                  </a:cubicBezTo>
                  <a:cubicBezTo>
                    <a:pt x="915" y="12831"/>
                    <a:pt x="983" y="12699"/>
                    <a:pt x="1048" y="12565"/>
                  </a:cubicBezTo>
                  <a:lnTo>
                    <a:pt x="1048" y="12565"/>
                  </a:lnTo>
                  <a:cubicBezTo>
                    <a:pt x="969" y="12904"/>
                    <a:pt x="903" y="13247"/>
                    <a:pt x="839" y="13588"/>
                  </a:cubicBezTo>
                  <a:cubicBezTo>
                    <a:pt x="782" y="13900"/>
                    <a:pt x="729" y="14210"/>
                    <a:pt x="680" y="14522"/>
                  </a:cubicBezTo>
                  <a:cubicBezTo>
                    <a:pt x="656" y="14676"/>
                    <a:pt x="634" y="14831"/>
                    <a:pt x="612" y="14985"/>
                  </a:cubicBezTo>
                  <a:cubicBezTo>
                    <a:pt x="590" y="15142"/>
                    <a:pt x="558" y="15300"/>
                    <a:pt x="557" y="15457"/>
                  </a:cubicBezTo>
                  <a:cubicBezTo>
                    <a:pt x="555" y="15633"/>
                    <a:pt x="518" y="15807"/>
                    <a:pt x="515" y="15983"/>
                  </a:cubicBezTo>
                  <a:cubicBezTo>
                    <a:pt x="514" y="16028"/>
                    <a:pt x="524" y="16072"/>
                    <a:pt x="522" y="16118"/>
                  </a:cubicBezTo>
                  <a:cubicBezTo>
                    <a:pt x="521" y="16157"/>
                    <a:pt x="520" y="16197"/>
                    <a:pt x="518" y="16239"/>
                  </a:cubicBezTo>
                  <a:cubicBezTo>
                    <a:pt x="515" y="16311"/>
                    <a:pt x="515" y="16383"/>
                    <a:pt x="516" y="16455"/>
                  </a:cubicBezTo>
                  <a:cubicBezTo>
                    <a:pt x="507" y="16455"/>
                    <a:pt x="498" y="16455"/>
                    <a:pt x="488" y="16456"/>
                  </a:cubicBezTo>
                  <a:cubicBezTo>
                    <a:pt x="460" y="16461"/>
                    <a:pt x="433" y="16469"/>
                    <a:pt x="410" y="16481"/>
                  </a:cubicBezTo>
                  <a:cubicBezTo>
                    <a:pt x="393" y="16491"/>
                    <a:pt x="372" y="16502"/>
                    <a:pt x="357" y="16514"/>
                  </a:cubicBezTo>
                  <a:cubicBezTo>
                    <a:pt x="327" y="16540"/>
                    <a:pt x="312" y="16561"/>
                    <a:pt x="295" y="16597"/>
                  </a:cubicBezTo>
                  <a:cubicBezTo>
                    <a:pt x="291" y="16612"/>
                    <a:pt x="289" y="16626"/>
                    <a:pt x="285" y="16642"/>
                  </a:cubicBezTo>
                  <a:cubicBezTo>
                    <a:pt x="285" y="16657"/>
                    <a:pt x="286" y="16673"/>
                    <a:pt x="286" y="16688"/>
                  </a:cubicBezTo>
                  <a:cubicBezTo>
                    <a:pt x="291" y="16725"/>
                    <a:pt x="311" y="16758"/>
                    <a:pt x="338" y="16783"/>
                  </a:cubicBezTo>
                  <a:cubicBezTo>
                    <a:pt x="341" y="16786"/>
                    <a:pt x="344" y="16787"/>
                    <a:pt x="345" y="16789"/>
                  </a:cubicBezTo>
                  <a:cubicBezTo>
                    <a:pt x="344" y="16803"/>
                    <a:pt x="345" y="16820"/>
                    <a:pt x="346" y="16835"/>
                  </a:cubicBezTo>
                  <a:cubicBezTo>
                    <a:pt x="350" y="16847"/>
                    <a:pt x="355" y="16861"/>
                    <a:pt x="359" y="16874"/>
                  </a:cubicBezTo>
                  <a:cubicBezTo>
                    <a:pt x="367" y="16893"/>
                    <a:pt x="378" y="16908"/>
                    <a:pt x="394" y="16922"/>
                  </a:cubicBezTo>
                  <a:cubicBezTo>
                    <a:pt x="403" y="16933"/>
                    <a:pt x="414" y="16939"/>
                    <a:pt x="426" y="16945"/>
                  </a:cubicBezTo>
                  <a:cubicBezTo>
                    <a:pt x="444" y="16956"/>
                    <a:pt x="464" y="16962"/>
                    <a:pt x="483" y="16965"/>
                  </a:cubicBezTo>
                  <a:cubicBezTo>
                    <a:pt x="492" y="16966"/>
                    <a:pt x="502" y="16967"/>
                    <a:pt x="510" y="16967"/>
                  </a:cubicBezTo>
                  <a:lnTo>
                    <a:pt x="527" y="16967"/>
                  </a:lnTo>
                  <a:lnTo>
                    <a:pt x="536" y="16976"/>
                  </a:lnTo>
                  <a:cubicBezTo>
                    <a:pt x="547" y="16981"/>
                    <a:pt x="558" y="16988"/>
                    <a:pt x="569" y="16993"/>
                  </a:cubicBezTo>
                  <a:cubicBezTo>
                    <a:pt x="583" y="16999"/>
                    <a:pt x="597" y="17002"/>
                    <a:pt x="611" y="17002"/>
                  </a:cubicBezTo>
                  <a:cubicBezTo>
                    <a:pt x="616" y="17002"/>
                    <a:pt x="621" y="17002"/>
                    <a:pt x="626" y="17001"/>
                  </a:cubicBezTo>
                  <a:cubicBezTo>
                    <a:pt x="659" y="17000"/>
                    <a:pt x="689" y="16990"/>
                    <a:pt x="714" y="16970"/>
                  </a:cubicBezTo>
                  <a:cubicBezTo>
                    <a:pt x="768" y="16928"/>
                    <a:pt x="798" y="16860"/>
                    <a:pt x="787" y="16792"/>
                  </a:cubicBezTo>
                  <a:cubicBezTo>
                    <a:pt x="787" y="16789"/>
                    <a:pt x="784" y="16786"/>
                    <a:pt x="784" y="16782"/>
                  </a:cubicBezTo>
                  <a:cubicBezTo>
                    <a:pt x="787" y="16771"/>
                    <a:pt x="790" y="16758"/>
                    <a:pt x="793" y="16745"/>
                  </a:cubicBezTo>
                  <a:cubicBezTo>
                    <a:pt x="793" y="16741"/>
                    <a:pt x="794" y="16736"/>
                    <a:pt x="794" y="16732"/>
                  </a:cubicBezTo>
                  <a:cubicBezTo>
                    <a:pt x="794" y="16714"/>
                    <a:pt x="794" y="16692"/>
                    <a:pt x="793" y="16675"/>
                  </a:cubicBezTo>
                  <a:cubicBezTo>
                    <a:pt x="790" y="16653"/>
                    <a:pt x="782" y="16630"/>
                    <a:pt x="774" y="16610"/>
                  </a:cubicBezTo>
                  <a:cubicBezTo>
                    <a:pt x="772" y="16602"/>
                    <a:pt x="768" y="16595"/>
                    <a:pt x="762" y="16588"/>
                  </a:cubicBezTo>
                  <a:cubicBezTo>
                    <a:pt x="766" y="16584"/>
                    <a:pt x="769" y="16578"/>
                    <a:pt x="771" y="16575"/>
                  </a:cubicBezTo>
                  <a:cubicBezTo>
                    <a:pt x="772" y="16575"/>
                    <a:pt x="772" y="16573"/>
                    <a:pt x="773" y="16573"/>
                  </a:cubicBezTo>
                  <a:cubicBezTo>
                    <a:pt x="798" y="16562"/>
                    <a:pt x="798" y="16532"/>
                    <a:pt x="779" y="16516"/>
                  </a:cubicBezTo>
                  <a:cubicBezTo>
                    <a:pt x="774" y="16511"/>
                    <a:pt x="769" y="16509"/>
                    <a:pt x="766" y="16506"/>
                  </a:cubicBezTo>
                  <a:cubicBezTo>
                    <a:pt x="752" y="16488"/>
                    <a:pt x="735" y="16474"/>
                    <a:pt x="711" y="16473"/>
                  </a:cubicBezTo>
                  <a:cubicBezTo>
                    <a:pt x="707" y="16472"/>
                    <a:pt x="703" y="16472"/>
                    <a:pt x="699" y="16472"/>
                  </a:cubicBezTo>
                  <a:cubicBezTo>
                    <a:pt x="690" y="16472"/>
                    <a:pt x="681" y="16473"/>
                    <a:pt x="672" y="16474"/>
                  </a:cubicBezTo>
                  <a:cubicBezTo>
                    <a:pt x="659" y="16474"/>
                    <a:pt x="648" y="16474"/>
                    <a:pt x="636" y="16476"/>
                  </a:cubicBezTo>
                  <a:cubicBezTo>
                    <a:pt x="630" y="16473"/>
                    <a:pt x="626" y="16472"/>
                    <a:pt x="621" y="16470"/>
                  </a:cubicBezTo>
                  <a:cubicBezTo>
                    <a:pt x="683" y="16183"/>
                    <a:pt x="735" y="15896"/>
                    <a:pt x="782" y="15606"/>
                  </a:cubicBezTo>
                  <a:cubicBezTo>
                    <a:pt x="807" y="15447"/>
                    <a:pt x="837" y="15291"/>
                    <a:pt x="859" y="15132"/>
                  </a:cubicBezTo>
                  <a:cubicBezTo>
                    <a:pt x="879" y="14982"/>
                    <a:pt x="899" y="14831"/>
                    <a:pt x="921" y="14682"/>
                  </a:cubicBezTo>
                  <a:cubicBezTo>
                    <a:pt x="1014" y="14065"/>
                    <a:pt x="1122" y="13450"/>
                    <a:pt x="1240" y="12839"/>
                  </a:cubicBezTo>
                  <a:cubicBezTo>
                    <a:pt x="1307" y="12490"/>
                    <a:pt x="1382" y="12144"/>
                    <a:pt x="1436" y="11792"/>
                  </a:cubicBezTo>
                  <a:cubicBezTo>
                    <a:pt x="1442" y="11757"/>
                    <a:pt x="1426" y="11730"/>
                    <a:pt x="1400" y="11713"/>
                  </a:cubicBezTo>
                  <a:cubicBezTo>
                    <a:pt x="1442" y="11596"/>
                    <a:pt x="1480" y="11476"/>
                    <a:pt x="1516" y="11355"/>
                  </a:cubicBezTo>
                  <a:lnTo>
                    <a:pt x="1516" y="11355"/>
                  </a:lnTo>
                  <a:cubicBezTo>
                    <a:pt x="1490" y="13326"/>
                    <a:pt x="1464" y="15297"/>
                    <a:pt x="1433" y="17268"/>
                  </a:cubicBezTo>
                  <a:cubicBezTo>
                    <a:pt x="1351" y="22796"/>
                    <a:pt x="1268" y="28323"/>
                    <a:pt x="1169" y="33850"/>
                  </a:cubicBezTo>
                  <a:cubicBezTo>
                    <a:pt x="1141" y="35401"/>
                    <a:pt x="1111" y="36953"/>
                    <a:pt x="1082" y="38505"/>
                  </a:cubicBezTo>
                  <a:cubicBezTo>
                    <a:pt x="1068" y="39297"/>
                    <a:pt x="1051" y="40090"/>
                    <a:pt x="1036" y="40883"/>
                  </a:cubicBezTo>
                  <a:cubicBezTo>
                    <a:pt x="1020" y="41654"/>
                    <a:pt x="939" y="42449"/>
                    <a:pt x="1069" y="43211"/>
                  </a:cubicBezTo>
                  <a:cubicBezTo>
                    <a:pt x="1076" y="43255"/>
                    <a:pt x="1107" y="43275"/>
                    <a:pt x="1140" y="43275"/>
                  </a:cubicBezTo>
                  <a:cubicBezTo>
                    <a:pt x="1176" y="43275"/>
                    <a:pt x="1214" y="43250"/>
                    <a:pt x="1223" y="43207"/>
                  </a:cubicBezTo>
                  <a:cubicBezTo>
                    <a:pt x="1240" y="43128"/>
                    <a:pt x="1260" y="43047"/>
                    <a:pt x="1276" y="42966"/>
                  </a:cubicBezTo>
                  <a:cubicBezTo>
                    <a:pt x="1283" y="44480"/>
                    <a:pt x="1295" y="45994"/>
                    <a:pt x="1316" y="47507"/>
                  </a:cubicBezTo>
                  <a:cubicBezTo>
                    <a:pt x="1333" y="48805"/>
                    <a:pt x="1354" y="50102"/>
                    <a:pt x="1382" y="51399"/>
                  </a:cubicBezTo>
                  <a:cubicBezTo>
                    <a:pt x="1395" y="52058"/>
                    <a:pt x="1410" y="52716"/>
                    <a:pt x="1427" y="53375"/>
                  </a:cubicBezTo>
                  <a:cubicBezTo>
                    <a:pt x="1238" y="53377"/>
                    <a:pt x="1048" y="53378"/>
                    <a:pt x="859" y="53380"/>
                  </a:cubicBezTo>
                  <a:cubicBezTo>
                    <a:pt x="664" y="53382"/>
                    <a:pt x="630" y="53680"/>
                    <a:pt x="825" y="53680"/>
                  </a:cubicBezTo>
                  <a:cubicBezTo>
                    <a:pt x="826" y="53680"/>
                    <a:pt x="826" y="53680"/>
                    <a:pt x="827" y="53680"/>
                  </a:cubicBezTo>
                  <a:cubicBezTo>
                    <a:pt x="1029" y="53679"/>
                    <a:pt x="1230" y="53678"/>
                    <a:pt x="1431" y="53677"/>
                  </a:cubicBezTo>
                  <a:lnTo>
                    <a:pt x="1431" y="53677"/>
                  </a:lnTo>
                  <a:cubicBezTo>
                    <a:pt x="1435" y="54228"/>
                    <a:pt x="1426" y="54791"/>
                    <a:pt x="1542" y="55326"/>
                  </a:cubicBezTo>
                  <a:cubicBezTo>
                    <a:pt x="1551" y="55367"/>
                    <a:pt x="1584" y="55387"/>
                    <a:pt x="1617" y="55387"/>
                  </a:cubicBezTo>
                  <a:cubicBezTo>
                    <a:pt x="1651" y="55387"/>
                    <a:pt x="1685" y="55365"/>
                    <a:pt x="1691" y="55323"/>
                  </a:cubicBezTo>
                  <a:cubicBezTo>
                    <a:pt x="1715" y="55182"/>
                    <a:pt x="1744" y="55044"/>
                    <a:pt x="1746" y="54903"/>
                  </a:cubicBezTo>
                  <a:cubicBezTo>
                    <a:pt x="1749" y="54763"/>
                    <a:pt x="1740" y="54620"/>
                    <a:pt x="1735" y="54478"/>
                  </a:cubicBezTo>
                  <a:lnTo>
                    <a:pt x="1715" y="53676"/>
                  </a:lnTo>
                  <a:cubicBezTo>
                    <a:pt x="14308" y="53575"/>
                    <a:pt x="26902" y="53490"/>
                    <a:pt x="39495" y="53457"/>
                  </a:cubicBezTo>
                  <a:cubicBezTo>
                    <a:pt x="44227" y="53445"/>
                    <a:pt x="48959" y="53438"/>
                    <a:pt x="53692" y="53438"/>
                  </a:cubicBezTo>
                  <a:cubicBezTo>
                    <a:pt x="61726" y="53438"/>
                    <a:pt x="69760" y="53456"/>
                    <a:pt x="77794" y="53492"/>
                  </a:cubicBezTo>
                  <a:cubicBezTo>
                    <a:pt x="81377" y="53509"/>
                    <a:pt x="84960" y="53529"/>
                    <a:pt x="88544" y="53552"/>
                  </a:cubicBezTo>
                  <a:cubicBezTo>
                    <a:pt x="90373" y="53564"/>
                    <a:pt x="92205" y="53577"/>
                    <a:pt x="94035" y="53591"/>
                  </a:cubicBezTo>
                  <a:cubicBezTo>
                    <a:pt x="95089" y="53599"/>
                    <a:pt x="96145" y="53623"/>
                    <a:pt x="97201" y="53623"/>
                  </a:cubicBezTo>
                  <a:cubicBezTo>
                    <a:pt x="97528" y="53623"/>
                    <a:pt x="97855" y="53621"/>
                    <a:pt x="98181" y="53615"/>
                  </a:cubicBezTo>
                  <a:lnTo>
                    <a:pt x="98181" y="53615"/>
                  </a:lnTo>
                  <a:cubicBezTo>
                    <a:pt x="98176" y="53671"/>
                    <a:pt x="98169" y="53728"/>
                    <a:pt x="98164" y="53785"/>
                  </a:cubicBezTo>
                  <a:cubicBezTo>
                    <a:pt x="98154" y="53876"/>
                    <a:pt x="98168" y="53963"/>
                    <a:pt x="98177" y="54052"/>
                  </a:cubicBezTo>
                  <a:cubicBezTo>
                    <a:pt x="98181" y="54094"/>
                    <a:pt x="98209" y="54112"/>
                    <a:pt x="98240" y="54112"/>
                  </a:cubicBezTo>
                  <a:cubicBezTo>
                    <a:pt x="98271" y="54112"/>
                    <a:pt x="98305" y="54092"/>
                    <a:pt x="98316" y="54057"/>
                  </a:cubicBezTo>
                  <a:cubicBezTo>
                    <a:pt x="98333" y="54005"/>
                    <a:pt x="98350" y="53952"/>
                    <a:pt x="98366" y="53901"/>
                  </a:cubicBezTo>
                  <a:cubicBezTo>
                    <a:pt x="98380" y="53848"/>
                    <a:pt x="98382" y="53792"/>
                    <a:pt x="98389" y="53738"/>
                  </a:cubicBezTo>
                  <a:cubicBezTo>
                    <a:pt x="98400" y="53639"/>
                    <a:pt x="98412" y="53541"/>
                    <a:pt x="98423" y="53442"/>
                  </a:cubicBezTo>
                  <a:cubicBezTo>
                    <a:pt x="98446" y="53244"/>
                    <a:pt x="98472" y="53046"/>
                    <a:pt x="98500" y="52849"/>
                  </a:cubicBezTo>
                  <a:cubicBezTo>
                    <a:pt x="98517" y="52720"/>
                    <a:pt x="98537" y="52592"/>
                    <a:pt x="98555" y="52463"/>
                  </a:cubicBezTo>
                  <a:cubicBezTo>
                    <a:pt x="98556" y="52463"/>
                    <a:pt x="98556" y="52463"/>
                    <a:pt x="98557" y="52463"/>
                  </a:cubicBezTo>
                  <a:cubicBezTo>
                    <a:pt x="98563" y="52463"/>
                    <a:pt x="98571" y="52460"/>
                    <a:pt x="98574" y="52453"/>
                  </a:cubicBezTo>
                  <a:cubicBezTo>
                    <a:pt x="98626" y="52350"/>
                    <a:pt x="98631" y="52239"/>
                    <a:pt x="98638" y="52127"/>
                  </a:cubicBezTo>
                  <a:cubicBezTo>
                    <a:pt x="98646" y="52036"/>
                    <a:pt x="98647" y="51947"/>
                    <a:pt x="98646" y="51856"/>
                  </a:cubicBezTo>
                  <a:cubicBezTo>
                    <a:pt x="98655" y="51793"/>
                    <a:pt x="98665" y="51730"/>
                    <a:pt x="98676" y="51665"/>
                  </a:cubicBezTo>
                  <a:cubicBezTo>
                    <a:pt x="98690" y="51585"/>
                    <a:pt x="98703" y="51502"/>
                    <a:pt x="98717" y="51421"/>
                  </a:cubicBezTo>
                  <a:cubicBezTo>
                    <a:pt x="99237" y="51107"/>
                    <a:pt x="99690" y="50689"/>
                    <a:pt x="100059" y="50210"/>
                  </a:cubicBezTo>
                  <a:cubicBezTo>
                    <a:pt x="100769" y="49294"/>
                    <a:pt x="101196" y="48169"/>
                    <a:pt x="101381" y="47035"/>
                  </a:cubicBezTo>
                  <a:cubicBezTo>
                    <a:pt x="101476" y="46444"/>
                    <a:pt x="101509" y="45846"/>
                    <a:pt x="101481" y="45249"/>
                  </a:cubicBezTo>
                  <a:cubicBezTo>
                    <a:pt x="101450" y="44570"/>
                    <a:pt x="101351" y="43871"/>
                    <a:pt x="100980" y="43284"/>
                  </a:cubicBezTo>
                  <a:cubicBezTo>
                    <a:pt x="100959" y="43252"/>
                    <a:pt x="100922" y="43237"/>
                    <a:pt x="100886" y="43237"/>
                  </a:cubicBezTo>
                  <a:cubicBezTo>
                    <a:pt x="100839" y="43237"/>
                    <a:pt x="100791" y="43261"/>
                    <a:pt x="100774" y="43304"/>
                  </a:cubicBezTo>
                  <a:cubicBezTo>
                    <a:pt x="100483" y="44059"/>
                    <a:pt x="100192" y="44813"/>
                    <a:pt x="99937" y="45580"/>
                  </a:cubicBezTo>
                  <a:cubicBezTo>
                    <a:pt x="99619" y="46534"/>
                    <a:pt x="99338" y="47501"/>
                    <a:pt x="99094" y="48477"/>
                  </a:cubicBezTo>
                  <a:cubicBezTo>
                    <a:pt x="99121" y="48270"/>
                    <a:pt x="99146" y="48065"/>
                    <a:pt x="99164" y="47858"/>
                  </a:cubicBezTo>
                  <a:cubicBezTo>
                    <a:pt x="99230" y="47135"/>
                    <a:pt x="99248" y="46408"/>
                    <a:pt x="99218" y="45683"/>
                  </a:cubicBezTo>
                  <a:lnTo>
                    <a:pt x="99218" y="45683"/>
                  </a:lnTo>
                  <a:cubicBezTo>
                    <a:pt x="99222" y="45686"/>
                    <a:pt x="99227" y="45688"/>
                    <a:pt x="99232" y="45688"/>
                  </a:cubicBezTo>
                  <a:cubicBezTo>
                    <a:pt x="99241" y="45688"/>
                    <a:pt x="99250" y="45683"/>
                    <a:pt x="99250" y="45672"/>
                  </a:cubicBezTo>
                  <a:cubicBezTo>
                    <a:pt x="99258" y="45540"/>
                    <a:pt x="99267" y="45410"/>
                    <a:pt x="99275" y="45278"/>
                  </a:cubicBezTo>
                  <a:cubicBezTo>
                    <a:pt x="99314" y="44677"/>
                    <a:pt x="99325" y="44075"/>
                    <a:pt x="99325" y="43474"/>
                  </a:cubicBezTo>
                  <a:cubicBezTo>
                    <a:pt x="99365" y="43250"/>
                    <a:pt x="99407" y="43026"/>
                    <a:pt x="99451" y="42802"/>
                  </a:cubicBezTo>
                  <a:cubicBezTo>
                    <a:pt x="99530" y="42414"/>
                    <a:pt x="99614" y="42026"/>
                    <a:pt x="99707" y="41640"/>
                  </a:cubicBezTo>
                  <a:cubicBezTo>
                    <a:pt x="99717" y="41622"/>
                    <a:pt x="99725" y="41608"/>
                    <a:pt x="99735" y="41591"/>
                  </a:cubicBezTo>
                  <a:cubicBezTo>
                    <a:pt x="99788" y="41503"/>
                    <a:pt x="99835" y="41412"/>
                    <a:pt x="99887" y="41324"/>
                  </a:cubicBezTo>
                  <a:cubicBezTo>
                    <a:pt x="99993" y="41141"/>
                    <a:pt x="100109" y="40961"/>
                    <a:pt x="100231" y="40785"/>
                  </a:cubicBezTo>
                  <a:cubicBezTo>
                    <a:pt x="100351" y="40611"/>
                    <a:pt x="100481" y="40440"/>
                    <a:pt x="100615" y="40275"/>
                  </a:cubicBezTo>
                  <a:cubicBezTo>
                    <a:pt x="100712" y="40157"/>
                    <a:pt x="100810" y="40043"/>
                    <a:pt x="100904" y="39924"/>
                  </a:cubicBezTo>
                  <a:cubicBezTo>
                    <a:pt x="100937" y="39924"/>
                    <a:pt x="100970" y="39914"/>
                    <a:pt x="100998" y="39895"/>
                  </a:cubicBezTo>
                  <a:cubicBezTo>
                    <a:pt x="101018" y="39880"/>
                    <a:pt x="101034" y="39863"/>
                    <a:pt x="101046" y="39842"/>
                  </a:cubicBezTo>
                  <a:cubicBezTo>
                    <a:pt x="101065" y="39840"/>
                    <a:pt x="101085" y="39832"/>
                    <a:pt x="101100" y="39822"/>
                  </a:cubicBezTo>
                  <a:cubicBezTo>
                    <a:pt x="101119" y="39809"/>
                    <a:pt x="101142" y="39776"/>
                    <a:pt x="101142" y="39753"/>
                  </a:cubicBezTo>
                  <a:cubicBezTo>
                    <a:pt x="101144" y="39720"/>
                    <a:pt x="101142" y="39695"/>
                    <a:pt x="101131" y="39664"/>
                  </a:cubicBezTo>
                  <a:cubicBezTo>
                    <a:pt x="101124" y="39643"/>
                    <a:pt x="101113" y="39624"/>
                    <a:pt x="101100" y="39608"/>
                  </a:cubicBezTo>
                  <a:cubicBezTo>
                    <a:pt x="101087" y="39593"/>
                    <a:pt x="101074" y="39582"/>
                    <a:pt x="101060" y="39571"/>
                  </a:cubicBezTo>
                  <a:cubicBezTo>
                    <a:pt x="101062" y="39565"/>
                    <a:pt x="101062" y="39561"/>
                    <a:pt x="101063" y="39555"/>
                  </a:cubicBezTo>
                  <a:cubicBezTo>
                    <a:pt x="101064" y="39550"/>
                    <a:pt x="101065" y="39545"/>
                    <a:pt x="101067" y="39540"/>
                  </a:cubicBezTo>
                  <a:cubicBezTo>
                    <a:pt x="101068" y="39534"/>
                    <a:pt x="101068" y="39528"/>
                    <a:pt x="101068" y="39522"/>
                  </a:cubicBezTo>
                  <a:lnTo>
                    <a:pt x="101068" y="39518"/>
                  </a:lnTo>
                  <a:cubicBezTo>
                    <a:pt x="101070" y="39517"/>
                    <a:pt x="101070" y="39515"/>
                    <a:pt x="101070" y="39512"/>
                  </a:cubicBezTo>
                  <a:cubicBezTo>
                    <a:pt x="101098" y="39474"/>
                    <a:pt x="101078" y="39424"/>
                    <a:pt x="101031" y="39414"/>
                  </a:cubicBezTo>
                  <a:cubicBezTo>
                    <a:pt x="101021" y="39411"/>
                    <a:pt x="101010" y="39410"/>
                    <a:pt x="100999" y="39410"/>
                  </a:cubicBezTo>
                  <a:cubicBezTo>
                    <a:pt x="100954" y="39410"/>
                    <a:pt x="100905" y="39428"/>
                    <a:pt x="100878" y="39461"/>
                  </a:cubicBezTo>
                  <a:cubicBezTo>
                    <a:pt x="100860" y="39485"/>
                    <a:pt x="100848" y="39511"/>
                    <a:pt x="100839" y="39539"/>
                  </a:cubicBezTo>
                  <a:cubicBezTo>
                    <a:pt x="100796" y="39557"/>
                    <a:pt x="100762" y="39593"/>
                    <a:pt x="100741" y="39635"/>
                  </a:cubicBezTo>
                  <a:cubicBezTo>
                    <a:pt x="100710" y="39705"/>
                    <a:pt x="100718" y="39790"/>
                    <a:pt x="100762" y="39853"/>
                  </a:cubicBezTo>
                  <a:cubicBezTo>
                    <a:pt x="100661" y="39951"/>
                    <a:pt x="100569" y="40057"/>
                    <a:pt x="100477" y="40167"/>
                  </a:cubicBezTo>
                  <a:cubicBezTo>
                    <a:pt x="100340" y="40331"/>
                    <a:pt x="100212" y="40501"/>
                    <a:pt x="100088" y="40674"/>
                  </a:cubicBezTo>
                  <a:cubicBezTo>
                    <a:pt x="100009" y="40786"/>
                    <a:pt x="99932" y="40903"/>
                    <a:pt x="99857" y="41020"/>
                  </a:cubicBezTo>
                  <a:cubicBezTo>
                    <a:pt x="100125" y="39982"/>
                    <a:pt x="100439" y="38957"/>
                    <a:pt x="100800" y="37946"/>
                  </a:cubicBezTo>
                  <a:cubicBezTo>
                    <a:pt x="100806" y="37947"/>
                    <a:pt x="100812" y="37947"/>
                    <a:pt x="100817" y="37947"/>
                  </a:cubicBezTo>
                  <a:cubicBezTo>
                    <a:pt x="100841" y="37947"/>
                    <a:pt x="100864" y="37945"/>
                    <a:pt x="100888" y="37937"/>
                  </a:cubicBezTo>
                  <a:cubicBezTo>
                    <a:pt x="100939" y="37921"/>
                    <a:pt x="100976" y="37883"/>
                    <a:pt x="101003" y="37841"/>
                  </a:cubicBezTo>
                  <a:cubicBezTo>
                    <a:pt x="101014" y="37823"/>
                    <a:pt x="101019" y="37803"/>
                    <a:pt x="101025" y="37782"/>
                  </a:cubicBezTo>
                  <a:cubicBezTo>
                    <a:pt x="101026" y="37777"/>
                    <a:pt x="101026" y="37772"/>
                    <a:pt x="101027" y="37769"/>
                  </a:cubicBezTo>
                  <a:cubicBezTo>
                    <a:pt x="101043" y="37742"/>
                    <a:pt x="101053" y="37710"/>
                    <a:pt x="101049" y="37678"/>
                  </a:cubicBezTo>
                  <a:cubicBezTo>
                    <a:pt x="101048" y="37665"/>
                    <a:pt x="101043" y="37650"/>
                    <a:pt x="101038" y="37638"/>
                  </a:cubicBezTo>
                  <a:cubicBezTo>
                    <a:pt x="101037" y="37635"/>
                    <a:pt x="101036" y="37632"/>
                    <a:pt x="101036" y="37629"/>
                  </a:cubicBezTo>
                  <a:cubicBezTo>
                    <a:pt x="101029" y="37616"/>
                    <a:pt x="101020" y="37601"/>
                    <a:pt x="101012" y="37588"/>
                  </a:cubicBezTo>
                  <a:cubicBezTo>
                    <a:pt x="101003" y="37574"/>
                    <a:pt x="100990" y="37563"/>
                    <a:pt x="100980" y="37552"/>
                  </a:cubicBezTo>
                  <a:cubicBezTo>
                    <a:pt x="100975" y="37549"/>
                    <a:pt x="100972" y="37546"/>
                    <a:pt x="100969" y="37542"/>
                  </a:cubicBezTo>
                  <a:cubicBezTo>
                    <a:pt x="100933" y="37517"/>
                    <a:pt x="100894" y="37501"/>
                    <a:pt x="100851" y="37493"/>
                  </a:cubicBezTo>
                  <a:cubicBezTo>
                    <a:pt x="100837" y="37491"/>
                    <a:pt x="100823" y="37490"/>
                    <a:pt x="100810" y="37490"/>
                  </a:cubicBezTo>
                  <a:cubicBezTo>
                    <a:pt x="100779" y="37490"/>
                    <a:pt x="100750" y="37495"/>
                    <a:pt x="100719" y="37504"/>
                  </a:cubicBezTo>
                  <a:cubicBezTo>
                    <a:pt x="100679" y="37517"/>
                    <a:pt x="100645" y="37542"/>
                    <a:pt x="100614" y="37573"/>
                  </a:cubicBezTo>
                  <a:cubicBezTo>
                    <a:pt x="100601" y="37588"/>
                    <a:pt x="100587" y="37606"/>
                    <a:pt x="100580" y="37624"/>
                  </a:cubicBezTo>
                  <a:cubicBezTo>
                    <a:pt x="100575" y="37633"/>
                    <a:pt x="100573" y="37643"/>
                    <a:pt x="100569" y="37652"/>
                  </a:cubicBezTo>
                  <a:cubicBezTo>
                    <a:pt x="100563" y="37671"/>
                    <a:pt x="100562" y="37688"/>
                    <a:pt x="100563" y="37706"/>
                  </a:cubicBezTo>
                  <a:lnTo>
                    <a:pt x="100563" y="37707"/>
                  </a:lnTo>
                  <a:cubicBezTo>
                    <a:pt x="100563" y="37735"/>
                    <a:pt x="100568" y="37761"/>
                    <a:pt x="100576" y="37788"/>
                  </a:cubicBezTo>
                  <a:cubicBezTo>
                    <a:pt x="100585" y="37811"/>
                    <a:pt x="100598" y="37833"/>
                    <a:pt x="100615" y="37853"/>
                  </a:cubicBezTo>
                  <a:cubicBezTo>
                    <a:pt x="100623" y="37861"/>
                    <a:pt x="100630" y="37868"/>
                    <a:pt x="100637" y="37875"/>
                  </a:cubicBezTo>
                  <a:cubicBezTo>
                    <a:pt x="100475" y="38311"/>
                    <a:pt x="100321" y="38750"/>
                    <a:pt x="100176" y="39194"/>
                  </a:cubicBezTo>
                  <a:cubicBezTo>
                    <a:pt x="99911" y="40007"/>
                    <a:pt x="99687" y="40834"/>
                    <a:pt x="99491" y="41665"/>
                  </a:cubicBezTo>
                  <a:cubicBezTo>
                    <a:pt x="99429" y="41927"/>
                    <a:pt x="99372" y="42190"/>
                    <a:pt x="99317" y="42453"/>
                  </a:cubicBezTo>
                  <a:cubicBezTo>
                    <a:pt x="99314" y="42274"/>
                    <a:pt x="99311" y="42096"/>
                    <a:pt x="99310" y="41919"/>
                  </a:cubicBezTo>
                  <a:cubicBezTo>
                    <a:pt x="99294" y="40729"/>
                    <a:pt x="99267" y="39538"/>
                    <a:pt x="99226" y="38348"/>
                  </a:cubicBezTo>
                  <a:cubicBezTo>
                    <a:pt x="99215" y="38019"/>
                    <a:pt x="99203" y="37691"/>
                    <a:pt x="99191" y="37361"/>
                  </a:cubicBezTo>
                  <a:cubicBezTo>
                    <a:pt x="99576" y="37190"/>
                    <a:pt x="99900" y="36917"/>
                    <a:pt x="100158" y="36588"/>
                  </a:cubicBezTo>
                  <a:cubicBezTo>
                    <a:pt x="100673" y="35931"/>
                    <a:pt x="100954" y="35107"/>
                    <a:pt x="101130" y="34305"/>
                  </a:cubicBezTo>
                  <a:cubicBezTo>
                    <a:pt x="101333" y="33384"/>
                    <a:pt x="101370" y="32427"/>
                    <a:pt x="101244" y="31494"/>
                  </a:cubicBezTo>
                  <a:cubicBezTo>
                    <a:pt x="101236" y="31436"/>
                    <a:pt x="101186" y="31400"/>
                    <a:pt x="101134" y="31400"/>
                  </a:cubicBezTo>
                  <a:cubicBezTo>
                    <a:pt x="101105" y="31400"/>
                    <a:pt x="101075" y="31412"/>
                    <a:pt x="101053" y="31438"/>
                  </a:cubicBezTo>
                  <a:cubicBezTo>
                    <a:pt x="100787" y="31758"/>
                    <a:pt x="100547" y="32098"/>
                    <a:pt x="100332" y="32454"/>
                  </a:cubicBezTo>
                  <a:cubicBezTo>
                    <a:pt x="99948" y="33090"/>
                    <a:pt x="99653" y="33773"/>
                    <a:pt x="99455" y="34486"/>
                  </a:cubicBezTo>
                  <a:cubicBezTo>
                    <a:pt x="99357" y="34838"/>
                    <a:pt x="99284" y="35196"/>
                    <a:pt x="99236" y="35557"/>
                  </a:cubicBezTo>
                  <a:cubicBezTo>
                    <a:pt x="99211" y="35742"/>
                    <a:pt x="99198" y="35925"/>
                    <a:pt x="99195" y="36111"/>
                  </a:cubicBezTo>
                  <a:cubicBezTo>
                    <a:pt x="99193" y="36207"/>
                    <a:pt x="99189" y="36305"/>
                    <a:pt x="99187" y="36401"/>
                  </a:cubicBezTo>
                  <a:cubicBezTo>
                    <a:pt x="99187" y="36438"/>
                    <a:pt x="99184" y="36478"/>
                    <a:pt x="99191" y="36513"/>
                  </a:cubicBezTo>
                  <a:cubicBezTo>
                    <a:pt x="99200" y="36556"/>
                    <a:pt x="99218" y="36600"/>
                    <a:pt x="99230" y="36643"/>
                  </a:cubicBezTo>
                  <a:cubicBezTo>
                    <a:pt x="99232" y="36650"/>
                    <a:pt x="99237" y="36653"/>
                    <a:pt x="99243" y="36653"/>
                  </a:cubicBezTo>
                  <a:cubicBezTo>
                    <a:pt x="99251" y="36653"/>
                    <a:pt x="99259" y="36647"/>
                    <a:pt x="99262" y="36640"/>
                  </a:cubicBezTo>
                  <a:cubicBezTo>
                    <a:pt x="99278" y="36586"/>
                    <a:pt x="99305" y="36531"/>
                    <a:pt x="99310" y="36476"/>
                  </a:cubicBezTo>
                  <a:cubicBezTo>
                    <a:pt x="99314" y="36429"/>
                    <a:pt x="99317" y="36379"/>
                    <a:pt x="99319" y="36331"/>
                  </a:cubicBezTo>
                  <a:cubicBezTo>
                    <a:pt x="99328" y="36234"/>
                    <a:pt x="99338" y="36138"/>
                    <a:pt x="99351" y="36041"/>
                  </a:cubicBezTo>
                  <a:cubicBezTo>
                    <a:pt x="99382" y="35841"/>
                    <a:pt x="99407" y="35640"/>
                    <a:pt x="99442" y="35442"/>
                  </a:cubicBezTo>
                  <a:cubicBezTo>
                    <a:pt x="99669" y="34114"/>
                    <a:pt x="100227" y="32837"/>
                    <a:pt x="101059" y="31769"/>
                  </a:cubicBezTo>
                  <a:cubicBezTo>
                    <a:pt x="101102" y="32195"/>
                    <a:pt x="101113" y="32621"/>
                    <a:pt x="101087" y="33049"/>
                  </a:cubicBezTo>
                  <a:cubicBezTo>
                    <a:pt x="101034" y="33912"/>
                    <a:pt x="100848" y="34785"/>
                    <a:pt x="100497" y="35581"/>
                  </a:cubicBezTo>
                  <a:cubicBezTo>
                    <a:pt x="100242" y="36161"/>
                    <a:pt x="99868" y="36722"/>
                    <a:pt x="99321" y="37060"/>
                  </a:cubicBezTo>
                  <a:cubicBezTo>
                    <a:pt x="99404" y="36870"/>
                    <a:pt x="99486" y="36682"/>
                    <a:pt x="99566" y="36492"/>
                  </a:cubicBezTo>
                  <a:cubicBezTo>
                    <a:pt x="99778" y="36006"/>
                    <a:pt x="99986" y="35517"/>
                    <a:pt x="100187" y="35026"/>
                  </a:cubicBezTo>
                  <a:cubicBezTo>
                    <a:pt x="100288" y="34782"/>
                    <a:pt x="100388" y="34536"/>
                    <a:pt x="100486" y="34290"/>
                  </a:cubicBezTo>
                  <a:cubicBezTo>
                    <a:pt x="100584" y="34046"/>
                    <a:pt x="100684" y="33801"/>
                    <a:pt x="100721" y="33541"/>
                  </a:cubicBezTo>
                  <a:cubicBezTo>
                    <a:pt x="100726" y="33507"/>
                    <a:pt x="100694" y="33478"/>
                    <a:pt x="100664" y="33478"/>
                  </a:cubicBezTo>
                  <a:cubicBezTo>
                    <a:pt x="100650" y="33478"/>
                    <a:pt x="100636" y="33484"/>
                    <a:pt x="100626" y="33499"/>
                  </a:cubicBezTo>
                  <a:cubicBezTo>
                    <a:pt x="100459" y="33749"/>
                    <a:pt x="100360" y="34031"/>
                    <a:pt x="100250" y="34309"/>
                  </a:cubicBezTo>
                  <a:cubicBezTo>
                    <a:pt x="99907" y="35179"/>
                    <a:pt x="99554" y="36047"/>
                    <a:pt x="99171" y="36901"/>
                  </a:cubicBezTo>
                  <a:cubicBezTo>
                    <a:pt x="99141" y="36166"/>
                    <a:pt x="99108" y="35432"/>
                    <a:pt x="99071" y="34697"/>
                  </a:cubicBezTo>
                  <a:cubicBezTo>
                    <a:pt x="99043" y="34150"/>
                    <a:pt x="99014" y="33603"/>
                    <a:pt x="98981" y="33055"/>
                  </a:cubicBezTo>
                  <a:cubicBezTo>
                    <a:pt x="99027" y="32976"/>
                    <a:pt x="99052" y="32878"/>
                    <a:pt x="99077" y="32796"/>
                  </a:cubicBezTo>
                  <a:cubicBezTo>
                    <a:pt x="99119" y="32663"/>
                    <a:pt x="99157" y="32528"/>
                    <a:pt x="99191" y="32394"/>
                  </a:cubicBezTo>
                  <a:cubicBezTo>
                    <a:pt x="99261" y="32126"/>
                    <a:pt x="99314" y="31853"/>
                    <a:pt x="99363" y="31580"/>
                  </a:cubicBezTo>
                  <a:cubicBezTo>
                    <a:pt x="99411" y="31307"/>
                    <a:pt x="99451" y="31032"/>
                    <a:pt x="99484" y="30757"/>
                  </a:cubicBezTo>
                  <a:cubicBezTo>
                    <a:pt x="99500" y="30619"/>
                    <a:pt x="99515" y="30480"/>
                    <a:pt x="99526" y="30342"/>
                  </a:cubicBezTo>
                  <a:cubicBezTo>
                    <a:pt x="99531" y="30270"/>
                    <a:pt x="99536" y="30199"/>
                    <a:pt x="99538" y="30126"/>
                  </a:cubicBezTo>
                  <a:cubicBezTo>
                    <a:pt x="99539" y="30066"/>
                    <a:pt x="99546" y="30002"/>
                    <a:pt x="99532" y="29944"/>
                  </a:cubicBezTo>
                  <a:cubicBezTo>
                    <a:pt x="99539" y="29942"/>
                    <a:pt x="99544" y="29940"/>
                    <a:pt x="99550" y="29939"/>
                  </a:cubicBezTo>
                  <a:cubicBezTo>
                    <a:pt x="99587" y="29924"/>
                    <a:pt x="99621" y="29898"/>
                    <a:pt x="99647" y="29868"/>
                  </a:cubicBezTo>
                  <a:cubicBezTo>
                    <a:pt x="99662" y="29853"/>
                    <a:pt x="99673" y="29834"/>
                    <a:pt x="99680" y="29814"/>
                  </a:cubicBezTo>
                  <a:cubicBezTo>
                    <a:pt x="99686" y="29801"/>
                    <a:pt x="99690" y="29786"/>
                    <a:pt x="99695" y="29771"/>
                  </a:cubicBezTo>
                  <a:cubicBezTo>
                    <a:pt x="99696" y="29766"/>
                    <a:pt x="99696" y="29763"/>
                    <a:pt x="99696" y="29758"/>
                  </a:cubicBezTo>
                  <a:cubicBezTo>
                    <a:pt x="99697" y="29739"/>
                    <a:pt x="99700" y="29717"/>
                    <a:pt x="99696" y="29698"/>
                  </a:cubicBezTo>
                  <a:cubicBezTo>
                    <a:pt x="99687" y="29660"/>
                    <a:pt x="99681" y="29644"/>
                    <a:pt x="99662" y="29611"/>
                  </a:cubicBezTo>
                  <a:cubicBezTo>
                    <a:pt x="99641" y="29579"/>
                    <a:pt x="99609" y="29557"/>
                    <a:pt x="99576" y="29540"/>
                  </a:cubicBezTo>
                  <a:cubicBezTo>
                    <a:pt x="99560" y="29532"/>
                    <a:pt x="99539" y="29527"/>
                    <a:pt x="99521" y="29522"/>
                  </a:cubicBezTo>
                  <a:cubicBezTo>
                    <a:pt x="99509" y="29519"/>
                    <a:pt x="99496" y="29518"/>
                    <a:pt x="99483" y="29518"/>
                  </a:cubicBezTo>
                  <a:cubicBezTo>
                    <a:pt x="99477" y="29518"/>
                    <a:pt x="99471" y="29519"/>
                    <a:pt x="99466" y="29519"/>
                  </a:cubicBezTo>
                  <a:cubicBezTo>
                    <a:pt x="99394" y="29519"/>
                    <a:pt x="99322" y="29568"/>
                    <a:pt x="99294" y="29634"/>
                  </a:cubicBezTo>
                  <a:cubicBezTo>
                    <a:pt x="99294" y="29637"/>
                    <a:pt x="99292" y="29638"/>
                    <a:pt x="99292" y="29639"/>
                  </a:cubicBezTo>
                  <a:cubicBezTo>
                    <a:pt x="99291" y="29642"/>
                    <a:pt x="99288" y="29644"/>
                    <a:pt x="99286" y="29649"/>
                  </a:cubicBezTo>
                  <a:cubicBezTo>
                    <a:pt x="99269" y="29683"/>
                    <a:pt x="99264" y="29724"/>
                    <a:pt x="99270" y="29763"/>
                  </a:cubicBezTo>
                  <a:cubicBezTo>
                    <a:pt x="99273" y="29781"/>
                    <a:pt x="99277" y="29799"/>
                    <a:pt x="99283" y="29819"/>
                  </a:cubicBezTo>
                  <a:cubicBezTo>
                    <a:pt x="99288" y="29836"/>
                    <a:pt x="99299" y="29854"/>
                    <a:pt x="99308" y="29869"/>
                  </a:cubicBezTo>
                  <a:cubicBezTo>
                    <a:pt x="99318" y="29886"/>
                    <a:pt x="99333" y="29900"/>
                    <a:pt x="99349" y="29911"/>
                  </a:cubicBezTo>
                  <a:cubicBezTo>
                    <a:pt x="99368" y="29928"/>
                    <a:pt x="99388" y="29936"/>
                    <a:pt x="99410" y="29944"/>
                  </a:cubicBezTo>
                  <a:cubicBezTo>
                    <a:pt x="99389" y="30000"/>
                    <a:pt x="99387" y="30065"/>
                    <a:pt x="99378" y="30122"/>
                  </a:cubicBezTo>
                  <a:cubicBezTo>
                    <a:pt x="99368" y="30187"/>
                    <a:pt x="99362" y="30249"/>
                    <a:pt x="99355" y="30314"/>
                  </a:cubicBezTo>
                  <a:cubicBezTo>
                    <a:pt x="99340" y="30451"/>
                    <a:pt x="99322" y="30589"/>
                    <a:pt x="99303" y="30726"/>
                  </a:cubicBezTo>
                  <a:cubicBezTo>
                    <a:pt x="99263" y="31000"/>
                    <a:pt x="99217" y="31274"/>
                    <a:pt x="99160" y="31545"/>
                  </a:cubicBezTo>
                  <a:cubicBezTo>
                    <a:pt x="99104" y="31818"/>
                    <a:pt x="99037" y="32087"/>
                    <a:pt x="98970" y="32357"/>
                  </a:cubicBezTo>
                  <a:cubicBezTo>
                    <a:pt x="98961" y="32389"/>
                    <a:pt x="98953" y="32418"/>
                    <a:pt x="98945" y="32450"/>
                  </a:cubicBezTo>
                  <a:cubicBezTo>
                    <a:pt x="98917" y="32016"/>
                    <a:pt x="98890" y="31583"/>
                    <a:pt x="98861" y="31149"/>
                  </a:cubicBezTo>
                  <a:cubicBezTo>
                    <a:pt x="98796" y="30216"/>
                    <a:pt x="98691" y="17688"/>
                    <a:pt x="98737" y="12830"/>
                  </a:cubicBezTo>
                  <a:cubicBezTo>
                    <a:pt x="98772" y="9199"/>
                    <a:pt x="98818" y="5570"/>
                    <a:pt x="98863" y="1938"/>
                  </a:cubicBezTo>
                  <a:cubicBezTo>
                    <a:pt x="99429" y="1935"/>
                    <a:pt x="99997" y="1931"/>
                    <a:pt x="100562" y="1926"/>
                  </a:cubicBezTo>
                  <a:cubicBezTo>
                    <a:pt x="100830" y="1924"/>
                    <a:pt x="100877" y="1512"/>
                    <a:pt x="100609" y="1512"/>
                  </a:cubicBezTo>
                  <a:cubicBezTo>
                    <a:pt x="100608" y="1512"/>
                    <a:pt x="100607" y="1512"/>
                    <a:pt x="100606" y="1512"/>
                  </a:cubicBezTo>
                  <a:cubicBezTo>
                    <a:pt x="100026" y="1515"/>
                    <a:pt x="99448" y="1520"/>
                    <a:pt x="98869" y="1524"/>
                  </a:cubicBezTo>
                  <a:cubicBezTo>
                    <a:pt x="98872" y="1317"/>
                    <a:pt x="98874" y="1111"/>
                    <a:pt x="98878" y="904"/>
                  </a:cubicBezTo>
                  <a:cubicBezTo>
                    <a:pt x="98878" y="835"/>
                    <a:pt x="98819" y="796"/>
                    <a:pt x="98765" y="796"/>
                  </a:cubicBezTo>
                  <a:cubicBezTo>
                    <a:pt x="98720" y="796"/>
                    <a:pt x="98677" y="823"/>
                    <a:pt x="98676" y="883"/>
                  </a:cubicBezTo>
                  <a:lnTo>
                    <a:pt x="98663" y="1525"/>
                  </a:lnTo>
                  <a:cubicBezTo>
                    <a:pt x="86506" y="1618"/>
                    <a:pt x="74345" y="1663"/>
                    <a:pt x="62188" y="1663"/>
                  </a:cubicBezTo>
                  <a:cubicBezTo>
                    <a:pt x="49445" y="1662"/>
                    <a:pt x="36703" y="1617"/>
                    <a:pt x="23961" y="1521"/>
                  </a:cubicBezTo>
                  <a:cubicBezTo>
                    <a:pt x="20731" y="1498"/>
                    <a:pt x="17502" y="1476"/>
                    <a:pt x="14271" y="1457"/>
                  </a:cubicBezTo>
                  <a:cubicBezTo>
                    <a:pt x="15004" y="1367"/>
                    <a:pt x="15737" y="1252"/>
                    <a:pt x="16458" y="1097"/>
                  </a:cubicBezTo>
                  <a:cubicBezTo>
                    <a:pt x="16712" y="1042"/>
                    <a:pt x="16966" y="984"/>
                    <a:pt x="17218" y="917"/>
                  </a:cubicBezTo>
                  <a:cubicBezTo>
                    <a:pt x="17454" y="854"/>
                    <a:pt x="17684" y="767"/>
                    <a:pt x="17910" y="674"/>
                  </a:cubicBezTo>
                  <a:cubicBezTo>
                    <a:pt x="17919" y="692"/>
                    <a:pt x="17928" y="708"/>
                    <a:pt x="17939" y="725"/>
                  </a:cubicBezTo>
                  <a:cubicBezTo>
                    <a:pt x="17950" y="741"/>
                    <a:pt x="17970" y="757"/>
                    <a:pt x="17983" y="769"/>
                  </a:cubicBezTo>
                  <a:cubicBezTo>
                    <a:pt x="17999" y="783"/>
                    <a:pt x="18021" y="794"/>
                    <a:pt x="18038" y="802"/>
                  </a:cubicBezTo>
                  <a:cubicBezTo>
                    <a:pt x="18057" y="812"/>
                    <a:pt x="18082" y="816"/>
                    <a:pt x="18101" y="819"/>
                  </a:cubicBezTo>
                  <a:cubicBezTo>
                    <a:pt x="18108" y="821"/>
                    <a:pt x="18117" y="823"/>
                    <a:pt x="18124" y="823"/>
                  </a:cubicBezTo>
                  <a:cubicBezTo>
                    <a:pt x="18132" y="823"/>
                    <a:pt x="18139" y="823"/>
                    <a:pt x="18147" y="823"/>
                  </a:cubicBezTo>
                  <a:cubicBezTo>
                    <a:pt x="18162" y="823"/>
                    <a:pt x="18177" y="822"/>
                    <a:pt x="18191" y="819"/>
                  </a:cubicBezTo>
                  <a:cubicBezTo>
                    <a:pt x="18213" y="816"/>
                    <a:pt x="18234" y="808"/>
                    <a:pt x="18255" y="802"/>
                  </a:cubicBezTo>
                  <a:cubicBezTo>
                    <a:pt x="18263" y="799"/>
                    <a:pt x="18270" y="795"/>
                    <a:pt x="18278" y="791"/>
                  </a:cubicBezTo>
                  <a:cubicBezTo>
                    <a:pt x="18296" y="780"/>
                    <a:pt x="18320" y="768"/>
                    <a:pt x="18336" y="752"/>
                  </a:cubicBezTo>
                  <a:cubicBezTo>
                    <a:pt x="18351" y="738"/>
                    <a:pt x="18369" y="721"/>
                    <a:pt x="18381" y="703"/>
                  </a:cubicBezTo>
                  <a:cubicBezTo>
                    <a:pt x="18392" y="685"/>
                    <a:pt x="18404" y="664"/>
                    <a:pt x="18411" y="645"/>
                  </a:cubicBezTo>
                  <a:lnTo>
                    <a:pt x="18424" y="619"/>
                  </a:lnTo>
                  <a:cubicBezTo>
                    <a:pt x="18424" y="618"/>
                    <a:pt x="18425" y="617"/>
                    <a:pt x="18425" y="614"/>
                  </a:cubicBezTo>
                  <a:cubicBezTo>
                    <a:pt x="18430" y="602"/>
                    <a:pt x="18435" y="575"/>
                    <a:pt x="18437" y="564"/>
                  </a:cubicBezTo>
                  <a:lnTo>
                    <a:pt x="18437" y="562"/>
                  </a:lnTo>
                  <a:cubicBezTo>
                    <a:pt x="18441" y="542"/>
                    <a:pt x="18438" y="522"/>
                    <a:pt x="18436" y="503"/>
                  </a:cubicBezTo>
                  <a:lnTo>
                    <a:pt x="18436" y="499"/>
                  </a:lnTo>
                  <a:lnTo>
                    <a:pt x="18436" y="496"/>
                  </a:lnTo>
                  <a:cubicBezTo>
                    <a:pt x="18433" y="483"/>
                    <a:pt x="18425" y="458"/>
                    <a:pt x="18421" y="445"/>
                  </a:cubicBezTo>
                  <a:cubicBezTo>
                    <a:pt x="18398" y="383"/>
                    <a:pt x="18342" y="343"/>
                    <a:pt x="18284" y="317"/>
                  </a:cubicBezTo>
                  <a:cubicBezTo>
                    <a:pt x="18279" y="316"/>
                    <a:pt x="18277" y="315"/>
                    <a:pt x="18273" y="313"/>
                  </a:cubicBezTo>
                  <a:cubicBezTo>
                    <a:pt x="18272" y="313"/>
                    <a:pt x="18268" y="312"/>
                    <a:pt x="18267" y="312"/>
                  </a:cubicBezTo>
                  <a:cubicBezTo>
                    <a:pt x="18241" y="305"/>
                    <a:pt x="18216" y="298"/>
                    <a:pt x="18188" y="298"/>
                  </a:cubicBezTo>
                  <a:cubicBezTo>
                    <a:pt x="18179" y="298"/>
                    <a:pt x="18169" y="299"/>
                    <a:pt x="18158" y="301"/>
                  </a:cubicBezTo>
                  <a:cubicBezTo>
                    <a:pt x="18146" y="304"/>
                    <a:pt x="18118" y="312"/>
                    <a:pt x="18106" y="317"/>
                  </a:cubicBezTo>
                  <a:lnTo>
                    <a:pt x="18097" y="322"/>
                  </a:lnTo>
                  <a:cubicBezTo>
                    <a:pt x="18078" y="324"/>
                    <a:pt x="18058" y="329"/>
                    <a:pt x="18041" y="338"/>
                  </a:cubicBezTo>
                  <a:cubicBezTo>
                    <a:pt x="18023" y="345"/>
                    <a:pt x="18005" y="357"/>
                    <a:pt x="17990" y="368"/>
                  </a:cubicBezTo>
                  <a:cubicBezTo>
                    <a:pt x="17983" y="372"/>
                    <a:pt x="17977" y="378"/>
                    <a:pt x="17974" y="382"/>
                  </a:cubicBezTo>
                  <a:cubicBezTo>
                    <a:pt x="17944" y="411"/>
                    <a:pt x="17931" y="425"/>
                    <a:pt x="17914" y="463"/>
                  </a:cubicBezTo>
                  <a:cubicBezTo>
                    <a:pt x="17910" y="470"/>
                    <a:pt x="17906" y="477"/>
                    <a:pt x="17905" y="485"/>
                  </a:cubicBezTo>
                  <a:cubicBezTo>
                    <a:pt x="17895" y="518"/>
                    <a:pt x="17892" y="542"/>
                    <a:pt x="17889" y="573"/>
                  </a:cubicBezTo>
                  <a:cubicBezTo>
                    <a:pt x="17679" y="602"/>
                    <a:pt x="17467" y="634"/>
                    <a:pt x="17256" y="663"/>
                  </a:cubicBezTo>
                  <a:cubicBezTo>
                    <a:pt x="17025" y="696"/>
                    <a:pt x="16797" y="757"/>
                    <a:pt x="16569" y="802"/>
                  </a:cubicBezTo>
                  <a:cubicBezTo>
                    <a:pt x="16115" y="893"/>
                    <a:pt x="15660" y="981"/>
                    <a:pt x="15203" y="1053"/>
                  </a:cubicBezTo>
                  <a:cubicBezTo>
                    <a:pt x="14281" y="1203"/>
                    <a:pt x="13351" y="1306"/>
                    <a:pt x="12417" y="1362"/>
                  </a:cubicBezTo>
                  <a:cubicBezTo>
                    <a:pt x="12157" y="1378"/>
                    <a:pt x="11898" y="1394"/>
                    <a:pt x="11639" y="1409"/>
                  </a:cubicBezTo>
                  <a:cubicBezTo>
                    <a:pt x="11511" y="1416"/>
                    <a:pt x="11385" y="1424"/>
                    <a:pt x="11259" y="1439"/>
                  </a:cubicBezTo>
                  <a:lnTo>
                    <a:pt x="11217" y="1443"/>
                  </a:lnTo>
                  <a:lnTo>
                    <a:pt x="11206" y="1443"/>
                  </a:lnTo>
                  <a:cubicBezTo>
                    <a:pt x="11623" y="1322"/>
                    <a:pt x="12034" y="1179"/>
                    <a:pt x="12436" y="1016"/>
                  </a:cubicBezTo>
                  <a:cubicBezTo>
                    <a:pt x="12941" y="810"/>
                    <a:pt x="13431" y="568"/>
                    <a:pt x="13907" y="299"/>
                  </a:cubicBezTo>
                  <a:cubicBezTo>
                    <a:pt x="14000" y="246"/>
                    <a:pt x="13985" y="108"/>
                    <a:pt x="13874" y="92"/>
                  </a:cubicBezTo>
                  <a:cubicBezTo>
                    <a:pt x="13430" y="31"/>
                    <a:pt x="12982" y="1"/>
                    <a:pt x="125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95040" y="3060360"/>
            <a:ext cx="715356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3657600" y="1670400"/>
            <a:ext cx="182844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100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xx%</a:t>
            </a:r>
            <a:endParaRPr b="0" lang="fr-FR" sz="10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645920" y="1474560"/>
            <a:ext cx="5851800" cy="219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b="0" lang="fr-FR" sz="9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6" name="Google Shape;65;p8"/>
          <p:cNvGrpSpPr/>
          <p:nvPr/>
        </p:nvGrpSpPr>
        <p:grpSpPr>
          <a:xfrm>
            <a:off x="228960" y="201960"/>
            <a:ext cx="8686080" cy="4739400"/>
            <a:chOff x="228960" y="201960"/>
            <a:chExt cx="8686080" cy="4739400"/>
          </a:xfrm>
        </p:grpSpPr>
        <p:sp>
          <p:nvSpPr>
            <p:cNvPr id="127" name="Google Shape;66;p8"/>
            <p:cNvSpPr/>
            <p:nvPr/>
          </p:nvSpPr>
          <p:spPr>
            <a:xfrm>
              <a:off x="690840" y="356040"/>
              <a:ext cx="526320" cy="128160"/>
            </a:xfrm>
            <a:custGeom>
              <a:avLst/>
              <a:gdLst>
                <a:gd name="textAreaLeft" fmla="*/ 0 w 526320"/>
                <a:gd name="textAreaRight" fmla="*/ 526680 w 52632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6155" h="1501">
                  <a:moveTo>
                    <a:pt x="272" y="0"/>
                  </a:moveTo>
                  <a:cubicBezTo>
                    <a:pt x="193" y="0"/>
                    <a:pt x="109" y="10"/>
                    <a:pt x="44" y="47"/>
                  </a:cubicBezTo>
                  <a:cubicBezTo>
                    <a:pt x="14" y="64"/>
                    <a:pt x="1" y="111"/>
                    <a:pt x="34" y="133"/>
                  </a:cubicBezTo>
                  <a:cubicBezTo>
                    <a:pt x="107" y="179"/>
                    <a:pt x="197" y="194"/>
                    <a:pt x="283" y="208"/>
                  </a:cubicBezTo>
                  <a:cubicBezTo>
                    <a:pt x="383" y="224"/>
                    <a:pt x="486" y="230"/>
                    <a:pt x="586" y="246"/>
                  </a:cubicBezTo>
                  <a:cubicBezTo>
                    <a:pt x="773" y="276"/>
                    <a:pt x="958" y="315"/>
                    <a:pt x="1142" y="361"/>
                  </a:cubicBezTo>
                  <a:cubicBezTo>
                    <a:pt x="1519" y="459"/>
                    <a:pt x="1892" y="574"/>
                    <a:pt x="2261" y="696"/>
                  </a:cubicBezTo>
                  <a:cubicBezTo>
                    <a:pt x="2995" y="940"/>
                    <a:pt x="3733" y="1198"/>
                    <a:pt x="4509" y="1263"/>
                  </a:cubicBezTo>
                  <a:cubicBezTo>
                    <a:pt x="4617" y="1272"/>
                    <a:pt x="4725" y="1277"/>
                    <a:pt x="4833" y="1277"/>
                  </a:cubicBezTo>
                  <a:cubicBezTo>
                    <a:pt x="4938" y="1277"/>
                    <a:pt x="5043" y="1273"/>
                    <a:pt x="5148" y="1263"/>
                  </a:cubicBezTo>
                  <a:cubicBezTo>
                    <a:pt x="5259" y="1254"/>
                    <a:pt x="5363" y="1233"/>
                    <a:pt x="5472" y="1210"/>
                  </a:cubicBezTo>
                  <a:cubicBezTo>
                    <a:pt x="5541" y="1195"/>
                    <a:pt x="5611" y="1178"/>
                    <a:pt x="5680" y="1158"/>
                  </a:cubicBezTo>
                  <a:lnTo>
                    <a:pt x="5680" y="1158"/>
                  </a:lnTo>
                  <a:cubicBezTo>
                    <a:pt x="5676" y="1172"/>
                    <a:pt x="5673" y="1184"/>
                    <a:pt x="5671" y="1198"/>
                  </a:cubicBezTo>
                  <a:cubicBezTo>
                    <a:pt x="5667" y="1218"/>
                    <a:pt x="5669" y="1239"/>
                    <a:pt x="5671" y="1260"/>
                  </a:cubicBezTo>
                  <a:cubicBezTo>
                    <a:pt x="5671" y="1262"/>
                    <a:pt x="5672" y="1266"/>
                    <a:pt x="5672" y="1270"/>
                  </a:cubicBezTo>
                  <a:cubicBezTo>
                    <a:pt x="5672" y="1271"/>
                    <a:pt x="5673" y="1272"/>
                    <a:pt x="5673" y="1273"/>
                  </a:cubicBezTo>
                  <a:cubicBezTo>
                    <a:pt x="5660" y="1297"/>
                    <a:pt x="5653" y="1316"/>
                    <a:pt x="5649" y="1344"/>
                  </a:cubicBezTo>
                  <a:cubicBezTo>
                    <a:pt x="5648" y="1363"/>
                    <a:pt x="5648" y="1385"/>
                    <a:pt x="5651" y="1404"/>
                  </a:cubicBezTo>
                  <a:cubicBezTo>
                    <a:pt x="5660" y="1453"/>
                    <a:pt x="5701" y="1487"/>
                    <a:pt x="5749" y="1496"/>
                  </a:cubicBezTo>
                  <a:cubicBezTo>
                    <a:pt x="5769" y="1499"/>
                    <a:pt x="5789" y="1500"/>
                    <a:pt x="5809" y="1500"/>
                  </a:cubicBezTo>
                  <a:cubicBezTo>
                    <a:pt x="5927" y="1500"/>
                    <a:pt x="6044" y="1449"/>
                    <a:pt x="6094" y="1337"/>
                  </a:cubicBezTo>
                  <a:cubicBezTo>
                    <a:pt x="6102" y="1321"/>
                    <a:pt x="6105" y="1305"/>
                    <a:pt x="6110" y="1288"/>
                  </a:cubicBezTo>
                  <a:cubicBezTo>
                    <a:pt x="6126" y="1258"/>
                    <a:pt x="6137" y="1226"/>
                    <a:pt x="6143" y="1191"/>
                  </a:cubicBezTo>
                  <a:cubicBezTo>
                    <a:pt x="6155" y="1113"/>
                    <a:pt x="6102" y="1038"/>
                    <a:pt x="6038" y="996"/>
                  </a:cubicBezTo>
                  <a:cubicBezTo>
                    <a:pt x="5999" y="970"/>
                    <a:pt x="5961" y="953"/>
                    <a:pt x="5915" y="942"/>
                  </a:cubicBezTo>
                  <a:cubicBezTo>
                    <a:pt x="5896" y="938"/>
                    <a:pt x="5878" y="932"/>
                    <a:pt x="5857" y="931"/>
                  </a:cubicBezTo>
                  <a:cubicBezTo>
                    <a:pt x="5848" y="931"/>
                    <a:pt x="5835" y="930"/>
                    <a:pt x="5824" y="930"/>
                  </a:cubicBezTo>
                  <a:cubicBezTo>
                    <a:pt x="5814" y="930"/>
                    <a:pt x="5806" y="930"/>
                    <a:pt x="5799" y="932"/>
                  </a:cubicBezTo>
                  <a:cubicBezTo>
                    <a:pt x="5758" y="941"/>
                    <a:pt x="5724" y="963"/>
                    <a:pt x="5698" y="997"/>
                  </a:cubicBezTo>
                  <a:cubicBezTo>
                    <a:pt x="5691" y="1006"/>
                    <a:pt x="5687" y="1014"/>
                    <a:pt x="5683" y="1024"/>
                  </a:cubicBezTo>
                  <a:cubicBezTo>
                    <a:pt x="5612" y="1030"/>
                    <a:pt x="5543" y="1042"/>
                    <a:pt x="5472" y="1048"/>
                  </a:cubicBezTo>
                  <a:cubicBezTo>
                    <a:pt x="5370" y="1058"/>
                    <a:pt x="5269" y="1058"/>
                    <a:pt x="5168" y="1059"/>
                  </a:cubicBezTo>
                  <a:cubicBezTo>
                    <a:pt x="5138" y="1059"/>
                    <a:pt x="5109" y="1060"/>
                    <a:pt x="5079" y="1060"/>
                  </a:cubicBezTo>
                  <a:cubicBezTo>
                    <a:pt x="4924" y="1060"/>
                    <a:pt x="4767" y="1050"/>
                    <a:pt x="4611" y="1036"/>
                  </a:cubicBezTo>
                  <a:cubicBezTo>
                    <a:pt x="4233" y="1002"/>
                    <a:pt x="3859" y="921"/>
                    <a:pt x="3493" y="824"/>
                  </a:cubicBezTo>
                  <a:cubicBezTo>
                    <a:pt x="2751" y="625"/>
                    <a:pt x="2036" y="328"/>
                    <a:pt x="1286" y="152"/>
                  </a:cubicBezTo>
                  <a:cubicBezTo>
                    <a:pt x="1085" y="103"/>
                    <a:pt x="879" y="64"/>
                    <a:pt x="673" y="36"/>
                  </a:cubicBezTo>
                  <a:cubicBezTo>
                    <a:pt x="566" y="22"/>
                    <a:pt x="461" y="10"/>
                    <a:pt x="355" y="3"/>
                  </a:cubicBezTo>
                  <a:cubicBezTo>
                    <a:pt x="329" y="2"/>
                    <a:pt x="301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67;p8"/>
            <p:cNvSpPr/>
            <p:nvPr/>
          </p:nvSpPr>
          <p:spPr>
            <a:xfrm>
              <a:off x="228960" y="201960"/>
              <a:ext cx="8686080" cy="4739400"/>
            </a:xfrm>
            <a:custGeom>
              <a:avLst/>
              <a:gdLst>
                <a:gd name="textAreaLeft" fmla="*/ 0 w 8686080"/>
                <a:gd name="textAreaRight" fmla="*/ 8686440 w 8686080"/>
                <a:gd name="textAreaTop" fmla="*/ 0 h 4739400"/>
                <a:gd name="textAreaBottom" fmla="*/ 4739760 h 4739400"/>
              </a:gdLst>
              <a:ahLst/>
              <a:cxnLst/>
              <a:rect l="textAreaLeft" t="textAreaTop" r="textAreaRight" b="textAreaBottom"/>
              <a:pathLst>
                <a:path w="101509" h="55387">
                  <a:moveTo>
                    <a:pt x="12567" y="225"/>
                  </a:moveTo>
                  <a:cubicBezTo>
                    <a:pt x="12883" y="225"/>
                    <a:pt x="13197" y="239"/>
                    <a:pt x="13511" y="268"/>
                  </a:cubicBezTo>
                  <a:cubicBezTo>
                    <a:pt x="12773" y="663"/>
                    <a:pt x="11987" y="977"/>
                    <a:pt x="11184" y="1208"/>
                  </a:cubicBezTo>
                  <a:cubicBezTo>
                    <a:pt x="10875" y="1296"/>
                    <a:pt x="10563" y="1372"/>
                    <a:pt x="10249" y="1436"/>
                  </a:cubicBezTo>
                  <a:cubicBezTo>
                    <a:pt x="9859" y="1435"/>
                    <a:pt x="9470" y="1432"/>
                    <a:pt x="9080" y="1431"/>
                  </a:cubicBezTo>
                  <a:cubicBezTo>
                    <a:pt x="9352" y="1349"/>
                    <a:pt x="9623" y="1257"/>
                    <a:pt x="9890" y="1156"/>
                  </a:cubicBezTo>
                  <a:cubicBezTo>
                    <a:pt x="10151" y="1059"/>
                    <a:pt x="10394" y="936"/>
                    <a:pt x="10635" y="798"/>
                  </a:cubicBezTo>
                  <a:cubicBezTo>
                    <a:pt x="10709" y="756"/>
                    <a:pt x="10675" y="657"/>
                    <a:pt x="10603" y="657"/>
                  </a:cubicBezTo>
                  <a:cubicBezTo>
                    <a:pt x="10594" y="657"/>
                    <a:pt x="10584" y="659"/>
                    <a:pt x="10573" y="662"/>
                  </a:cubicBezTo>
                  <a:cubicBezTo>
                    <a:pt x="10346" y="739"/>
                    <a:pt x="10121" y="813"/>
                    <a:pt x="9896" y="893"/>
                  </a:cubicBezTo>
                  <a:cubicBezTo>
                    <a:pt x="9668" y="973"/>
                    <a:pt x="9442" y="1059"/>
                    <a:pt x="9212" y="1131"/>
                  </a:cubicBezTo>
                  <a:cubicBezTo>
                    <a:pt x="8851" y="1245"/>
                    <a:pt x="8488" y="1343"/>
                    <a:pt x="8120" y="1425"/>
                  </a:cubicBezTo>
                  <a:cubicBezTo>
                    <a:pt x="8019" y="1425"/>
                    <a:pt x="7917" y="1423"/>
                    <a:pt x="7815" y="1423"/>
                  </a:cubicBezTo>
                  <a:cubicBezTo>
                    <a:pt x="8381" y="1115"/>
                    <a:pt x="8977" y="863"/>
                    <a:pt x="9590" y="673"/>
                  </a:cubicBezTo>
                  <a:cubicBezTo>
                    <a:pt x="10465" y="401"/>
                    <a:pt x="11383" y="250"/>
                    <a:pt x="12299" y="228"/>
                  </a:cubicBezTo>
                  <a:cubicBezTo>
                    <a:pt x="12388" y="226"/>
                    <a:pt x="12478" y="225"/>
                    <a:pt x="12567" y="225"/>
                  </a:cubicBezTo>
                  <a:close/>
                  <a:moveTo>
                    <a:pt x="1915" y="3366"/>
                  </a:moveTo>
                  <a:cubicBezTo>
                    <a:pt x="1916" y="3366"/>
                    <a:pt x="1918" y="3370"/>
                    <a:pt x="1916" y="3374"/>
                  </a:cubicBezTo>
                  <a:cubicBezTo>
                    <a:pt x="1914" y="3368"/>
                    <a:pt x="1914" y="3366"/>
                    <a:pt x="1915" y="3366"/>
                  </a:cubicBezTo>
                  <a:close/>
                  <a:moveTo>
                    <a:pt x="3484" y="2175"/>
                  </a:moveTo>
                  <a:cubicBezTo>
                    <a:pt x="3533" y="2175"/>
                    <a:pt x="3583" y="2175"/>
                    <a:pt x="3632" y="2177"/>
                  </a:cubicBezTo>
                  <a:cubicBezTo>
                    <a:pt x="4168" y="2186"/>
                    <a:pt x="4699" y="2277"/>
                    <a:pt x="5213" y="2430"/>
                  </a:cubicBezTo>
                  <a:cubicBezTo>
                    <a:pt x="6236" y="2738"/>
                    <a:pt x="7154" y="3276"/>
                    <a:pt x="8048" y="3846"/>
                  </a:cubicBezTo>
                  <a:cubicBezTo>
                    <a:pt x="8301" y="4007"/>
                    <a:pt x="8552" y="4173"/>
                    <a:pt x="8801" y="4342"/>
                  </a:cubicBezTo>
                  <a:lnTo>
                    <a:pt x="8843" y="4371"/>
                  </a:lnTo>
                  <a:cubicBezTo>
                    <a:pt x="8366" y="4405"/>
                    <a:pt x="7890" y="4429"/>
                    <a:pt x="7414" y="4429"/>
                  </a:cubicBezTo>
                  <a:cubicBezTo>
                    <a:pt x="6903" y="4429"/>
                    <a:pt x="6392" y="4401"/>
                    <a:pt x="5881" y="4325"/>
                  </a:cubicBezTo>
                  <a:cubicBezTo>
                    <a:pt x="5348" y="4244"/>
                    <a:pt x="4827" y="4106"/>
                    <a:pt x="4330" y="3896"/>
                  </a:cubicBezTo>
                  <a:cubicBezTo>
                    <a:pt x="3876" y="3705"/>
                    <a:pt x="3454" y="3458"/>
                    <a:pt x="3056" y="3170"/>
                  </a:cubicBezTo>
                  <a:cubicBezTo>
                    <a:pt x="2770" y="2963"/>
                    <a:pt x="2507" y="2731"/>
                    <a:pt x="2261" y="2481"/>
                  </a:cubicBezTo>
                  <a:lnTo>
                    <a:pt x="2261" y="2481"/>
                  </a:lnTo>
                  <a:cubicBezTo>
                    <a:pt x="3294" y="2821"/>
                    <a:pt x="4321" y="3172"/>
                    <a:pt x="5351" y="3517"/>
                  </a:cubicBezTo>
                  <a:cubicBezTo>
                    <a:pt x="5521" y="3573"/>
                    <a:pt x="5691" y="3626"/>
                    <a:pt x="5861" y="3678"/>
                  </a:cubicBezTo>
                  <a:cubicBezTo>
                    <a:pt x="6033" y="3731"/>
                    <a:pt x="6216" y="3755"/>
                    <a:pt x="6394" y="3791"/>
                  </a:cubicBezTo>
                  <a:cubicBezTo>
                    <a:pt x="6399" y="3792"/>
                    <a:pt x="6404" y="3792"/>
                    <a:pt x="6409" y="3792"/>
                  </a:cubicBezTo>
                  <a:cubicBezTo>
                    <a:pt x="6479" y="3792"/>
                    <a:pt x="6491" y="3684"/>
                    <a:pt x="6428" y="3654"/>
                  </a:cubicBezTo>
                  <a:cubicBezTo>
                    <a:pt x="6285" y="3586"/>
                    <a:pt x="6143" y="3502"/>
                    <a:pt x="5995" y="3448"/>
                  </a:cubicBezTo>
                  <a:cubicBezTo>
                    <a:pt x="5846" y="3396"/>
                    <a:pt x="5696" y="3338"/>
                    <a:pt x="5545" y="3291"/>
                  </a:cubicBezTo>
                  <a:cubicBezTo>
                    <a:pt x="5246" y="3193"/>
                    <a:pt x="4946" y="3097"/>
                    <a:pt x="4648" y="3000"/>
                  </a:cubicBezTo>
                  <a:cubicBezTo>
                    <a:pt x="4045" y="2805"/>
                    <a:pt x="3442" y="2608"/>
                    <a:pt x="2839" y="2414"/>
                  </a:cubicBezTo>
                  <a:cubicBezTo>
                    <a:pt x="2674" y="2360"/>
                    <a:pt x="2509" y="2305"/>
                    <a:pt x="2347" y="2250"/>
                  </a:cubicBezTo>
                  <a:cubicBezTo>
                    <a:pt x="2724" y="2207"/>
                    <a:pt x="3103" y="2175"/>
                    <a:pt x="3484" y="2175"/>
                  </a:cubicBezTo>
                  <a:close/>
                  <a:moveTo>
                    <a:pt x="1569" y="6790"/>
                  </a:moveTo>
                  <a:lnTo>
                    <a:pt x="1565" y="7157"/>
                  </a:lnTo>
                  <a:cubicBezTo>
                    <a:pt x="1545" y="7080"/>
                    <a:pt x="1524" y="7003"/>
                    <a:pt x="1502" y="6924"/>
                  </a:cubicBezTo>
                  <a:cubicBezTo>
                    <a:pt x="1500" y="6922"/>
                    <a:pt x="1500" y="6919"/>
                    <a:pt x="1499" y="6916"/>
                  </a:cubicBezTo>
                  <a:cubicBezTo>
                    <a:pt x="1523" y="6875"/>
                    <a:pt x="1546" y="6833"/>
                    <a:pt x="1569" y="6790"/>
                  </a:cubicBezTo>
                  <a:close/>
                  <a:moveTo>
                    <a:pt x="1960" y="3524"/>
                  </a:moveTo>
                  <a:lnTo>
                    <a:pt x="1960" y="3524"/>
                  </a:lnTo>
                  <a:cubicBezTo>
                    <a:pt x="2229" y="3727"/>
                    <a:pt x="2447" y="3991"/>
                    <a:pt x="2636" y="4273"/>
                  </a:cubicBezTo>
                  <a:cubicBezTo>
                    <a:pt x="2886" y="4645"/>
                    <a:pt x="3099" y="5044"/>
                    <a:pt x="3281" y="5451"/>
                  </a:cubicBezTo>
                  <a:cubicBezTo>
                    <a:pt x="3649" y="6272"/>
                    <a:pt x="3888" y="7152"/>
                    <a:pt x="3986" y="8047"/>
                  </a:cubicBezTo>
                  <a:cubicBezTo>
                    <a:pt x="4028" y="8419"/>
                    <a:pt x="4045" y="8794"/>
                    <a:pt x="4035" y="9168"/>
                  </a:cubicBezTo>
                  <a:cubicBezTo>
                    <a:pt x="3580" y="8594"/>
                    <a:pt x="3157" y="7997"/>
                    <a:pt x="2775" y="7373"/>
                  </a:cubicBezTo>
                  <a:cubicBezTo>
                    <a:pt x="2551" y="7010"/>
                    <a:pt x="2337" y="6637"/>
                    <a:pt x="2177" y="6241"/>
                  </a:cubicBezTo>
                  <a:cubicBezTo>
                    <a:pt x="2013" y="5837"/>
                    <a:pt x="1930" y="5412"/>
                    <a:pt x="1894" y="4978"/>
                  </a:cubicBezTo>
                  <a:cubicBezTo>
                    <a:pt x="1876" y="4736"/>
                    <a:pt x="1876" y="4495"/>
                    <a:pt x="1871" y="4253"/>
                  </a:cubicBezTo>
                  <a:lnTo>
                    <a:pt x="1871" y="4158"/>
                  </a:lnTo>
                  <a:cubicBezTo>
                    <a:pt x="1903" y="4258"/>
                    <a:pt x="1941" y="4356"/>
                    <a:pt x="1977" y="4453"/>
                  </a:cubicBezTo>
                  <a:cubicBezTo>
                    <a:pt x="2139" y="4890"/>
                    <a:pt x="2301" y="5328"/>
                    <a:pt x="2464" y="5764"/>
                  </a:cubicBezTo>
                  <a:cubicBezTo>
                    <a:pt x="2546" y="5981"/>
                    <a:pt x="2625" y="6203"/>
                    <a:pt x="2720" y="6414"/>
                  </a:cubicBezTo>
                  <a:cubicBezTo>
                    <a:pt x="2816" y="6631"/>
                    <a:pt x="2929" y="6842"/>
                    <a:pt x="3040" y="7050"/>
                  </a:cubicBezTo>
                  <a:cubicBezTo>
                    <a:pt x="3054" y="7077"/>
                    <a:pt x="3082" y="7090"/>
                    <a:pt x="3108" y="7090"/>
                  </a:cubicBezTo>
                  <a:cubicBezTo>
                    <a:pt x="3150" y="7090"/>
                    <a:pt x="3190" y="7060"/>
                    <a:pt x="3178" y="7007"/>
                  </a:cubicBezTo>
                  <a:cubicBezTo>
                    <a:pt x="3147" y="6880"/>
                    <a:pt x="3113" y="6755"/>
                    <a:pt x="3083" y="6629"/>
                  </a:cubicBezTo>
                  <a:cubicBezTo>
                    <a:pt x="3050" y="6499"/>
                    <a:pt x="3019" y="6367"/>
                    <a:pt x="2975" y="6239"/>
                  </a:cubicBezTo>
                  <a:cubicBezTo>
                    <a:pt x="2886" y="5985"/>
                    <a:pt x="2794" y="5731"/>
                    <a:pt x="2699" y="5479"/>
                  </a:cubicBezTo>
                  <a:lnTo>
                    <a:pt x="2131" y="3980"/>
                  </a:lnTo>
                  <a:cubicBezTo>
                    <a:pt x="2079" y="3843"/>
                    <a:pt x="2028" y="3706"/>
                    <a:pt x="1977" y="3569"/>
                  </a:cubicBezTo>
                  <a:lnTo>
                    <a:pt x="1960" y="3524"/>
                  </a:lnTo>
                  <a:close/>
                  <a:moveTo>
                    <a:pt x="3710" y="11246"/>
                  </a:moveTo>
                  <a:lnTo>
                    <a:pt x="3710" y="11246"/>
                  </a:lnTo>
                  <a:cubicBezTo>
                    <a:pt x="3708" y="11250"/>
                    <a:pt x="3706" y="11253"/>
                    <a:pt x="3704" y="11257"/>
                  </a:cubicBezTo>
                  <a:lnTo>
                    <a:pt x="3704" y="11257"/>
                  </a:lnTo>
                  <a:cubicBezTo>
                    <a:pt x="3706" y="11253"/>
                    <a:pt x="3708" y="11250"/>
                    <a:pt x="3710" y="11246"/>
                  </a:cubicBezTo>
                  <a:close/>
                  <a:moveTo>
                    <a:pt x="1405" y="7467"/>
                  </a:moveTo>
                  <a:cubicBezTo>
                    <a:pt x="1452" y="7686"/>
                    <a:pt x="1487" y="7909"/>
                    <a:pt x="1516" y="8130"/>
                  </a:cubicBezTo>
                  <a:cubicBezTo>
                    <a:pt x="1529" y="8230"/>
                    <a:pt x="1540" y="8330"/>
                    <a:pt x="1549" y="8430"/>
                  </a:cubicBezTo>
                  <a:cubicBezTo>
                    <a:pt x="1547" y="8593"/>
                    <a:pt x="1545" y="8756"/>
                    <a:pt x="1543" y="8918"/>
                  </a:cubicBezTo>
                  <a:cubicBezTo>
                    <a:pt x="1540" y="9253"/>
                    <a:pt x="1535" y="9588"/>
                    <a:pt x="1530" y="9923"/>
                  </a:cubicBezTo>
                  <a:cubicBezTo>
                    <a:pt x="1469" y="10491"/>
                    <a:pt x="1344" y="11048"/>
                    <a:pt x="1156" y="11585"/>
                  </a:cubicBezTo>
                  <a:cubicBezTo>
                    <a:pt x="1038" y="11921"/>
                    <a:pt x="897" y="12249"/>
                    <a:pt x="733" y="12564"/>
                  </a:cubicBezTo>
                  <a:cubicBezTo>
                    <a:pt x="428" y="11881"/>
                    <a:pt x="316" y="11128"/>
                    <a:pt x="356" y="10379"/>
                  </a:cubicBezTo>
                  <a:cubicBezTo>
                    <a:pt x="404" y="9515"/>
                    <a:pt x="640" y="8668"/>
                    <a:pt x="999" y="7881"/>
                  </a:cubicBezTo>
                  <a:cubicBezTo>
                    <a:pt x="1040" y="7793"/>
                    <a:pt x="1082" y="7707"/>
                    <a:pt x="1125" y="7620"/>
                  </a:cubicBezTo>
                  <a:lnTo>
                    <a:pt x="1125" y="7620"/>
                  </a:lnTo>
                  <a:cubicBezTo>
                    <a:pt x="1075" y="7883"/>
                    <a:pt x="1031" y="8147"/>
                    <a:pt x="996" y="8412"/>
                  </a:cubicBezTo>
                  <a:cubicBezTo>
                    <a:pt x="930" y="8907"/>
                    <a:pt x="884" y="9412"/>
                    <a:pt x="893" y="9912"/>
                  </a:cubicBezTo>
                  <a:cubicBezTo>
                    <a:pt x="895" y="10053"/>
                    <a:pt x="899" y="10194"/>
                    <a:pt x="905" y="10334"/>
                  </a:cubicBezTo>
                  <a:cubicBezTo>
                    <a:pt x="912" y="10480"/>
                    <a:pt x="938" y="10623"/>
                    <a:pt x="963" y="10765"/>
                  </a:cubicBezTo>
                  <a:cubicBezTo>
                    <a:pt x="970" y="10809"/>
                    <a:pt x="1006" y="10830"/>
                    <a:pt x="1042" y="10830"/>
                  </a:cubicBezTo>
                  <a:cubicBezTo>
                    <a:pt x="1079" y="10830"/>
                    <a:pt x="1116" y="10807"/>
                    <a:pt x="1120" y="10761"/>
                  </a:cubicBezTo>
                  <a:cubicBezTo>
                    <a:pt x="1133" y="10639"/>
                    <a:pt x="1152" y="10515"/>
                    <a:pt x="1156" y="10393"/>
                  </a:cubicBezTo>
                  <a:cubicBezTo>
                    <a:pt x="1161" y="10270"/>
                    <a:pt x="1163" y="10146"/>
                    <a:pt x="1169" y="10021"/>
                  </a:cubicBezTo>
                  <a:cubicBezTo>
                    <a:pt x="1180" y="9773"/>
                    <a:pt x="1188" y="9525"/>
                    <a:pt x="1203" y="9277"/>
                  </a:cubicBezTo>
                  <a:cubicBezTo>
                    <a:pt x="1232" y="8781"/>
                    <a:pt x="1279" y="8285"/>
                    <a:pt x="1353" y="7793"/>
                  </a:cubicBezTo>
                  <a:cubicBezTo>
                    <a:pt x="1370" y="7685"/>
                    <a:pt x="1387" y="7575"/>
                    <a:pt x="1405" y="7467"/>
                  </a:cubicBezTo>
                  <a:close/>
                  <a:moveTo>
                    <a:pt x="97425" y="31858"/>
                  </a:moveTo>
                  <a:cubicBezTo>
                    <a:pt x="97425" y="31858"/>
                    <a:pt x="97425" y="31860"/>
                    <a:pt x="97424" y="31861"/>
                  </a:cubicBezTo>
                  <a:cubicBezTo>
                    <a:pt x="97424" y="31860"/>
                    <a:pt x="97424" y="31860"/>
                    <a:pt x="97425" y="31858"/>
                  </a:cubicBezTo>
                  <a:close/>
                  <a:moveTo>
                    <a:pt x="97425" y="31886"/>
                  </a:moveTo>
                  <a:lnTo>
                    <a:pt x="97425" y="31894"/>
                  </a:lnTo>
                  <a:cubicBezTo>
                    <a:pt x="97424" y="31891"/>
                    <a:pt x="97425" y="31888"/>
                    <a:pt x="97425" y="31886"/>
                  </a:cubicBezTo>
                  <a:close/>
                  <a:moveTo>
                    <a:pt x="96812" y="33761"/>
                  </a:moveTo>
                  <a:cubicBezTo>
                    <a:pt x="97110" y="34096"/>
                    <a:pt x="97381" y="34453"/>
                    <a:pt x="97621" y="34831"/>
                  </a:cubicBezTo>
                  <a:cubicBezTo>
                    <a:pt x="98120" y="35612"/>
                    <a:pt x="98482" y="36473"/>
                    <a:pt x="98706" y="37369"/>
                  </a:cubicBezTo>
                  <a:cubicBezTo>
                    <a:pt x="98817" y="37814"/>
                    <a:pt x="98893" y="38266"/>
                    <a:pt x="98931" y="38724"/>
                  </a:cubicBezTo>
                  <a:cubicBezTo>
                    <a:pt x="98941" y="38850"/>
                    <a:pt x="98950" y="38977"/>
                    <a:pt x="98957" y="39103"/>
                  </a:cubicBezTo>
                  <a:lnTo>
                    <a:pt x="98900" y="38913"/>
                  </a:lnTo>
                  <a:cubicBezTo>
                    <a:pt x="98725" y="38357"/>
                    <a:pt x="98529" y="37807"/>
                    <a:pt x="98314" y="37263"/>
                  </a:cubicBezTo>
                  <a:cubicBezTo>
                    <a:pt x="98206" y="36987"/>
                    <a:pt x="98095" y="36712"/>
                    <a:pt x="97972" y="36442"/>
                  </a:cubicBezTo>
                  <a:cubicBezTo>
                    <a:pt x="97911" y="36309"/>
                    <a:pt x="97849" y="36177"/>
                    <a:pt x="97781" y="36047"/>
                  </a:cubicBezTo>
                  <a:cubicBezTo>
                    <a:pt x="97746" y="35982"/>
                    <a:pt x="97714" y="35916"/>
                    <a:pt x="97676" y="35853"/>
                  </a:cubicBezTo>
                  <a:cubicBezTo>
                    <a:pt x="97640" y="35793"/>
                    <a:pt x="97594" y="35738"/>
                    <a:pt x="97550" y="35683"/>
                  </a:cubicBezTo>
                  <a:cubicBezTo>
                    <a:pt x="97539" y="35669"/>
                    <a:pt x="97525" y="35663"/>
                    <a:pt x="97511" y="35663"/>
                  </a:cubicBezTo>
                  <a:cubicBezTo>
                    <a:pt x="97480" y="35663"/>
                    <a:pt x="97451" y="35696"/>
                    <a:pt x="97461" y="35733"/>
                  </a:cubicBezTo>
                  <a:cubicBezTo>
                    <a:pt x="97482" y="35817"/>
                    <a:pt x="97500" y="35902"/>
                    <a:pt x="97533" y="35982"/>
                  </a:cubicBezTo>
                  <a:cubicBezTo>
                    <a:pt x="97565" y="36058"/>
                    <a:pt x="97595" y="36133"/>
                    <a:pt x="97626" y="36210"/>
                  </a:cubicBezTo>
                  <a:cubicBezTo>
                    <a:pt x="97685" y="36358"/>
                    <a:pt x="97752" y="36503"/>
                    <a:pt x="97817" y="36650"/>
                  </a:cubicBezTo>
                  <a:cubicBezTo>
                    <a:pt x="98226" y="37571"/>
                    <a:pt x="98582" y="38516"/>
                    <a:pt x="98872" y="39482"/>
                  </a:cubicBezTo>
                  <a:cubicBezTo>
                    <a:pt x="98654" y="39208"/>
                    <a:pt x="98444" y="38929"/>
                    <a:pt x="98247" y="38642"/>
                  </a:cubicBezTo>
                  <a:cubicBezTo>
                    <a:pt x="97738" y="37898"/>
                    <a:pt x="97302" y="37104"/>
                    <a:pt x="97037" y="36243"/>
                  </a:cubicBezTo>
                  <a:cubicBezTo>
                    <a:pt x="96790" y="35442"/>
                    <a:pt x="96692" y="34592"/>
                    <a:pt x="96812" y="33761"/>
                  </a:cubicBezTo>
                  <a:close/>
                  <a:moveTo>
                    <a:pt x="99153" y="44174"/>
                  </a:moveTo>
                  <a:cubicBezTo>
                    <a:pt x="99157" y="44408"/>
                    <a:pt x="99157" y="44643"/>
                    <a:pt x="99169" y="44876"/>
                  </a:cubicBezTo>
                  <a:cubicBezTo>
                    <a:pt x="99171" y="44924"/>
                    <a:pt x="99174" y="44974"/>
                    <a:pt x="99176" y="45022"/>
                  </a:cubicBezTo>
                  <a:cubicBezTo>
                    <a:pt x="99154" y="44751"/>
                    <a:pt x="99125" y="44482"/>
                    <a:pt x="99088" y="44213"/>
                  </a:cubicBezTo>
                  <a:lnTo>
                    <a:pt x="99088" y="44213"/>
                  </a:lnTo>
                  <a:cubicBezTo>
                    <a:pt x="99094" y="44215"/>
                    <a:pt x="99100" y="44216"/>
                    <a:pt x="99106" y="44216"/>
                  </a:cubicBezTo>
                  <a:cubicBezTo>
                    <a:pt x="99123" y="44216"/>
                    <a:pt x="99139" y="44208"/>
                    <a:pt x="99147" y="44190"/>
                  </a:cubicBezTo>
                  <a:cubicBezTo>
                    <a:pt x="99149" y="44184"/>
                    <a:pt x="99151" y="44180"/>
                    <a:pt x="99153" y="44174"/>
                  </a:cubicBezTo>
                  <a:close/>
                  <a:moveTo>
                    <a:pt x="97313" y="39219"/>
                  </a:moveTo>
                  <a:cubicBezTo>
                    <a:pt x="97663" y="39915"/>
                    <a:pt x="97962" y="40636"/>
                    <a:pt x="98204" y="41374"/>
                  </a:cubicBezTo>
                  <a:cubicBezTo>
                    <a:pt x="98681" y="42816"/>
                    <a:pt x="98949" y="44326"/>
                    <a:pt x="99009" y="45841"/>
                  </a:cubicBezTo>
                  <a:cubicBezTo>
                    <a:pt x="99010" y="45887"/>
                    <a:pt x="99012" y="45934"/>
                    <a:pt x="99014" y="45980"/>
                  </a:cubicBezTo>
                  <a:cubicBezTo>
                    <a:pt x="98993" y="45873"/>
                    <a:pt x="98972" y="45765"/>
                    <a:pt x="98949" y="45659"/>
                  </a:cubicBezTo>
                  <a:cubicBezTo>
                    <a:pt x="98819" y="45045"/>
                    <a:pt x="98659" y="44437"/>
                    <a:pt x="98468" y="43839"/>
                  </a:cubicBezTo>
                  <a:cubicBezTo>
                    <a:pt x="98372" y="43541"/>
                    <a:pt x="98276" y="43239"/>
                    <a:pt x="98148" y="42950"/>
                  </a:cubicBezTo>
                  <a:cubicBezTo>
                    <a:pt x="98021" y="42661"/>
                    <a:pt x="97883" y="42377"/>
                    <a:pt x="97734" y="42096"/>
                  </a:cubicBezTo>
                  <a:cubicBezTo>
                    <a:pt x="97722" y="42074"/>
                    <a:pt x="97702" y="42065"/>
                    <a:pt x="97683" y="42065"/>
                  </a:cubicBezTo>
                  <a:cubicBezTo>
                    <a:pt x="97649" y="42065"/>
                    <a:pt x="97617" y="42094"/>
                    <a:pt x="97631" y="42136"/>
                  </a:cubicBezTo>
                  <a:cubicBezTo>
                    <a:pt x="97749" y="42467"/>
                    <a:pt x="97853" y="42804"/>
                    <a:pt x="97968" y="43135"/>
                  </a:cubicBezTo>
                  <a:cubicBezTo>
                    <a:pt x="98174" y="43723"/>
                    <a:pt x="98369" y="44311"/>
                    <a:pt x="98523" y="44914"/>
                  </a:cubicBezTo>
                  <a:cubicBezTo>
                    <a:pt x="98649" y="45412"/>
                    <a:pt x="98752" y="45913"/>
                    <a:pt x="98835" y="46419"/>
                  </a:cubicBezTo>
                  <a:cubicBezTo>
                    <a:pt x="98461" y="46102"/>
                    <a:pt x="98126" y="45742"/>
                    <a:pt x="97840" y="45347"/>
                  </a:cubicBezTo>
                  <a:cubicBezTo>
                    <a:pt x="97204" y="44472"/>
                    <a:pt x="96812" y="43436"/>
                    <a:pt x="96722" y="42364"/>
                  </a:cubicBezTo>
                  <a:cubicBezTo>
                    <a:pt x="96633" y="41295"/>
                    <a:pt x="96837" y="40187"/>
                    <a:pt x="97313" y="39219"/>
                  </a:cubicBezTo>
                  <a:close/>
                  <a:moveTo>
                    <a:pt x="98665" y="50396"/>
                  </a:moveTo>
                  <a:lnTo>
                    <a:pt x="98665" y="50396"/>
                  </a:lnTo>
                  <a:cubicBezTo>
                    <a:pt x="98635" y="50553"/>
                    <a:pt x="98604" y="50711"/>
                    <a:pt x="98576" y="50868"/>
                  </a:cubicBezTo>
                  <a:cubicBezTo>
                    <a:pt x="98560" y="50747"/>
                    <a:pt x="98544" y="50625"/>
                    <a:pt x="98526" y="50504"/>
                  </a:cubicBezTo>
                  <a:cubicBezTo>
                    <a:pt x="98528" y="50503"/>
                    <a:pt x="98532" y="50500"/>
                    <a:pt x="98534" y="50498"/>
                  </a:cubicBezTo>
                  <a:cubicBezTo>
                    <a:pt x="98559" y="50470"/>
                    <a:pt x="98582" y="50442"/>
                    <a:pt x="98605" y="50414"/>
                  </a:cubicBezTo>
                  <a:cubicBezTo>
                    <a:pt x="98613" y="50419"/>
                    <a:pt x="98623" y="50421"/>
                    <a:pt x="98632" y="50421"/>
                  </a:cubicBezTo>
                  <a:cubicBezTo>
                    <a:pt x="98645" y="50421"/>
                    <a:pt x="98659" y="50415"/>
                    <a:pt x="98665" y="50399"/>
                  </a:cubicBezTo>
                  <a:cubicBezTo>
                    <a:pt x="98665" y="50398"/>
                    <a:pt x="98665" y="50397"/>
                    <a:pt x="98665" y="50396"/>
                  </a:cubicBezTo>
                  <a:close/>
                  <a:moveTo>
                    <a:pt x="100895" y="43635"/>
                  </a:moveTo>
                  <a:cubicBezTo>
                    <a:pt x="101162" y="44217"/>
                    <a:pt x="101207" y="44899"/>
                    <a:pt x="101213" y="45525"/>
                  </a:cubicBezTo>
                  <a:cubicBezTo>
                    <a:pt x="101227" y="46647"/>
                    <a:pt x="101012" y="47793"/>
                    <a:pt x="100551" y="48823"/>
                  </a:cubicBezTo>
                  <a:cubicBezTo>
                    <a:pt x="100159" y="49696"/>
                    <a:pt x="99573" y="50488"/>
                    <a:pt x="98781" y="51038"/>
                  </a:cubicBezTo>
                  <a:cubicBezTo>
                    <a:pt x="98852" y="50642"/>
                    <a:pt x="98929" y="50250"/>
                    <a:pt x="99014" y="49857"/>
                  </a:cubicBezTo>
                  <a:cubicBezTo>
                    <a:pt x="99065" y="49773"/>
                    <a:pt x="99116" y="49686"/>
                    <a:pt x="99165" y="49598"/>
                  </a:cubicBezTo>
                  <a:cubicBezTo>
                    <a:pt x="99484" y="49044"/>
                    <a:pt x="99777" y="48472"/>
                    <a:pt x="100026" y="47885"/>
                  </a:cubicBezTo>
                  <a:cubicBezTo>
                    <a:pt x="100153" y="47587"/>
                    <a:pt x="100271" y="47285"/>
                    <a:pt x="100381" y="46980"/>
                  </a:cubicBezTo>
                  <a:cubicBezTo>
                    <a:pt x="100436" y="46829"/>
                    <a:pt x="100489" y="46675"/>
                    <a:pt x="100538" y="46521"/>
                  </a:cubicBezTo>
                  <a:cubicBezTo>
                    <a:pt x="100587" y="46368"/>
                    <a:pt x="100603" y="46209"/>
                    <a:pt x="100639" y="46054"/>
                  </a:cubicBezTo>
                  <a:cubicBezTo>
                    <a:pt x="100645" y="46025"/>
                    <a:pt x="100619" y="46006"/>
                    <a:pt x="100595" y="46006"/>
                  </a:cubicBezTo>
                  <a:cubicBezTo>
                    <a:pt x="100580" y="46006"/>
                    <a:pt x="100565" y="46013"/>
                    <a:pt x="100559" y="46030"/>
                  </a:cubicBezTo>
                  <a:cubicBezTo>
                    <a:pt x="100494" y="46200"/>
                    <a:pt x="100406" y="46363"/>
                    <a:pt x="100345" y="46535"/>
                  </a:cubicBezTo>
                  <a:cubicBezTo>
                    <a:pt x="100287" y="46700"/>
                    <a:pt x="100227" y="46865"/>
                    <a:pt x="100164" y="47027"/>
                  </a:cubicBezTo>
                  <a:cubicBezTo>
                    <a:pt x="99933" y="47623"/>
                    <a:pt x="99670" y="48208"/>
                    <a:pt x="99379" y="48776"/>
                  </a:cubicBezTo>
                  <a:cubicBezTo>
                    <a:pt x="99309" y="48913"/>
                    <a:pt x="99237" y="49050"/>
                    <a:pt x="99161" y="49186"/>
                  </a:cubicBezTo>
                  <a:cubicBezTo>
                    <a:pt x="99295" y="48606"/>
                    <a:pt x="99441" y="48029"/>
                    <a:pt x="99602" y="47457"/>
                  </a:cubicBezTo>
                  <a:cubicBezTo>
                    <a:pt x="99792" y="46774"/>
                    <a:pt x="100004" y="46094"/>
                    <a:pt x="100234" y="45421"/>
                  </a:cubicBezTo>
                  <a:cubicBezTo>
                    <a:pt x="100438" y="44821"/>
                    <a:pt x="100653" y="44221"/>
                    <a:pt x="100895" y="43635"/>
                  </a:cubicBezTo>
                  <a:close/>
                  <a:moveTo>
                    <a:pt x="3110" y="1624"/>
                  </a:moveTo>
                  <a:cubicBezTo>
                    <a:pt x="4384" y="1652"/>
                    <a:pt x="5658" y="1678"/>
                    <a:pt x="6932" y="1702"/>
                  </a:cubicBezTo>
                  <a:cubicBezTo>
                    <a:pt x="6932" y="1702"/>
                    <a:pt x="6932" y="1703"/>
                    <a:pt x="6930" y="1703"/>
                  </a:cubicBezTo>
                  <a:cubicBezTo>
                    <a:pt x="6868" y="1705"/>
                    <a:pt x="6807" y="1708"/>
                    <a:pt x="6745" y="1708"/>
                  </a:cubicBezTo>
                  <a:cubicBezTo>
                    <a:pt x="6647" y="1708"/>
                    <a:pt x="6631" y="1844"/>
                    <a:pt x="6729" y="1860"/>
                  </a:cubicBezTo>
                  <a:cubicBezTo>
                    <a:pt x="6847" y="1879"/>
                    <a:pt x="6967" y="1904"/>
                    <a:pt x="7087" y="1916"/>
                  </a:cubicBezTo>
                  <a:cubicBezTo>
                    <a:pt x="7206" y="1931"/>
                    <a:pt x="7328" y="1928"/>
                    <a:pt x="7449" y="1933"/>
                  </a:cubicBezTo>
                  <a:cubicBezTo>
                    <a:pt x="7564" y="1937"/>
                    <a:pt x="7678" y="1939"/>
                    <a:pt x="7793" y="1939"/>
                  </a:cubicBezTo>
                  <a:cubicBezTo>
                    <a:pt x="7925" y="1939"/>
                    <a:pt x="8057" y="1936"/>
                    <a:pt x="8189" y="1933"/>
                  </a:cubicBezTo>
                  <a:cubicBezTo>
                    <a:pt x="8673" y="1920"/>
                    <a:pt x="9156" y="1878"/>
                    <a:pt x="9634" y="1802"/>
                  </a:cubicBezTo>
                  <a:cubicBezTo>
                    <a:pt x="9728" y="1788"/>
                    <a:pt x="9821" y="1771"/>
                    <a:pt x="9914" y="1755"/>
                  </a:cubicBezTo>
                  <a:cubicBezTo>
                    <a:pt x="10276" y="1760"/>
                    <a:pt x="10636" y="1767"/>
                    <a:pt x="10997" y="1772"/>
                  </a:cubicBezTo>
                  <a:cubicBezTo>
                    <a:pt x="11174" y="1789"/>
                    <a:pt x="11353" y="1794"/>
                    <a:pt x="11529" y="1812"/>
                  </a:cubicBezTo>
                  <a:cubicBezTo>
                    <a:pt x="11848" y="1845"/>
                    <a:pt x="12167" y="1884"/>
                    <a:pt x="12483" y="1943"/>
                  </a:cubicBezTo>
                  <a:cubicBezTo>
                    <a:pt x="13111" y="2058"/>
                    <a:pt x="13731" y="2227"/>
                    <a:pt x="14326" y="2458"/>
                  </a:cubicBezTo>
                  <a:cubicBezTo>
                    <a:pt x="14495" y="2521"/>
                    <a:pt x="14663" y="2590"/>
                    <a:pt x="14830" y="2658"/>
                  </a:cubicBezTo>
                  <a:cubicBezTo>
                    <a:pt x="14884" y="2680"/>
                    <a:pt x="14937" y="2700"/>
                    <a:pt x="14990" y="2719"/>
                  </a:cubicBezTo>
                  <a:cubicBezTo>
                    <a:pt x="14985" y="2725"/>
                    <a:pt x="14979" y="2729"/>
                    <a:pt x="14974" y="2736"/>
                  </a:cubicBezTo>
                  <a:cubicBezTo>
                    <a:pt x="14956" y="2760"/>
                    <a:pt x="14941" y="2798"/>
                    <a:pt x="14940" y="2827"/>
                  </a:cubicBezTo>
                  <a:lnTo>
                    <a:pt x="14940" y="2834"/>
                  </a:lnTo>
                  <a:cubicBezTo>
                    <a:pt x="14915" y="2886"/>
                    <a:pt x="14908" y="2944"/>
                    <a:pt x="14915" y="3001"/>
                  </a:cubicBezTo>
                  <a:cubicBezTo>
                    <a:pt x="14918" y="3012"/>
                    <a:pt x="14922" y="3021"/>
                    <a:pt x="14924" y="3032"/>
                  </a:cubicBezTo>
                  <a:cubicBezTo>
                    <a:pt x="14932" y="3047"/>
                    <a:pt x="14940" y="3060"/>
                    <a:pt x="14954" y="3071"/>
                  </a:cubicBezTo>
                  <a:cubicBezTo>
                    <a:pt x="14973" y="3089"/>
                    <a:pt x="14999" y="3106"/>
                    <a:pt x="15026" y="3106"/>
                  </a:cubicBezTo>
                  <a:cubicBezTo>
                    <a:pt x="15058" y="3106"/>
                    <a:pt x="15089" y="3107"/>
                    <a:pt x="15121" y="3107"/>
                  </a:cubicBezTo>
                  <a:cubicBezTo>
                    <a:pt x="15138" y="3107"/>
                    <a:pt x="15155" y="3107"/>
                    <a:pt x="15174" y="3108"/>
                  </a:cubicBezTo>
                  <a:lnTo>
                    <a:pt x="15175" y="3108"/>
                  </a:lnTo>
                  <a:cubicBezTo>
                    <a:pt x="15179" y="3109"/>
                    <a:pt x="15185" y="3109"/>
                    <a:pt x="15188" y="3109"/>
                  </a:cubicBezTo>
                  <a:lnTo>
                    <a:pt x="15193" y="3109"/>
                  </a:lnTo>
                  <a:cubicBezTo>
                    <a:pt x="15201" y="3109"/>
                    <a:pt x="15207" y="3111"/>
                    <a:pt x="15213" y="3111"/>
                  </a:cubicBezTo>
                  <a:cubicBezTo>
                    <a:pt x="15220" y="3112"/>
                    <a:pt x="15226" y="3113"/>
                    <a:pt x="15234" y="3113"/>
                  </a:cubicBezTo>
                  <a:cubicBezTo>
                    <a:pt x="15239" y="3114"/>
                    <a:pt x="15244" y="3114"/>
                    <a:pt x="15249" y="3114"/>
                  </a:cubicBezTo>
                  <a:cubicBezTo>
                    <a:pt x="15275" y="3114"/>
                    <a:pt x="15299" y="3105"/>
                    <a:pt x="15320" y="3092"/>
                  </a:cubicBezTo>
                  <a:cubicBezTo>
                    <a:pt x="15327" y="3090"/>
                    <a:pt x="15333" y="3086"/>
                    <a:pt x="15336" y="3081"/>
                  </a:cubicBezTo>
                  <a:lnTo>
                    <a:pt x="15357" y="3062"/>
                  </a:lnTo>
                  <a:cubicBezTo>
                    <a:pt x="15360" y="3060"/>
                    <a:pt x="15361" y="3058"/>
                    <a:pt x="15364" y="3056"/>
                  </a:cubicBezTo>
                  <a:cubicBezTo>
                    <a:pt x="15400" y="3029"/>
                    <a:pt x="15433" y="2983"/>
                    <a:pt x="15445" y="2941"/>
                  </a:cubicBezTo>
                  <a:cubicBezTo>
                    <a:pt x="15456" y="2902"/>
                    <a:pt x="15466" y="2862"/>
                    <a:pt x="15457" y="2822"/>
                  </a:cubicBezTo>
                  <a:cubicBezTo>
                    <a:pt x="15450" y="2789"/>
                    <a:pt x="15439" y="2760"/>
                    <a:pt x="15417" y="2733"/>
                  </a:cubicBezTo>
                  <a:cubicBezTo>
                    <a:pt x="15402" y="2714"/>
                    <a:pt x="15382" y="2697"/>
                    <a:pt x="15358" y="2686"/>
                  </a:cubicBezTo>
                  <a:cubicBezTo>
                    <a:pt x="15347" y="2680"/>
                    <a:pt x="15336" y="2674"/>
                    <a:pt x="15327" y="2670"/>
                  </a:cubicBezTo>
                  <a:cubicBezTo>
                    <a:pt x="15311" y="2663"/>
                    <a:pt x="15292" y="2659"/>
                    <a:pt x="15275" y="2656"/>
                  </a:cubicBezTo>
                  <a:lnTo>
                    <a:pt x="15274" y="2656"/>
                  </a:lnTo>
                  <a:cubicBezTo>
                    <a:pt x="15180" y="2591"/>
                    <a:pt x="15086" y="2526"/>
                    <a:pt x="14982" y="2475"/>
                  </a:cubicBezTo>
                  <a:cubicBezTo>
                    <a:pt x="14835" y="2403"/>
                    <a:pt x="14686" y="2333"/>
                    <a:pt x="14533" y="2271"/>
                  </a:cubicBezTo>
                  <a:cubicBezTo>
                    <a:pt x="14227" y="2148"/>
                    <a:pt x="13916" y="2043"/>
                    <a:pt x="13600" y="1953"/>
                  </a:cubicBezTo>
                  <a:cubicBezTo>
                    <a:pt x="13408" y="1898"/>
                    <a:pt x="13211" y="1848"/>
                    <a:pt x="13016" y="1804"/>
                  </a:cubicBezTo>
                  <a:lnTo>
                    <a:pt x="13016" y="1804"/>
                  </a:lnTo>
                  <a:cubicBezTo>
                    <a:pt x="22268" y="1942"/>
                    <a:pt x="31521" y="1999"/>
                    <a:pt x="40773" y="2044"/>
                  </a:cubicBezTo>
                  <a:cubicBezTo>
                    <a:pt x="47696" y="2078"/>
                    <a:pt x="54620" y="2094"/>
                    <a:pt x="61543" y="2094"/>
                  </a:cubicBezTo>
                  <a:cubicBezTo>
                    <a:pt x="67364" y="2094"/>
                    <a:pt x="73185" y="2083"/>
                    <a:pt x="79006" y="2062"/>
                  </a:cubicBezTo>
                  <a:cubicBezTo>
                    <a:pt x="85557" y="2038"/>
                    <a:pt x="92106" y="2002"/>
                    <a:pt x="98657" y="1950"/>
                  </a:cubicBezTo>
                  <a:lnTo>
                    <a:pt x="98657" y="1950"/>
                  </a:lnTo>
                  <a:cubicBezTo>
                    <a:pt x="98517" y="8706"/>
                    <a:pt x="98460" y="15461"/>
                    <a:pt x="98437" y="22217"/>
                  </a:cubicBezTo>
                  <a:cubicBezTo>
                    <a:pt x="98430" y="24089"/>
                    <a:pt x="98471" y="28191"/>
                    <a:pt x="98472" y="28245"/>
                  </a:cubicBezTo>
                  <a:cubicBezTo>
                    <a:pt x="98484" y="28793"/>
                    <a:pt x="98536" y="29341"/>
                    <a:pt x="98577" y="29887"/>
                  </a:cubicBezTo>
                  <a:cubicBezTo>
                    <a:pt x="98620" y="30457"/>
                    <a:pt x="98659" y="31028"/>
                    <a:pt x="98697" y="31599"/>
                  </a:cubicBezTo>
                  <a:cubicBezTo>
                    <a:pt x="98770" y="32713"/>
                    <a:pt x="98834" y="33825"/>
                    <a:pt x="98887" y="34939"/>
                  </a:cubicBezTo>
                  <a:cubicBezTo>
                    <a:pt x="98757" y="34453"/>
                    <a:pt x="98588" y="33970"/>
                    <a:pt x="98379" y="33511"/>
                  </a:cubicBezTo>
                  <a:cubicBezTo>
                    <a:pt x="98323" y="33389"/>
                    <a:pt x="98265" y="33267"/>
                    <a:pt x="98204" y="33146"/>
                  </a:cubicBezTo>
                  <a:cubicBezTo>
                    <a:pt x="98144" y="33026"/>
                    <a:pt x="98072" y="32911"/>
                    <a:pt x="98005" y="32793"/>
                  </a:cubicBezTo>
                  <a:cubicBezTo>
                    <a:pt x="97906" y="32620"/>
                    <a:pt x="97798" y="32457"/>
                    <a:pt x="97685" y="32296"/>
                  </a:cubicBezTo>
                  <a:cubicBezTo>
                    <a:pt x="97697" y="32236"/>
                    <a:pt x="97692" y="32174"/>
                    <a:pt x="97664" y="32117"/>
                  </a:cubicBezTo>
                  <a:lnTo>
                    <a:pt x="97660" y="32110"/>
                  </a:lnTo>
                  <a:cubicBezTo>
                    <a:pt x="97660" y="32105"/>
                    <a:pt x="97659" y="32101"/>
                    <a:pt x="97659" y="32098"/>
                  </a:cubicBezTo>
                  <a:cubicBezTo>
                    <a:pt x="97686" y="32079"/>
                    <a:pt x="97709" y="32055"/>
                    <a:pt x="97725" y="32024"/>
                  </a:cubicBezTo>
                  <a:cubicBezTo>
                    <a:pt x="97764" y="31944"/>
                    <a:pt x="97731" y="31847"/>
                    <a:pt x="97664" y="31792"/>
                  </a:cubicBezTo>
                  <a:cubicBezTo>
                    <a:pt x="97638" y="31771"/>
                    <a:pt x="97606" y="31761"/>
                    <a:pt x="97575" y="31761"/>
                  </a:cubicBezTo>
                  <a:cubicBezTo>
                    <a:pt x="97532" y="31761"/>
                    <a:pt x="97489" y="31780"/>
                    <a:pt x="97460" y="31813"/>
                  </a:cubicBezTo>
                  <a:cubicBezTo>
                    <a:pt x="97395" y="31830"/>
                    <a:pt x="97346" y="31897"/>
                    <a:pt x="97356" y="31962"/>
                  </a:cubicBezTo>
                  <a:cubicBezTo>
                    <a:pt x="97357" y="31975"/>
                    <a:pt x="97361" y="31988"/>
                    <a:pt x="97364" y="31999"/>
                  </a:cubicBezTo>
                  <a:lnTo>
                    <a:pt x="97463" y="32336"/>
                  </a:lnTo>
                  <a:cubicBezTo>
                    <a:pt x="97476" y="32379"/>
                    <a:pt x="97526" y="32406"/>
                    <a:pt x="97567" y="32407"/>
                  </a:cubicBezTo>
                  <a:cubicBezTo>
                    <a:pt x="97584" y="32407"/>
                    <a:pt x="97603" y="32405"/>
                    <a:pt x="97617" y="32397"/>
                  </a:cubicBezTo>
                  <a:cubicBezTo>
                    <a:pt x="97707" y="32587"/>
                    <a:pt x="97793" y="32776"/>
                    <a:pt x="97880" y="32967"/>
                  </a:cubicBezTo>
                  <a:cubicBezTo>
                    <a:pt x="97935" y="33086"/>
                    <a:pt x="97981" y="33207"/>
                    <a:pt x="98034" y="33325"/>
                  </a:cubicBezTo>
                  <a:cubicBezTo>
                    <a:pt x="98089" y="33448"/>
                    <a:pt x="98143" y="33572"/>
                    <a:pt x="98193" y="33697"/>
                  </a:cubicBezTo>
                  <a:cubicBezTo>
                    <a:pt x="98292" y="33938"/>
                    <a:pt x="98394" y="34179"/>
                    <a:pt x="98483" y="34422"/>
                  </a:cubicBezTo>
                  <a:cubicBezTo>
                    <a:pt x="98574" y="34671"/>
                    <a:pt x="98655" y="34923"/>
                    <a:pt x="98734" y="35176"/>
                  </a:cubicBezTo>
                  <a:cubicBezTo>
                    <a:pt x="98795" y="35376"/>
                    <a:pt x="98847" y="35571"/>
                    <a:pt x="98928" y="35761"/>
                  </a:cubicBezTo>
                  <a:cubicBezTo>
                    <a:pt x="98959" y="36438"/>
                    <a:pt x="98986" y="37114"/>
                    <a:pt x="99010" y="37793"/>
                  </a:cubicBezTo>
                  <a:cubicBezTo>
                    <a:pt x="98885" y="37120"/>
                    <a:pt x="98681" y="36461"/>
                    <a:pt x="98400" y="35835"/>
                  </a:cubicBezTo>
                  <a:cubicBezTo>
                    <a:pt x="98012" y="34971"/>
                    <a:pt x="97485" y="34171"/>
                    <a:pt x="96834" y="33478"/>
                  </a:cubicBezTo>
                  <a:cubicBezTo>
                    <a:pt x="96809" y="33452"/>
                    <a:pt x="96776" y="33438"/>
                    <a:pt x="96744" y="33438"/>
                  </a:cubicBezTo>
                  <a:cubicBezTo>
                    <a:pt x="96698" y="33438"/>
                    <a:pt x="96654" y="33466"/>
                    <a:pt x="96644" y="33523"/>
                  </a:cubicBezTo>
                  <a:cubicBezTo>
                    <a:pt x="96545" y="34042"/>
                    <a:pt x="96530" y="34574"/>
                    <a:pt x="96585" y="35098"/>
                  </a:cubicBezTo>
                  <a:cubicBezTo>
                    <a:pt x="96682" y="36020"/>
                    <a:pt x="96994" y="36910"/>
                    <a:pt x="97433" y="37727"/>
                  </a:cubicBezTo>
                  <a:cubicBezTo>
                    <a:pt x="97861" y="38523"/>
                    <a:pt x="98404" y="39242"/>
                    <a:pt x="98989" y="39930"/>
                  </a:cubicBezTo>
                  <a:cubicBezTo>
                    <a:pt x="98989" y="39996"/>
                    <a:pt x="98989" y="40063"/>
                    <a:pt x="98986" y="40131"/>
                  </a:cubicBezTo>
                  <a:cubicBezTo>
                    <a:pt x="98985" y="40156"/>
                    <a:pt x="99005" y="40171"/>
                    <a:pt x="99024" y="40171"/>
                  </a:cubicBezTo>
                  <a:cubicBezTo>
                    <a:pt x="99039" y="40171"/>
                    <a:pt x="99053" y="40162"/>
                    <a:pt x="99055" y="40142"/>
                  </a:cubicBezTo>
                  <a:lnTo>
                    <a:pt x="99076" y="40006"/>
                  </a:lnTo>
                  <a:lnTo>
                    <a:pt x="99077" y="40006"/>
                  </a:lnTo>
                  <a:cubicBezTo>
                    <a:pt x="99099" y="40792"/>
                    <a:pt x="99118" y="41580"/>
                    <a:pt x="99130" y="42367"/>
                  </a:cubicBezTo>
                  <a:cubicBezTo>
                    <a:pt x="99136" y="42697"/>
                    <a:pt x="99140" y="43028"/>
                    <a:pt x="99146" y="43359"/>
                  </a:cubicBezTo>
                  <a:cubicBezTo>
                    <a:pt x="99135" y="43418"/>
                    <a:pt x="99124" y="43478"/>
                    <a:pt x="99113" y="43537"/>
                  </a:cubicBezTo>
                  <a:cubicBezTo>
                    <a:pt x="99088" y="43673"/>
                    <a:pt x="99064" y="43818"/>
                    <a:pt x="99055" y="43961"/>
                  </a:cubicBezTo>
                  <a:cubicBezTo>
                    <a:pt x="99021" y="43734"/>
                    <a:pt x="98983" y="43508"/>
                    <a:pt x="98939" y="43280"/>
                  </a:cubicBezTo>
                  <a:cubicBezTo>
                    <a:pt x="98644" y="41770"/>
                    <a:pt x="98137" y="40303"/>
                    <a:pt x="97425" y="38935"/>
                  </a:cubicBezTo>
                  <a:cubicBezTo>
                    <a:pt x="97401" y="38889"/>
                    <a:pt x="97358" y="38865"/>
                    <a:pt x="97316" y="38865"/>
                  </a:cubicBezTo>
                  <a:cubicBezTo>
                    <a:pt x="97276" y="38865"/>
                    <a:pt x="97237" y="38886"/>
                    <a:pt x="97214" y="38929"/>
                  </a:cubicBezTo>
                  <a:cubicBezTo>
                    <a:pt x="96891" y="39523"/>
                    <a:pt x="96664" y="40158"/>
                    <a:pt x="96548" y="40824"/>
                  </a:cubicBezTo>
                  <a:cubicBezTo>
                    <a:pt x="96348" y="41973"/>
                    <a:pt x="96479" y="43173"/>
                    <a:pt x="96934" y="44251"/>
                  </a:cubicBezTo>
                  <a:cubicBezTo>
                    <a:pt x="97361" y="45263"/>
                    <a:pt x="98054" y="46162"/>
                    <a:pt x="98938" y="46827"/>
                  </a:cubicBezTo>
                  <a:cubicBezTo>
                    <a:pt x="98960" y="46846"/>
                    <a:pt x="98989" y="46853"/>
                    <a:pt x="99016" y="46853"/>
                  </a:cubicBezTo>
                  <a:cubicBezTo>
                    <a:pt x="99018" y="46853"/>
                    <a:pt x="99020" y="46853"/>
                    <a:pt x="99023" y="46853"/>
                  </a:cubicBezTo>
                  <a:lnTo>
                    <a:pt x="99023" y="46853"/>
                  </a:lnTo>
                  <a:cubicBezTo>
                    <a:pt x="99014" y="47281"/>
                    <a:pt x="98986" y="47709"/>
                    <a:pt x="98942" y="48134"/>
                  </a:cubicBezTo>
                  <a:cubicBezTo>
                    <a:pt x="98904" y="48508"/>
                    <a:pt x="98855" y="48881"/>
                    <a:pt x="98794" y="49251"/>
                  </a:cubicBezTo>
                  <a:cubicBezTo>
                    <a:pt x="98756" y="49432"/>
                    <a:pt x="98721" y="49620"/>
                    <a:pt x="98682" y="49808"/>
                  </a:cubicBezTo>
                  <a:cubicBezTo>
                    <a:pt x="98660" y="49914"/>
                    <a:pt x="98644" y="50021"/>
                    <a:pt x="98627" y="50127"/>
                  </a:cubicBezTo>
                  <a:cubicBezTo>
                    <a:pt x="98585" y="50212"/>
                    <a:pt x="98545" y="50297"/>
                    <a:pt x="98504" y="50382"/>
                  </a:cubicBezTo>
                  <a:cubicBezTo>
                    <a:pt x="98410" y="49818"/>
                    <a:pt x="98272" y="49260"/>
                    <a:pt x="98089" y="48718"/>
                  </a:cubicBezTo>
                  <a:cubicBezTo>
                    <a:pt x="97961" y="48337"/>
                    <a:pt x="97812" y="47963"/>
                    <a:pt x="97643" y="47598"/>
                  </a:cubicBezTo>
                  <a:cubicBezTo>
                    <a:pt x="97555" y="47408"/>
                    <a:pt x="97457" y="47227"/>
                    <a:pt x="97353" y="47046"/>
                  </a:cubicBezTo>
                  <a:cubicBezTo>
                    <a:pt x="97275" y="46909"/>
                    <a:pt x="97177" y="46781"/>
                    <a:pt x="97070" y="46662"/>
                  </a:cubicBezTo>
                  <a:cubicBezTo>
                    <a:pt x="97073" y="46659"/>
                    <a:pt x="97078" y="46657"/>
                    <a:pt x="97080" y="46655"/>
                  </a:cubicBezTo>
                  <a:cubicBezTo>
                    <a:pt x="97111" y="46632"/>
                    <a:pt x="97139" y="46596"/>
                    <a:pt x="97142" y="46557"/>
                  </a:cubicBezTo>
                  <a:lnTo>
                    <a:pt x="97142" y="46557"/>
                  </a:lnTo>
                  <a:cubicBezTo>
                    <a:pt x="97142" y="46557"/>
                    <a:pt x="97142" y="46557"/>
                    <a:pt x="97142" y="46557"/>
                  </a:cubicBezTo>
                  <a:lnTo>
                    <a:pt x="97142" y="46557"/>
                  </a:lnTo>
                  <a:cubicBezTo>
                    <a:pt x="97146" y="46544"/>
                    <a:pt x="97147" y="46531"/>
                    <a:pt x="97145" y="46518"/>
                  </a:cubicBezTo>
                  <a:lnTo>
                    <a:pt x="97145" y="46511"/>
                  </a:lnTo>
                  <a:cubicBezTo>
                    <a:pt x="97145" y="46505"/>
                    <a:pt x="97144" y="46501"/>
                    <a:pt x="97143" y="46497"/>
                  </a:cubicBezTo>
                  <a:lnTo>
                    <a:pt x="97143" y="46497"/>
                  </a:lnTo>
                  <a:cubicBezTo>
                    <a:pt x="97143" y="46497"/>
                    <a:pt x="97143" y="46497"/>
                    <a:pt x="97144" y="46497"/>
                  </a:cubicBezTo>
                  <a:cubicBezTo>
                    <a:pt x="97144" y="46495"/>
                    <a:pt x="97142" y="46492"/>
                    <a:pt x="97142" y="46491"/>
                  </a:cubicBezTo>
                  <a:cubicBezTo>
                    <a:pt x="97140" y="46487"/>
                    <a:pt x="97140" y="46481"/>
                    <a:pt x="97139" y="46478"/>
                  </a:cubicBezTo>
                  <a:lnTo>
                    <a:pt x="97139" y="46475"/>
                  </a:lnTo>
                  <a:cubicBezTo>
                    <a:pt x="97142" y="46457"/>
                    <a:pt x="97142" y="46440"/>
                    <a:pt x="97142" y="46421"/>
                  </a:cubicBezTo>
                  <a:cubicBezTo>
                    <a:pt x="97142" y="46415"/>
                    <a:pt x="97142" y="46409"/>
                    <a:pt x="97140" y="46402"/>
                  </a:cubicBezTo>
                  <a:cubicBezTo>
                    <a:pt x="97129" y="46341"/>
                    <a:pt x="97096" y="46281"/>
                    <a:pt x="97045" y="46243"/>
                  </a:cubicBezTo>
                  <a:cubicBezTo>
                    <a:pt x="96997" y="46209"/>
                    <a:pt x="96945" y="46192"/>
                    <a:pt x="96888" y="46192"/>
                  </a:cubicBezTo>
                  <a:cubicBezTo>
                    <a:pt x="96880" y="46192"/>
                    <a:pt x="96873" y="46192"/>
                    <a:pt x="96865" y="46193"/>
                  </a:cubicBezTo>
                  <a:cubicBezTo>
                    <a:pt x="96835" y="46195"/>
                    <a:pt x="96805" y="46204"/>
                    <a:pt x="96778" y="46216"/>
                  </a:cubicBezTo>
                  <a:lnTo>
                    <a:pt x="96775" y="46216"/>
                  </a:lnTo>
                  <a:cubicBezTo>
                    <a:pt x="96755" y="46218"/>
                    <a:pt x="96737" y="46223"/>
                    <a:pt x="96722" y="46237"/>
                  </a:cubicBezTo>
                  <a:cubicBezTo>
                    <a:pt x="96711" y="46244"/>
                    <a:pt x="96700" y="46255"/>
                    <a:pt x="96692" y="46266"/>
                  </a:cubicBezTo>
                  <a:cubicBezTo>
                    <a:pt x="96689" y="46271"/>
                    <a:pt x="96687" y="46273"/>
                    <a:pt x="96683" y="46277"/>
                  </a:cubicBezTo>
                  <a:cubicBezTo>
                    <a:pt x="96655" y="46305"/>
                    <a:pt x="96632" y="46335"/>
                    <a:pt x="96611" y="46371"/>
                  </a:cubicBezTo>
                  <a:cubicBezTo>
                    <a:pt x="96584" y="46418"/>
                    <a:pt x="96574" y="46471"/>
                    <a:pt x="96576" y="46523"/>
                  </a:cubicBezTo>
                  <a:cubicBezTo>
                    <a:pt x="96576" y="46550"/>
                    <a:pt x="96582" y="46575"/>
                    <a:pt x="96592" y="46600"/>
                  </a:cubicBezTo>
                  <a:cubicBezTo>
                    <a:pt x="96599" y="46618"/>
                    <a:pt x="96610" y="46634"/>
                    <a:pt x="96620" y="46651"/>
                  </a:cubicBezTo>
                  <a:cubicBezTo>
                    <a:pt x="96623" y="46657"/>
                    <a:pt x="96627" y="46663"/>
                    <a:pt x="96633" y="46668"/>
                  </a:cubicBezTo>
                  <a:cubicBezTo>
                    <a:pt x="96659" y="46698"/>
                    <a:pt x="96689" y="46722"/>
                    <a:pt x="96731" y="46727"/>
                  </a:cubicBezTo>
                  <a:cubicBezTo>
                    <a:pt x="96733" y="46728"/>
                    <a:pt x="96735" y="46728"/>
                    <a:pt x="96738" y="46728"/>
                  </a:cubicBezTo>
                  <a:cubicBezTo>
                    <a:pt x="96743" y="46728"/>
                    <a:pt x="96748" y="46727"/>
                    <a:pt x="96753" y="46727"/>
                  </a:cubicBezTo>
                  <a:cubicBezTo>
                    <a:pt x="96768" y="46734"/>
                    <a:pt x="96782" y="46738"/>
                    <a:pt x="96801" y="46743"/>
                  </a:cubicBezTo>
                  <a:cubicBezTo>
                    <a:pt x="96810" y="46745"/>
                    <a:pt x="96819" y="46746"/>
                    <a:pt x="96828" y="46746"/>
                  </a:cubicBezTo>
                  <a:cubicBezTo>
                    <a:pt x="96837" y="46746"/>
                    <a:pt x="96847" y="46745"/>
                    <a:pt x="96856" y="46745"/>
                  </a:cubicBezTo>
                  <a:cubicBezTo>
                    <a:pt x="96864" y="46745"/>
                    <a:pt x="96870" y="46744"/>
                    <a:pt x="96879" y="46743"/>
                  </a:cubicBezTo>
                  <a:cubicBezTo>
                    <a:pt x="96909" y="46737"/>
                    <a:pt x="96931" y="46729"/>
                    <a:pt x="96956" y="46718"/>
                  </a:cubicBezTo>
                  <a:cubicBezTo>
                    <a:pt x="97018" y="46893"/>
                    <a:pt x="97088" y="47067"/>
                    <a:pt x="97170" y="47237"/>
                  </a:cubicBezTo>
                  <a:cubicBezTo>
                    <a:pt x="97268" y="47437"/>
                    <a:pt x="97361" y="47639"/>
                    <a:pt x="97451" y="47841"/>
                  </a:cubicBezTo>
                  <a:cubicBezTo>
                    <a:pt x="97775" y="48563"/>
                    <a:pt x="98025" y="49320"/>
                    <a:pt x="98196" y="50093"/>
                  </a:cubicBezTo>
                  <a:cubicBezTo>
                    <a:pt x="98281" y="50487"/>
                    <a:pt x="98346" y="50883"/>
                    <a:pt x="98390" y="51281"/>
                  </a:cubicBezTo>
                  <a:cubicBezTo>
                    <a:pt x="98405" y="51421"/>
                    <a:pt x="98419" y="51563"/>
                    <a:pt x="98433" y="51703"/>
                  </a:cubicBezTo>
                  <a:cubicBezTo>
                    <a:pt x="98422" y="51768"/>
                    <a:pt x="98411" y="51833"/>
                    <a:pt x="98401" y="51898"/>
                  </a:cubicBezTo>
                  <a:cubicBezTo>
                    <a:pt x="98345" y="52256"/>
                    <a:pt x="98297" y="52614"/>
                    <a:pt x="98253" y="52974"/>
                  </a:cubicBezTo>
                  <a:lnTo>
                    <a:pt x="98220" y="53257"/>
                  </a:lnTo>
                  <a:cubicBezTo>
                    <a:pt x="96969" y="53216"/>
                    <a:pt x="95716" y="53229"/>
                    <a:pt x="94465" y="53221"/>
                  </a:cubicBezTo>
                  <a:cubicBezTo>
                    <a:pt x="92831" y="53210"/>
                    <a:pt x="91196" y="53200"/>
                    <a:pt x="89561" y="53190"/>
                  </a:cubicBezTo>
                  <a:cubicBezTo>
                    <a:pt x="86366" y="53172"/>
                    <a:pt x="83173" y="53155"/>
                    <a:pt x="79978" y="53141"/>
                  </a:cubicBezTo>
                  <a:cubicBezTo>
                    <a:pt x="73616" y="53113"/>
                    <a:pt x="67257" y="53097"/>
                    <a:pt x="60896" y="53091"/>
                  </a:cubicBezTo>
                  <a:cubicBezTo>
                    <a:pt x="59339" y="53090"/>
                    <a:pt x="57782" y="53089"/>
                    <a:pt x="56226" y="53089"/>
                  </a:cubicBezTo>
                  <a:cubicBezTo>
                    <a:pt x="45016" y="53089"/>
                    <a:pt x="33807" y="53124"/>
                    <a:pt x="22598" y="53194"/>
                  </a:cubicBezTo>
                  <a:cubicBezTo>
                    <a:pt x="15635" y="53235"/>
                    <a:pt x="8670" y="53293"/>
                    <a:pt x="1707" y="53373"/>
                  </a:cubicBezTo>
                  <a:cubicBezTo>
                    <a:pt x="1695" y="52855"/>
                    <a:pt x="1682" y="52338"/>
                    <a:pt x="1672" y="51819"/>
                  </a:cubicBezTo>
                  <a:cubicBezTo>
                    <a:pt x="1646" y="50651"/>
                    <a:pt x="1623" y="49483"/>
                    <a:pt x="1601" y="48314"/>
                  </a:cubicBezTo>
                  <a:cubicBezTo>
                    <a:pt x="1558" y="46007"/>
                    <a:pt x="1529" y="43698"/>
                    <a:pt x="1509" y="41389"/>
                  </a:cubicBezTo>
                  <a:cubicBezTo>
                    <a:pt x="1486" y="38516"/>
                    <a:pt x="1477" y="35645"/>
                    <a:pt x="1491" y="32771"/>
                  </a:cubicBezTo>
                  <a:cubicBezTo>
                    <a:pt x="1527" y="30670"/>
                    <a:pt x="1559" y="28568"/>
                    <a:pt x="1591" y="26466"/>
                  </a:cubicBezTo>
                  <a:cubicBezTo>
                    <a:pt x="1645" y="22842"/>
                    <a:pt x="1689" y="19218"/>
                    <a:pt x="1726" y="15595"/>
                  </a:cubicBezTo>
                  <a:cubicBezTo>
                    <a:pt x="1760" y="15869"/>
                    <a:pt x="1800" y="16142"/>
                    <a:pt x="1844" y="16413"/>
                  </a:cubicBezTo>
                  <a:cubicBezTo>
                    <a:pt x="1894" y="16730"/>
                    <a:pt x="1949" y="17044"/>
                    <a:pt x="2015" y="17357"/>
                  </a:cubicBezTo>
                  <a:cubicBezTo>
                    <a:pt x="2048" y="17512"/>
                    <a:pt x="2089" y="17664"/>
                    <a:pt x="2134" y="17816"/>
                  </a:cubicBezTo>
                  <a:cubicBezTo>
                    <a:pt x="2156" y="17889"/>
                    <a:pt x="2174" y="17967"/>
                    <a:pt x="2204" y="18041"/>
                  </a:cubicBezTo>
                  <a:cubicBezTo>
                    <a:pt x="2234" y="18116"/>
                    <a:pt x="2273" y="18189"/>
                    <a:pt x="2308" y="18263"/>
                  </a:cubicBezTo>
                  <a:cubicBezTo>
                    <a:pt x="2316" y="18280"/>
                    <a:pt x="2330" y="18288"/>
                    <a:pt x="2343" y="18288"/>
                  </a:cubicBezTo>
                  <a:cubicBezTo>
                    <a:pt x="2367" y="18288"/>
                    <a:pt x="2391" y="18267"/>
                    <a:pt x="2389" y="18239"/>
                  </a:cubicBezTo>
                  <a:cubicBezTo>
                    <a:pt x="2381" y="18097"/>
                    <a:pt x="2375" y="17960"/>
                    <a:pt x="2352" y="17819"/>
                  </a:cubicBezTo>
                  <a:cubicBezTo>
                    <a:pt x="2330" y="17681"/>
                    <a:pt x="2308" y="17543"/>
                    <a:pt x="2279" y="17406"/>
                  </a:cubicBezTo>
                  <a:cubicBezTo>
                    <a:pt x="2223" y="17132"/>
                    <a:pt x="2166" y="16857"/>
                    <a:pt x="2116" y="16582"/>
                  </a:cubicBezTo>
                  <a:cubicBezTo>
                    <a:pt x="2015" y="16032"/>
                    <a:pt x="1935" y="15478"/>
                    <a:pt x="1872" y="14920"/>
                  </a:cubicBezTo>
                  <a:cubicBezTo>
                    <a:pt x="1812" y="14378"/>
                    <a:pt x="1773" y="13836"/>
                    <a:pt x="1748" y="13292"/>
                  </a:cubicBezTo>
                  <a:cubicBezTo>
                    <a:pt x="1757" y="12251"/>
                    <a:pt x="1767" y="11210"/>
                    <a:pt x="1776" y="10169"/>
                  </a:cubicBezTo>
                  <a:lnTo>
                    <a:pt x="1788" y="9951"/>
                  </a:lnTo>
                  <a:cubicBezTo>
                    <a:pt x="1812" y="9714"/>
                    <a:pt x="1826" y="9478"/>
                    <a:pt x="1829" y="9242"/>
                  </a:cubicBezTo>
                  <a:cubicBezTo>
                    <a:pt x="2009" y="10064"/>
                    <a:pt x="2278" y="10864"/>
                    <a:pt x="2550" y="11657"/>
                  </a:cubicBezTo>
                  <a:cubicBezTo>
                    <a:pt x="2630" y="11894"/>
                    <a:pt x="2713" y="12133"/>
                    <a:pt x="2794" y="12370"/>
                  </a:cubicBezTo>
                  <a:cubicBezTo>
                    <a:pt x="2833" y="12486"/>
                    <a:pt x="2874" y="12600"/>
                    <a:pt x="2919" y="12716"/>
                  </a:cubicBezTo>
                  <a:cubicBezTo>
                    <a:pt x="2927" y="12737"/>
                    <a:pt x="2936" y="12756"/>
                    <a:pt x="2942" y="12777"/>
                  </a:cubicBezTo>
                  <a:cubicBezTo>
                    <a:pt x="2921" y="12788"/>
                    <a:pt x="2903" y="12799"/>
                    <a:pt x="2886" y="12816"/>
                  </a:cubicBezTo>
                  <a:cubicBezTo>
                    <a:pt x="2875" y="12827"/>
                    <a:pt x="2858" y="12844"/>
                    <a:pt x="2852" y="12852"/>
                  </a:cubicBezTo>
                  <a:cubicBezTo>
                    <a:pt x="2848" y="12859"/>
                    <a:pt x="2833" y="12882"/>
                    <a:pt x="2827" y="12896"/>
                  </a:cubicBezTo>
                  <a:cubicBezTo>
                    <a:pt x="2825" y="12902"/>
                    <a:pt x="2821" y="12908"/>
                    <a:pt x="2820" y="12915"/>
                  </a:cubicBezTo>
                  <a:cubicBezTo>
                    <a:pt x="2814" y="12940"/>
                    <a:pt x="2805" y="12965"/>
                    <a:pt x="2805" y="12993"/>
                  </a:cubicBezTo>
                  <a:cubicBezTo>
                    <a:pt x="2805" y="13007"/>
                    <a:pt x="2806" y="13019"/>
                    <a:pt x="2806" y="13033"/>
                  </a:cubicBezTo>
                  <a:cubicBezTo>
                    <a:pt x="2809" y="13052"/>
                    <a:pt x="2816" y="13069"/>
                    <a:pt x="2827" y="13085"/>
                  </a:cubicBezTo>
                  <a:cubicBezTo>
                    <a:pt x="2843" y="13111"/>
                    <a:pt x="2866" y="13134"/>
                    <a:pt x="2897" y="13145"/>
                  </a:cubicBezTo>
                  <a:cubicBezTo>
                    <a:pt x="2907" y="13150"/>
                    <a:pt x="2918" y="13151"/>
                    <a:pt x="2929" y="13152"/>
                  </a:cubicBezTo>
                  <a:cubicBezTo>
                    <a:pt x="2942" y="13167"/>
                    <a:pt x="2957" y="13183"/>
                    <a:pt x="2975" y="13194"/>
                  </a:cubicBezTo>
                  <a:cubicBezTo>
                    <a:pt x="2997" y="13206"/>
                    <a:pt x="3013" y="13214"/>
                    <a:pt x="3031" y="13221"/>
                  </a:cubicBezTo>
                  <a:cubicBezTo>
                    <a:pt x="3040" y="13231"/>
                    <a:pt x="3048" y="13240"/>
                    <a:pt x="3057" y="13248"/>
                  </a:cubicBezTo>
                  <a:cubicBezTo>
                    <a:pt x="3090" y="13277"/>
                    <a:pt x="3130" y="13286"/>
                    <a:pt x="3171" y="13286"/>
                  </a:cubicBezTo>
                  <a:cubicBezTo>
                    <a:pt x="3177" y="13286"/>
                    <a:pt x="3184" y="13286"/>
                    <a:pt x="3190" y="13286"/>
                  </a:cubicBezTo>
                  <a:lnTo>
                    <a:pt x="3220" y="13277"/>
                  </a:lnTo>
                  <a:cubicBezTo>
                    <a:pt x="3233" y="13271"/>
                    <a:pt x="3245" y="13262"/>
                    <a:pt x="3255" y="13251"/>
                  </a:cubicBezTo>
                  <a:cubicBezTo>
                    <a:pt x="3273" y="13232"/>
                    <a:pt x="3284" y="13210"/>
                    <a:pt x="3287" y="13184"/>
                  </a:cubicBezTo>
                  <a:cubicBezTo>
                    <a:pt x="3289" y="13167"/>
                    <a:pt x="3289" y="13151"/>
                    <a:pt x="3288" y="13134"/>
                  </a:cubicBezTo>
                  <a:cubicBezTo>
                    <a:pt x="3306" y="13106"/>
                    <a:pt x="3317" y="13073"/>
                    <a:pt x="3322" y="13040"/>
                  </a:cubicBezTo>
                  <a:cubicBezTo>
                    <a:pt x="3330" y="12996"/>
                    <a:pt x="3320" y="12942"/>
                    <a:pt x="3300" y="12902"/>
                  </a:cubicBezTo>
                  <a:cubicBezTo>
                    <a:pt x="3281" y="12863"/>
                    <a:pt x="3251" y="12822"/>
                    <a:pt x="3212" y="12797"/>
                  </a:cubicBezTo>
                  <a:cubicBezTo>
                    <a:pt x="3205" y="12792"/>
                    <a:pt x="3198" y="12787"/>
                    <a:pt x="3189" y="12782"/>
                  </a:cubicBezTo>
                  <a:cubicBezTo>
                    <a:pt x="3184" y="12753"/>
                    <a:pt x="3177" y="12723"/>
                    <a:pt x="3168" y="12695"/>
                  </a:cubicBezTo>
                  <a:cubicBezTo>
                    <a:pt x="3140" y="12586"/>
                    <a:pt x="3110" y="12479"/>
                    <a:pt x="3074" y="12371"/>
                  </a:cubicBezTo>
                  <a:cubicBezTo>
                    <a:pt x="3004" y="12167"/>
                    <a:pt x="2932" y="11962"/>
                    <a:pt x="2861" y="11757"/>
                  </a:cubicBezTo>
                  <a:cubicBezTo>
                    <a:pt x="2716" y="11344"/>
                    <a:pt x="2572" y="10930"/>
                    <a:pt x="2437" y="10514"/>
                  </a:cubicBezTo>
                  <a:cubicBezTo>
                    <a:pt x="2173" y="9695"/>
                    <a:pt x="1965" y="8862"/>
                    <a:pt x="1882" y="8005"/>
                  </a:cubicBezTo>
                  <a:cubicBezTo>
                    <a:pt x="1871" y="7896"/>
                    <a:pt x="1865" y="7787"/>
                    <a:pt x="1859" y="7677"/>
                  </a:cubicBezTo>
                  <a:lnTo>
                    <a:pt x="1859" y="7677"/>
                  </a:lnTo>
                  <a:cubicBezTo>
                    <a:pt x="1930" y="7929"/>
                    <a:pt x="2006" y="8177"/>
                    <a:pt x="2095" y="8423"/>
                  </a:cubicBezTo>
                  <a:cubicBezTo>
                    <a:pt x="2317" y="9039"/>
                    <a:pt x="2583" y="9635"/>
                    <a:pt x="2901" y="10208"/>
                  </a:cubicBezTo>
                  <a:cubicBezTo>
                    <a:pt x="2989" y="10365"/>
                    <a:pt x="3080" y="10525"/>
                    <a:pt x="3185" y="10672"/>
                  </a:cubicBezTo>
                  <a:cubicBezTo>
                    <a:pt x="3212" y="10712"/>
                    <a:pt x="3248" y="10745"/>
                    <a:pt x="3277" y="10784"/>
                  </a:cubicBezTo>
                  <a:cubicBezTo>
                    <a:pt x="3291" y="10804"/>
                    <a:pt x="3306" y="10824"/>
                    <a:pt x="3320" y="10843"/>
                  </a:cubicBezTo>
                  <a:cubicBezTo>
                    <a:pt x="3306" y="10864"/>
                    <a:pt x="3295" y="10887"/>
                    <a:pt x="3287" y="10912"/>
                  </a:cubicBezTo>
                  <a:cubicBezTo>
                    <a:pt x="3269" y="10969"/>
                    <a:pt x="3270" y="11032"/>
                    <a:pt x="3283" y="11089"/>
                  </a:cubicBezTo>
                  <a:cubicBezTo>
                    <a:pt x="3306" y="11197"/>
                    <a:pt x="3366" y="11299"/>
                    <a:pt x="3458" y="11364"/>
                  </a:cubicBezTo>
                  <a:cubicBezTo>
                    <a:pt x="3483" y="11381"/>
                    <a:pt x="3515" y="11390"/>
                    <a:pt x="3546" y="11390"/>
                  </a:cubicBezTo>
                  <a:cubicBezTo>
                    <a:pt x="3591" y="11390"/>
                    <a:pt x="3635" y="11372"/>
                    <a:pt x="3660" y="11333"/>
                  </a:cubicBezTo>
                  <a:cubicBezTo>
                    <a:pt x="3672" y="11314"/>
                    <a:pt x="3683" y="11295"/>
                    <a:pt x="3694" y="11275"/>
                  </a:cubicBezTo>
                  <a:lnTo>
                    <a:pt x="3694" y="11275"/>
                  </a:lnTo>
                  <a:cubicBezTo>
                    <a:pt x="3694" y="11277"/>
                    <a:pt x="3693" y="11278"/>
                    <a:pt x="3692" y="11279"/>
                  </a:cubicBezTo>
                  <a:cubicBezTo>
                    <a:pt x="3712" y="11252"/>
                    <a:pt x="3727" y="11232"/>
                    <a:pt x="3744" y="11201"/>
                  </a:cubicBezTo>
                  <a:cubicBezTo>
                    <a:pt x="3749" y="11192"/>
                    <a:pt x="3753" y="11183"/>
                    <a:pt x="3755" y="11173"/>
                  </a:cubicBezTo>
                  <a:cubicBezTo>
                    <a:pt x="3765" y="11156"/>
                    <a:pt x="3772" y="11139"/>
                    <a:pt x="3777" y="11118"/>
                  </a:cubicBezTo>
                  <a:cubicBezTo>
                    <a:pt x="3783" y="11101"/>
                    <a:pt x="3785" y="11084"/>
                    <a:pt x="3782" y="11065"/>
                  </a:cubicBezTo>
                  <a:cubicBezTo>
                    <a:pt x="3783" y="11040"/>
                    <a:pt x="3778" y="11014"/>
                    <a:pt x="3767" y="10991"/>
                  </a:cubicBezTo>
                  <a:cubicBezTo>
                    <a:pt x="3759" y="10963"/>
                    <a:pt x="3742" y="10937"/>
                    <a:pt x="3722" y="10916"/>
                  </a:cubicBezTo>
                  <a:cubicBezTo>
                    <a:pt x="3709" y="10901"/>
                    <a:pt x="3690" y="10883"/>
                    <a:pt x="3672" y="10871"/>
                  </a:cubicBezTo>
                  <a:cubicBezTo>
                    <a:pt x="3641" y="10849"/>
                    <a:pt x="3600" y="10829"/>
                    <a:pt x="3561" y="10828"/>
                  </a:cubicBezTo>
                  <a:lnTo>
                    <a:pt x="3529" y="10828"/>
                  </a:lnTo>
                  <a:cubicBezTo>
                    <a:pt x="3520" y="10805"/>
                    <a:pt x="3505" y="10784"/>
                    <a:pt x="3483" y="10772"/>
                  </a:cubicBezTo>
                  <a:cubicBezTo>
                    <a:pt x="3474" y="10767"/>
                    <a:pt x="3464" y="10763"/>
                    <a:pt x="3453" y="10762"/>
                  </a:cubicBezTo>
                  <a:cubicBezTo>
                    <a:pt x="3366" y="10574"/>
                    <a:pt x="3278" y="10388"/>
                    <a:pt x="3183" y="10205"/>
                  </a:cubicBezTo>
                  <a:cubicBezTo>
                    <a:pt x="3033" y="9920"/>
                    <a:pt x="2896" y="9627"/>
                    <a:pt x="2760" y="9335"/>
                  </a:cubicBezTo>
                  <a:cubicBezTo>
                    <a:pt x="2492" y="8754"/>
                    <a:pt x="2262" y="8153"/>
                    <a:pt x="2070" y="7543"/>
                  </a:cubicBezTo>
                  <a:cubicBezTo>
                    <a:pt x="2017" y="7373"/>
                    <a:pt x="1969" y="7200"/>
                    <a:pt x="1915" y="7029"/>
                  </a:cubicBezTo>
                  <a:cubicBezTo>
                    <a:pt x="1902" y="6984"/>
                    <a:pt x="1888" y="6938"/>
                    <a:pt x="1875" y="6892"/>
                  </a:cubicBezTo>
                  <a:cubicBezTo>
                    <a:pt x="1882" y="6797"/>
                    <a:pt x="1888" y="6694"/>
                    <a:pt x="1829" y="6615"/>
                  </a:cubicBezTo>
                  <a:cubicBezTo>
                    <a:pt x="1823" y="6607"/>
                    <a:pt x="1814" y="6603"/>
                    <a:pt x="1804" y="6601"/>
                  </a:cubicBezTo>
                  <a:lnTo>
                    <a:pt x="1809" y="6071"/>
                  </a:lnTo>
                  <a:cubicBezTo>
                    <a:pt x="1818" y="6104"/>
                    <a:pt x="1827" y="6138"/>
                    <a:pt x="1838" y="6171"/>
                  </a:cubicBezTo>
                  <a:cubicBezTo>
                    <a:pt x="1976" y="6589"/>
                    <a:pt x="2180" y="6980"/>
                    <a:pt x="2405" y="7358"/>
                  </a:cubicBezTo>
                  <a:cubicBezTo>
                    <a:pt x="2634" y="7742"/>
                    <a:pt x="2876" y="8119"/>
                    <a:pt x="3132" y="8485"/>
                  </a:cubicBezTo>
                  <a:cubicBezTo>
                    <a:pt x="3420" y="8899"/>
                    <a:pt x="3725" y="9299"/>
                    <a:pt x="4045" y="9687"/>
                  </a:cubicBezTo>
                  <a:cubicBezTo>
                    <a:pt x="4075" y="9724"/>
                    <a:pt x="4119" y="9742"/>
                    <a:pt x="4163" y="9742"/>
                  </a:cubicBezTo>
                  <a:cubicBezTo>
                    <a:pt x="4238" y="9742"/>
                    <a:pt x="4312" y="9692"/>
                    <a:pt x="4318" y="9607"/>
                  </a:cubicBezTo>
                  <a:cubicBezTo>
                    <a:pt x="4428" y="8147"/>
                    <a:pt x="4167" y="6667"/>
                    <a:pt x="3564" y="5333"/>
                  </a:cubicBezTo>
                  <a:cubicBezTo>
                    <a:pt x="3414" y="5002"/>
                    <a:pt x="3244" y="4683"/>
                    <a:pt x="3055" y="4374"/>
                  </a:cubicBezTo>
                  <a:cubicBezTo>
                    <a:pt x="2872" y="4075"/>
                    <a:pt x="2676" y="3783"/>
                    <a:pt x="2427" y="3536"/>
                  </a:cubicBezTo>
                  <a:cubicBezTo>
                    <a:pt x="2304" y="3414"/>
                    <a:pt x="2172" y="3300"/>
                    <a:pt x="2026" y="3207"/>
                  </a:cubicBezTo>
                  <a:cubicBezTo>
                    <a:pt x="1965" y="3167"/>
                    <a:pt x="1902" y="3125"/>
                    <a:pt x="1833" y="3123"/>
                  </a:cubicBezTo>
                  <a:cubicBezTo>
                    <a:pt x="1834" y="2866"/>
                    <a:pt x="1836" y="2609"/>
                    <a:pt x="1836" y="2351"/>
                  </a:cubicBezTo>
                  <a:cubicBezTo>
                    <a:pt x="1842" y="2353"/>
                    <a:pt x="1845" y="2354"/>
                    <a:pt x="1851" y="2357"/>
                  </a:cubicBezTo>
                  <a:cubicBezTo>
                    <a:pt x="2430" y="3092"/>
                    <a:pt x="3214" y="3672"/>
                    <a:pt x="4060" y="4063"/>
                  </a:cubicBezTo>
                  <a:cubicBezTo>
                    <a:pt x="4555" y="4293"/>
                    <a:pt x="5079" y="4452"/>
                    <a:pt x="5616" y="4551"/>
                  </a:cubicBezTo>
                  <a:cubicBezTo>
                    <a:pt x="6129" y="4646"/>
                    <a:pt x="6651" y="4679"/>
                    <a:pt x="7173" y="4679"/>
                  </a:cubicBezTo>
                  <a:cubicBezTo>
                    <a:pt x="7246" y="4679"/>
                    <a:pt x="7320" y="4678"/>
                    <a:pt x="7393" y="4677"/>
                  </a:cubicBezTo>
                  <a:cubicBezTo>
                    <a:pt x="7970" y="4668"/>
                    <a:pt x="8544" y="4627"/>
                    <a:pt x="9118" y="4572"/>
                  </a:cubicBezTo>
                  <a:cubicBezTo>
                    <a:pt x="9137" y="4584"/>
                    <a:pt x="9157" y="4596"/>
                    <a:pt x="9178" y="4607"/>
                  </a:cubicBezTo>
                  <a:cubicBezTo>
                    <a:pt x="9209" y="4624"/>
                    <a:pt x="9243" y="4631"/>
                    <a:pt x="9277" y="4631"/>
                  </a:cubicBezTo>
                  <a:cubicBezTo>
                    <a:pt x="9369" y="4631"/>
                    <a:pt x="9459" y="4575"/>
                    <a:pt x="9485" y="4481"/>
                  </a:cubicBezTo>
                  <a:cubicBezTo>
                    <a:pt x="9506" y="4407"/>
                    <a:pt x="9459" y="4343"/>
                    <a:pt x="9384" y="4343"/>
                  </a:cubicBezTo>
                  <a:cubicBezTo>
                    <a:pt x="9380" y="4343"/>
                    <a:pt x="9377" y="4343"/>
                    <a:pt x="9373" y="4343"/>
                  </a:cubicBezTo>
                  <a:lnTo>
                    <a:pt x="9217" y="4355"/>
                  </a:lnTo>
                  <a:cubicBezTo>
                    <a:pt x="9174" y="4326"/>
                    <a:pt x="9131" y="4294"/>
                    <a:pt x="9090" y="4264"/>
                  </a:cubicBezTo>
                  <a:cubicBezTo>
                    <a:pt x="8986" y="4190"/>
                    <a:pt x="8884" y="4117"/>
                    <a:pt x="8782" y="4045"/>
                  </a:cubicBezTo>
                  <a:cubicBezTo>
                    <a:pt x="8565" y="3891"/>
                    <a:pt x="8348" y="3739"/>
                    <a:pt x="8127" y="3591"/>
                  </a:cubicBezTo>
                  <a:cubicBezTo>
                    <a:pt x="7687" y="3298"/>
                    <a:pt x="7228" y="3029"/>
                    <a:pt x="6758" y="2787"/>
                  </a:cubicBezTo>
                  <a:cubicBezTo>
                    <a:pt x="5839" y="2315"/>
                    <a:pt x="4836" y="1972"/>
                    <a:pt x="3798" y="1927"/>
                  </a:cubicBezTo>
                  <a:cubicBezTo>
                    <a:pt x="3711" y="1924"/>
                    <a:pt x="3624" y="1922"/>
                    <a:pt x="3538" y="1922"/>
                  </a:cubicBezTo>
                  <a:cubicBezTo>
                    <a:pt x="2982" y="1922"/>
                    <a:pt x="2427" y="1993"/>
                    <a:pt x="1877" y="2069"/>
                  </a:cubicBezTo>
                  <a:cubicBezTo>
                    <a:pt x="1869" y="2059"/>
                    <a:pt x="1860" y="2051"/>
                    <a:pt x="1853" y="2042"/>
                  </a:cubicBezTo>
                  <a:cubicBezTo>
                    <a:pt x="1847" y="2035"/>
                    <a:pt x="1842" y="2031"/>
                    <a:pt x="1836" y="2025"/>
                  </a:cubicBezTo>
                  <a:lnTo>
                    <a:pt x="1836" y="2007"/>
                  </a:lnTo>
                  <a:cubicBezTo>
                    <a:pt x="2267" y="1906"/>
                    <a:pt x="2684" y="1758"/>
                    <a:pt x="3106" y="1625"/>
                  </a:cubicBezTo>
                  <a:cubicBezTo>
                    <a:pt x="3107" y="1625"/>
                    <a:pt x="3108" y="1624"/>
                    <a:pt x="3110" y="1624"/>
                  </a:cubicBezTo>
                  <a:close/>
                  <a:moveTo>
                    <a:pt x="12535" y="1"/>
                  </a:moveTo>
                  <a:cubicBezTo>
                    <a:pt x="12043" y="1"/>
                    <a:pt x="11551" y="37"/>
                    <a:pt x="11063" y="110"/>
                  </a:cubicBezTo>
                  <a:cubicBezTo>
                    <a:pt x="10134" y="247"/>
                    <a:pt x="9224" y="515"/>
                    <a:pt x="8366" y="895"/>
                  </a:cubicBezTo>
                  <a:cubicBezTo>
                    <a:pt x="8013" y="1052"/>
                    <a:pt x="7671" y="1229"/>
                    <a:pt x="7340" y="1425"/>
                  </a:cubicBezTo>
                  <a:cubicBezTo>
                    <a:pt x="6138" y="1420"/>
                    <a:pt x="4935" y="1417"/>
                    <a:pt x="3733" y="1413"/>
                  </a:cubicBezTo>
                  <a:cubicBezTo>
                    <a:pt x="3962" y="1338"/>
                    <a:pt x="4192" y="1260"/>
                    <a:pt x="4419" y="1181"/>
                  </a:cubicBezTo>
                  <a:cubicBezTo>
                    <a:pt x="4662" y="1097"/>
                    <a:pt x="4913" y="1015"/>
                    <a:pt x="5142" y="895"/>
                  </a:cubicBezTo>
                  <a:cubicBezTo>
                    <a:pt x="5186" y="872"/>
                    <a:pt x="5171" y="804"/>
                    <a:pt x="5123" y="804"/>
                  </a:cubicBezTo>
                  <a:cubicBezTo>
                    <a:pt x="5120" y="804"/>
                    <a:pt x="5117" y="804"/>
                    <a:pt x="5114" y="805"/>
                  </a:cubicBezTo>
                  <a:cubicBezTo>
                    <a:pt x="4891" y="837"/>
                    <a:pt x="4670" y="903"/>
                    <a:pt x="4453" y="966"/>
                  </a:cubicBezTo>
                  <a:cubicBezTo>
                    <a:pt x="4236" y="1032"/>
                    <a:pt x="4017" y="1098"/>
                    <a:pt x="3800" y="1164"/>
                  </a:cubicBezTo>
                  <a:cubicBezTo>
                    <a:pt x="3544" y="1243"/>
                    <a:pt x="3288" y="1325"/>
                    <a:pt x="3033" y="1410"/>
                  </a:cubicBezTo>
                  <a:cubicBezTo>
                    <a:pt x="2826" y="1410"/>
                    <a:pt x="2619" y="1409"/>
                    <a:pt x="2413" y="1409"/>
                  </a:cubicBezTo>
                  <a:cubicBezTo>
                    <a:pt x="2289" y="1409"/>
                    <a:pt x="2266" y="1597"/>
                    <a:pt x="2392" y="1600"/>
                  </a:cubicBezTo>
                  <a:cubicBezTo>
                    <a:pt x="2414" y="1600"/>
                    <a:pt x="2435" y="1601"/>
                    <a:pt x="2457" y="1601"/>
                  </a:cubicBezTo>
                  <a:cubicBezTo>
                    <a:pt x="2344" y="1638"/>
                    <a:pt x="2232" y="1675"/>
                    <a:pt x="2120" y="1711"/>
                  </a:cubicBezTo>
                  <a:cubicBezTo>
                    <a:pt x="2024" y="1743"/>
                    <a:pt x="1931" y="1781"/>
                    <a:pt x="1837" y="1821"/>
                  </a:cubicBezTo>
                  <a:cubicBezTo>
                    <a:pt x="1834" y="1388"/>
                    <a:pt x="1827" y="954"/>
                    <a:pt x="1815" y="522"/>
                  </a:cubicBezTo>
                  <a:cubicBezTo>
                    <a:pt x="1814" y="483"/>
                    <a:pt x="1781" y="464"/>
                    <a:pt x="1748" y="464"/>
                  </a:cubicBezTo>
                  <a:cubicBezTo>
                    <a:pt x="1712" y="464"/>
                    <a:pt x="1676" y="485"/>
                    <a:pt x="1674" y="526"/>
                  </a:cubicBezTo>
                  <a:cubicBezTo>
                    <a:pt x="1611" y="1942"/>
                    <a:pt x="1613" y="3358"/>
                    <a:pt x="1597" y="4775"/>
                  </a:cubicBezTo>
                  <a:cubicBezTo>
                    <a:pt x="1591" y="5315"/>
                    <a:pt x="1585" y="5855"/>
                    <a:pt x="1578" y="6396"/>
                  </a:cubicBezTo>
                  <a:cubicBezTo>
                    <a:pt x="1296" y="6786"/>
                    <a:pt x="1054" y="7202"/>
                    <a:pt x="840" y="7631"/>
                  </a:cubicBezTo>
                  <a:cubicBezTo>
                    <a:pt x="636" y="8042"/>
                    <a:pt x="464" y="8466"/>
                    <a:pt x="335" y="8906"/>
                  </a:cubicBezTo>
                  <a:cubicBezTo>
                    <a:pt x="88" y="9752"/>
                    <a:pt x="0" y="10660"/>
                    <a:pt x="141" y="11533"/>
                  </a:cubicBezTo>
                  <a:cubicBezTo>
                    <a:pt x="219" y="12020"/>
                    <a:pt x="371" y="12497"/>
                    <a:pt x="602" y="12935"/>
                  </a:cubicBezTo>
                  <a:cubicBezTo>
                    <a:pt x="628" y="12984"/>
                    <a:pt x="687" y="13018"/>
                    <a:pt x="743" y="13018"/>
                  </a:cubicBezTo>
                  <a:cubicBezTo>
                    <a:pt x="782" y="13018"/>
                    <a:pt x="820" y="13001"/>
                    <a:pt x="842" y="12961"/>
                  </a:cubicBezTo>
                  <a:cubicBezTo>
                    <a:pt x="915" y="12831"/>
                    <a:pt x="983" y="12699"/>
                    <a:pt x="1048" y="12565"/>
                  </a:cubicBezTo>
                  <a:lnTo>
                    <a:pt x="1048" y="12565"/>
                  </a:lnTo>
                  <a:cubicBezTo>
                    <a:pt x="969" y="12904"/>
                    <a:pt x="903" y="13247"/>
                    <a:pt x="839" y="13588"/>
                  </a:cubicBezTo>
                  <a:cubicBezTo>
                    <a:pt x="782" y="13900"/>
                    <a:pt x="729" y="14210"/>
                    <a:pt x="680" y="14522"/>
                  </a:cubicBezTo>
                  <a:cubicBezTo>
                    <a:pt x="656" y="14676"/>
                    <a:pt x="634" y="14831"/>
                    <a:pt x="612" y="14985"/>
                  </a:cubicBezTo>
                  <a:cubicBezTo>
                    <a:pt x="590" y="15142"/>
                    <a:pt x="558" y="15300"/>
                    <a:pt x="557" y="15457"/>
                  </a:cubicBezTo>
                  <a:cubicBezTo>
                    <a:pt x="555" y="15633"/>
                    <a:pt x="518" y="15807"/>
                    <a:pt x="515" y="15983"/>
                  </a:cubicBezTo>
                  <a:cubicBezTo>
                    <a:pt x="514" y="16028"/>
                    <a:pt x="524" y="16072"/>
                    <a:pt x="522" y="16118"/>
                  </a:cubicBezTo>
                  <a:cubicBezTo>
                    <a:pt x="521" y="16157"/>
                    <a:pt x="520" y="16197"/>
                    <a:pt x="518" y="16239"/>
                  </a:cubicBezTo>
                  <a:cubicBezTo>
                    <a:pt x="515" y="16311"/>
                    <a:pt x="515" y="16383"/>
                    <a:pt x="516" y="16455"/>
                  </a:cubicBezTo>
                  <a:cubicBezTo>
                    <a:pt x="507" y="16455"/>
                    <a:pt x="498" y="16455"/>
                    <a:pt x="488" y="16456"/>
                  </a:cubicBezTo>
                  <a:cubicBezTo>
                    <a:pt x="460" y="16461"/>
                    <a:pt x="433" y="16469"/>
                    <a:pt x="410" y="16481"/>
                  </a:cubicBezTo>
                  <a:cubicBezTo>
                    <a:pt x="393" y="16491"/>
                    <a:pt x="372" y="16502"/>
                    <a:pt x="357" y="16514"/>
                  </a:cubicBezTo>
                  <a:cubicBezTo>
                    <a:pt x="327" y="16540"/>
                    <a:pt x="312" y="16561"/>
                    <a:pt x="295" y="16597"/>
                  </a:cubicBezTo>
                  <a:cubicBezTo>
                    <a:pt x="291" y="16612"/>
                    <a:pt x="289" y="16626"/>
                    <a:pt x="285" y="16642"/>
                  </a:cubicBezTo>
                  <a:cubicBezTo>
                    <a:pt x="285" y="16657"/>
                    <a:pt x="286" y="16673"/>
                    <a:pt x="286" y="16688"/>
                  </a:cubicBezTo>
                  <a:cubicBezTo>
                    <a:pt x="291" y="16725"/>
                    <a:pt x="311" y="16758"/>
                    <a:pt x="338" y="16783"/>
                  </a:cubicBezTo>
                  <a:cubicBezTo>
                    <a:pt x="341" y="16786"/>
                    <a:pt x="344" y="16787"/>
                    <a:pt x="345" y="16789"/>
                  </a:cubicBezTo>
                  <a:cubicBezTo>
                    <a:pt x="344" y="16803"/>
                    <a:pt x="345" y="16820"/>
                    <a:pt x="346" y="16835"/>
                  </a:cubicBezTo>
                  <a:cubicBezTo>
                    <a:pt x="350" y="16847"/>
                    <a:pt x="355" y="16861"/>
                    <a:pt x="359" y="16874"/>
                  </a:cubicBezTo>
                  <a:cubicBezTo>
                    <a:pt x="367" y="16893"/>
                    <a:pt x="378" y="16908"/>
                    <a:pt x="394" y="16922"/>
                  </a:cubicBezTo>
                  <a:cubicBezTo>
                    <a:pt x="403" y="16933"/>
                    <a:pt x="414" y="16939"/>
                    <a:pt x="426" y="16945"/>
                  </a:cubicBezTo>
                  <a:cubicBezTo>
                    <a:pt x="444" y="16956"/>
                    <a:pt x="464" y="16962"/>
                    <a:pt x="483" y="16965"/>
                  </a:cubicBezTo>
                  <a:cubicBezTo>
                    <a:pt x="492" y="16966"/>
                    <a:pt x="502" y="16967"/>
                    <a:pt x="510" y="16967"/>
                  </a:cubicBezTo>
                  <a:lnTo>
                    <a:pt x="527" y="16967"/>
                  </a:lnTo>
                  <a:lnTo>
                    <a:pt x="536" y="16976"/>
                  </a:lnTo>
                  <a:cubicBezTo>
                    <a:pt x="547" y="16981"/>
                    <a:pt x="558" y="16988"/>
                    <a:pt x="569" y="16993"/>
                  </a:cubicBezTo>
                  <a:cubicBezTo>
                    <a:pt x="583" y="16999"/>
                    <a:pt x="597" y="17002"/>
                    <a:pt x="611" y="17002"/>
                  </a:cubicBezTo>
                  <a:cubicBezTo>
                    <a:pt x="616" y="17002"/>
                    <a:pt x="621" y="17002"/>
                    <a:pt x="626" y="17001"/>
                  </a:cubicBezTo>
                  <a:cubicBezTo>
                    <a:pt x="659" y="17000"/>
                    <a:pt x="689" y="16990"/>
                    <a:pt x="714" y="16970"/>
                  </a:cubicBezTo>
                  <a:cubicBezTo>
                    <a:pt x="768" y="16928"/>
                    <a:pt x="798" y="16860"/>
                    <a:pt x="787" y="16792"/>
                  </a:cubicBezTo>
                  <a:cubicBezTo>
                    <a:pt x="787" y="16789"/>
                    <a:pt x="784" y="16786"/>
                    <a:pt x="784" y="16782"/>
                  </a:cubicBezTo>
                  <a:cubicBezTo>
                    <a:pt x="787" y="16771"/>
                    <a:pt x="790" y="16758"/>
                    <a:pt x="793" y="16745"/>
                  </a:cubicBezTo>
                  <a:cubicBezTo>
                    <a:pt x="793" y="16741"/>
                    <a:pt x="794" y="16736"/>
                    <a:pt x="794" y="16732"/>
                  </a:cubicBezTo>
                  <a:cubicBezTo>
                    <a:pt x="794" y="16714"/>
                    <a:pt x="794" y="16692"/>
                    <a:pt x="793" y="16675"/>
                  </a:cubicBezTo>
                  <a:cubicBezTo>
                    <a:pt x="790" y="16653"/>
                    <a:pt x="782" y="16630"/>
                    <a:pt x="774" y="16610"/>
                  </a:cubicBezTo>
                  <a:cubicBezTo>
                    <a:pt x="772" y="16602"/>
                    <a:pt x="768" y="16595"/>
                    <a:pt x="762" y="16588"/>
                  </a:cubicBezTo>
                  <a:cubicBezTo>
                    <a:pt x="766" y="16584"/>
                    <a:pt x="769" y="16578"/>
                    <a:pt x="771" y="16575"/>
                  </a:cubicBezTo>
                  <a:cubicBezTo>
                    <a:pt x="772" y="16575"/>
                    <a:pt x="772" y="16573"/>
                    <a:pt x="773" y="16573"/>
                  </a:cubicBezTo>
                  <a:cubicBezTo>
                    <a:pt x="798" y="16562"/>
                    <a:pt x="798" y="16532"/>
                    <a:pt x="779" y="16516"/>
                  </a:cubicBezTo>
                  <a:cubicBezTo>
                    <a:pt x="774" y="16511"/>
                    <a:pt x="769" y="16509"/>
                    <a:pt x="766" y="16506"/>
                  </a:cubicBezTo>
                  <a:cubicBezTo>
                    <a:pt x="752" y="16488"/>
                    <a:pt x="735" y="16474"/>
                    <a:pt x="711" y="16473"/>
                  </a:cubicBezTo>
                  <a:cubicBezTo>
                    <a:pt x="707" y="16472"/>
                    <a:pt x="703" y="16472"/>
                    <a:pt x="699" y="16472"/>
                  </a:cubicBezTo>
                  <a:cubicBezTo>
                    <a:pt x="690" y="16472"/>
                    <a:pt x="681" y="16473"/>
                    <a:pt x="672" y="16474"/>
                  </a:cubicBezTo>
                  <a:cubicBezTo>
                    <a:pt x="659" y="16474"/>
                    <a:pt x="648" y="16474"/>
                    <a:pt x="636" y="16476"/>
                  </a:cubicBezTo>
                  <a:cubicBezTo>
                    <a:pt x="630" y="16473"/>
                    <a:pt x="626" y="16472"/>
                    <a:pt x="621" y="16470"/>
                  </a:cubicBezTo>
                  <a:cubicBezTo>
                    <a:pt x="683" y="16183"/>
                    <a:pt x="735" y="15896"/>
                    <a:pt x="782" y="15606"/>
                  </a:cubicBezTo>
                  <a:cubicBezTo>
                    <a:pt x="807" y="15447"/>
                    <a:pt x="837" y="15291"/>
                    <a:pt x="859" y="15132"/>
                  </a:cubicBezTo>
                  <a:cubicBezTo>
                    <a:pt x="879" y="14982"/>
                    <a:pt x="899" y="14831"/>
                    <a:pt x="921" y="14682"/>
                  </a:cubicBezTo>
                  <a:cubicBezTo>
                    <a:pt x="1014" y="14065"/>
                    <a:pt x="1122" y="13450"/>
                    <a:pt x="1240" y="12839"/>
                  </a:cubicBezTo>
                  <a:cubicBezTo>
                    <a:pt x="1307" y="12490"/>
                    <a:pt x="1382" y="12144"/>
                    <a:pt x="1436" y="11792"/>
                  </a:cubicBezTo>
                  <a:cubicBezTo>
                    <a:pt x="1442" y="11757"/>
                    <a:pt x="1426" y="11730"/>
                    <a:pt x="1400" y="11713"/>
                  </a:cubicBezTo>
                  <a:cubicBezTo>
                    <a:pt x="1442" y="11596"/>
                    <a:pt x="1480" y="11476"/>
                    <a:pt x="1516" y="11355"/>
                  </a:cubicBezTo>
                  <a:lnTo>
                    <a:pt x="1516" y="11355"/>
                  </a:lnTo>
                  <a:cubicBezTo>
                    <a:pt x="1490" y="13326"/>
                    <a:pt x="1464" y="15297"/>
                    <a:pt x="1433" y="17268"/>
                  </a:cubicBezTo>
                  <a:cubicBezTo>
                    <a:pt x="1351" y="22796"/>
                    <a:pt x="1268" y="28323"/>
                    <a:pt x="1169" y="33850"/>
                  </a:cubicBezTo>
                  <a:cubicBezTo>
                    <a:pt x="1141" y="35401"/>
                    <a:pt x="1111" y="36953"/>
                    <a:pt x="1082" y="38505"/>
                  </a:cubicBezTo>
                  <a:cubicBezTo>
                    <a:pt x="1068" y="39297"/>
                    <a:pt x="1051" y="40090"/>
                    <a:pt x="1036" y="40883"/>
                  </a:cubicBezTo>
                  <a:cubicBezTo>
                    <a:pt x="1020" y="41654"/>
                    <a:pt x="939" y="42449"/>
                    <a:pt x="1069" y="43211"/>
                  </a:cubicBezTo>
                  <a:cubicBezTo>
                    <a:pt x="1076" y="43255"/>
                    <a:pt x="1107" y="43275"/>
                    <a:pt x="1140" y="43275"/>
                  </a:cubicBezTo>
                  <a:cubicBezTo>
                    <a:pt x="1176" y="43275"/>
                    <a:pt x="1214" y="43250"/>
                    <a:pt x="1223" y="43207"/>
                  </a:cubicBezTo>
                  <a:cubicBezTo>
                    <a:pt x="1240" y="43128"/>
                    <a:pt x="1260" y="43047"/>
                    <a:pt x="1276" y="42966"/>
                  </a:cubicBezTo>
                  <a:cubicBezTo>
                    <a:pt x="1283" y="44480"/>
                    <a:pt x="1295" y="45994"/>
                    <a:pt x="1316" y="47507"/>
                  </a:cubicBezTo>
                  <a:cubicBezTo>
                    <a:pt x="1333" y="48805"/>
                    <a:pt x="1354" y="50102"/>
                    <a:pt x="1382" y="51399"/>
                  </a:cubicBezTo>
                  <a:cubicBezTo>
                    <a:pt x="1395" y="52058"/>
                    <a:pt x="1410" y="52716"/>
                    <a:pt x="1427" y="53375"/>
                  </a:cubicBezTo>
                  <a:cubicBezTo>
                    <a:pt x="1238" y="53377"/>
                    <a:pt x="1048" y="53378"/>
                    <a:pt x="859" y="53380"/>
                  </a:cubicBezTo>
                  <a:cubicBezTo>
                    <a:pt x="664" y="53382"/>
                    <a:pt x="630" y="53680"/>
                    <a:pt x="825" y="53680"/>
                  </a:cubicBezTo>
                  <a:cubicBezTo>
                    <a:pt x="826" y="53680"/>
                    <a:pt x="826" y="53680"/>
                    <a:pt x="827" y="53680"/>
                  </a:cubicBezTo>
                  <a:cubicBezTo>
                    <a:pt x="1029" y="53679"/>
                    <a:pt x="1230" y="53678"/>
                    <a:pt x="1431" y="53677"/>
                  </a:cubicBezTo>
                  <a:lnTo>
                    <a:pt x="1431" y="53677"/>
                  </a:lnTo>
                  <a:cubicBezTo>
                    <a:pt x="1435" y="54228"/>
                    <a:pt x="1426" y="54791"/>
                    <a:pt x="1542" y="55326"/>
                  </a:cubicBezTo>
                  <a:cubicBezTo>
                    <a:pt x="1551" y="55367"/>
                    <a:pt x="1584" y="55387"/>
                    <a:pt x="1617" y="55387"/>
                  </a:cubicBezTo>
                  <a:cubicBezTo>
                    <a:pt x="1651" y="55387"/>
                    <a:pt x="1685" y="55365"/>
                    <a:pt x="1691" y="55323"/>
                  </a:cubicBezTo>
                  <a:cubicBezTo>
                    <a:pt x="1715" y="55182"/>
                    <a:pt x="1744" y="55044"/>
                    <a:pt x="1746" y="54903"/>
                  </a:cubicBezTo>
                  <a:cubicBezTo>
                    <a:pt x="1749" y="54763"/>
                    <a:pt x="1740" y="54620"/>
                    <a:pt x="1735" y="54478"/>
                  </a:cubicBezTo>
                  <a:lnTo>
                    <a:pt x="1715" y="53676"/>
                  </a:lnTo>
                  <a:cubicBezTo>
                    <a:pt x="14308" y="53575"/>
                    <a:pt x="26902" y="53490"/>
                    <a:pt x="39495" y="53457"/>
                  </a:cubicBezTo>
                  <a:cubicBezTo>
                    <a:pt x="44227" y="53445"/>
                    <a:pt x="48959" y="53438"/>
                    <a:pt x="53692" y="53438"/>
                  </a:cubicBezTo>
                  <a:cubicBezTo>
                    <a:pt x="61726" y="53438"/>
                    <a:pt x="69760" y="53456"/>
                    <a:pt x="77794" y="53492"/>
                  </a:cubicBezTo>
                  <a:cubicBezTo>
                    <a:pt x="81377" y="53509"/>
                    <a:pt x="84960" y="53529"/>
                    <a:pt x="88544" y="53552"/>
                  </a:cubicBezTo>
                  <a:cubicBezTo>
                    <a:pt x="90373" y="53564"/>
                    <a:pt x="92205" y="53577"/>
                    <a:pt x="94035" y="53591"/>
                  </a:cubicBezTo>
                  <a:cubicBezTo>
                    <a:pt x="95089" y="53599"/>
                    <a:pt x="96145" y="53623"/>
                    <a:pt x="97201" y="53623"/>
                  </a:cubicBezTo>
                  <a:cubicBezTo>
                    <a:pt x="97528" y="53623"/>
                    <a:pt x="97855" y="53621"/>
                    <a:pt x="98181" y="53615"/>
                  </a:cubicBezTo>
                  <a:lnTo>
                    <a:pt x="98181" y="53615"/>
                  </a:lnTo>
                  <a:cubicBezTo>
                    <a:pt x="98176" y="53671"/>
                    <a:pt x="98169" y="53728"/>
                    <a:pt x="98164" y="53785"/>
                  </a:cubicBezTo>
                  <a:cubicBezTo>
                    <a:pt x="98154" y="53876"/>
                    <a:pt x="98168" y="53963"/>
                    <a:pt x="98177" y="54052"/>
                  </a:cubicBezTo>
                  <a:cubicBezTo>
                    <a:pt x="98181" y="54094"/>
                    <a:pt x="98209" y="54112"/>
                    <a:pt x="98240" y="54112"/>
                  </a:cubicBezTo>
                  <a:cubicBezTo>
                    <a:pt x="98271" y="54112"/>
                    <a:pt x="98305" y="54092"/>
                    <a:pt x="98316" y="54057"/>
                  </a:cubicBezTo>
                  <a:cubicBezTo>
                    <a:pt x="98333" y="54005"/>
                    <a:pt x="98350" y="53952"/>
                    <a:pt x="98366" y="53901"/>
                  </a:cubicBezTo>
                  <a:cubicBezTo>
                    <a:pt x="98380" y="53848"/>
                    <a:pt x="98382" y="53792"/>
                    <a:pt x="98389" y="53738"/>
                  </a:cubicBezTo>
                  <a:cubicBezTo>
                    <a:pt x="98400" y="53639"/>
                    <a:pt x="98412" y="53541"/>
                    <a:pt x="98423" y="53442"/>
                  </a:cubicBezTo>
                  <a:cubicBezTo>
                    <a:pt x="98446" y="53244"/>
                    <a:pt x="98472" y="53046"/>
                    <a:pt x="98500" y="52849"/>
                  </a:cubicBezTo>
                  <a:cubicBezTo>
                    <a:pt x="98517" y="52720"/>
                    <a:pt x="98537" y="52592"/>
                    <a:pt x="98555" y="52463"/>
                  </a:cubicBezTo>
                  <a:cubicBezTo>
                    <a:pt x="98556" y="52463"/>
                    <a:pt x="98556" y="52463"/>
                    <a:pt x="98557" y="52463"/>
                  </a:cubicBezTo>
                  <a:cubicBezTo>
                    <a:pt x="98563" y="52463"/>
                    <a:pt x="98571" y="52460"/>
                    <a:pt x="98574" y="52453"/>
                  </a:cubicBezTo>
                  <a:cubicBezTo>
                    <a:pt x="98626" y="52350"/>
                    <a:pt x="98631" y="52239"/>
                    <a:pt x="98638" y="52127"/>
                  </a:cubicBezTo>
                  <a:cubicBezTo>
                    <a:pt x="98646" y="52036"/>
                    <a:pt x="98647" y="51947"/>
                    <a:pt x="98646" y="51856"/>
                  </a:cubicBezTo>
                  <a:cubicBezTo>
                    <a:pt x="98655" y="51793"/>
                    <a:pt x="98665" y="51730"/>
                    <a:pt x="98676" y="51665"/>
                  </a:cubicBezTo>
                  <a:cubicBezTo>
                    <a:pt x="98690" y="51585"/>
                    <a:pt x="98703" y="51502"/>
                    <a:pt x="98717" y="51421"/>
                  </a:cubicBezTo>
                  <a:cubicBezTo>
                    <a:pt x="99237" y="51107"/>
                    <a:pt x="99690" y="50689"/>
                    <a:pt x="100059" y="50210"/>
                  </a:cubicBezTo>
                  <a:cubicBezTo>
                    <a:pt x="100769" y="49294"/>
                    <a:pt x="101196" y="48169"/>
                    <a:pt x="101381" y="47035"/>
                  </a:cubicBezTo>
                  <a:cubicBezTo>
                    <a:pt x="101476" y="46444"/>
                    <a:pt x="101509" y="45846"/>
                    <a:pt x="101481" y="45249"/>
                  </a:cubicBezTo>
                  <a:cubicBezTo>
                    <a:pt x="101450" y="44570"/>
                    <a:pt x="101351" y="43871"/>
                    <a:pt x="100980" y="43284"/>
                  </a:cubicBezTo>
                  <a:cubicBezTo>
                    <a:pt x="100959" y="43252"/>
                    <a:pt x="100922" y="43237"/>
                    <a:pt x="100886" y="43237"/>
                  </a:cubicBezTo>
                  <a:cubicBezTo>
                    <a:pt x="100839" y="43237"/>
                    <a:pt x="100791" y="43261"/>
                    <a:pt x="100774" y="43304"/>
                  </a:cubicBezTo>
                  <a:cubicBezTo>
                    <a:pt x="100483" y="44059"/>
                    <a:pt x="100192" y="44813"/>
                    <a:pt x="99937" y="45580"/>
                  </a:cubicBezTo>
                  <a:cubicBezTo>
                    <a:pt x="99619" y="46534"/>
                    <a:pt x="99338" y="47501"/>
                    <a:pt x="99094" y="48477"/>
                  </a:cubicBezTo>
                  <a:cubicBezTo>
                    <a:pt x="99121" y="48270"/>
                    <a:pt x="99146" y="48065"/>
                    <a:pt x="99164" y="47858"/>
                  </a:cubicBezTo>
                  <a:cubicBezTo>
                    <a:pt x="99230" y="47135"/>
                    <a:pt x="99248" y="46408"/>
                    <a:pt x="99218" y="45683"/>
                  </a:cubicBezTo>
                  <a:lnTo>
                    <a:pt x="99218" y="45683"/>
                  </a:lnTo>
                  <a:cubicBezTo>
                    <a:pt x="99222" y="45686"/>
                    <a:pt x="99227" y="45688"/>
                    <a:pt x="99232" y="45688"/>
                  </a:cubicBezTo>
                  <a:cubicBezTo>
                    <a:pt x="99241" y="45688"/>
                    <a:pt x="99250" y="45683"/>
                    <a:pt x="99250" y="45672"/>
                  </a:cubicBezTo>
                  <a:cubicBezTo>
                    <a:pt x="99258" y="45540"/>
                    <a:pt x="99267" y="45410"/>
                    <a:pt x="99275" y="45278"/>
                  </a:cubicBezTo>
                  <a:cubicBezTo>
                    <a:pt x="99314" y="44677"/>
                    <a:pt x="99325" y="44075"/>
                    <a:pt x="99325" y="43474"/>
                  </a:cubicBezTo>
                  <a:cubicBezTo>
                    <a:pt x="99365" y="43250"/>
                    <a:pt x="99407" y="43026"/>
                    <a:pt x="99451" y="42802"/>
                  </a:cubicBezTo>
                  <a:cubicBezTo>
                    <a:pt x="99530" y="42414"/>
                    <a:pt x="99614" y="42026"/>
                    <a:pt x="99707" y="41640"/>
                  </a:cubicBezTo>
                  <a:cubicBezTo>
                    <a:pt x="99717" y="41622"/>
                    <a:pt x="99725" y="41608"/>
                    <a:pt x="99735" y="41591"/>
                  </a:cubicBezTo>
                  <a:cubicBezTo>
                    <a:pt x="99788" y="41503"/>
                    <a:pt x="99835" y="41412"/>
                    <a:pt x="99887" y="41324"/>
                  </a:cubicBezTo>
                  <a:cubicBezTo>
                    <a:pt x="99993" y="41141"/>
                    <a:pt x="100109" y="40961"/>
                    <a:pt x="100231" y="40785"/>
                  </a:cubicBezTo>
                  <a:cubicBezTo>
                    <a:pt x="100351" y="40611"/>
                    <a:pt x="100481" y="40440"/>
                    <a:pt x="100615" y="40275"/>
                  </a:cubicBezTo>
                  <a:cubicBezTo>
                    <a:pt x="100712" y="40157"/>
                    <a:pt x="100810" y="40043"/>
                    <a:pt x="100904" y="39924"/>
                  </a:cubicBezTo>
                  <a:cubicBezTo>
                    <a:pt x="100937" y="39924"/>
                    <a:pt x="100970" y="39914"/>
                    <a:pt x="100998" y="39895"/>
                  </a:cubicBezTo>
                  <a:cubicBezTo>
                    <a:pt x="101018" y="39880"/>
                    <a:pt x="101034" y="39863"/>
                    <a:pt x="101046" y="39842"/>
                  </a:cubicBezTo>
                  <a:cubicBezTo>
                    <a:pt x="101065" y="39840"/>
                    <a:pt x="101085" y="39832"/>
                    <a:pt x="101100" y="39822"/>
                  </a:cubicBezTo>
                  <a:cubicBezTo>
                    <a:pt x="101119" y="39809"/>
                    <a:pt x="101142" y="39776"/>
                    <a:pt x="101142" y="39753"/>
                  </a:cubicBezTo>
                  <a:cubicBezTo>
                    <a:pt x="101144" y="39720"/>
                    <a:pt x="101142" y="39695"/>
                    <a:pt x="101131" y="39664"/>
                  </a:cubicBezTo>
                  <a:cubicBezTo>
                    <a:pt x="101124" y="39643"/>
                    <a:pt x="101113" y="39624"/>
                    <a:pt x="101100" y="39608"/>
                  </a:cubicBezTo>
                  <a:cubicBezTo>
                    <a:pt x="101087" y="39593"/>
                    <a:pt x="101074" y="39582"/>
                    <a:pt x="101060" y="39571"/>
                  </a:cubicBezTo>
                  <a:cubicBezTo>
                    <a:pt x="101062" y="39565"/>
                    <a:pt x="101062" y="39561"/>
                    <a:pt x="101063" y="39555"/>
                  </a:cubicBezTo>
                  <a:cubicBezTo>
                    <a:pt x="101064" y="39550"/>
                    <a:pt x="101065" y="39545"/>
                    <a:pt x="101067" y="39540"/>
                  </a:cubicBezTo>
                  <a:cubicBezTo>
                    <a:pt x="101068" y="39534"/>
                    <a:pt x="101068" y="39528"/>
                    <a:pt x="101068" y="39522"/>
                  </a:cubicBezTo>
                  <a:lnTo>
                    <a:pt x="101068" y="39518"/>
                  </a:lnTo>
                  <a:cubicBezTo>
                    <a:pt x="101070" y="39517"/>
                    <a:pt x="101070" y="39515"/>
                    <a:pt x="101070" y="39512"/>
                  </a:cubicBezTo>
                  <a:cubicBezTo>
                    <a:pt x="101098" y="39474"/>
                    <a:pt x="101078" y="39424"/>
                    <a:pt x="101031" y="39414"/>
                  </a:cubicBezTo>
                  <a:cubicBezTo>
                    <a:pt x="101021" y="39411"/>
                    <a:pt x="101010" y="39410"/>
                    <a:pt x="100999" y="39410"/>
                  </a:cubicBezTo>
                  <a:cubicBezTo>
                    <a:pt x="100954" y="39410"/>
                    <a:pt x="100905" y="39428"/>
                    <a:pt x="100878" y="39461"/>
                  </a:cubicBezTo>
                  <a:cubicBezTo>
                    <a:pt x="100860" y="39485"/>
                    <a:pt x="100848" y="39511"/>
                    <a:pt x="100839" y="39539"/>
                  </a:cubicBezTo>
                  <a:cubicBezTo>
                    <a:pt x="100796" y="39557"/>
                    <a:pt x="100762" y="39593"/>
                    <a:pt x="100741" y="39635"/>
                  </a:cubicBezTo>
                  <a:cubicBezTo>
                    <a:pt x="100710" y="39705"/>
                    <a:pt x="100718" y="39790"/>
                    <a:pt x="100762" y="39853"/>
                  </a:cubicBezTo>
                  <a:cubicBezTo>
                    <a:pt x="100661" y="39951"/>
                    <a:pt x="100569" y="40057"/>
                    <a:pt x="100477" y="40167"/>
                  </a:cubicBezTo>
                  <a:cubicBezTo>
                    <a:pt x="100340" y="40331"/>
                    <a:pt x="100212" y="40501"/>
                    <a:pt x="100088" y="40674"/>
                  </a:cubicBezTo>
                  <a:cubicBezTo>
                    <a:pt x="100009" y="40786"/>
                    <a:pt x="99932" y="40903"/>
                    <a:pt x="99857" y="41020"/>
                  </a:cubicBezTo>
                  <a:cubicBezTo>
                    <a:pt x="100125" y="39982"/>
                    <a:pt x="100439" y="38957"/>
                    <a:pt x="100800" y="37946"/>
                  </a:cubicBezTo>
                  <a:cubicBezTo>
                    <a:pt x="100806" y="37947"/>
                    <a:pt x="100812" y="37947"/>
                    <a:pt x="100817" y="37947"/>
                  </a:cubicBezTo>
                  <a:cubicBezTo>
                    <a:pt x="100841" y="37947"/>
                    <a:pt x="100864" y="37945"/>
                    <a:pt x="100888" y="37937"/>
                  </a:cubicBezTo>
                  <a:cubicBezTo>
                    <a:pt x="100939" y="37921"/>
                    <a:pt x="100976" y="37883"/>
                    <a:pt x="101003" y="37841"/>
                  </a:cubicBezTo>
                  <a:cubicBezTo>
                    <a:pt x="101014" y="37823"/>
                    <a:pt x="101019" y="37803"/>
                    <a:pt x="101025" y="37782"/>
                  </a:cubicBezTo>
                  <a:cubicBezTo>
                    <a:pt x="101026" y="37777"/>
                    <a:pt x="101026" y="37772"/>
                    <a:pt x="101027" y="37769"/>
                  </a:cubicBezTo>
                  <a:cubicBezTo>
                    <a:pt x="101043" y="37742"/>
                    <a:pt x="101053" y="37710"/>
                    <a:pt x="101049" y="37678"/>
                  </a:cubicBezTo>
                  <a:cubicBezTo>
                    <a:pt x="101048" y="37665"/>
                    <a:pt x="101043" y="37650"/>
                    <a:pt x="101038" y="37638"/>
                  </a:cubicBezTo>
                  <a:cubicBezTo>
                    <a:pt x="101037" y="37635"/>
                    <a:pt x="101036" y="37632"/>
                    <a:pt x="101036" y="37629"/>
                  </a:cubicBezTo>
                  <a:cubicBezTo>
                    <a:pt x="101029" y="37616"/>
                    <a:pt x="101020" y="37601"/>
                    <a:pt x="101012" y="37588"/>
                  </a:cubicBezTo>
                  <a:cubicBezTo>
                    <a:pt x="101003" y="37574"/>
                    <a:pt x="100990" y="37563"/>
                    <a:pt x="100980" y="37552"/>
                  </a:cubicBezTo>
                  <a:cubicBezTo>
                    <a:pt x="100975" y="37549"/>
                    <a:pt x="100972" y="37546"/>
                    <a:pt x="100969" y="37542"/>
                  </a:cubicBezTo>
                  <a:cubicBezTo>
                    <a:pt x="100933" y="37517"/>
                    <a:pt x="100894" y="37501"/>
                    <a:pt x="100851" y="37493"/>
                  </a:cubicBezTo>
                  <a:cubicBezTo>
                    <a:pt x="100837" y="37491"/>
                    <a:pt x="100823" y="37490"/>
                    <a:pt x="100810" y="37490"/>
                  </a:cubicBezTo>
                  <a:cubicBezTo>
                    <a:pt x="100779" y="37490"/>
                    <a:pt x="100750" y="37495"/>
                    <a:pt x="100719" y="37504"/>
                  </a:cubicBezTo>
                  <a:cubicBezTo>
                    <a:pt x="100679" y="37517"/>
                    <a:pt x="100645" y="37542"/>
                    <a:pt x="100614" y="37573"/>
                  </a:cubicBezTo>
                  <a:cubicBezTo>
                    <a:pt x="100601" y="37588"/>
                    <a:pt x="100587" y="37606"/>
                    <a:pt x="100580" y="37624"/>
                  </a:cubicBezTo>
                  <a:cubicBezTo>
                    <a:pt x="100575" y="37633"/>
                    <a:pt x="100573" y="37643"/>
                    <a:pt x="100569" y="37652"/>
                  </a:cubicBezTo>
                  <a:cubicBezTo>
                    <a:pt x="100563" y="37671"/>
                    <a:pt x="100562" y="37688"/>
                    <a:pt x="100563" y="37706"/>
                  </a:cubicBezTo>
                  <a:lnTo>
                    <a:pt x="100563" y="37707"/>
                  </a:lnTo>
                  <a:cubicBezTo>
                    <a:pt x="100563" y="37735"/>
                    <a:pt x="100568" y="37761"/>
                    <a:pt x="100576" y="37788"/>
                  </a:cubicBezTo>
                  <a:cubicBezTo>
                    <a:pt x="100585" y="37811"/>
                    <a:pt x="100598" y="37833"/>
                    <a:pt x="100615" y="37853"/>
                  </a:cubicBezTo>
                  <a:cubicBezTo>
                    <a:pt x="100623" y="37861"/>
                    <a:pt x="100630" y="37868"/>
                    <a:pt x="100637" y="37875"/>
                  </a:cubicBezTo>
                  <a:cubicBezTo>
                    <a:pt x="100475" y="38311"/>
                    <a:pt x="100321" y="38750"/>
                    <a:pt x="100176" y="39194"/>
                  </a:cubicBezTo>
                  <a:cubicBezTo>
                    <a:pt x="99911" y="40007"/>
                    <a:pt x="99687" y="40834"/>
                    <a:pt x="99491" y="41665"/>
                  </a:cubicBezTo>
                  <a:cubicBezTo>
                    <a:pt x="99429" y="41927"/>
                    <a:pt x="99372" y="42190"/>
                    <a:pt x="99317" y="42453"/>
                  </a:cubicBezTo>
                  <a:cubicBezTo>
                    <a:pt x="99314" y="42274"/>
                    <a:pt x="99311" y="42096"/>
                    <a:pt x="99310" y="41919"/>
                  </a:cubicBezTo>
                  <a:cubicBezTo>
                    <a:pt x="99294" y="40729"/>
                    <a:pt x="99267" y="39538"/>
                    <a:pt x="99226" y="38348"/>
                  </a:cubicBezTo>
                  <a:cubicBezTo>
                    <a:pt x="99215" y="38019"/>
                    <a:pt x="99203" y="37691"/>
                    <a:pt x="99191" y="37361"/>
                  </a:cubicBezTo>
                  <a:cubicBezTo>
                    <a:pt x="99576" y="37190"/>
                    <a:pt x="99900" y="36917"/>
                    <a:pt x="100158" y="36588"/>
                  </a:cubicBezTo>
                  <a:cubicBezTo>
                    <a:pt x="100673" y="35931"/>
                    <a:pt x="100954" y="35107"/>
                    <a:pt x="101130" y="34305"/>
                  </a:cubicBezTo>
                  <a:cubicBezTo>
                    <a:pt x="101333" y="33384"/>
                    <a:pt x="101370" y="32427"/>
                    <a:pt x="101244" y="31494"/>
                  </a:cubicBezTo>
                  <a:cubicBezTo>
                    <a:pt x="101236" y="31436"/>
                    <a:pt x="101186" y="31400"/>
                    <a:pt x="101134" y="31400"/>
                  </a:cubicBezTo>
                  <a:cubicBezTo>
                    <a:pt x="101105" y="31400"/>
                    <a:pt x="101075" y="31412"/>
                    <a:pt x="101053" y="31438"/>
                  </a:cubicBezTo>
                  <a:cubicBezTo>
                    <a:pt x="100787" y="31758"/>
                    <a:pt x="100547" y="32098"/>
                    <a:pt x="100332" y="32454"/>
                  </a:cubicBezTo>
                  <a:cubicBezTo>
                    <a:pt x="99948" y="33090"/>
                    <a:pt x="99653" y="33773"/>
                    <a:pt x="99455" y="34486"/>
                  </a:cubicBezTo>
                  <a:cubicBezTo>
                    <a:pt x="99357" y="34838"/>
                    <a:pt x="99284" y="35196"/>
                    <a:pt x="99236" y="35557"/>
                  </a:cubicBezTo>
                  <a:cubicBezTo>
                    <a:pt x="99211" y="35742"/>
                    <a:pt x="99198" y="35925"/>
                    <a:pt x="99195" y="36111"/>
                  </a:cubicBezTo>
                  <a:cubicBezTo>
                    <a:pt x="99193" y="36207"/>
                    <a:pt x="99189" y="36305"/>
                    <a:pt x="99187" y="36401"/>
                  </a:cubicBezTo>
                  <a:cubicBezTo>
                    <a:pt x="99187" y="36438"/>
                    <a:pt x="99184" y="36478"/>
                    <a:pt x="99191" y="36513"/>
                  </a:cubicBezTo>
                  <a:cubicBezTo>
                    <a:pt x="99200" y="36556"/>
                    <a:pt x="99218" y="36600"/>
                    <a:pt x="99230" y="36643"/>
                  </a:cubicBezTo>
                  <a:cubicBezTo>
                    <a:pt x="99232" y="36650"/>
                    <a:pt x="99237" y="36653"/>
                    <a:pt x="99243" y="36653"/>
                  </a:cubicBezTo>
                  <a:cubicBezTo>
                    <a:pt x="99251" y="36653"/>
                    <a:pt x="99259" y="36647"/>
                    <a:pt x="99262" y="36640"/>
                  </a:cubicBezTo>
                  <a:cubicBezTo>
                    <a:pt x="99278" y="36586"/>
                    <a:pt x="99305" y="36531"/>
                    <a:pt x="99310" y="36476"/>
                  </a:cubicBezTo>
                  <a:cubicBezTo>
                    <a:pt x="99314" y="36429"/>
                    <a:pt x="99317" y="36379"/>
                    <a:pt x="99319" y="36331"/>
                  </a:cubicBezTo>
                  <a:cubicBezTo>
                    <a:pt x="99328" y="36234"/>
                    <a:pt x="99338" y="36138"/>
                    <a:pt x="99351" y="36041"/>
                  </a:cubicBezTo>
                  <a:cubicBezTo>
                    <a:pt x="99382" y="35841"/>
                    <a:pt x="99407" y="35640"/>
                    <a:pt x="99442" y="35442"/>
                  </a:cubicBezTo>
                  <a:cubicBezTo>
                    <a:pt x="99669" y="34114"/>
                    <a:pt x="100227" y="32837"/>
                    <a:pt x="101059" y="31769"/>
                  </a:cubicBezTo>
                  <a:cubicBezTo>
                    <a:pt x="101102" y="32195"/>
                    <a:pt x="101113" y="32621"/>
                    <a:pt x="101087" y="33049"/>
                  </a:cubicBezTo>
                  <a:cubicBezTo>
                    <a:pt x="101034" y="33912"/>
                    <a:pt x="100848" y="34785"/>
                    <a:pt x="100497" y="35581"/>
                  </a:cubicBezTo>
                  <a:cubicBezTo>
                    <a:pt x="100242" y="36161"/>
                    <a:pt x="99868" y="36722"/>
                    <a:pt x="99321" y="37060"/>
                  </a:cubicBezTo>
                  <a:cubicBezTo>
                    <a:pt x="99404" y="36870"/>
                    <a:pt x="99486" y="36682"/>
                    <a:pt x="99566" y="36492"/>
                  </a:cubicBezTo>
                  <a:cubicBezTo>
                    <a:pt x="99778" y="36006"/>
                    <a:pt x="99986" y="35517"/>
                    <a:pt x="100187" y="35026"/>
                  </a:cubicBezTo>
                  <a:cubicBezTo>
                    <a:pt x="100288" y="34782"/>
                    <a:pt x="100388" y="34536"/>
                    <a:pt x="100486" y="34290"/>
                  </a:cubicBezTo>
                  <a:cubicBezTo>
                    <a:pt x="100584" y="34046"/>
                    <a:pt x="100684" y="33801"/>
                    <a:pt x="100721" y="33541"/>
                  </a:cubicBezTo>
                  <a:cubicBezTo>
                    <a:pt x="100726" y="33507"/>
                    <a:pt x="100694" y="33478"/>
                    <a:pt x="100664" y="33478"/>
                  </a:cubicBezTo>
                  <a:cubicBezTo>
                    <a:pt x="100650" y="33478"/>
                    <a:pt x="100636" y="33484"/>
                    <a:pt x="100626" y="33499"/>
                  </a:cubicBezTo>
                  <a:cubicBezTo>
                    <a:pt x="100459" y="33749"/>
                    <a:pt x="100360" y="34031"/>
                    <a:pt x="100250" y="34309"/>
                  </a:cubicBezTo>
                  <a:cubicBezTo>
                    <a:pt x="99907" y="35179"/>
                    <a:pt x="99554" y="36047"/>
                    <a:pt x="99171" y="36901"/>
                  </a:cubicBezTo>
                  <a:cubicBezTo>
                    <a:pt x="99141" y="36166"/>
                    <a:pt x="99108" y="35432"/>
                    <a:pt x="99071" y="34697"/>
                  </a:cubicBezTo>
                  <a:cubicBezTo>
                    <a:pt x="99043" y="34150"/>
                    <a:pt x="99014" y="33603"/>
                    <a:pt x="98981" y="33055"/>
                  </a:cubicBezTo>
                  <a:cubicBezTo>
                    <a:pt x="99027" y="32976"/>
                    <a:pt x="99052" y="32878"/>
                    <a:pt x="99077" y="32796"/>
                  </a:cubicBezTo>
                  <a:cubicBezTo>
                    <a:pt x="99119" y="32663"/>
                    <a:pt x="99157" y="32528"/>
                    <a:pt x="99191" y="32394"/>
                  </a:cubicBezTo>
                  <a:cubicBezTo>
                    <a:pt x="99261" y="32126"/>
                    <a:pt x="99314" y="31853"/>
                    <a:pt x="99363" y="31580"/>
                  </a:cubicBezTo>
                  <a:cubicBezTo>
                    <a:pt x="99411" y="31307"/>
                    <a:pt x="99451" y="31032"/>
                    <a:pt x="99484" y="30757"/>
                  </a:cubicBezTo>
                  <a:cubicBezTo>
                    <a:pt x="99500" y="30619"/>
                    <a:pt x="99515" y="30480"/>
                    <a:pt x="99526" y="30342"/>
                  </a:cubicBezTo>
                  <a:cubicBezTo>
                    <a:pt x="99531" y="30270"/>
                    <a:pt x="99536" y="30199"/>
                    <a:pt x="99538" y="30126"/>
                  </a:cubicBezTo>
                  <a:cubicBezTo>
                    <a:pt x="99539" y="30066"/>
                    <a:pt x="99546" y="30002"/>
                    <a:pt x="99532" y="29944"/>
                  </a:cubicBezTo>
                  <a:cubicBezTo>
                    <a:pt x="99539" y="29942"/>
                    <a:pt x="99544" y="29940"/>
                    <a:pt x="99550" y="29939"/>
                  </a:cubicBezTo>
                  <a:cubicBezTo>
                    <a:pt x="99587" y="29924"/>
                    <a:pt x="99621" y="29898"/>
                    <a:pt x="99647" y="29868"/>
                  </a:cubicBezTo>
                  <a:cubicBezTo>
                    <a:pt x="99662" y="29853"/>
                    <a:pt x="99673" y="29834"/>
                    <a:pt x="99680" y="29814"/>
                  </a:cubicBezTo>
                  <a:cubicBezTo>
                    <a:pt x="99686" y="29801"/>
                    <a:pt x="99690" y="29786"/>
                    <a:pt x="99695" y="29771"/>
                  </a:cubicBezTo>
                  <a:cubicBezTo>
                    <a:pt x="99696" y="29766"/>
                    <a:pt x="99696" y="29763"/>
                    <a:pt x="99696" y="29758"/>
                  </a:cubicBezTo>
                  <a:cubicBezTo>
                    <a:pt x="99697" y="29739"/>
                    <a:pt x="99700" y="29717"/>
                    <a:pt x="99696" y="29698"/>
                  </a:cubicBezTo>
                  <a:cubicBezTo>
                    <a:pt x="99687" y="29660"/>
                    <a:pt x="99681" y="29644"/>
                    <a:pt x="99662" y="29611"/>
                  </a:cubicBezTo>
                  <a:cubicBezTo>
                    <a:pt x="99641" y="29579"/>
                    <a:pt x="99609" y="29557"/>
                    <a:pt x="99576" y="29540"/>
                  </a:cubicBezTo>
                  <a:cubicBezTo>
                    <a:pt x="99560" y="29532"/>
                    <a:pt x="99539" y="29527"/>
                    <a:pt x="99521" y="29522"/>
                  </a:cubicBezTo>
                  <a:cubicBezTo>
                    <a:pt x="99509" y="29519"/>
                    <a:pt x="99496" y="29518"/>
                    <a:pt x="99483" y="29518"/>
                  </a:cubicBezTo>
                  <a:cubicBezTo>
                    <a:pt x="99477" y="29518"/>
                    <a:pt x="99471" y="29519"/>
                    <a:pt x="99466" y="29519"/>
                  </a:cubicBezTo>
                  <a:cubicBezTo>
                    <a:pt x="99394" y="29519"/>
                    <a:pt x="99322" y="29568"/>
                    <a:pt x="99294" y="29634"/>
                  </a:cubicBezTo>
                  <a:cubicBezTo>
                    <a:pt x="99294" y="29637"/>
                    <a:pt x="99292" y="29638"/>
                    <a:pt x="99292" y="29639"/>
                  </a:cubicBezTo>
                  <a:cubicBezTo>
                    <a:pt x="99291" y="29642"/>
                    <a:pt x="99288" y="29644"/>
                    <a:pt x="99286" y="29649"/>
                  </a:cubicBezTo>
                  <a:cubicBezTo>
                    <a:pt x="99269" y="29683"/>
                    <a:pt x="99264" y="29724"/>
                    <a:pt x="99270" y="29763"/>
                  </a:cubicBezTo>
                  <a:cubicBezTo>
                    <a:pt x="99273" y="29781"/>
                    <a:pt x="99277" y="29799"/>
                    <a:pt x="99283" y="29819"/>
                  </a:cubicBezTo>
                  <a:cubicBezTo>
                    <a:pt x="99288" y="29836"/>
                    <a:pt x="99299" y="29854"/>
                    <a:pt x="99308" y="29869"/>
                  </a:cubicBezTo>
                  <a:cubicBezTo>
                    <a:pt x="99318" y="29886"/>
                    <a:pt x="99333" y="29900"/>
                    <a:pt x="99349" y="29911"/>
                  </a:cubicBezTo>
                  <a:cubicBezTo>
                    <a:pt x="99368" y="29928"/>
                    <a:pt x="99388" y="29936"/>
                    <a:pt x="99410" y="29944"/>
                  </a:cubicBezTo>
                  <a:cubicBezTo>
                    <a:pt x="99389" y="30000"/>
                    <a:pt x="99387" y="30065"/>
                    <a:pt x="99378" y="30122"/>
                  </a:cubicBezTo>
                  <a:cubicBezTo>
                    <a:pt x="99368" y="30187"/>
                    <a:pt x="99362" y="30249"/>
                    <a:pt x="99355" y="30314"/>
                  </a:cubicBezTo>
                  <a:cubicBezTo>
                    <a:pt x="99340" y="30451"/>
                    <a:pt x="99322" y="30589"/>
                    <a:pt x="99303" y="30726"/>
                  </a:cubicBezTo>
                  <a:cubicBezTo>
                    <a:pt x="99263" y="31000"/>
                    <a:pt x="99217" y="31274"/>
                    <a:pt x="99160" y="31545"/>
                  </a:cubicBezTo>
                  <a:cubicBezTo>
                    <a:pt x="99104" y="31818"/>
                    <a:pt x="99037" y="32087"/>
                    <a:pt x="98970" y="32357"/>
                  </a:cubicBezTo>
                  <a:cubicBezTo>
                    <a:pt x="98961" y="32389"/>
                    <a:pt x="98953" y="32418"/>
                    <a:pt x="98945" y="32450"/>
                  </a:cubicBezTo>
                  <a:cubicBezTo>
                    <a:pt x="98917" y="32016"/>
                    <a:pt x="98890" y="31583"/>
                    <a:pt x="98861" y="31149"/>
                  </a:cubicBezTo>
                  <a:cubicBezTo>
                    <a:pt x="98796" y="30216"/>
                    <a:pt x="98691" y="17688"/>
                    <a:pt x="98737" y="12830"/>
                  </a:cubicBezTo>
                  <a:cubicBezTo>
                    <a:pt x="98772" y="9199"/>
                    <a:pt x="98818" y="5570"/>
                    <a:pt x="98863" y="1938"/>
                  </a:cubicBezTo>
                  <a:cubicBezTo>
                    <a:pt x="99429" y="1935"/>
                    <a:pt x="99997" y="1931"/>
                    <a:pt x="100562" y="1926"/>
                  </a:cubicBezTo>
                  <a:cubicBezTo>
                    <a:pt x="100830" y="1924"/>
                    <a:pt x="100877" y="1512"/>
                    <a:pt x="100609" y="1512"/>
                  </a:cubicBezTo>
                  <a:cubicBezTo>
                    <a:pt x="100608" y="1512"/>
                    <a:pt x="100607" y="1512"/>
                    <a:pt x="100606" y="1512"/>
                  </a:cubicBezTo>
                  <a:cubicBezTo>
                    <a:pt x="100026" y="1515"/>
                    <a:pt x="99448" y="1520"/>
                    <a:pt x="98869" y="1524"/>
                  </a:cubicBezTo>
                  <a:cubicBezTo>
                    <a:pt x="98872" y="1317"/>
                    <a:pt x="98874" y="1111"/>
                    <a:pt x="98878" y="904"/>
                  </a:cubicBezTo>
                  <a:cubicBezTo>
                    <a:pt x="98878" y="835"/>
                    <a:pt x="98819" y="796"/>
                    <a:pt x="98765" y="796"/>
                  </a:cubicBezTo>
                  <a:cubicBezTo>
                    <a:pt x="98720" y="796"/>
                    <a:pt x="98677" y="823"/>
                    <a:pt x="98676" y="883"/>
                  </a:cubicBezTo>
                  <a:lnTo>
                    <a:pt x="98663" y="1525"/>
                  </a:lnTo>
                  <a:cubicBezTo>
                    <a:pt x="86506" y="1618"/>
                    <a:pt x="74345" y="1663"/>
                    <a:pt x="62188" y="1663"/>
                  </a:cubicBezTo>
                  <a:cubicBezTo>
                    <a:pt x="49445" y="1662"/>
                    <a:pt x="36703" y="1617"/>
                    <a:pt x="23961" y="1521"/>
                  </a:cubicBezTo>
                  <a:cubicBezTo>
                    <a:pt x="20731" y="1498"/>
                    <a:pt x="17502" y="1476"/>
                    <a:pt x="14271" y="1457"/>
                  </a:cubicBezTo>
                  <a:cubicBezTo>
                    <a:pt x="15004" y="1367"/>
                    <a:pt x="15737" y="1252"/>
                    <a:pt x="16458" y="1097"/>
                  </a:cubicBezTo>
                  <a:cubicBezTo>
                    <a:pt x="16712" y="1042"/>
                    <a:pt x="16966" y="984"/>
                    <a:pt x="17218" y="917"/>
                  </a:cubicBezTo>
                  <a:cubicBezTo>
                    <a:pt x="17454" y="854"/>
                    <a:pt x="17684" y="767"/>
                    <a:pt x="17910" y="674"/>
                  </a:cubicBezTo>
                  <a:cubicBezTo>
                    <a:pt x="17919" y="692"/>
                    <a:pt x="17928" y="708"/>
                    <a:pt x="17939" y="725"/>
                  </a:cubicBezTo>
                  <a:cubicBezTo>
                    <a:pt x="17950" y="741"/>
                    <a:pt x="17970" y="757"/>
                    <a:pt x="17983" y="769"/>
                  </a:cubicBezTo>
                  <a:cubicBezTo>
                    <a:pt x="17999" y="783"/>
                    <a:pt x="18021" y="794"/>
                    <a:pt x="18038" y="802"/>
                  </a:cubicBezTo>
                  <a:cubicBezTo>
                    <a:pt x="18057" y="812"/>
                    <a:pt x="18082" y="816"/>
                    <a:pt x="18101" y="819"/>
                  </a:cubicBezTo>
                  <a:cubicBezTo>
                    <a:pt x="18108" y="821"/>
                    <a:pt x="18117" y="823"/>
                    <a:pt x="18124" y="823"/>
                  </a:cubicBezTo>
                  <a:cubicBezTo>
                    <a:pt x="18132" y="823"/>
                    <a:pt x="18139" y="823"/>
                    <a:pt x="18147" y="823"/>
                  </a:cubicBezTo>
                  <a:cubicBezTo>
                    <a:pt x="18162" y="823"/>
                    <a:pt x="18177" y="822"/>
                    <a:pt x="18191" y="819"/>
                  </a:cubicBezTo>
                  <a:cubicBezTo>
                    <a:pt x="18213" y="816"/>
                    <a:pt x="18234" y="808"/>
                    <a:pt x="18255" y="802"/>
                  </a:cubicBezTo>
                  <a:cubicBezTo>
                    <a:pt x="18263" y="799"/>
                    <a:pt x="18270" y="795"/>
                    <a:pt x="18278" y="791"/>
                  </a:cubicBezTo>
                  <a:cubicBezTo>
                    <a:pt x="18296" y="780"/>
                    <a:pt x="18320" y="768"/>
                    <a:pt x="18336" y="752"/>
                  </a:cubicBezTo>
                  <a:cubicBezTo>
                    <a:pt x="18351" y="738"/>
                    <a:pt x="18369" y="721"/>
                    <a:pt x="18381" y="703"/>
                  </a:cubicBezTo>
                  <a:cubicBezTo>
                    <a:pt x="18392" y="685"/>
                    <a:pt x="18404" y="664"/>
                    <a:pt x="18411" y="645"/>
                  </a:cubicBezTo>
                  <a:lnTo>
                    <a:pt x="18424" y="619"/>
                  </a:lnTo>
                  <a:cubicBezTo>
                    <a:pt x="18424" y="618"/>
                    <a:pt x="18425" y="617"/>
                    <a:pt x="18425" y="614"/>
                  </a:cubicBezTo>
                  <a:cubicBezTo>
                    <a:pt x="18430" y="602"/>
                    <a:pt x="18435" y="575"/>
                    <a:pt x="18437" y="564"/>
                  </a:cubicBezTo>
                  <a:lnTo>
                    <a:pt x="18437" y="562"/>
                  </a:lnTo>
                  <a:cubicBezTo>
                    <a:pt x="18441" y="542"/>
                    <a:pt x="18438" y="522"/>
                    <a:pt x="18436" y="503"/>
                  </a:cubicBezTo>
                  <a:lnTo>
                    <a:pt x="18436" y="499"/>
                  </a:lnTo>
                  <a:lnTo>
                    <a:pt x="18436" y="496"/>
                  </a:lnTo>
                  <a:cubicBezTo>
                    <a:pt x="18433" y="483"/>
                    <a:pt x="18425" y="458"/>
                    <a:pt x="18421" y="445"/>
                  </a:cubicBezTo>
                  <a:cubicBezTo>
                    <a:pt x="18398" y="383"/>
                    <a:pt x="18342" y="343"/>
                    <a:pt x="18284" y="317"/>
                  </a:cubicBezTo>
                  <a:cubicBezTo>
                    <a:pt x="18279" y="316"/>
                    <a:pt x="18277" y="315"/>
                    <a:pt x="18273" y="313"/>
                  </a:cubicBezTo>
                  <a:cubicBezTo>
                    <a:pt x="18272" y="313"/>
                    <a:pt x="18268" y="312"/>
                    <a:pt x="18267" y="312"/>
                  </a:cubicBezTo>
                  <a:cubicBezTo>
                    <a:pt x="18241" y="305"/>
                    <a:pt x="18216" y="298"/>
                    <a:pt x="18188" y="298"/>
                  </a:cubicBezTo>
                  <a:cubicBezTo>
                    <a:pt x="18179" y="298"/>
                    <a:pt x="18169" y="299"/>
                    <a:pt x="18158" y="301"/>
                  </a:cubicBezTo>
                  <a:cubicBezTo>
                    <a:pt x="18146" y="304"/>
                    <a:pt x="18118" y="312"/>
                    <a:pt x="18106" y="317"/>
                  </a:cubicBezTo>
                  <a:lnTo>
                    <a:pt x="18097" y="322"/>
                  </a:lnTo>
                  <a:cubicBezTo>
                    <a:pt x="18078" y="324"/>
                    <a:pt x="18058" y="329"/>
                    <a:pt x="18041" y="338"/>
                  </a:cubicBezTo>
                  <a:cubicBezTo>
                    <a:pt x="18023" y="345"/>
                    <a:pt x="18005" y="357"/>
                    <a:pt x="17990" y="368"/>
                  </a:cubicBezTo>
                  <a:cubicBezTo>
                    <a:pt x="17983" y="372"/>
                    <a:pt x="17977" y="378"/>
                    <a:pt x="17974" y="382"/>
                  </a:cubicBezTo>
                  <a:cubicBezTo>
                    <a:pt x="17944" y="411"/>
                    <a:pt x="17931" y="425"/>
                    <a:pt x="17914" y="463"/>
                  </a:cubicBezTo>
                  <a:cubicBezTo>
                    <a:pt x="17910" y="470"/>
                    <a:pt x="17906" y="477"/>
                    <a:pt x="17905" y="485"/>
                  </a:cubicBezTo>
                  <a:cubicBezTo>
                    <a:pt x="17895" y="518"/>
                    <a:pt x="17892" y="542"/>
                    <a:pt x="17889" y="573"/>
                  </a:cubicBezTo>
                  <a:cubicBezTo>
                    <a:pt x="17679" y="602"/>
                    <a:pt x="17467" y="634"/>
                    <a:pt x="17256" y="663"/>
                  </a:cubicBezTo>
                  <a:cubicBezTo>
                    <a:pt x="17025" y="696"/>
                    <a:pt x="16797" y="757"/>
                    <a:pt x="16569" y="802"/>
                  </a:cubicBezTo>
                  <a:cubicBezTo>
                    <a:pt x="16115" y="893"/>
                    <a:pt x="15660" y="981"/>
                    <a:pt x="15203" y="1053"/>
                  </a:cubicBezTo>
                  <a:cubicBezTo>
                    <a:pt x="14281" y="1203"/>
                    <a:pt x="13351" y="1306"/>
                    <a:pt x="12417" y="1362"/>
                  </a:cubicBezTo>
                  <a:cubicBezTo>
                    <a:pt x="12157" y="1378"/>
                    <a:pt x="11898" y="1394"/>
                    <a:pt x="11639" y="1409"/>
                  </a:cubicBezTo>
                  <a:cubicBezTo>
                    <a:pt x="11511" y="1416"/>
                    <a:pt x="11385" y="1424"/>
                    <a:pt x="11259" y="1439"/>
                  </a:cubicBezTo>
                  <a:lnTo>
                    <a:pt x="11217" y="1443"/>
                  </a:lnTo>
                  <a:lnTo>
                    <a:pt x="11206" y="1443"/>
                  </a:lnTo>
                  <a:cubicBezTo>
                    <a:pt x="11623" y="1322"/>
                    <a:pt x="12034" y="1179"/>
                    <a:pt x="12436" y="1016"/>
                  </a:cubicBezTo>
                  <a:cubicBezTo>
                    <a:pt x="12941" y="810"/>
                    <a:pt x="13431" y="568"/>
                    <a:pt x="13907" y="299"/>
                  </a:cubicBezTo>
                  <a:cubicBezTo>
                    <a:pt x="14000" y="246"/>
                    <a:pt x="13985" y="108"/>
                    <a:pt x="13874" y="92"/>
                  </a:cubicBezTo>
                  <a:cubicBezTo>
                    <a:pt x="13430" y="31"/>
                    <a:pt x="12982" y="1"/>
                    <a:pt x="125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69;p9"/>
          <p:cNvGrpSpPr/>
          <p:nvPr/>
        </p:nvGrpSpPr>
        <p:grpSpPr>
          <a:xfrm>
            <a:off x="228960" y="201960"/>
            <a:ext cx="8686080" cy="4739400"/>
            <a:chOff x="228960" y="201960"/>
            <a:chExt cx="8686080" cy="4739400"/>
          </a:xfrm>
        </p:grpSpPr>
        <p:sp>
          <p:nvSpPr>
            <p:cNvPr id="130" name="Google Shape;70;p9"/>
            <p:cNvSpPr/>
            <p:nvPr/>
          </p:nvSpPr>
          <p:spPr>
            <a:xfrm>
              <a:off x="690840" y="356040"/>
              <a:ext cx="526320" cy="128160"/>
            </a:xfrm>
            <a:custGeom>
              <a:avLst/>
              <a:gdLst>
                <a:gd name="textAreaLeft" fmla="*/ 0 w 526320"/>
                <a:gd name="textAreaRight" fmla="*/ 526680 w 52632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6155" h="1501">
                  <a:moveTo>
                    <a:pt x="272" y="0"/>
                  </a:moveTo>
                  <a:cubicBezTo>
                    <a:pt x="193" y="0"/>
                    <a:pt x="109" y="10"/>
                    <a:pt x="44" y="47"/>
                  </a:cubicBezTo>
                  <a:cubicBezTo>
                    <a:pt x="14" y="64"/>
                    <a:pt x="1" y="111"/>
                    <a:pt x="34" y="133"/>
                  </a:cubicBezTo>
                  <a:cubicBezTo>
                    <a:pt x="107" y="179"/>
                    <a:pt x="197" y="194"/>
                    <a:pt x="283" y="208"/>
                  </a:cubicBezTo>
                  <a:cubicBezTo>
                    <a:pt x="383" y="224"/>
                    <a:pt x="486" y="230"/>
                    <a:pt x="586" y="246"/>
                  </a:cubicBezTo>
                  <a:cubicBezTo>
                    <a:pt x="773" y="276"/>
                    <a:pt x="958" y="315"/>
                    <a:pt x="1142" y="361"/>
                  </a:cubicBezTo>
                  <a:cubicBezTo>
                    <a:pt x="1519" y="459"/>
                    <a:pt x="1892" y="574"/>
                    <a:pt x="2261" y="696"/>
                  </a:cubicBezTo>
                  <a:cubicBezTo>
                    <a:pt x="2995" y="940"/>
                    <a:pt x="3733" y="1198"/>
                    <a:pt x="4509" y="1263"/>
                  </a:cubicBezTo>
                  <a:cubicBezTo>
                    <a:pt x="4617" y="1272"/>
                    <a:pt x="4725" y="1277"/>
                    <a:pt x="4833" y="1277"/>
                  </a:cubicBezTo>
                  <a:cubicBezTo>
                    <a:pt x="4938" y="1277"/>
                    <a:pt x="5043" y="1273"/>
                    <a:pt x="5148" y="1263"/>
                  </a:cubicBezTo>
                  <a:cubicBezTo>
                    <a:pt x="5259" y="1254"/>
                    <a:pt x="5363" y="1233"/>
                    <a:pt x="5472" y="1210"/>
                  </a:cubicBezTo>
                  <a:cubicBezTo>
                    <a:pt x="5541" y="1195"/>
                    <a:pt x="5611" y="1178"/>
                    <a:pt x="5680" y="1158"/>
                  </a:cubicBezTo>
                  <a:lnTo>
                    <a:pt x="5680" y="1158"/>
                  </a:lnTo>
                  <a:cubicBezTo>
                    <a:pt x="5676" y="1172"/>
                    <a:pt x="5673" y="1184"/>
                    <a:pt x="5671" y="1198"/>
                  </a:cubicBezTo>
                  <a:cubicBezTo>
                    <a:pt x="5667" y="1218"/>
                    <a:pt x="5669" y="1239"/>
                    <a:pt x="5671" y="1260"/>
                  </a:cubicBezTo>
                  <a:cubicBezTo>
                    <a:pt x="5671" y="1262"/>
                    <a:pt x="5672" y="1266"/>
                    <a:pt x="5672" y="1270"/>
                  </a:cubicBezTo>
                  <a:cubicBezTo>
                    <a:pt x="5672" y="1271"/>
                    <a:pt x="5673" y="1272"/>
                    <a:pt x="5673" y="1273"/>
                  </a:cubicBezTo>
                  <a:cubicBezTo>
                    <a:pt x="5660" y="1297"/>
                    <a:pt x="5653" y="1316"/>
                    <a:pt x="5649" y="1344"/>
                  </a:cubicBezTo>
                  <a:cubicBezTo>
                    <a:pt x="5648" y="1363"/>
                    <a:pt x="5648" y="1385"/>
                    <a:pt x="5651" y="1404"/>
                  </a:cubicBezTo>
                  <a:cubicBezTo>
                    <a:pt x="5660" y="1453"/>
                    <a:pt x="5701" y="1487"/>
                    <a:pt x="5749" y="1496"/>
                  </a:cubicBezTo>
                  <a:cubicBezTo>
                    <a:pt x="5769" y="1499"/>
                    <a:pt x="5789" y="1500"/>
                    <a:pt x="5809" y="1500"/>
                  </a:cubicBezTo>
                  <a:cubicBezTo>
                    <a:pt x="5927" y="1500"/>
                    <a:pt x="6044" y="1449"/>
                    <a:pt x="6094" y="1337"/>
                  </a:cubicBezTo>
                  <a:cubicBezTo>
                    <a:pt x="6102" y="1321"/>
                    <a:pt x="6105" y="1305"/>
                    <a:pt x="6110" y="1288"/>
                  </a:cubicBezTo>
                  <a:cubicBezTo>
                    <a:pt x="6126" y="1258"/>
                    <a:pt x="6137" y="1226"/>
                    <a:pt x="6143" y="1191"/>
                  </a:cubicBezTo>
                  <a:cubicBezTo>
                    <a:pt x="6155" y="1113"/>
                    <a:pt x="6102" y="1038"/>
                    <a:pt x="6038" y="996"/>
                  </a:cubicBezTo>
                  <a:cubicBezTo>
                    <a:pt x="5999" y="970"/>
                    <a:pt x="5961" y="953"/>
                    <a:pt x="5915" y="942"/>
                  </a:cubicBezTo>
                  <a:cubicBezTo>
                    <a:pt x="5896" y="938"/>
                    <a:pt x="5878" y="932"/>
                    <a:pt x="5857" y="931"/>
                  </a:cubicBezTo>
                  <a:cubicBezTo>
                    <a:pt x="5848" y="931"/>
                    <a:pt x="5835" y="930"/>
                    <a:pt x="5824" y="930"/>
                  </a:cubicBezTo>
                  <a:cubicBezTo>
                    <a:pt x="5814" y="930"/>
                    <a:pt x="5806" y="930"/>
                    <a:pt x="5799" y="932"/>
                  </a:cubicBezTo>
                  <a:cubicBezTo>
                    <a:pt x="5758" y="941"/>
                    <a:pt x="5724" y="963"/>
                    <a:pt x="5698" y="997"/>
                  </a:cubicBezTo>
                  <a:cubicBezTo>
                    <a:pt x="5691" y="1006"/>
                    <a:pt x="5687" y="1014"/>
                    <a:pt x="5683" y="1024"/>
                  </a:cubicBezTo>
                  <a:cubicBezTo>
                    <a:pt x="5612" y="1030"/>
                    <a:pt x="5543" y="1042"/>
                    <a:pt x="5472" y="1048"/>
                  </a:cubicBezTo>
                  <a:cubicBezTo>
                    <a:pt x="5370" y="1058"/>
                    <a:pt x="5269" y="1058"/>
                    <a:pt x="5168" y="1059"/>
                  </a:cubicBezTo>
                  <a:cubicBezTo>
                    <a:pt x="5138" y="1059"/>
                    <a:pt x="5109" y="1060"/>
                    <a:pt x="5079" y="1060"/>
                  </a:cubicBezTo>
                  <a:cubicBezTo>
                    <a:pt x="4924" y="1060"/>
                    <a:pt x="4767" y="1050"/>
                    <a:pt x="4611" y="1036"/>
                  </a:cubicBezTo>
                  <a:cubicBezTo>
                    <a:pt x="4233" y="1002"/>
                    <a:pt x="3859" y="921"/>
                    <a:pt x="3493" y="824"/>
                  </a:cubicBezTo>
                  <a:cubicBezTo>
                    <a:pt x="2751" y="625"/>
                    <a:pt x="2036" y="328"/>
                    <a:pt x="1286" y="152"/>
                  </a:cubicBezTo>
                  <a:cubicBezTo>
                    <a:pt x="1085" y="103"/>
                    <a:pt x="879" y="64"/>
                    <a:pt x="673" y="36"/>
                  </a:cubicBezTo>
                  <a:cubicBezTo>
                    <a:pt x="566" y="22"/>
                    <a:pt x="461" y="10"/>
                    <a:pt x="355" y="3"/>
                  </a:cubicBezTo>
                  <a:cubicBezTo>
                    <a:pt x="329" y="2"/>
                    <a:pt x="301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71;p9"/>
            <p:cNvSpPr/>
            <p:nvPr/>
          </p:nvSpPr>
          <p:spPr>
            <a:xfrm>
              <a:off x="228960" y="201960"/>
              <a:ext cx="8686080" cy="4739400"/>
            </a:xfrm>
            <a:custGeom>
              <a:avLst/>
              <a:gdLst>
                <a:gd name="textAreaLeft" fmla="*/ 0 w 8686080"/>
                <a:gd name="textAreaRight" fmla="*/ 8686440 w 8686080"/>
                <a:gd name="textAreaTop" fmla="*/ 0 h 4739400"/>
                <a:gd name="textAreaBottom" fmla="*/ 4739760 h 4739400"/>
              </a:gdLst>
              <a:ahLst/>
              <a:cxnLst/>
              <a:rect l="textAreaLeft" t="textAreaTop" r="textAreaRight" b="textAreaBottom"/>
              <a:pathLst>
                <a:path w="101509" h="55387">
                  <a:moveTo>
                    <a:pt x="12567" y="225"/>
                  </a:moveTo>
                  <a:cubicBezTo>
                    <a:pt x="12883" y="225"/>
                    <a:pt x="13197" y="239"/>
                    <a:pt x="13511" y="268"/>
                  </a:cubicBezTo>
                  <a:cubicBezTo>
                    <a:pt x="12773" y="663"/>
                    <a:pt x="11987" y="977"/>
                    <a:pt x="11184" y="1208"/>
                  </a:cubicBezTo>
                  <a:cubicBezTo>
                    <a:pt x="10875" y="1296"/>
                    <a:pt x="10563" y="1372"/>
                    <a:pt x="10249" y="1436"/>
                  </a:cubicBezTo>
                  <a:cubicBezTo>
                    <a:pt x="9859" y="1435"/>
                    <a:pt x="9470" y="1432"/>
                    <a:pt x="9080" y="1431"/>
                  </a:cubicBezTo>
                  <a:cubicBezTo>
                    <a:pt x="9352" y="1349"/>
                    <a:pt x="9623" y="1257"/>
                    <a:pt x="9890" y="1156"/>
                  </a:cubicBezTo>
                  <a:cubicBezTo>
                    <a:pt x="10151" y="1059"/>
                    <a:pt x="10394" y="936"/>
                    <a:pt x="10635" y="798"/>
                  </a:cubicBezTo>
                  <a:cubicBezTo>
                    <a:pt x="10709" y="756"/>
                    <a:pt x="10675" y="657"/>
                    <a:pt x="10603" y="657"/>
                  </a:cubicBezTo>
                  <a:cubicBezTo>
                    <a:pt x="10594" y="657"/>
                    <a:pt x="10584" y="659"/>
                    <a:pt x="10573" y="662"/>
                  </a:cubicBezTo>
                  <a:cubicBezTo>
                    <a:pt x="10346" y="739"/>
                    <a:pt x="10121" y="813"/>
                    <a:pt x="9896" y="893"/>
                  </a:cubicBezTo>
                  <a:cubicBezTo>
                    <a:pt x="9668" y="973"/>
                    <a:pt x="9442" y="1059"/>
                    <a:pt x="9212" y="1131"/>
                  </a:cubicBezTo>
                  <a:cubicBezTo>
                    <a:pt x="8851" y="1245"/>
                    <a:pt x="8488" y="1343"/>
                    <a:pt x="8120" y="1425"/>
                  </a:cubicBezTo>
                  <a:cubicBezTo>
                    <a:pt x="8019" y="1425"/>
                    <a:pt x="7917" y="1423"/>
                    <a:pt x="7815" y="1423"/>
                  </a:cubicBezTo>
                  <a:cubicBezTo>
                    <a:pt x="8381" y="1115"/>
                    <a:pt x="8977" y="863"/>
                    <a:pt x="9590" y="673"/>
                  </a:cubicBezTo>
                  <a:cubicBezTo>
                    <a:pt x="10465" y="401"/>
                    <a:pt x="11383" y="250"/>
                    <a:pt x="12299" y="228"/>
                  </a:cubicBezTo>
                  <a:cubicBezTo>
                    <a:pt x="12388" y="226"/>
                    <a:pt x="12478" y="225"/>
                    <a:pt x="12567" y="225"/>
                  </a:cubicBezTo>
                  <a:close/>
                  <a:moveTo>
                    <a:pt x="1915" y="3366"/>
                  </a:moveTo>
                  <a:cubicBezTo>
                    <a:pt x="1916" y="3366"/>
                    <a:pt x="1918" y="3370"/>
                    <a:pt x="1916" y="3374"/>
                  </a:cubicBezTo>
                  <a:cubicBezTo>
                    <a:pt x="1914" y="3368"/>
                    <a:pt x="1914" y="3366"/>
                    <a:pt x="1915" y="3366"/>
                  </a:cubicBezTo>
                  <a:close/>
                  <a:moveTo>
                    <a:pt x="3484" y="2175"/>
                  </a:moveTo>
                  <a:cubicBezTo>
                    <a:pt x="3533" y="2175"/>
                    <a:pt x="3583" y="2175"/>
                    <a:pt x="3632" y="2177"/>
                  </a:cubicBezTo>
                  <a:cubicBezTo>
                    <a:pt x="4168" y="2186"/>
                    <a:pt x="4699" y="2277"/>
                    <a:pt x="5213" y="2430"/>
                  </a:cubicBezTo>
                  <a:cubicBezTo>
                    <a:pt x="6236" y="2738"/>
                    <a:pt x="7154" y="3276"/>
                    <a:pt x="8048" y="3846"/>
                  </a:cubicBezTo>
                  <a:cubicBezTo>
                    <a:pt x="8301" y="4007"/>
                    <a:pt x="8552" y="4173"/>
                    <a:pt x="8801" y="4342"/>
                  </a:cubicBezTo>
                  <a:lnTo>
                    <a:pt x="8843" y="4371"/>
                  </a:lnTo>
                  <a:cubicBezTo>
                    <a:pt x="8366" y="4405"/>
                    <a:pt x="7890" y="4429"/>
                    <a:pt x="7414" y="4429"/>
                  </a:cubicBezTo>
                  <a:cubicBezTo>
                    <a:pt x="6903" y="4429"/>
                    <a:pt x="6392" y="4401"/>
                    <a:pt x="5881" y="4325"/>
                  </a:cubicBezTo>
                  <a:cubicBezTo>
                    <a:pt x="5348" y="4244"/>
                    <a:pt x="4827" y="4106"/>
                    <a:pt x="4330" y="3896"/>
                  </a:cubicBezTo>
                  <a:cubicBezTo>
                    <a:pt x="3876" y="3705"/>
                    <a:pt x="3454" y="3458"/>
                    <a:pt x="3056" y="3170"/>
                  </a:cubicBezTo>
                  <a:cubicBezTo>
                    <a:pt x="2770" y="2963"/>
                    <a:pt x="2507" y="2731"/>
                    <a:pt x="2261" y="2481"/>
                  </a:cubicBezTo>
                  <a:lnTo>
                    <a:pt x="2261" y="2481"/>
                  </a:lnTo>
                  <a:cubicBezTo>
                    <a:pt x="3294" y="2821"/>
                    <a:pt x="4321" y="3172"/>
                    <a:pt x="5351" y="3517"/>
                  </a:cubicBezTo>
                  <a:cubicBezTo>
                    <a:pt x="5521" y="3573"/>
                    <a:pt x="5691" y="3626"/>
                    <a:pt x="5861" y="3678"/>
                  </a:cubicBezTo>
                  <a:cubicBezTo>
                    <a:pt x="6033" y="3731"/>
                    <a:pt x="6216" y="3755"/>
                    <a:pt x="6394" y="3791"/>
                  </a:cubicBezTo>
                  <a:cubicBezTo>
                    <a:pt x="6399" y="3792"/>
                    <a:pt x="6404" y="3792"/>
                    <a:pt x="6409" y="3792"/>
                  </a:cubicBezTo>
                  <a:cubicBezTo>
                    <a:pt x="6479" y="3792"/>
                    <a:pt x="6491" y="3684"/>
                    <a:pt x="6428" y="3654"/>
                  </a:cubicBezTo>
                  <a:cubicBezTo>
                    <a:pt x="6285" y="3586"/>
                    <a:pt x="6143" y="3502"/>
                    <a:pt x="5995" y="3448"/>
                  </a:cubicBezTo>
                  <a:cubicBezTo>
                    <a:pt x="5846" y="3396"/>
                    <a:pt x="5696" y="3338"/>
                    <a:pt x="5545" y="3291"/>
                  </a:cubicBezTo>
                  <a:cubicBezTo>
                    <a:pt x="5246" y="3193"/>
                    <a:pt x="4946" y="3097"/>
                    <a:pt x="4648" y="3000"/>
                  </a:cubicBezTo>
                  <a:cubicBezTo>
                    <a:pt x="4045" y="2805"/>
                    <a:pt x="3442" y="2608"/>
                    <a:pt x="2839" y="2414"/>
                  </a:cubicBezTo>
                  <a:cubicBezTo>
                    <a:pt x="2674" y="2360"/>
                    <a:pt x="2509" y="2305"/>
                    <a:pt x="2347" y="2250"/>
                  </a:cubicBezTo>
                  <a:cubicBezTo>
                    <a:pt x="2724" y="2207"/>
                    <a:pt x="3103" y="2175"/>
                    <a:pt x="3484" y="2175"/>
                  </a:cubicBezTo>
                  <a:close/>
                  <a:moveTo>
                    <a:pt x="1569" y="6790"/>
                  </a:moveTo>
                  <a:lnTo>
                    <a:pt x="1565" y="7157"/>
                  </a:lnTo>
                  <a:cubicBezTo>
                    <a:pt x="1545" y="7080"/>
                    <a:pt x="1524" y="7003"/>
                    <a:pt x="1502" y="6924"/>
                  </a:cubicBezTo>
                  <a:cubicBezTo>
                    <a:pt x="1500" y="6922"/>
                    <a:pt x="1500" y="6919"/>
                    <a:pt x="1499" y="6916"/>
                  </a:cubicBezTo>
                  <a:cubicBezTo>
                    <a:pt x="1523" y="6875"/>
                    <a:pt x="1546" y="6833"/>
                    <a:pt x="1569" y="6790"/>
                  </a:cubicBezTo>
                  <a:close/>
                  <a:moveTo>
                    <a:pt x="1960" y="3524"/>
                  </a:moveTo>
                  <a:lnTo>
                    <a:pt x="1960" y="3524"/>
                  </a:lnTo>
                  <a:cubicBezTo>
                    <a:pt x="2229" y="3727"/>
                    <a:pt x="2447" y="3991"/>
                    <a:pt x="2636" y="4273"/>
                  </a:cubicBezTo>
                  <a:cubicBezTo>
                    <a:pt x="2886" y="4645"/>
                    <a:pt x="3099" y="5044"/>
                    <a:pt x="3281" y="5451"/>
                  </a:cubicBezTo>
                  <a:cubicBezTo>
                    <a:pt x="3649" y="6272"/>
                    <a:pt x="3888" y="7152"/>
                    <a:pt x="3986" y="8047"/>
                  </a:cubicBezTo>
                  <a:cubicBezTo>
                    <a:pt x="4028" y="8419"/>
                    <a:pt x="4045" y="8794"/>
                    <a:pt x="4035" y="9168"/>
                  </a:cubicBezTo>
                  <a:cubicBezTo>
                    <a:pt x="3580" y="8594"/>
                    <a:pt x="3157" y="7997"/>
                    <a:pt x="2775" y="7373"/>
                  </a:cubicBezTo>
                  <a:cubicBezTo>
                    <a:pt x="2551" y="7010"/>
                    <a:pt x="2337" y="6637"/>
                    <a:pt x="2177" y="6241"/>
                  </a:cubicBezTo>
                  <a:cubicBezTo>
                    <a:pt x="2013" y="5837"/>
                    <a:pt x="1930" y="5412"/>
                    <a:pt x="1894" y="4978"/>
                  </a:cubicBezTo>
                  <a:cubicBezTo>
                    <a:pt x="1876" y="4736"/>
                    <a:pt x="1876" y="4495"/>
                    <a:pt x="1871" y="4253"/>
                  </a:cubicBezTo>
                  <a:lnTo>
                    <a:pt x="1871" y="4158"/>
                  </a:lnTo>
                  <a:cubicBezTo>
                    <a:pt x="1903" y="4258"/>
                    <a:pt x="1941" y="4356"/>
                    <a:pt x="1977" y="4453"/>
                  </a:cubicBezTo>
                  <a:cubicBezTo>
                    <a:pt x="2139" y="4890"/>
                    <a:pt x="2301" y="5328"/>
                    <a:pt x="2464" y="5764"/>
                  </a:cubicBezTo>
                  <a:cubicBezTo>
                    <a:pt x="2546" y="5981"/>
                    <a:pt x="2625" y="6203"/>
                    <a:pt x="2720" y="6414"/>
                  </a:cubicBezTo>
                  <a:cubicBezTo>
                    <a:pt x="2816" y="6631"/>
                    <a:pt x="2929" y="6842"/>
                    <a:pt x="3040" y="7050"/>
                  </a:cubicBezTo>
                  <a:cubicBezTo>
                    <a:pt x="3054" y="7077"/>
                    <a:pt x="3082" y="7090"/>
                    <a:pt x="3108" y="7090"/>
                  </a:cubicBezTo>
                  <a:cubicBezTo>
                    <a:pt x="3150" y="7090"/>
                    <a:pt x="3190" y="7060"/>
                    <a:pt x="3178" y="7007"/>
                  </a:cubicBezTo>
                  <a:cubicBezTo>
                    <a:pt x="3147" y="6880"/>
                    <a:pt x="3113" y="6755"/>
                    <a:pt x="3083" y="6629"/>
                  </a:cubicBezTo>
                  <a:cubicBezTo>
                    <a:pt x="3050" y="6499"/>
                    <a:pt x="3019" y="6367"/>
                    <a:pt x="2975" y="6239"/>
                  </a:cubicBezTo>
                  <a:cubicBezTo>
                    <a:pt x="2886" y="5985"/>
                    <a:pt x="2794" y="5731"/>
                    <a:pt x="2699" y="5479"/>
                  </a:cubicBezTo>
                  <a:lnTo>
                    <a:pt x="2131" y="3980"/>
                  </a:lnTo>
                  <a:cubicBezTo>
                    <a:pt x="2079" y="3843"/>
                    <a:pt x="2028" y="3706"/>
                    <a:pt x="1977" y="3569"/>
                  </a:cubicBezTo>
                  <a:lnTo>
                    <a:pt x="1960" y="3524"/>
                  </a:lnTo>
                  <a:close/>
                  <a:moveTo>
                    <a:pt x="3710" y="11246"/>
                  </a:moveTo>
                  <a:lnTo>
                    <a:pt x="3710" y="11246"/>
                  </a:lnTo>
                  <a:cubicBezTo>
                    <a:pt x="3708" y="11250"/>
                    <a:pt x="3706" y="11253"/>
                    <a:pt x="3704" y="11257"/>
                  </a:cubicBezTo>
                  <a:lnTo>
                    <a:pt x="3704" y="11257"/>
                  </a:lnTo>
                  <a:cubicBezTo>
                    <a:pt x="3706" y="11253"/>
                    <a:pt x="3708" y="11250"/>
                    <a:pt x="3710" y="11246"/>
                  </a:cubicBezTo>
                  <a:close/>
                  <a:moveTo>
                    <a:pt x="1405" y="7467"/>
                  </a:moveTo>
                  <a:cubicBezTo>
                    <a:pt x="1452" y="7686"/>
                    <a:pt x="1487" y="7909"/>
                    <a:pt x="1516" y="8130"/>
                  </a:cubicBezTo>
                  <a:cubicBezTo>
                    <a:pt x="1529" y="8230"/>
                    <a:pt x="1540" y="8330"/>
                    <a:pt x="1549" y="8430"/>
                  </a:cubicBezTo>
                  <a:cubicBezTo>
                    <a:pt x="1547" y="8593"/>
                    <a:pt x="1545" y="8756"/>
                    <a:pt x="1543" y="8918"/>
                  </a:cubicBezTo>
                  <a:cubicBezTo>
                    <a:pt x="1540" y="9253"/>
                    <a:pt x="1535" y="9588"/>
                    <a:pt x="1530" y="9923"/>
                  </a:cubicBezTo>
                  <a:cubicBezTo>
                    <a:pt x="1469" y="10491"/>
                    <a:pt x="1344" y="11048"/>
                    <a:pt x="1156" y="11585"/>
                  </a:cubicBezTo>
                  <a:cubicBezTo>
                    <a:pt x="1038" y="11921"/>
                    <a:pt x="897" y="12249"/>
                    <a:pt x="733" y="12564"/>
                  </a:cubicBezTo>
                  <a:cubicBezTo>
                    <a:pt x="428" y="11881"/>
                    <a:pt x="316" y="11128"/>
                    <a:pt x="356" y="10379"/>
                  </a:cubicBezTo>
                  <a:cubicBezTo>
                    <a:pt x="404" y="9515"/>
                    <a:pt x="640" y="8668"/>
                    <a:pt x="999" y="7881"/>
                  </a:cubicBezTo>
                  <a:cubicBezTo>
                    <a:pt x="1040" y="7793"/>
                    <a:pt x="1082" y="7707"/>
                    <a:pt x="1125" y="7620"/>
                  </a:cubicBezTo>
                  <a:lnTo>
                    <a:pt x="1125" y="7620"/>
                  </a:lnTo>
                  <a:cubicBezTo>
                    <a:pt x="1075" y="7883"/>
                    <a:pt x="1031" y="8147"/>
                    <a:pt x="996" y="8412"/>
                  </a:cubicBezTo>
                  <a:cubicBezTo>
                    <a:pt x="930" y="8907"/>
                    <a:pt x="884" y="9412"/>
                    <a:pt x="893" y="9912"/>
                  </a:cubicBezTo>
                  <a:cubicBezTo>
                    <a:pt x="895" y="10053"/>
                    <a:pt x="899" y="10194"/>
                    <a:pt x="905" y="10334"/>
                  </a:cubicBezTo>
                  <a:cubicBezTo>
                    <a:pt x="912" y="10480"/>
                    <a:pt x="938" y="10623"/>
                    <a:pt x="963" y="10765"/>
                  </a:cubicBezTo>
                  <a:cubicBezTo>
                    <a:pt x="970" y="10809"/>
                    <a:pt x="1006" y="10830"/>
                    <a:pt x="1042" y="10830"/>
                  </a:cubicBezTo>
                  <a:cubicBezTo>
                    <a:pt x="1079" y="10830"/>
                    <a:pt x="1116" y="10807"/>
                    <a:pt x="1120" y="10761"/>
                  </a:cubicBezTo>
                  <a:cubicBezTo>
                    <a:pt x="1133" y="10639"/>
                    <a:pt x="1152" y="10515"/>
                    <a:pt x="1156" y="10393"/>
                  </a:cubicBezTo>
                  <a:cubicBezTo>
                    <a:pt x="1161" y="10270"/>
                    <a:pt x="1163" y="10146"/>
                    <a:pt x="1169" y="10021"/>
                  </a:cubicBezTo>
                  <a:cubicBezTo>
                    <a:pt x="1180" y="9773"/>
                    <a:pt x="1188" y="9525"/>
                    <a:pt x="1203" y="9277"/>
                  </a:cubicBezTo>
                  <a:cubicBezTo>
                    <a:pt x="1232" y="8781"/>
                    <a:pt x="1279" y="8285"/>
                    <a:pt x="1353" y="7793"/>
                  </a:cubicBezTo>
                  <a:cubicBezTo>
                    <a:pt x="1370" y="7685"/>
                    <a:pt x="1387" y="7575"/>
                    <a:pt x="1405" y="7467"/>
                  </a:cubicBezTo>
                  <a:close/>
                  <a:moveTo>
                    <a:pt x="97425" y="31858"/>
                  </a:moveTo>
                  <a:cubicBezTo>
                    <a:pt x="97425" y="31858"/>
                    <a:pt x="97425" y="31860"/>
                    <a:pt x="97424" y="31861"/>
                  </a:cubicBezTo>
                  <a:cubicBezTo>
                    <a:pt x="97424" y="31860"/>
                    <a:pt x="97424" y="31860"/>
                    <a:pt x="97425" y="31858"/>
                  </a:cubicBezTo>
                  <a:close/>
                  <a:moveTo>
                    <a:pt x="97425" y="31886"/>
                  </a:moveTo>
                  <a:lnTo>
                    <a:pt x="97425" y="31894"/>
                  </a:lnTo>
                  <a:cubicBezTo>
                    <a:pt x="97424" y="31891"/>
                    <a:pt x="97425" y="31888"/>
                    <a:pt x="97425" y="31886"/>
                  </a:cubicBezTo>
                  <a:close/>
                  <a:moveTo>
                    <a:pt x="96812" y="33761"/>
                  </a:moveTo>
                  <a:cubicBezTo>
                    <a:pt x="97110" y="34096"/>
                    <a:pt x="97381" y="34453"/>
                    <a:pt x="97621" y="34831"/>
                  </a:cubicBezTo>
                  <a:cubicBezTo>
                    <a:pt x="98120" y="35612"/>
                    <a:pt x="98482" y="36473"/>
                    <a:pt x="98706" y="37369"/>
                  </a:cubicBezTo>
                  <a:cubicBezTo>
                    <a:pt x="98817" y="37814"/>
                    <a:pt x="98893" y="38266"/>
                    <a:pt x="98931" y="38724"/>
                  </a:cubicBezTo>
                  <a:cubicBezTo>
                    <a:pt x="98941" y="38850"/>
                    <a:pt x="98950" y="38977"/>
                    <a:pt x="98957" y="39103"/>
                  </a:cubicBezTo>
                  <a:lnTo>
                    <a:pt x="98900" y="38913"/>
                  </a:lnTo>
                  <a:cubicBezTo>
                    <a:pt x="98725" y="38357"/>
                    <a:pt x="98529" y="37807"/>
                    <a:pt x="98314" y="37263"/>
                  </a:cubicBezTo>
                  <a:cubicBezTo>
                    <a:pt x="98206" y="36987"/>
                    <a:pt x="98095" y="36712"/>
                    <a:pt x="97972" y="36442"/>
                  </a:cubicBezTo>
                  <a:cubicBezTo>
                    <a:pt x="97911" y="36309"/>
                    <a:pt x="97849" y="36177"/>
                    <a:pt x="97781" y="36047"/>
                  </a:cubicBezTo>
                  <a:cubicBezTo>
                    <a:pt x="97746" y="35982"/>
                    <a:pt x="97714" y="35916"/>
                    <a:pt x="97676" y="35853"/>
                  </a:cubicBezTo>
                  <a:cubicBezTo>
                    <a:pt x="97640" y="35793"/>
                    <a:pt x="97594" y="35738"/>
                    <a:pt x="97550" y="35683"/>
                  </a:cubicBezTo>
                  <a:cubicBezTo>
                    <a:pt x="97539" y="35669"/>
                    <a:pt x="97525" y="35663"/>
                    <a:pt x="97511" y="35663"/>
                  </a:cubicBezTo>
                  <a:cubicBezTo>
                    <a:pt x="97480" y="35663"/>
                    <a:pt x="97451" y="35696"/>
                    <a:pt x="97461" y="35733"/>
                  </a:cubicBezTo>
                  <a:cubicBezTo>
                    <a:pt x="97482" y="35817"/>
                    <a:pt x="97500" y="35902"/>
                    <a:pt x="97533" y="35982"/>
                  </a:cubicBezTo>
                  <a:cubicBezTo>
                    <a:pt x="97565" y="36058"/>
                    <a:pt x="97595" y="36133"/>
                    <a:pt x="97626" y="36210"/>
                  </a:cubicBezTo>
                  <a:cubicBezTo>
                    <a:pt x="97685" y="36358"/>
                    <a:pt x="97752" y="36503"/>
                    <a:pt x="97817" y="36650"/>
                  </a:cubicBezTo>
                  <a:cubicBezTo>
                    <a:pt x="98226" y="37571"/>
                    <a:pt x="98582" y="38516"/>
                    <a:pt x="98872" y="39482"/>
                  </a:cubicBezTo>
                  <a:cubicBezTo>
                    <a:pt x="98654" y="39208"/>
                    <a:pt x="98444" y="38929"/>
                    <a:pt x="98247" y="38642"/>
                  </a:cubicBezTo>
                  <a:cubicBezTo>
                    <a:pt x="97738" y="37898"/>
                    <a:pt x="97302" y="37104"/>
                    <a:pt x="97037" y="36243"/>
                  </a:cubicBezTo>
                  <a:cubicBezTo>
                    <a:pt x="96790" y="35442"/>
                    <a:pt x="96692" y="34592"/>
                    <a:pt x="96812" y="33761"/>
                  </a:cubicBezTo>
                  <a:close/>
                  <a:moveTo>
                    <a:pt x="99153" y="44174"/>
                  </a:moveTo>
                  <a:cubicBezTo>
                    <a:pt x="99157" y="44408"/>
                    <a:pt x="99157" y="44643"/>
                    <a:pt x="99169" y="44876"/>
                  </a:cubicBezTo>
                  <a:cubicBezTo>
                    <a:pt x="99171" y="44924"/>
                    <a:pt x="99174" y="44974"/>
                    <a:pt x="99176" y="45022"/>
                  </a:cubicBezTo>
                  <a:cubicBezTo>
                    <a:pt x="99154" y="44751"/>
                    <a:pt x="99125" y="44482"/>
                    <a:pt x="99088" y="44213"/>
                  </a:cubicBezTo>
                  <a:lnTo>
                    <a:pt x="99088" y="44213"/>
                  </a:lnTo>
                  <a:cubicBezTo>
                    <a:pt x="99094" y="44215"/>
                    <a:pt x="99100" y="44216"/>
                    <a:pt x="99106" y="44216"/>
                  </a:cubicBezTo>
                  <a:cubicBezTo>
                    <a:pt x="99123" y="44216"/>
                    <a:pt x="99139" y="44208"/>
                    <a:pt x="99147" y="44190"/>
                  </a:cubicBezTo>
                  <a:cubicBezTo>
                    <a:pt x="99149" y="44184"/>
                    <a:pt x="99151" y="44180"/>
                    <a:pt x="99153" y="44174"/>
                  </a:cubicBezTo>
                  <a:close/>
                  <a:moveTo>
                    <a:pt x="97313" y="39219"/>
                  </a:moveTo>
                  <a:cubicBezTo>
                    <a:pt x="97663" y="39915"/>
                    <a:pt x="97962" y="40636"/>
                    <a:pt x="98204" y="41374"/>
                  </a:cubicBezTo>
                  <a:cubicBezTo>
                    <a:pt x="98681" y="42816"/>
                    <a:pt x="98949" y="44326"/>
                    <a:pt x="99009" y="45841"/>
                  </a:cubicBezTo>
                  <a:cubicBezTo>
                    <a:pt x="99010" y="45887"/>
                    <a:pt x="99012" y="45934"/>
                    <a:pt x="99014" y="45980"/>
                  </a:cubicBezTo>
                  <a:cubicBezTo>
                    <a:pt x="98993" y="45873"/>
                    <a:pt x="98972" y="45765"/>
                    <a:pt x="98949" y="45659"/>
                  </a:cubicBezTo>
                  <a:cubicBezTo>
                    <a:pt x="98819" y="45045"/>
                    <a:pt x="98659" y="44437"/>
                    <a:pt x="98468" y="43839"/>
                  </a:cubicBezTo>
                  <a:cubicBezTo>
                    <a:pt x="98372" y="43541"/>
                    <a:pt x="98276" y="43239"/>
                    <a:pt x="98148" y="42950"/>
                  </a:cubicBezTo>
                  <a:cubicBezTo>
                    <a:pt x="98021" y="42661"/>
                    <a:pt x="97883" y="42377"/>
                    <a:pt x="97734" y="42096"/>
                  </a:cubicBezTo>
                  <a:cubicBezTo>
                    <a:pt x="97722" y="42074"/>
                    <a:pt x="97702" y="42065"/>
                    <a:pt x="97683" y="42065"/>
                  </a:cubicBezTo>
                  <a:cubicBezTo>
                    <a:pt x="97649" y="42065"/>
                    <a:pt x="97617" y="42094"/>
                    <a:pt x="97631" y="42136"/>
                  </a:cubicBezTo>
                  <a:cubicBezTo>
                    <a:pt x="97749" y="42467"/>
                    <a:pt x="97853" y="42804"/>
                    <a:pt x="97968" y="43135"/>
                  </a:cubicBezTo>
                  <a:cubicBezTo>
                    <a:pt x="98174" y="43723"/>
                    <a:pt x="98369" y="44311"/>
                    <a:pt x="98523" y="44914"/>
                  </a:cubicBezTo>
                  <a:cubicBezTo>
                    <a:pt x="98649" y="45412"/>
                    <a:pt x="98752" y="45913"/>
                    <a:pt x="98835" y="46419"/>
                  </a:cubicBezTo>
                  <a:cubicBezTo>
                    <a:pt x="98461" y="46102"/>
                    <a:pt x="98126" y="45742"/>
                    <a:pt x="97840" y="45347"/>
                  </a:cubicBezTo>
                  <a:cubicBezTo>
                    <a:pt x="97204" y="44472"/>
                    <a:pt x="96812" y="43436"/>
                    <a:pt x="96722" y="42364"/>
                  </a:cubicBezTo>
                  <a:cubicBezTo>
                    <a:pt x="96633" y="41295"/>
                    <a:pt x="96837" y="40187"/>
                    <a:pt x="97313" y="39219"/>
                  </a:cubicBezTo>
                  <a:close/>
                  <a:moveTo>
                    <a:pt x="98665" y="50396"/>
                  </a:moveTo>
                  <a:lnTo>
                    <a:pt x="98665" y="50396"/>
                  </a:lnTo>
                  <a:cubicBezTo>
                    <a:pt x="98635" y="50553"/>
                    <a:pt x="98604" y="50711"/>
                    <a:pt x="98576" y="50868"/>
                  </a:cubicBezTo>
                  <a:cubicBezTo>
                    <a:pt x="98560" y="50747"/>
                    <a:pt x="98544" y="50625"/>
                    <a:pt x="98526" y="50504"/>
                  </a:cubicBezTo>
                  <a:cubicBezTo>
                    <a:pt x="98528" y="50503"/>
                    <a:pt x="98532" y="50500"/>
                    <a:pt x="98534" y="50498"/>
                  </a:cubicBezTo>
                  <a:cubicBezTo>
                    <a:pt x="98559" y="50470"/>
                    <a:pt x="98582" y="50442"/>
                    <a:pt x="98605" y="50414"/>
                  </a:cubicBezTo>
                  <a:cubicBezTo>
                    <a:pt x="98613" y="50419"/>
                    <a:pt x="98623" y="50421"/>
                    <a:pt x="98632" y="50421"/>
                  </a:cubicBezTo>
                  <a:cubicBezTo>
                    <a:pt x="98645" y="50421"/>
                    <a:pt x="98659" y="50415"/>
                    <a:pt x="98665" y="50399"/>
                  </a:cubicBezTo>
                  <a:cubicBezTo>
                    <a:pt x="98665" y="50398"/>
                    <a:pt x="98665" y="50397"/>
                    <a:pt x="98665" y="50396"/>
                  </a:cubicBezTo>
                  <a:close/>
                  <a:moveTo>
                    <a:pt x="100895" y="43635"/>
                  </a:moveTo>
                  <a:cubicBezTo>
                    <a:pt x="101162" y="44217"/>
                    <a:pt x="101207" y="44899"/>
                    <a:pt x="101213" y="45525"/>
                  </a:cubicBezTo>
                  <a:cubicBezTo>
                    <a:pt x="101227" y="46647"/>
                    <a:pt x="101012" y="47793"/>
                    <a:pt x="100551" y="48823"/>
                  </a:cubicBezTo>
                  <a:cubicBezTo>
                    <a:pt x="100159" y="49696"/>
                    <a:pt x="99573" y="50488"/>
                    <a:pt x="98781" y="51038"/>
                  </a:cubicBezTo>
                  <a:cubicBezTo>
                    <a:pt x="98852" y="50642"/>
                    <a:pt x="98929" y="50250"/>
                    <a:pt x="99014" y="49857"/>
                  </a:cubicBezTo>
                  <a:cubicBezTo>
                    <a:pt x="99065" y="49773"/>
                    <a:pt x="99116" y="49686"/>
                    <a:pt x="99165" y="49598"/>
                  </a:cubicBezTo>
                  <a:cubicBezTo>
                    <a:pt x="99484" y="49044"/>
                    <a:pt x="99777" y="48472"/>
                    <a:pt x="100026" y="47885"/>
                  </a:cubicBezTo>
                  <a:cubicBezTo>
                    <a:pt x="100153" y="47587"/>
                    <a:pt x="100271" y="47285"/>
                    <a:pt x="100381" y="46980"/>
                  </a:cubicBezTo>
                  <a:cubicBezTo>
                    <a:pt x="100436" y="46829"/>
                    <a:pt x="100489" y="46675"/>
                    <a:pt x="100538" y="46521"/>
                  </a:cubicBezTo>
                  <a:cubicBezTo>
                    <a:pt x="100587" y="46368"/>
                    <a:pt x="100603" y="46209"/>
                    <a:pt x="100639" y="46054"/>
                  </a:cubicBezTo>
                  <a:cubicBezTo>
                    <a:pt x="100645" y="46025"/>
                    <a:pt x="100619" y="46006"/>
                    <a:pt x="100595" y="46006"/>
                  </a:cubicBezTo>
                  <a:cubicBezTo>
                    <a:pt x="100580" y="46006"/>
                    <a:pt x="100565" y="46013"/>
                    <a:pt x="100559" y="46030"/>
                  </a:cubicBezTo>
                  <a:cubicBezTo>
                    <a:pt x="100494" y="46200"/>
                    <a:pt x="100406" y="46363"/>
                    <a:pt x="100345" y="46535"/>
                  </a:cubicBezTo>
                  <a:cubicBezTo>
                    <a:pt x="100287" y="46700"/>
                    <a:pt x="100227" y="46865"/>
                    <a:pt x="100164" y="47027"/>
                  </a:cubicBezTo>
                  <a:cubicBezTo>
                    <a:pt x="99933" y="47623"/>
                    <a:pt x="99670" y="48208"/>
                    <a:pt x="99379" y="48776"/>
                  </a:cubicBezTo>
                  <a:cubicBezTo>
                    <a:pt x="99309" y="48913"/>
                    <a:pt x="99237" y="49050"/>
                    <a:pt x="99161" y="49186"/>
                  </a:cubicBezTo>
                  <a:cubicBezTo>
                    <a:pt x="99295" y="48606"/>
                    <a:pt x="99441" y="48029"/>
                    <a:pt x="99602" y="47457"/>
                  </a:cubicBezTo>
                  <a:cubicBezTo>
                    <a:pt x="99792" y="46774"/>
                    <a:pt x="100004" y="46094"/>
                    <a:pt x="100234" y="45421"/>
                  </a:cubicBezTo>
                  <a:cubicBezTo>
                    <a:pt x="100438" y="44821"/>
                    <a:pt x="100653" y="44221"/>
                    <a:pt x="100895" y="43635"/>
                  </a:cubicBezTo>
                  <a:close/>
                  <a:moveTo>
                    <a:pt x="3110" y="1624"/>
                  </a:moveTo>
                  <a:cubicBezTo>
                    <a:pt x="4384" y="1652"/>
                    <a:pt x="5658" y="1678"/>
                    <a:pt x="6932" y="1702"/>
                  </a:cubicBezTo>
                  <a:cubicBezTo>
                    <a:pt x="6932" y="1702"/>
                    <a:pt x="6932" y="1703"/>
                    <a:pt x="6930" y="1703"/>
                  </a:cubicBezTo>
                  <a:cubicBezTo>
                    <a:pt x="6868" y="1705"/>
                    <a:pt x="6807" y="1708"/>
                    <a:pt x="6745" y="1708"/>
                  </a:cubicBezTo>
                  <a:cubicBezTo>
                    <a:pt x="6647" y="1708"/>
                    <a:pt x="6631" y="1844"/>
                    <a:pt x="6729" y="1860"/>
                  </a:cubicBezTo>
                  <a:cubicBezTo>
                    <a:pt x="6847" y="1879"/>
                    <a:pt x="6967" y="1904"/>
                    <a:pt x="7087" y="1916"/>
                  </a:cubicBezTo>
                  <a:cubicBezTo>
                    <a:pt x="7206" y="1931"/>
                    <a:pt x="7328" y="1928"/>
                    <a:pt x="7449" y="1933"/>
                  </a:cubicBezTo>
                  <a:cubicBezTo>
                    <a:pt x="7564" y="1937"/>
                    <a:pt x="7678" y="1939"/>
                    <a:pt x="7793" y="1939"/>
                  </a:cubicBezTo>
                  <a:cubicBezTo>
                    <a:pt x="7925" y="1939"/>
                    <a:pt x="8057" y="1936"/>
                    <a:pt x="8189" y="1933"/>
                  </a:cubicBezTo>
                  <a:cubicBezTo>
                    <a:pt x="8673" y="1920"/>
                    <a:pt x="9156" y="1878"/>
                    <a:pt x="9634" y="1802"/>
                  </a:cubicBezTo>
                  <a:cubicBezTo>
                    <a:pt x="9728" y="1788"/>
                    <a:pt x="9821" y="1771"/>
                    <a:pt x="9914" y="1755"/>
                  </a:cubicBezTo>
                  <a:cubicBezTo>
                    <a:pt x="10276" y="1760"/>
                    <a:pt x="10636" y="1767"/>
                    <a:pt x="10997" y="1772"/>
                  </a:cubicBezTo>
                  <a:cubicBezTo>
                    <a:pt x="11174" y="1789"/>
                    <a:pt x="11353" y="1794"/>
                    <a:pt x="11529" y="1812"/>
                  </a:cubicBezTo>
                  <a:cubicBezTo>
                    <a:pt x="11848" y="1845"/>
                    <a:pt x="12167" y="1884"/>
                    <a:pt x="12483" y="1943"/>
                  </a:cubicBezTo>
                  <a:cubicBezTo>
                    <a:pt x="13111" y="2058"/>
                    <a:pt x="13731" y="2227"/>
                    <a:pt x="14326" y="2458"/>
                  </a:cubicBezTo>
                  <a:cubicBezTo>
                    <a:pt x="14495" y="2521"/>
                    <a:pt x="14663" y="2590"/>
                    <a:pt x="14830" y="2658"/>
                  </a:cubicBezTo>
                  <a:cubicBezTo>
                    <a:pt x="14884" y="2680"/>
                    <a:pt x="14937" y="2700"/>
                    <a:pt x="14990" y="2719"/>
                  </a:cubicBezTo>
                  <a:cubicBezTo>
                    <a:pt x="14985" y="2725"/>
                    <a:pt x="14979" y="2729"/>
                    <a:pt x="14974" y="2736"/>
                  </a:cubicBezTo>
                  <a:cubicBezTo>
                    <a:pt x="14956" y="2760"/>
                    <a:pt x="14941" y="2798"/>
                    <a:pt x="14940" y="2827"/>
                  </a:cubicBezTo>
                  <a:lnTo>
                    <a:pt x="14940" y="2834"/>
                  </a:lnTo>
                  <a:cubicBezTo>
                    <a:pt x="14915" y="2886"/>
                    <a:pt x="14908" y="2944"/>
                    <a:pt x="14915" y="3001"/>
                  </a:cubicBezTo>
                  <a:cubicBezTo>
                    <a:pt x="14918" y="3012"/>
                    <a:pt x="14922" y="3021"/>
                    <a:pt x="14924" y="3032"/>
                  </a:cubicBezTo>
                  <a:cubicBezTo>
                    <a:pt x="14932" y="3047"/>
                    <a:pt x="14940" y="3060"/>
                    <a:pt x="14954" y="3071"/>
                  </a:cubicBezTo>
                  <a:cubicBezTo>
                    <a:pt x="14973" y="3089"/>
                    <a:pt x="14999" y="3106"/>
                    <a:pt x="15026" y="3106"/>
                  </a:cubicBezTo>
                  <a:cubicBezTo>
                    <a:pt x="15058" y="3106"/>
                    <a:pt x="15089" y="3107"/>
                    <a:pt x="15121" y="3107"/>
                  </a:cubicBezTo>
                  <a:cubicBezTo>
                    <a:pt x="15138" y="3107"/>
                    <a:pt x="15155" y="3107"/>
                    <a:pt x="15174" y="3108"/>
                  </a:cubicBezTo>
                  <a:lnTo>
                    <a:pt x="15175" y="3108"/>
                  </a:lnTo>
                  <a:cubicBezTo>
                    <a:pt x="15179" y="3109"/>
                    <a:pt x="15185" y="3109"/>
                    <a:pt x="15188" y="3109"/>
                  </a:cubicBezTo>
                  <a:lnTo>
                    <a:pt x="15193" y="3109"/>
                  </a:lnTo>
                  <a:cubicBezTo>
                    <a:pt x="15201" y="3109"/>
                    <a:pt x="15207" y="3111"/>
                    <a:pt x="15213" y="3111"/>
                  </a:cubicBezTo>
                  <a:cubicBezTo>
                    <a:pt x="15220" y="3112"/>
                    <a:pt x="15226" y="3113"/>
                    <a:pt x="15234" y="3113"/>
                  </a:cubicBezTo>
                  <a:cubicBezTo>
                    <a:pt x="15239" y="3114"/>
                    <a:pt x="15244" y="3114"/>
                    <a:pt x="15249" y="3114"/>
                  </a:cubicBezTo>
                  <a:cubicBezTo>
                    <a:pt x="15275" y="3114"/>
                    <a:pt x="15299" y="3105"/>
                    <a:pt x="15320" y="3092"/>
                  </a:cubicBezTo>
                  <a:cubicBezTo>
                    <a:pt x="15327" y="3090"/>
                    <a:pt x="15333" y="3086"/>
                    <a:pt x="15336" y="3081"/>
                  </a:cubicBezTo>
                  <a:lnTo>
                    <a:pt x="15357" y="3062"/>
                  </a:lnTo>
                  <a:cubicBezTo>
                    <a:pt x="15360" y="3060"/>
                    <a:pt x="15361" y="3058"/>
                    <a:pt x="15364" y="3056"/>
                  </a:cubicBezTo>
                  <a:cubicBezTo>
                    <a:pt x="15400" y="3029"/>
                    <a:pt x="15433" y="2983"/>
                    <a:pt x="15445" y="2941"/>
                  </a:cubicBezTo>
                  <a:cubicBezTo>
                    <a:pt x="15456" y="2902"/>
                    <a:pt x="15466" y="2862"/>
                    <a:pt x="15457" y="2822"/>
                  </a:cubicBezTo>
                  <a:cubicBezTo>
                    <a:pt x="15450" y="2789"/>
                    <a:pt x="15439" y="2760"/>
                    <a:pt x="15417" y="2733"/>
                  </a:cubicBezTo>
                  <a:cubicBezTo>
                    <a:pt x="15402" y="2714"/>
                    <a:pt x="15382" y="2697"/>
                    <a:pt x="15358" y="2686"/>
                  </a:cubicBezTo>
                  <a:cubicBezTo>
                    <a:pt x="15347" y="2680"/>
                    <a:pt x="15336" y="2674"/>
                    <a:pt x="15327" y="2670"/>
                  </a:cubicBezTo>
                  <a:cubicBezTo>
                    <a:pt x="15311" y="2663"/>
                    <a:pt x="15292" y="2659"/>
                    <a:pt x="15275" y="2656"/>
                  </a:cubicBezTo>
                  <a:lnTo>
                    <a:pt x="15274" y="2656"/>
                  </a:lnTo>
                  <a:cubicBezTo>
                    <a:pt x="15180" y="2591"/>
                    <a:pt x="15086" y="2526"/>
                    <a:pt x="14982" y="2475"/>
                  </a:cubicBezTo>
                  <a:cubicBezTo>
                    <a:pt x="14835" y="2403"/>
                    <a:pt x="14686" y="2333"/>
                    <a:pt x="14533" y="2271"/>
                  </a:cubicBezTo>
                  <a:cubicBezTo>
                    <a:pt x="14227" y="2148"/>
                    <a:pt x="13916" y="2043"/>
                    <a:pt x="13600" y="1953"/>
                  </a:cubicBezTo>
                  <a:cubicBezTo>
                    <a:pt x="13408" y="1898"/>
                    <a:pt x="13211" y="1848"/>
                    <a:pt x="13016" y="1804"/>
                  </a:cubicBezTo>
                  <a:lnTo>
                    <a:pt x="13016" y="1804"/>
                  </a:lnTo>
                  <a:cubicBezTo>
                    <a:pt x="22268" y="1942"/>
                    <a:pt x="31521" y="1999"/>
                    <a:pt x="40773" y="2044"/>
                  </a:cubicBezTo>
                  <a:cubicBezTo>
                    <a:pt x="47696" y="2078"/>
                    <a:pt x="54620" y="2094"/>
                    <a:pt x="61543" y="2094"/>
                  </a:cubicBezTo>
                  <a:cubicBezTo>
                    <a:pt x="67364" y="2094"/>
                    <a:pt x="73185" y="2083"/>
                    <a:pt x="79006" y="2062"/>
                  </a:cubicBezTo>
                  <a:cubicBezTo>
                    <a:pt x="85557" y="2038"/>
                    <a:pt x="92106" y="2002"/>
                    <a:pt x="98657" y="1950"/>
                  </a:cubicBezTo>
                  <a:lnTo>
                    <a:pt x="98657" y="1950"/>
                  </a:lnTo>
                  <a:cubicBezTo>
                    <a:pt x="98517" y="8706"/>
                    <a:pt x="98460" y="15461"/>
                    <a:pt x="98437" y="22217"/>
                  </a:cubicBezTo>
                  <a:cubicBezTo>
                    <a:pt x="98430" y="24089"/>
                    <a:pt x="98471" y="28191"/>
                    <a:pt x="98472" y="28245"/>
                  </a:cubicBezTo>
                  <a:cubicBezTo>
                    <a:pt x="98484" y="28793"/>
                    <a:pt x="98536" y="29341"/>
                    <a:pt x="98577" y="29887"/>
                  </a:cubicBezTo>
                  <a:cubicBezTo>
                    <a:pt x="98620" y="30457"/>
                    <a:pt x="98659" y="31028"/>
                    <a:pt x="98697" y="31599"/>
                  </a:cubicBezTo>
                  <a:cubicBezTo>
                    <a:pt x="98770" y="32713"/>
                    <a:pt x="98834" y="33825"/>
                    <a:pt x="98887" y="34939"/>
                  </a:cubicBezTo>
                  <a:cubicBezTo>
                    <a:pt x="98757" y="34453"/>
                    <a:pt x="98588" y="33970"/>
                    <a:pt x="98379" y="33511"/>
                  </a:cubicBezTo>
                  <a:cubicBezTo>
                    <a:pt x="98323" y="33389"/>
                    <a:pt x="98265" y="33267"/>
                    <a:pt x="98204" y="33146"/>
                  </a:cubicBezTo>
                  <a:cubicBezTo>
                    <a:pt x="98144" y="33026"/>
                    <a:pt x="98072" y="32911"/>
                    <a:pt x="98005" y="32793"/>
                  </a:cubicBezTo>
                  <a:cubicBezTo>
                    <a:pt x="97906" y="32620"/>
                    <a:pt x="97798" y="32457"/>
                    <a:pt x="97685" y="32296"/>
                  </a:cubicBezTo>
                  <a:cubicBezTo>
                    <a:pt x="97697" y="32236"/>
                    <a:pt x="97692" y="32174"/>
                    <a:pt x="97664" y="32117"/>
                  </a:cubicBezTo>
                  <a:lnTo>
                    <a:pt x="97660" y="32110"/>
                  </a:lnTo>
                  <a:cubicBezTo>
                    <a:pt x="97660" y="32105"/>
                    <a:pt x="97659" y="32101"/>
                    <a:pt x="97659" y="32098"/>
                  </a:cubicBezTo>
                  <a:cubicBezTo>
                    <a:pt x="97686" y="32079"/>
                    <a:pt x="97709" y="32055"/>
                    <a:pt x="97725" y="32024"/>
                  </a:cubicBezTo>
                  <a:cubicBezTo>
                    <a:pt x="97764" y="31944"/>
                    <a:pt x="97731" y="31847"/>
                    <a:pt x="97664" y="31792"/>
                  </a:cubicBezTo>
                  <a:cubicBezTo>
                    <a:pt x="97638" y="31771"/>
                    <a:pt x="97606" y="31761"/>
                    <a:pt x="97575" y="31761"/>
                  </a:cubicBezTo>
                  <a:cubicBezTo>
                    <a:pt x="97532" y="31761"/>
                    <a:pt x="97489" y="31780"/>
                    <a:pt x="97460" y="31813"/>
                  </a:cubicBezTo>
                  <a:cubicBezTo>
                    <a:pt x="97395" y="31830"/>
                    <a:pt x="97346" y="31897"/>
                    <a:pt x="97356" y="31962"/>
                  </a:cubicBezTo>
                  <a:cubicBezTo>
                    <a:pt x="97357" y="31975"/>
                    <a:pt x="97361" y="31988"/>
                    <a:pt x="97364" y="31999"/>
                  </a:cubicBezTo>
                  <a:lnTo>
                    <a:pt x="97463" y="32336"/>
                  </a:lnTo>
                  <a:cubicBezTo>
                    <a:pt x="97476" y="32379"/>
                    <a:pt x="97526" y="32406"/>
                    <a:pt x="97567" y="32407"/>
                  </a:cubicBezTo>
                  <a:cubicBezTo>
                    <a:pt x="97584" y="32407"/>
                    <a:pt x="97603" y="32405"/>
                    <a:pt x="97617" y="32397"/>
                  </a:cubicBezTo>
                  <a:cubicBezTo>
                    <a:pt x="97707" y="32587"/>
                    <a:pt x="97793" y="32776"/>
                    <a:pt x="97880" y="32967"/>
                  </a:cubicBezTo>
                  <a:cubicBezTo>
                    <a:pt x="97935" y="33086"/>
                    <a:pt x="97981" y="33207"/>
                    <a:pt x="98034" y="33325"/>
                  </a:cubicBezTo>
                  <a:cubicBezTo>
                    <a:pt x="98089" y="33448"/>
                    <a:pt x="98143" y="33572"/>
                    <a:pt x="98193" y="33697"/>
                  </a:cubicBezTo>
                  <a:cubicBezTo>
                    <a:pt x="98292" y="33938"/>
                    <a:pt x="98394" y="34179"/>
                    <a:pt x="98483" y="34422"/>
                  </a:cubicBezTo>
                  <a:cubicBezTo>
                    <a:pt x="98574" y="34671"/>
                    <a:pt x="98655" y="34923"/>
                    <a:pt x="98734" y="35176"/>
                  </a:cubicBezTo>
                  <a:cubicBezTo>
                    <a:pt x="98795" y="35376"/>
                    <a:pt x="98847" y="35571"/>
                    <a:pt x="98928" y="35761"/>
                  </a:cubicBezTo>
                  <a:cubicBezTo>
                    <a:pt x="98959" y="36438"/>
                    <a:pt x="98986" y="37114"/>
                    <a:pt x="99010" y="37793"/>
                  </a:cubicBezTo>
                  <a:cubicBezTo>
                    <a:pt x="98885" y="37120"/>
                    <a:pt x="98681" y="36461"/>
                    <a:pt x="98400" y="35835"/>
                  </a:cubicBezTo>
                  <a:cubicBezTo>
                    <a:pt x="98012" y="34971"/>
                    <a:pt x="97485" y="34171"/>
                    <a:pt x="96834" y="33478"/>
                  </a:cubicBezTo>
                  <a:cubicBezTo>
                    <a:pt x="96809" y="33452"/>
                    <a:pt x="96776" y="33438"/>
                    <a:pt x="96744" y="33438"/>
                  </a:cubicBezTo>
                  <a:cubicBezTo>
                    <a:pt x="96698" y="33438"/>
                    <a:pt x="96654" y="33466"/>
                    <a:pt x="96644" y="33523"/>
                  </a:cubicBezTo>
                  <a:cubicBezTo>
                    <a:pt x="96545" y="34042"/>
                    <a:pt x="96530" y="34574"/>
                    <a:pt x="96585" y="35098"/>
                  </a:cubicBezTo>
                  <a:cubicBezTo>
                    <a:pt x="96682" y="36020"/>
                    <a:pt x="96994" y="36910"/>
                    <a:pt x="97433" y="37727"/>
                  </a:cubicBezTo>
                  <a:cubicBezTo>
                    <a:pt x="97861" y="38523"/>
                    <a:pt x="98404" y="39242"/>
                    <a:pt x="98989" y="39930"/>
                  </a:cubicBezTo>
                  <a:cubicBezTo>
                    <a:pt x="98989" y="39996"/>
                    <a:pt x="98989" y="40063"/>
                    <a:pt x="98986" y="40131"/>
                  </a:cubicBezTo>
                  <a:cubicBezTo>
                    <a:pt x="98985" y="40156"/>
                    <a:pt x="99005" y="40171"/>
                    <a:pt x="99024" y="40171"/>
                  </a:cubicBezTo>
                  <a:cubicBezTo>
                    <a:pt x="99039" y="40171"/>
                    <a:pt x="99053" y="40162"/>
                    <a:pt x="99055" y="40142"/>
                  </a:cubicBezTo>
                  <a:lnTo>
                    <a:pt x="99076" y="40006"/>
                  </a:lnTo>
                  <a:lnTo>
                    <a:pt x="99077" y="40006"/>
                  </a:lnTo>
                  <a:cubicBezTo>
                    <a:pt x="99099" y="40792"/>
                    <a:pt x="99118" y="41580"/>
                    <a:pt x="99130" y="42367"/>
                  </a:cubicBezTo>
                  <a:cubicBezTo>
                    <a:pt x="99136" y="42697"/>
                    <a:pt x="99140" y="43028"/>
                    <a:pt x="99146" y="43359"/>
                  </a:cubicBezTo>
                  <a:cubicBezTo>
                    <a:pt x="99135" y="43418"/>
                    <a:pt x="99124" y="43478"/>
                    <a:pt x="99113" y="43537"/>
                  </a:cubicBezTo>
                  <a:cubicBezTo>
                    <a:pt x="99088" y="43673"/>
                    <a:pt x="99064" y="43818"/>
                    <a:pt x="99055" y="43961"/>
                  </a:cubicBezTo>
                  <a:cubicBezTo>
                    <a:pt x="99021" y="43734"/>
                    <a:pt x="98983" y="43508"/>
                    <a:pt x="98939" y="43280"/>
                  </a:cubicBezTo>
                  <a:cubicBezTo>
                    <a:pt x="98644" y="41770"/>
                    <a:pt x="98137" y="40303"/>
                    <a:pt x="97425" y="38935"/>
                  </a:cubicBezTo>
                  <a:cubicBezTo>
                    <a:pt x="97401" y="38889"/>
                    <a:pt x="97358" y="38865"/>
                    <a:pt x="97316" y="38865"/>
                  </a:cubicBezTo>
                  <a:cubicBezTo>
                    <a:pt x="97276" y="38865"/>
                    <a:pt x="97237" y="38886"/>
                    <a:pt x="97214" y="38929"/>
                  </a:cubicBezTo>
                  <a:cubicBezTo>
                    <a:pt x="96891" y="39523"/>
                    <a:pt x="96664" y="40158"/>
                    <a:pt x="96548" y="40824"/>
                  </a:cubicBezTo>
                  <a:cubicBezTo>
                    <a:pt x="96348" y="41973"/>
                    <a:pt x="96479" y="43173"/>
                    <a:pt x="96934" y="44251"/>
                  </a:cubicBezTo>
                  <a:cubicBezTo>
                    <a:pt x="97361" y="45263"/>
                    <a:pt x="98054" y="46162"/>
                    <a:pt x="98938" y="46827"/>
                  </a:cubicBezTo>
                  <a:cubicBezTo>
                    <a:pt x="98960" y="46846"/>
                    <a:pt x="98989" y="46853"/>
                    <a:pt x="99016" y="46853"/>
                  </a:cubicBezTo>
                  <a:cubicBezTo>
                    <a:pt x="99018" y="46853"/>
                    <a:pt x="99020" y="46853"/>
                    <a:pt x="99023" y="46853"/>
                  </a:cubicBezTo>
                  <a:lnTo>
                    <a:pt x="99023" y="46853"/>
                  </a:lnTo>
                  <a:cubicBezTo>
                    <a:pt x="99014" y="47281"/>
                    <a:pt x="98986" y="47709"/>
                    <a:pt x="98942" y="48134"/>
                  </a:cubicBezTo>
                  <a:cubicBezTo>
                    <a:pt x="98904" y="48508"/>
                    <a:pt x="98855" y="48881"/>
                    <a:pt x="98794" y="49251"/>
                  </a:cubicBezTo>
                  <a:cubicBezTo>
                    <a:pt x="98756" y="49432"/>
                    <a:pt x="98721" y="49620"/>
                    <a:pt x="98682" y="49808"/>
                  </a:cubicBezTo>
                  <a:cubicBezTo>
                    <a:pt x="98660" y="49914"/>
                    <a:pt x="98644" y="50021"/>
                    <a:pt x="98627" y="50127"/>
                  </a:cubicBezTo>
                  <a:cubicBezTo>
                    <a:pt x="98585" y="50212"/>
                    <a:pt x="98545" y="50297"/>
                    <a:pt x="98504" y="50382"/>
                  </a:cubicBezTo>
                  <a:cubicBezTo>
                    <a:pt x="98410" y="49818"/>
                    <a:pt x="98272" y="49260"/>
                    <a:pt x="98089" y="48718"/>
                  </a:cubicBezTo>
                  <a:cubicBezTo>
                    <a:pt x="97961" y="48337"/>
                    <a:pt x="97812" y="47963"/>
                    <a:pt x="97643" y="47598"/>
                  </a:cubicBezTo>
                  <a:cubicBezTo>
                    <a:pt x="97555" y="47408"/>
                    <a:pt x="97457" y="47227"/>
                    <a:pt x="97353" y="47046"/>
                  </a:cubicBezTo>
                  <a:cubicBezTo>
                    <a:pt x="97275" y="46909"/>
                    <a:pt x="97177" y="46781"/>
                    <a:pt x="97070" y="46662"/>
                  </a:cubicBezTo>
                  <a:cubicBezTo>
                    <a:pt x="97073" y="46659"/>
                    <a:pt x="97078" y="46657"/>
                    <a:pt x="97080" y="46655"/>
                  </a:cubicBezTo>
                  <a:cubicBezTo>
                    <a:pt x="97111" y="46632"/>
                    <a:pt x="97139" y="46596"/>
                    <a:pt x="97142" y="46557"/>
                  </a:cubicBezTo>
                  <a:lnTo>
                    <a:pt x="97142" y="46557"/>
                  </a:lnTo>
                  <a:cubicBezTo>
                    <a:pt x="97142" y="46557"/>
                    <a:pt x="97142" y="46557"/>
                    <a:pt x="97142" y="46557"/>
                  </a:cubicBezTo>
                  <a:lnTo>
                    <a:pt x="97142" y="46557"/>
                  </a:lnTo>
                  <a:cubicBezTo>
                    <a:pt x="97146" y="46544"/>
                    <a:pt x="97147" y="46531"/>
                    <a:pt x="97145" y="46518"/>
                  </a:cubicBezTo>
                  <a:lnTo>
                    <a:pt x="97145" y="46511"/>
                  </a:lnTo>
                  <a:cubicBezTo>
                    <a:pt x="97145" y="46505"/>
                    <a:pt x="97144" y="46501"/>
                    <a:pt x="97143" y="46497"/>
                  </a:cubicBezTo>
                  <a:lnTo>
                    <a:pt x="97143" y="46497"/>
                  </a:lnTo>
                  <a:cubicBezTo>
                    <a:pt x="97143" y="46497"/>
                    <a:pt x="97143" y="46497"/>
                    <a:pt x="97144" y="46497"/>
                  </a:cubicBezTo>
                  <a:cubicBezTo>
                    <a:pt x="97144" y="46495"/>
                    <a:pt x="97142" y="46492"/>
                    <a:pt x="97142" y="46491"/>
                  </a:cubicBezTo>
                  <a:cubicBezTo>
                    <a:pt x="97140" y="46487"/>
                    <a:pt x="97140" y="46481"/>
                    <a:pt x="97139" y="46478"/>
                  </a:cubicBezTo>
                  <a:lnTo>
                    <a:pt x="97139" y="46475"/>
                  </a:lnTo>
                  <a:cubicBezTo>
                    <a:pt x="97142" y="46457"/>
                    <a:pt x="97142" y="46440"/>
                    <a:pt x="97142" y="46421"/>
                  </a:cubicBezTo>
                  <a:cubicBezTo>
                    <a:pt x="97142" y="46415"/>
                    <a:pt x="97142" y="46409"/>
                    <a:pt x="97140" y="46402"/>
                  </a:cubicBezTo>
                  <a:cubicBezTo>
                    <a:pt x="97129" y="46341"/>
                    <a:pt x="97096" y="46281"/>
                    <a:pt x="97045" y="46243"/>
                  </a:cubicBezTo>
                  <a:cubicBezTo>
                    <a:pt x="96997" y="46209"/>
                    <a:pt x="96945" y="46192"/>
                    <a:pt x="96888" y="46192"/>
                  </a:cubicBezTo>
                  <a:cubicBezTo>
                    <a:pt x="96880" y="46192"/>
                    <a:pt x="96873" y="46192"/>
                    <a:pt x="96865" y="46193"/>
                  </a:cubicBezTo>
                  <a:cubicBezTo>
                    <a:pt x="96835" y="46195"/>
                    <a:pt x="96805" y="46204"/>
                    <a:pt x="96778" y="46216"/>
                  </a:cubicBezTo>
                  <a:lnTo>
                    <a:pt x="96775" y="46216"/>
                  </a:lnTo>
                  <a:cubicBezTo>
                    <a:pt x="96755" y="46218"/>
                    <a:pt x="96737" y="46223"/>
                    <a:pt x="96722" y="46237"/>
                  </a:cubicBezTo>
                  <a:cubicBezTo>
                    <a:pt x="96711" y="46244"/>
                    <a:pt x="96700" y="46255"/>
                    <a:pt x="96692" y="46266"/>
                  </a:cubicBezTo>
                  <a:cubicBezTo>
                    <a:pt x="96689" y="46271"/>
                    <a:pt x="96687" y="46273"/>
                    <a:pt x="96683" y="46277"/>
                  </a:cubicBezTo>
                  <a:cubicBezTo>
                    <a:pt x="96655" y="46305"/>
                    <a:pt x="96632" y="46335"/>
                    <a:pt x="96611" y="46371"/>
                  </a:cubicBezTo>
                  <a:cubicBezTo>
                    <a:pt x="96584" y="46418"/>
                    <a:pt x="96574" y="46471"/>
                    <a:pt x="96576" y="46523"/>
                  </a:cubicBezTo>
                  <a:cubicBezTo>
                    <a:pt x="96576" y="46550"/>
                    <a:pt x="96582" y="46575"/>
                    <a:pt x="96592" y="46600"/>
                  </a:cubicBezTo>
                  <a:cubicBezTo>
                    <a:pt x="96599" y="46618"/>
                    <a:pt x="96610" y="46634"/>
                    <a:pt x="96620" y="46651"/>
                  </a:cubicBezTo>
                  <a:cubicBezTo>
                    <a:pt x="96623" y="46657"/>
                    <a:pt x="96627" y="46663"/>
                    <a:pt x="96633" y="46668"/>
                  </a:cubicBezTo>
                  <a:cubicBezTo>
                    <a:pt x="96659" y="46698"/>
                    <a:pt x="96689" y="46722"/>
                    <a:pt x="96731" y="46727"/>
                  </a:cubicBezTo>
                  <a:cubicBezTo>
                    <a:pt x="96733" y="46728"/>
                    <a:pt x="96735" y="46728"/>
                    <a:pt x="96738" y="46728"/>
                  </a:cubicBezTo>
                  <a:cubicBezTo>
                    <a:pt x="96743" y="46728"/>
                    <a:pt x="96748" y="46727"/>
                    <a:pt x="96753" y="46727"/>
                  </a:cubicBezTo>
                  <a:cubicBezTo>
                    <a:pt x="96768" y="46734"/>
                    <a:pt x="96782" y="46738"/>
                    <a:pt x="96801" y="46743"/>
                  </a:cubicBezTo>
                  <a:cubicBezTo>
                    <a:pt x="96810" y="46745"/>
                    <a:pt x="96819" y="46746"/>
                    <a:pt x="96828" y="46746"/>
                  </a:cubicBezTo>
                  <a:cubicBezTo>
                    <a:pt x="96837" y="46746"/>
                    <a:pt x="96847" y="46745"/>
                    <a:pt x="96856" y="46745"/>
                  </a:cubicBezTo>
                  <a:cubicBezTo>
                    <a:pt x="96864" y="46745"/>
                    <a:pt x="96870" y="46744"/>
                    <a:pt x="96879" y="46743"/>
                  </a:cubicBezTo>
                  <a:cubicBezTo>
                    <a:pt x="96909" y="46737"/>
                    <a:pt x="96931" y="46729"/>
                    <a:pt x="96956" y="46718"/>
                  </a:cubicBezTo>
                  <a:cubicBezTo>
                    <a:pt x="97018" y="46893"/>
                    <a:pt x="97088" y="47067"/>
                    <a:pt x="97170" y="47237"/>
                  </a:cubicBezTo>
                  <a:cubicBezTo>
                    <a:pt x="97268" y="47437"/>
                    <a:pt x="97361" y="47639"/>
                    <a:pt x="97451" y="47841"/>
                  </a:cubicBezTo>
                  <a:cubicBezTo>
                    <a:pt x="97775" y="48563"/>
                    <a:pt x="98025" y="49320"/>
                    <a:pt x="98196" y="50093"/>
                  </a:cubicBezTo>
                  <a:cubicBezTo>
                    <a:pt x="98281" y="50487"/>
                    <a:pt x="98346" y="50883"/>
                    <a:pt x="98390" y="51281"/>
                  </a:cubicBezTo>
                  <a:cubicBezTo>
                    <a:pt x="98405" y="51421"/>
                    <a:pt x="98419" y="51563"/>
                    <a:pt x="98433" y="51703"/>
                  </a:cubicBezTo>
                  <a:cubicBezTo>
                    <a:pt x="98422" y="51768"/>
                    <a:pt x="98411" y="51833"/>
                    <a:pt x="98401" y="51898"/>
                  </a:cubicBezTo>
                  <a:cubicBezTo>
                    <a:pt x="98345" y="52256"/>
                    <a:pt x="98297" y="52614"/>
                    <a:pt x="98253" y="52974"/>
                  </a:cubicBezTo>
                  <a:lnTo>
                    <a:pt x="98220" y="53257"/>
                  </a:lnTo>
                  <a:cubicBezTo>
                    <a:pt x="96969" y="53216"/>
                    <a:pt x="95716" y="53229"/>
                    <a:pt x="94465" y="53221"/>
                  </a:cubicBezTo>
                  <a:cubicBezTo>
                    <a:pt x="92831" y="53210"/>
                    <a:pt x="91196" y="53200"/>
                    <a:pt x="89561" y="53190"/>
                  </a:cubicBezTo>
                  <a:cubicBezTo>
                    <a:pt x="86366" y="53172"/>
                    <a:pt x="83173" y="53155"/>
                    <a:pt x="79978" y="53141"/>
                  </a:cubicBezTo>
                  <a:cubicBezTo>
                    <a:pt x="73616" y="53113"/>
                    <a:pt x="67257" y="53097"/>
                    <a:pt x="60896" y="53091"/>
                  </a:cubicBezTo>
                  <a:cubicBezTo>
                    <a:pt x="59339" y="53090"/>
                    <a:pt x="57782" y="53089"/>
                    <a:pt x="56226" y="53089"/>
                  </a:cubicBezTo>
                  <a:cubicBezTo>
                    <a:pt x="45016" y="53089"/>
                    <a:pt x="33807" y="53124"/>
                    <a:pt x="22598" y="53194"/>
                  </a:cubicBezTo>
                  <a:cubicBezTo>
                    <a:pt x="15635" y="53235"/>
                    <a:pt x="8670" y="53293"/>
                    <a:pt x="1707" y="53373"/>
                  </a:cubicBezTo>
                  <a:cubicBezTo>
                    <a:pt x="1695" y="52855"/>
                    <a:pt x="1682" y="52338"/>
                    <a:pt x="1672" y="51819"/>
                  </a:cubicBezTo>
                  <a:cubicBezTo>
                    <a:pt x="1646" y="50651"/>
                    <a:pt x="1623" y="49483"/>
                    <a:pt x="1601" y="48314"/>
                  </a:cubicBezTo>
                  <a:cubicBezTo>
                    <a:pt x="1558" y="46007"/>
                    <a:pt x="1529" y="43698"/>
                    <a:pt x="1509" y="41389"/>
                  </a:cubicBezTo>
                  <a:cubicBezTo>
                    <a:pt x="1486" y="38516"/>
                    <a:pt x="1477" y="35645"/>
                    <a:pt x="1491" y="32771"/>
                  </a:cubicBezTo>
                  <a:cubicBezTo>
                    <a:pt x="1527" y="30670"/>
                    <a:pt x="1559" y="28568"/>
                    <a:pt x="1591" y="26466"/>
                  </a:cubicBezTo>
                  <a:cubicBezTo>
                    <a:pt x="1645" y="22842"/>
                    <a:pt x="1689" y="19218"/>
                    <a:pt x="1726" y="15595"/>
                  </a:cubicBezTo>
                  <a:cubicBezTo>
                    <a:pt x="1760" y="15869"/>
                    <a:pt x="1800" y="16142"/>
                    <a:pt x="1844" y="16413"/>
                  </a:cubicBezTo>
                  <a:cubicBezTo>
                    <a:pt x="1894" y="16730"/>
                    <a:pt x="1949" y="17044"/>
                    <a:pt x="2015" y="17357"/>
                  </a:cubicBezTo>
                  <a:cubicBezTo>
                    <a:pt x="2048" y="17512"/>
                    <a:pt x="2089" y="17664"/>
                    <a:pt x="2134" y="17816"/>
                  </a:cubicBezTo>
                  <a:cubicBezTo>
                    <a:pt x="2156" y="17889"/>
                    <a:pt x="2174" y="17967"/>
                    <a:pt x="2204" y="18041"/>
                  </a:cubicBezTo>
                  <a:cubicBezTo>
                    <a:pt x="2234" y="18116"/>
                    <a:pt x="2273" y="18189"/>
                    <a:pt x="2308" y="18263"/>
                  </a:cubicBezTo>
                  <a:cubicBezTo>
                    <a:pt x="2316" y="18280"/>
                    <a:pt x="2330" y="18288"/>
                    <a:pt x="2343" y="18288"/>
                  </a:cubicBezTo>
                  <a:cubicBezTo>
                    <a:pt x="2367" y="18288"/>
                    <a:pt x="2391" y="18267"/>
                    <a:pt x="2389" y="18239"/>
                  </a:cubicBezTo>
                  <a:cubicBezTo>
                    <a:pt x="2381" y="18097"/>
                    <a:pt x="2375" y="17960"/>
                    <a:pt x="2352" y="17819"/>
                  </a:cubicBezTo>
                  <a:cubicBezTo>
                    <a:pt x="2330" y="17681"/>
                    <a:pt x="2308" y="17543"/>
                    <a:pt x="2279" y="17406"/>
                  </a:cubicBezTo>
                  <a:cubicBezTo>
                    <a:pt x="2223" y="17132"/>
                    <a:pt x="2166" y="16857"/>
                    <a:pt x="2116" y="16582"/>
                  </a:cubicBezTo>
                  <a:cubicBezTo>
                    <a:pt x="2015" y="16032"/>
                    <a:pt x="1935" y="15478"/>
                    <a:pt x="1872" y="14920"/>
                  </a:cubicBezTo>
                  <a:cubicBezTo>
                    <a:pt x="1812" y="14378"/>
                    <a:pt x="1773" y="13836"/>
                    <a:pt x="1748" y="13292"/>
                  </a:cubicBezTo>
                  <a:cubicBezTo>
                    <a:pt x="1757" y="12251"/>
                    <a:pt x="1767" y="11210"/>
                    <a:pt x="1776" y="10169"/>
                  </a:cubicBezTo>
                  <a:lnTo>
                    <a:pt x="1788" y="9951"/>
                  </a:lnTo>
                  <a:cubicBezTo>
                    <a:pt x="1812" y="9714"/>
                    <a:pt x="1826" y="9478"/>
                    <a:pt x="1829" y="9242"/>
                  </a:cubicBezTo>
                  <a:cubicBezTo>
                    <a:pt x="2009" y="10064"/>
                    <a:pt x="2278" y="10864"/>
                    <a:pt x="2550" y="11657"/>
                  </a:cubicBezTo>
                  <a:cubicBezTo>
                    <a:pt x="2630" y="11894"/>
                    <a:pt x="2713" y="12133"/>
                    <a:pt x="2794" y="12370"/>
                  </a:cubicBezTo>
                  <a:cubicBezTo>
                    <a:pt x="2833" y="12486"/>
                    <a:pt x="2874" y="12600"/>
                    <a:pt x="2919" y="12716"/>
                  </a:cubicBezTo>
                  <a:cubicBezTo>
                    <a:pt x="2927" y="12737"/>
                    <a:pt x="2936" y="12756"/>
                    <a:pt x="2942" y="12777"/>
                  </a:cubicBezTo>
                  <a:cubicBezTo>
                    <a:pt x="2921" y="12788"/>
                    <a:pt x="2903" y="12799"/>
                    <a:pt x="2886" y="12816"/>
                  </a:cubicBezTo>
                  <a:cubicBezTo>
                    <a:pt x="2875" y="12827"/>
                    <a:pt x="2858" y="12844"/>
                    <a:pt x="2852" y="12852"/>
                  </a:cubicBezTo>
                  <a:cubicBezTo>
                    <a:pt x="2848" y="12859"/>
                    <a:pt x="2833" y="12882"/>
                    <a:pt x="2827" y="12896"/>
                  </a:cubicBezTo>
                  <a:cubicBezTo>
                    <a:pt x="2825" y="12902"/>
                    <a:pt x="2821" y="12908"/>
                    <a:pt x="2820" y="12915"/>
                  </a:cubicBezTo>
                  <a:cubicBezTo>
                    <a:pt x="2814" y="12940"/>
                    <a:pt x="2805" y="12965"/>
                    <a:pt x="2805" y="12993"/>
                  </a:cubicBezTo>
                  <a:cubicBezTo>
                    <a:pt x="2805" y="13007"/>
                    <a:pt x="2806" y="13019"/>
                    <a:pt x="2806" y="13033"/>
                  </a:cubicBezTo>
                  <a:cubicBezTo>
                    <a:pt x="2809" y="13052"/>
                    <a:pt x="2816" y="13069"/>
                    <a:pt x="2827" y="13085"/>
                  </a:cubicBezTo>
                  <a:cubicBezTo>
                    <a:pt x="2843" y="13111"/>
                    <a:pt x="2866" y="13134"/>
                    <a:pt x="2897" y="13145"/>
                  </a:cubicBezTo>
                  <a:cubicBezTo>
                    <a:pt x="2907" y="13150"/>
                    <a:pt x="2918" y="13151"/>
                    <a:pt x="2929" y="13152"/>
                  </a:cubicBezTo>
                  <a:cubicBezTo>
                    <a:pt x="2942" y="13167"/>
                    <a:pt x="2957" y="13183"/>
                    <a:pt x="2975" y="13194"/>
                  </a:cubicBezTo>
                  <a:cubicBezTo>
                    <a:pt x="2997" y="13206"/>
                    <a:pt x="3013" y="13214"/>
                    <a:pt x="3031" y="13221"/>
                  </a:cubicBezTo>
                  <a:cubicBezTo>
                    <a:pt x="3040" y="13231"/>
                    <a:pt x="3048" y="13240"/>
                    <a:pt x="3057" y="13248"/>
                  </a:cubicBezTo>
                  <a:cubicBezTo>
                    <a:pt x="3090" y="13277"/>
                    <a:pt x="3130" y="13286"/>
                    <a:pt x="3171" y="13286"/>
                  </a:cubicBezTo>
                  <a:cubicBezTo>
                    <a:pt x="3177" y="13286"/>
                    <a:pt x="3184" y="13286"/>
                    <a:pt x="3190" y="13286"/>
                  </a:cubicBezTo>
                  <a:lnTo>
                    <a:pt x="3220" y="13277"/>
                  </a:lnTo>
                  <a:cubicBezTo>
                    <a:pt x="3233" y="13271"/>
                    <a:pt x="3245" y="13262"/>
                    <a:pt x="3255" y="13251"/>
                  </a:cubicBezTo>
                  <a:cubicBezTo>
                    <a:pt x="3273" y="13232"/>
                    <a:pt x="3284" y="13210"/>
                    <a:pt x="3287" y="13184"/>
                  </a:cubicBezTo>
                  <a:cubicBezTo>
                    <a:pt x="3289" y="13167"/>
                    <a:pt x="3289" y="13151"/>
                    <a:pt x="3288" y="13134"/>
                  </a:cubicBezTo>
                  <a:cubicBezTo>
                    <a:pt x="3306" y="13106"/>
                    <a:pt x="3317" y="13073"/>
                    <a:pt x="3322" y="13040"/>
                  </a:cubicBezTo>
                  <a:cubicBezTo>
                    <a:pt x="3330" y="12996"/>
                    <a:pt x="3320" y="12942"/>
                    <a:pt x="3300" y="12902"/>
                  </a:cubicBezTo>
                  <a:cubicBezTo>
                    <a:pt x="3281" y="12863"/>
                    <a:pt x="3251" y="12822"/>
                    <a:pt x="3212" y="12797"/>
                  </a:cubicBezTo>
                  <a:cubicBezTo>
                    <a:pt x="3205" y="12792"/>
                    <a:pt x="3198" y="12787"/>
                    <a:pt x="3189" y="12782"/>
                  </a:cubicBezTo>
                  <a:cubicBezTo>
                    <a:pt x="3184" y="12753"/>
                    <a:pt x="3177" y="12723"/>
                    <a:pt x="3168" y="12695"/>
                  </a:cubicBezTo>
                  <a:cubicBezTo>
                    <a:pt x="3140" y="12586"/>
                    <a:pt x="3110" y="12479"/>
                    <a:pt x="3074" y="12371"/>
                  </a:cubicBezTo>
                  <a:cubicBezTo>
                    <a:pt x="3004" y="12167"/>
                    <a:pt x="2932" y="11962"/>
                    <a:pt x="2861" y="11757"/>
                  </a:cubicBezTo>
                  <a:cubicBezTo>
                    <a:pt x="2716" y="11344"/>
                    <a:pt x="2572" y="10930"/>
                    <a:pt x="2437" y="10514"/>
                  </a:cubicBezTo>
                  <a:cubicBezTo>
                    <a:pt x="2173" y="9695"/>
                    <a:pt x="1965" y="8862"/>
                    <a:pt x="1882" y="8005"/>
                  </a:cubicBezTo>
                  <a:cubicBezTo>
                    <a:pt x="1871" y="7896"/>
                    <a:pt x="1865" y="7787"/>
                    <a:pt x="1859" y="7677"/>
                  </a:cubicBezTo>
                  <a:lnTo>
                    <a:pt x="1859" y="7677"/>
                  </a:lnTo>
                  <a:cubicBezTo>
                    <a:pt x="1930" y="7929"/>
                    <a:pt x="2006" y="8177"/>
                    <a:pt x="2095" y="8423"/>
                  </a:cubicBezTo>
                  <a:cubicBezTo>
                    <a:pt x="2317" y="9039"/>
                    <a:pt x="2583" y="9635"/>
                    <a:pt x="2901" y="10208"/>
                  </a:cubicBezTo>
                  <a:cubicBezTo>
                    <a:pt x="2989" y="10365"/>
                    <a:pt x="3080" y="10525"/>
                    <a:pt x="3185" y="10672"/>
                  </a:cubicBezTo>
                  <a:cubicBezTo>
                    <a:pt x="3212" y="10712"/>
                    <a:pt x="3248" y="10745"/>
                    <a:pt x="3277" y="10784"/>
                  </a:cubicBezTo>
                  <a:cubicBezTo>
                    <a:pt x="3291" y="10804"/>
                    <a:pt x="3306" y="10824"/>
                    <a:pt x="3320" y="10843"/>
                  </a:cubicBezTo>
                  <a:cubicBezTo>
                    <a:pt x="3306" y="10864"/>
                    <a:pt x="3295" y="10887"/>
                    <a:pt x="3287" y="10912"/>
                  </a:cubicBezTo>
                  <a:cubicBezTo>
                    <a:pt x="3269" y="10969"/>
                    <a:pt x="3270" y="11032"/>
                    <a:pt x="3283" y="11089"/>
                  </a:cubicBezTo>
                  <a:cubicBezTo>
                    <a:pt x="3306" y="11197"/>
                    <a:pt x="3366" y="11299"/>
                    <a:pt x="3458" y="11364"/>
                  </a:cubicBezTo>
                  <a:cubicBezTo>
                    <a:pt x="3483" y="11381"/>
                    <a:pt x="3515" y="11390"/>
                    <a:pt x="3546" y="11390"/>
                  </a:cubicBezTo>
                  <a:cubicBezTo>
                    <a:pt x="3591" y="11390"/>
                    <a:pt x="3635" y="11372"/>
                    <a:pt x="3660" y="11333"/>
                  </a:cubicBezTo>
                  <a:cubicBezTo>
                    <a:pt x="3672" y="11314"/>
                    <a:pt x="3683" y="11295"/>
                    <a:pt x="3694" y="11275"/>
                  </a:cubicBezTo>
                  <a:lnTo>
                    <a:pt x="3694" y="11275"/>
                  </a:lnTo>
                  <a:cubicBezTo>
                    <a:pt x="3694" y="11277"/>
                    <a:pt x="3693" y="11278"/>
                    <a:pt x="3692" y="11279"/>
                  </a:cubicBezTo>
                  <a:cubicBezTo>
                    <a:pt x="3712" y="11252"/>
                    <a:pt x="3727" y="11232"/>
                    <a:pt x="3744" y="11201"/>
                  </a:cubicBezTo>
                  <a:cubicBezTo>
                    <a:pt x="3749" y="11192"/>
                    <a:pt x="3753" y="11183"/>
                    <a:pt x="3755" y="11173"/>
                  </a:cubicBezTo>
                  <a:cubicBezTo>
                    <a:pt x="3765" y="11156"/>
                    <a:pt x="3772" y="11139"/>
                    <a:pt x="3777" y="11118"/>
                  </a:cubicBezTo>
                  <a:cubicBezTo>
                    <a:pt x="3783" y="11101"/>
                    <a:pt x="3785" y="11084"/>
                    <a:pt x="3782" y="11065"/>
                  </a:cubicBezTo>
                  <a:cubicBezTo>
                    <a:pt x="3783" y="11040"/>
                    <a:pt x="3778" y="11014"/>
                    <a:pt x="3767" y="10991"/>
                  </a:cubicBezTo>
                  <a:cubicBezTo>
                    <a:pt x="3759" y="10963"/>
                    <a:pt x="3742" y="10937"/>
                    <a:pt x="3722" y="10916"/>
                  </a:cubicBezTo>
                  <a:cubicBezTo>
                    <a:pt x="3709" y="10901"/>
                    <a:pt x="3690" y="10883"/>
                    <a:pt x="3672" y="10871"/>
                  </a:cubicBezTo>
                  <a:cubicBezTo>
                    <a:pt x="3641" y="10849"/>
                    <a:pt x="3600" y="10829"/>
                    <a:pt x="3561" y="10828"/>
                  </a:cubicBezTo>
                  <a:lnTo>
                    <a:pt x="3529" y="10828"/>
                  </a:lnTo>
                  <a:cubicBezTo>
                    <a:pt x="3520" y="10805"/>
                    <a:pt x="3505" y="10784"/>
                    <a:pt x="3483" y="10772"/>
                  </a:cubicBezTo>
                  <a:cubicBezTo>
                    <a:pt x="3474" y="10767"/>
                    <a:pt x="3464" y="10763"/>
                    <a:pt x="3453" y="10762"/>
                  </a:cubicBezTo>
                  <a:cubicBezTo>
                    <a:pt x="3366" y="10574"/>
                    <a:pt x="3278" y="10388"/>
                    <a:pt x="3183" y="10205"/>
                  </a:cubicBezTo>
                  <a:cubicBezTo>
                    <a:pt x="3033" y="9920"/>
                    <a:pt x="2896" y="9627"/>
                    <a:pt x="2760" y="9335"/>
                  </a:cubicBezTo>
                  <a:cubicBezTo>
                    <a:pt x="2492" y="8754"/>
                    <a:pt x="2262" y="8153"/>
                    <a:pt x="2070" y="7543"/>
                  </a:cubicBezTo>
                  <a:cubicBezTo>
                    <a:pt x="2017" y="7373"/>
                    <a:pt x="1969" y="7200"/>
                    <a:pt x="1915" y="7029"/>
                  </a:cubicBezTo>
                  <a:cubicBezTo>
                    <a:pt x="1902" y="6984"/>
                    <a:pt x="1888" y="6938"/>
                    <a:pt x="1875" y="6892"/>
                  </a:cubicBezTo>
                  <a:cubicBezTo>
                    <a:pt x="1882" y="6797"/>
                    <a:pt x="1888" y="6694"/>
                    <a:pt x="1829" y="6615"/>
                  </a:cubicBezTo>
                  <a:cubicBezTo>
                    <a:pt x="1823" y="6607"/>
                    <a:pt x="1814" y="6603"/>
                    <a:pt x="1804" y="6601"/>
                  </a:cubicBezTo>
                  <a:lnTo>
                    <a:pt x="1809" y="6071"/>
                  </a:lnTo>
                  <a:cubicBezTo>
                    <a:pt x="1818" y="6104"/>
                    <a:pt x="1827" y="6138"/>
                    <a:pt x="1838" y="6171"/>
                  </a:cubicBezTo>
                  <a:cubicBezTo>
                    <a:pt x="1976" y="6589"/>
                    <a:pt x="2180" y="6980"/>
                    <a:pt x="2405" y="7358"/>
                  </a:cubicBezTo>
                  <a:cubicBezTo>
                    <a:pt x="2634" y="7742"/>
                    <a:pt x="2876" y="8119"/>
                    <a:pt x="3132" y="8485"/>
                  </a:cubicBezTo>
                  <a:cubicBezTo>
                    <a:pt x="3420" y="8899"/>
                    <a:pt x="3725" y="9299"/>
                    <a:pt x="4045" y="9687"/>
                  </a:cubicBezTo>
                  <a:cubicBezTo>
                    <a:pt x="4075" y="9724"/>
                    <a:pt x="4119" y="9742"/>
                    <a:pt x="4163" y="9742"/>
                  </a:cubicBezTo>
                  <a:cubicBezTo>
                    <a:pt x="4238" y="9742"/>
                    <a:pt x="4312" y="9692"/>
                    <a:pt x="4318" y="9607"/>
                  </a:cubicBezTo>
                  <a:cubicBezTo>
                    <a:pt x="4428" y="8147"/>
                    <a:pt x="4167" y="6667"/>
                    <a:pt x="3564" y="5333"/>
                  </a:cubicBezTo>
                  <a:cubicBezTo>
                    <a:pt x="3414" y="5002"/>
                    <a:pt x="3244" y="4683"/>
                    <a:pt x="3055" y="4374"/>
                  </a:cubicBezTo>
                  <a:cubicBezTo>
                    <a:pt x="2872" y="4075"/>
                    <a:pt x="2676" y="3783"/>
                    <a:pt x="2427" y="3536"/>
                  </a:cubicBezTo>
                  <a:cubicBezTo>
                    <a:pt x="2304" y="3414"/>
                    <a:pt x="2172" y="3300"/>
                    <a:pt x="2026" y="3207"/>
                  </a:cubicBezTo>
                  <a:cubicBezTo>
                    <a:pt x="1965" y="3167"/>
                    <a:pt x="1902" y="3125"/>
                    <a:pt x="1833" y="3123"/>
                  </a:cubicBezTo>
                  <a:cubicBezTo>
                    <a:pt x="1834" y="2866"/>
                    <a:pt x="1836" y="2609"/>
                    <a:pt x="1836" y="2351"/>
                  </a:cubicBezTo>
                  <a:cubicBezTo>
                    <a:pt x="1842" y="2353"/>
                    <a:pt x="1845" y="2354"/>
                    <a:pt x="1851" y="2357"/>
                  </a:cubicBezTo>
                  <a:cubicBezTo>
                    <a:pt x="2430" y="3092"/>
                    <a:pt x="3214" y="3672"/>
                    <a:pt x="4060" y="4063"/>
                  </a:cubicBezTo>
                  <a:cubicBezTo>
                    <a:pt x="4555" y="4293"/>
                    <a:pt x="5079" y="4452"/>
                    <a:pt x="5616" y="4551"/>
                  </a:cubicBezTo>
                  <a:cubicBezTo>
                    <a:pt x="6129" y="4646"/>
                    <a:pt x="6651" y="4679"/>
                    <a:pt x="7173" y="4679"/>
                  </a:cubicBezTo>
                  <a:cubicBezTo>
                    <a:pt x="7246" y="4679"/>
                    <a:pt x="7320" y="4678"/>
                    <a:pt x="7393" y="4677"/>
                  </a:cubicBezTo>
                  <a:cubicBezTo>
                    <a:pt x="7970" y="4668"/>
                    <a:pt x="8544" y="4627"/>
                    <a:pt x="9118" y="4572"/>
                  </a:cubicBezTo>
                  <a:cubicBezTo>
                    <a:pt x="9137" y="4584"/>
                    <a:pt x="9157" y="4596"/>
                    <a:pt x="9178" y="4607"/>
                  </a:cubicBezTo>
                  <a:cubicBezTo>
                    <a:pt x="9209" y="4624"/>
                    <a:pt x="9243" y="4631"/>
                    <a:pt x="9277" y="4631"/>
                  </a:cubicBezTo>
                  <a:cubicBezTo>
                    <a:pt x="9369" y="4631"/>
                    <a:pt x="9459" y="4575"/>
                    <a:pt x="9485" y="4481"/>
                  </a:cubicBezTo>
                  <a:cubicBezTo>
                    <a:pt x="9506" y="4407"/>
                    <a:pt x="9459" y="4343"/>
                    <a:pt x="9384" y="4343"/>
                  </a:cubicBezTo>
                  <a:cubicBezTo>
                    <a:pt x="9380" y="4343"/>
                    <a:pt x="9377" y="4343"/>
                    <a:pt x="9373" y="4343"/>
                  </a:cubicBezTo>
                  <a:lnTo>
                    <a:pt x="9217" y="4355"/>
                  </a:lnTo>
                  <a:cubicBezTo>
                    <a:pt x="9174" y="4326"/>
                    <a:pt x="9131" y="4294"/>
                    <a:pt x="9090" y="4264"/>
                  </a:cubicBezTo>
                  <a:cubicBezTo>
                    <a:pt x="8986" y="4190"/>
                    <a:pt x="8884" y="4117"/>
                    <a:pt x="8782" y="4045"/>
                  </a:cubicBezTo>
                  <a:cubicBezTo>
                    <a:pt x="8565" y="3891"/>
                    <a:pt x="8348" y="3739"/>
                    <a:pt x="8127" y="3591"/>
                  </a:cubicBezTo>
                  <a:cubicBezTo>
                    <a:pt x="7687" y="3298"/>
                    <a:pt x="7228" y="3029"/>
                    <a:pt x="6758" y="2787"/>
                  </a:cubicBezTo>
                  <a:cubicBezTo>
                    <a:pt x="5839" y="2315"/>
                    <a:pt x="4836" y="1972"/>
                    <a:pt x="3798" y="1927"/>
                  </a:cubicBezTo>
                  <a:cubicBezTo>
                    <a:pt x="3711" y="1924"/>
                    <a:pt x="3624" y="1922"/>
                    <a:pt x="3538" y="1922"/>
                  </a:cubicBezTo>
                  <a:cubicBezTo>
                    <a:pt x="2982" y="1922"/>
                    <a:pt x="2427" y="1993"/>
                    <a:pt x="1877" y="2069"/>
                  </a:cubicBezTo>
                  <a:cubicBezTo>
                    <a:pt x="1869" y="2059"/>
                    <a:pt x="1860" y="2051"/>
                    <a:pt x="1853" y="2042"/>
                  </a:cubicBezTo>
                  <a:cubicBezTo>
                    <a:pt x="1847" y="2035"/>
                    <a:pt x="1842" y="2031"/>
                    <a:pt x="1836" y="2025"/>
                  </a:cubicBezTo>
                  <a:lnTo>
                    <a:pt x="1836" y="2007"/>
                  </a:lnTo>
                  <a:cubicBezTo>
                    <a:pt x="2267" y="1906"/>
                    <a:pt x="2684" y="1758"/>
                    <a:pt x="3106" y="1625"/>
                  </a:cubicBezTo>
                  <a:cubicBezTo>
                    <a:pt x="3107" y="1625"/>
                    <a:pt x="3108" y="1624"/>
                    <a:pt x="3110" y="1624"/>
                  </a:cubicBezTo>
                  <a:close/>
                  <a:moveTo>
                    <a:pt x="12535" y="1"/>
                  </a:moveTo>
                  <a:cubicBezTo>
                    <a:pt x="12043" y="1"/>
                    <a:pt x="11551" y="37"/>
                    <a:pt x="11063" y="110"/>
                  </a:cubicBezTo>
                  <a:cubicBezTo>
                    <a:pt x="10134" y="247"/>
                    <a:pt x="9224" y="515"/>
                    <a:pt x="8366" y="895"/>
                  </a:cubicBezTo>
                  <a:cubicBezTo>
                    <a:pt x="8013" y="1052"/>
                    <a:pt x="7671" y="1229"/>
                    <a:pt x="7340" y="1425"/>
                  </a:cubicBezTo>
                  <a:cubicBezTo>
                    <a:pt x="6138" y="1420"/>
                    <a:pt x="4935" y="1417"/>
                    <a:pt x="3733" y="1413"/>
                  </a:cubicBezTo>
                  <a:cubicBezTo>
                    <a:pt x="3962" y="1338"/>
                    <a:pt x="4192" y="1260"/>
                    <a:pt x="4419" y="1181"/>
                  </a:cubicBezTo>
                  <a:cubicBezTo>
                    <a:pt x="4662" y="1097"/>
                    <a:pt x="4913" y="1015"/>
                    <a:pt x="5142" y="895"/>
                  </a:cubicBezTo>
                  <a:cubicBezTo>
                    <a:pt x="5186" y="872"/>
                    <a:pt x="5171" y="804"/>
                    <a:pt x="5123" y="804"/>
                  </a:cubicBezTo>
                  <a:cubicBezTo>
                    <a:pt x="5120" y="804"/>
                    <a:pt x="5117" y="804"/>
                    <a:pt x="5114" y="805"/>
                  </a:cubicBezTo>
                  <a:cubicBezTo>
                    <a:pt x="4891" y="837"/>
                    <a:pt x="4670" y="903"/>
                    <a:pt x="4453" y="966"/>
                  </a:cubicBezTo>
                  <a:cubicBezTo>
                    <a:pt x="4236" y="1032"/>
                    <a:pt x="4017" y="1098"/>
                    <a:pt x="3800" y="1164"/>
                  </a:cubicBezTo>
                  <a:cubicBezTo>
                    <a:pt x="3544" y="1243"/>
                    <a:pt x="3288" y="1325"/>
                    <a:pt x="3033" y="1410"/>
                  </a:cubicBezTo>
                  <a:cubicBezTo>
                    <a:pt x="2826" y="1410"/>
                    <a:pt x="2619" y="1409"/>
                    <a:pt x="2413" y="1409"/>
                  </a:cubicBezTo>
                  <a:cubicBezTo>
                    <a:pt x="2289" y="1409"/>
                    <a:pt x="2266" y="1597"/>
                    <a:pt x="2392" y="1600"/>
                  </a:cubicBezTo>
                  <a:cubicBezTo>
                    <a:pt x="2414" y="1600"/>
                    <a:pt x="2435" y="1601"/>
                    <a:pt x="2457" y="1601"/>
                  </a:cubicBezTo>
                  <a:cubicBezTo>
                    <a:pt x="2344" y="1638"/>
                    <a:pt x="2232" y="1675"/>
                    <a:pt x="2120" y="1711"/>
                  </a:cubicBezTo>
                  <a:cubicBezTo>
                    <a:pt x="2024" y="1743"/>
                    <a:pt x="1931" y="1781"/>
                    <a:pt x="1837" y="1821"/>
                  </a:cubicBezTo>
                  <a:cubicBezTo>
                    <a:pt x="1834" y="1388"/>
                    <a:pt x="1827" y="954"/>
                    <a:pt x="1815" y="522"/>
                  </a:cubicBezTo>
                  <a:cubicBezTo>
                    <a:pt x="1814" y="483"/>
                    <a:pt x="1781" y="464"/>
                    <a:pt x="1748" y="464"/>
                  </a:cubicBezTo>
                  <a:cubicBezTo>
                    <a:pt x="1712" y="464"/>
                    <a:pt x="1676" y="485"/>
                    <a:pt x="1674" y="526"/>
                  </a:cubicBezTo>
                  <a:cubicBezTo>
                    <a:pt x="1611" y="1942"/>
                    <a:pt x="1613" y="3358"/>
                    <a:pt x="1597" y="4775"/>
                  </a:cubicBezTo>
                  <a:cubicBezTo>
                    <a:pt x="1591" y="5315"/>
                    <a:pt x="1585" y="5855"/>
                    <a:pt x="1578" y="6396"/>
                  </a:cubicBezTo>
                  <a:cubicBezTo>
                    <a:pt x="1296" y="6786"/>
                    <a:pt x="1054" y="7202"/>
                    <a:pt x="840" y="7631"/>
                  </a:cubicBezTo>
                  <a:cubicBezTo>
                    <a:pt x="636" y="8042"/>
                    <a:pt x="464" y="8466"/>
                    <a:pt x="335" y="8906"/>
                  </a:cubicBezTo>
                  <a:cubicBezTo>
                    <a:pt x="88" y="9752"/>
                    <a:pt x="0" y="10660"/>
                    <a:pt x="141" y="11533"/>
                  </a:cubicBezTo>
                  <a:cubicBezTo>
                    <a:pt x="219" y="12020"/>
                    <a:pt x="371" y="12497"/>
                    <a:pt x="602" y="12935"/>
                  </a:cubicBezTo>
                  <a:cubicBezTo>
                    <a:pt x="628" y="12984"/>
                    <a:pt x="687" y="13018"/>
                    <a:pt x="743" y="13018"/>
                  </a:cubicBezTo>
                  <a:cubicBezTo>
                    <a:pt x="782" y="13018"/>
                    <a:pt x="820" y="13001"/>
                    <a:pt x="842" y="12961"/>
                  </a:cubicBezTo>
                  <a:cubicBezTo>
                    <a:pt x="915" y="12831"/>
                    <a:pt x="983" y="12699"/>
                    <a:pt x="1048" y="12565"/>
                  </a:cubicBezTo>
                  <a:lnTo>
                    <a:pt x="1048" y="12565"/>
                  </a:lnTo>
                  <a:cubicBezTo>
                    <a:pt x="969" y="12904"/>
                    <a:pt x="903" y="13247"/>
                    <a:pt x="839" y="13588"/>
                  </a:cubicBezTo>
                  <a:cubicBezTo>
                    <a:pt x="782" y="13900"/>
                    <a:pt x="729" y="14210"/>
                    <a:pt x="680" y="14522"/>
                  </a:cubicBezTo>
                  <a:cubicBezTo>
                    <a:pt x="656" y="14676"/>
                    <a:pt x="634" y="14831"/>
                    <a:pt x="612" y="14985"/>
                  </a:cubicBezTo>
                  <a:cubicBezTo>
                    <a:pt x="590" y="15142"/>
                    <a:pt x="558" y="15300"/>
                    <a:pt x="557" y="15457"/>
                  </a:cubicBezTo>
                  <a:cubicBezTo>
                    <a:pt x="555" y="15633"/>
                    <a:pt x="518" y="15807"/>
                    <a:pt x="515" y="15983"/>
                  </a:cubicBezTo>
                  <a:cubicBezTo>
                    <a:pt x="514" y="16028"/>
                    <a:pt x="524" y="16072"/>
                    <a:pt x="522" y="16118"/>
                  </a:cubicBezTo>
                  <a:cubicBezTo>
                    <a:pt x="521" y="16157"/>
                    <a:pt x="520" y="16197"/>
                    <a:pt x="518" y="16239"/>
                  </a:cubicBezTo>
                  <a:cubicBezTo>
                    <a:pt x="515" y="16311"/>
                    <a:pt x="515" y="16383"/>
                    <a:pt x="516" y="16455"/>
                  </a:cubicBezTo>
                  <a:cubicBezTo>
                    <a:pt x="507" y="16455"/>
                    <a:pt x="498" y="16455"/>
                    <a:pt x="488" y="16456"/>
                  </a:cubicBezTo>
                  <a:cubicBezTo>
                    <a:pt x="460" y="16461"/>
                    <a:pt x="433" y="16469"/>
                    <a:pt x="410" y="16481"/>
                  </a:cubicBezTo>
                  <a:cubicBezTo>
                    <a:pt x="393" y="16491"/>
                    <a:pt x="372" y="16502"/>
                    <a:pt x="357" y="16514"/>
                  </a:cubicBezTo>
                  <a:cubicBezTo>
                    <a:pt x="327" y="16540"/>
                    <a:pt x="312" y="16561"/>
                    <a:pt x="295" y="16597"/>
                  </a:cubicBezTo>
                  <a:cubicBezTo>
                    <a:pt x="291" y="16612"/>
                    <a:pt x="289" y="16626"/>
                    <a:pt x="285" y="16642"/>
                  </a:cubicBezTo>
                  <a:cubicBezTo>
                    <a:pt x="285" y="16657"/>
                    <a:pt x="286" y="16673"/>
                    <a:pt x="286" y="16688"/>
                  </a:cubicBezTo>
                  <a:cubicBezTo>
                    <a:pt x="291" y="16725"/>
                    <a:pt x="311" y="16758"/>
                    <a:pt x="338" y="16783"/>
                  </a:cubicBezTo>
                  <a:cubicBezTo>
                    <a:pt x="341" y="16786"/>
                    <a:pt x="344" y="16787"/>
                    <a:pt x="345" y="16789"/>
                  </a:cubicBezTo>
                  <a:cubicBezTo>
                    <a:pt x="344" y="16803"/>
                    <a:pt x="345" y="16820"/>
                    <a:pt x="346" y="16835"/>
                  </a:cubicBezTo>
                  <a:cubicBezTo>
                    <a:pt x="350" y="16847"/>
                    <a:pt x="355" y="16861"/>
                    <a:pt x="359" y="16874"/>
                  </a:cubicBezTo>
                  <a:cubicBezTo>
                    <a:pt x="367" y="16893"/>
                    <a:pt x="378" y="16908"/>
                    <a:pt x="394" y="16922"/>
                  </a:cubicBezTo>
                  <a:cubicBezTo>
                    <a:pt x="403" y="16933"/>
                    <a:pt x="414" y="16939"/>
                    <a:pt x="426" y="16945"/>
                  </a:cubicBezTo>
                  <a:cubicBezTo>
                    <a:pt x="444" y="16956"/>
                    <a:pt x="464" y="16962"/>
                    <a:pt x="483" y="16965"/>
                  </a:cubicBezTo>
                  <a:cubicBezTo>
                    <a:pt x="492" y="16966"/>
                    <a:pt x="502" y="16967"/>
                    <a:pt x="510" y="16967"/>
                  </a:cubicBezTo>
                  <a:lnTo>
                    <a:pt x="527" y="16967"/>
                  </a:lnTo>
                  <a:lnTo>
                    <a:pt x="536" y="16976"/>
                  </a:lnTo>
                  <a:cubicBezTo>
                    <a:pt x="547" y="16981"/>
                    <a:pt x="558" y="16988"/>
                    <a:pt x="569" y="16993"/>
                  </a:cubicBezTo>
                  <a:cubicBezTo>
                    <a:pt x="583" y="16999"/>
                    <a:pt x="597" y="17002"/>
                    <a:pt x="611" y="17002"/>
                  </a:cubicBezTo>
                  <a:cubicBezTo>
                    <a:pt x="616" y="17002"/>
                    <a:pt x="621" y="17002"/>
                    <a:pt x="626" y="17001"/>
                  </a:cubicBezTo>
                  <a:cubicBezTo>
                    <a:pt x="659" y="17000"/>
                    <a:pt x="689" y="16990"/>
                    <a:pt x="714" y="16970"/>
                  </a:cubicBezTo>
                  <a:cubicBezTo>
                    <a:pt x="768" y="16928"/>
                    <a:pt x="798" y="16860"/>
                    <a:pt x="787" y="16792"/>
                  </a:cubicBezTo>
                  <a:cubicBezTo>
                    <a:pt x="787" y="16789"/>
                    <a:pt x="784" y="16786"/>
                    <a:pt x="784" y="16782"/>
                  </a:cubicBezTo>
                  <a:cubicBezTo>
                    <a:pt x="787" y="16771"/>
                    <a:pt x="790" y="16758"/>
                    <a:pt x="793" y="16745"/>
                  </a:cubicBezTo>
                  <a:cubicBezTo>
                    <a:pt x="793" y="16741"/>
                    <a:pt x="794" y="16736"/>
                    <a:pt x="794" y="16732"/>
                  </a:cubicBezTo>
                  <a:cubicBezTo>
                    <a:pt x="794" y="16714"/>
                    <a:pt x="794" y="16692"/>
                    <a:pt x="793" y="16675"/>
                  </a:cubicBezTo>
                  <a:cubicBezTo>
                    <a:pt x="790" y="16653"/>
                    <a:pt x="782" y="16630"/>
                    <a:pt x="774" y="16610"/>
                  </a:cubicBezTo>
                  <a:cubicBezTo>
                    <a:pt x="772" y="16602"/>
                    <a:pt x="768" y="16595"/>
                    <a:pt x="762" y="16588"/>
                  </a:cubicBezTo>
                  <a:cubicBezTo>
                    <a:pt x="766" y="16584"/>
                    <a:pt x="769" y="16578"/>
                    <a:pt x="771" y="16575"/>
                  </a:cubicBezTo>
                  <a:cubicBezTo>
                    <a:pt x="772" y="16575"/>
                    <a:pt x="772" y="16573"/>
                    <a:pt x="773" y="16573"/>
                  </a:cubicBezTo>
                  <a:cubicBezTo>
                    <a:pt x="798" y="16562"/>
                    <a:pt x="798" y="16532"/>
                    <a:pt x="779" y="16516"/>
                  </a:cubicBezTo>
                  <a:cubicBezTo>
                    <a:pt x="774" y="16511"/>
                    <a:pt x="769" y="16509"/>
                    <a:pt x="766" y="16506"/>
                  </a:cubicBezTo>
                  <a:cubicBezTo>
                    <a:pt x="752" y="16488"/>
                    <a:pt x="735" y="16474"/>
                    <a:pt x="711" y="16473"/>
                  </a:cubicBezTo>
                  <a:cubicBezTo>
                    <a:pt x="707" y="16472"/>
                    <a:pt x="703" y="16472"/>
                    <a:pt x="699" y="16472"/>
                  </a:cubicBezTo>
                  <a:cubicBezTo>
                    <a:pt x="690" y="16472"/>
                    <a:pt x="681" y="16473"/>
                    <a:pt x="672" y="16474"/>
                  </a:cubicBezTo>
                  <a:cubicBezTo>
                    <a:pt x="659" y="16474"/>
                    <a:pt x="648" y="16474"/>
                    <a:pt x="636" y="16476"/>
                  </a:cubicBezTo>
                  <a:cubicBezTo>
                    <a:pt x="630" y="16473"/>
                    <a:pt x="626" y="16472"/>
                    <a:pt x="621" y="16470"/>
                  </a:cubicBezTo>
                  <a:cubicBezTo>
                    <a:pt x="683" y="16183"/>
                    <a:pt x="735" y="15896"/>
                    <a:pt x="782" y="15606"/>
                  </a:cubicBezTo>
                  <a:cubicBezTo>
                    <a:pt x="807" y="15447"/>
                    <a:pt x="837" y="15291"/>
                    <a:pt x="859" y="15132"/>
                  </a:cubicBezTo>
                  <a:cubicBezTo>
                    <a:pt x="879" y="14982"/>
                    <a:pt x="899" y="14831"/>
                    <a:pt x="921" y="14682"/>
                  </a:cubicBezTo>
                  <a:cubicBezTo>
                    <a:pt x="1014" y="14065"/>
                    <a:pt x="1122" y="13450"/>
                    <a:pt x="1240" y="12839"/>
                  </a:cubicBezTo>
                  <a:cubicBezTo>
                    <a:pt x="1307" y="12490"/>
                    <a:pt x="1382" y="12144"/>
                    <a:pt x="1436" y="11792"/>
                  </a:cubicBezTo>
                  <a:cubicBezTo>
                    <a:pt x="1442" y="11757"/>
                    <a:pt x="1426" y="11730"/>
                    <a:pt x="1400" y="11713"/>
                  </a:cubicBezTo>
                  <a:cubicBezTo>
                    <a:pt x="1442" y="11596"/>
                    <a:pt x="1480" y="11476"/>
                    <a:pt x="1516" y="11355"/>
                  </a:cubicBezTo>
                  <a:lnTo>
                    <a:pt x="1516" y="11355"/>
                  </a:lnTo>
                  <a:cubicBezTo>
                    <a:pt x="1490" y="13326"/>
                    <a:pt x="1464" y="15297"/>
                    <a:pt x="1433" y="17268"/>
                  </a:cubicBezTo>
                  <a:cubicBezTo>
                    <a:pt x="1351" y="22796"/>
                    <a:pt x="1268" y="28323"/>
                    <a:pt x="1169" y="33850"/>
                  </a:cubicBezTo>
                  <a:cubicBezTo>
                    <a:pt x="1141" y="35401"/>
                    <a:pt x="1111" y="36953"/>
                    <a:pt x="1082" y="38505"/>
                  </a:cubicBezTo>
                  <a:cubicBezTo>
                    <a:pt x="1068" y="39297"/>
                    <a:pt x="1051" y="40090"/>
                    <a:pt x="1036" y="40883"/>
                  </a:cubicBezTo>
                  <a:cubicBezTo>
                    <a:pt x="1020" y="41654"/>
                    <a:pt x="939" y="42449"/>
                    <a:pt x="1069" y="43211"/>
                  </a:cubicBezTo>
                  <a:cubicBezTo>
                    <a:pt x="1076" y="43255"/>
                    <a:pt x="1107" y="43275"/>
                    <a:pt x="1140" y="43275"/>
                  </a:cubicBezTo>
                  <a:cubicBezTo>
                    <a:pt x="1176" y="43275"/>
                    <a:pt x="1214" y="43250"/>
                    <a:pt x="1223" y="43207"/>
                  </a:cubicBezTo>
                  <a:cubicBezTo>
                    <a:pt x="1240" y="43128"/>
                    <a:pt x="1260" y="43047"/>
                    <a:pt x="1276" y="42966"/>
                  </a:cubicBezTo>
                  <a:cubicBezTo>
                    <a:pt x="1283" y="44480"/>
                    <a:pt x="1295" y="45994"/>
                    <a:pt x="1316" y="47507"/>
                  </a:cubicBezTo>
                  <a:cubicBezTo>
                    <a:pt x="1333" y="48805"/>
                    <a:pt x="1354" y="50102"/>
                    <a:pt x="1382" y="51399"/>
                  </a:cubicBezTo>
                  <a:cubicBezTo>
                    <a:pt x="1395" y="52058"/>
                    <a:pt x="1410" y="52716"/>
                    <a:pt x="1427" y="53375"/>
                  </a:cubicBezTo>
                  <a:cubicBezTo>
                    <a:pt x="1238" y="53377"/>
                    <a:pt x="1048" y="53378"/>
                    <a:pt x="859" y="53380"/>
                  </a:cubicBezTo>
                  <a:cubicBezTo>
                    <a:pt x="664" y="53382"/>
                    <a:pt x="630" y="53680"/>
                    <a:pt x="825" y="53680"/>
                  </a:cubicBezTo>
                  <a:cubicBezTo>
                    <a:pt x="826" y="53680"/>
                    <a:pt x="826" y="53680"/>
                    <a:pt x="827" y="53680"/>
                  </a:cubicBezTo>
                  <a:cubicBezTo>
                    <a:pt x="1029" y="53679"/>
                    <a:pt x="1230" y="53678"/>
                    <a:pt x="1431" y="53677"/>
                  </a:cubicBezTo>
                  <a:lnTo>
                    <a:pt x="1431" y="53677"/>
                  </a:lnTo>
                  <a:cubicBezTo>
                    <a:pt x="1435" y="54228"/>
                    <a:pt x="1426" y="54791"/>
                    <a:pt x="1542" y="55326"/>
                  </a:cubicBezTo>
                  <a:cubicBezTo>
                    <a:pt x="1551" y="55367"/>
                    <a:pt x="1584" y="55387"/>
                    <a:pt x="1617" y="55387"/>
                  </a:cubicBezTo>
                  <a:cubicBezTo>
                    <a:pt x="1651" y="55387"/>
                    <a:pt x="1685" y="55365"/>
                    <a:pt x="1691" y="55323"/>
                  </a:cubicBezTo>
                  <a:cubicBezTo>
                    <a:pt x="1715" y="55182"/>
                    <a:pt x="1744" y="55044"/>
                    <a:pt x="1746" y="54903"/>
                  </a:cubicBezTo>
                  <a:cubicBezTo>
                    <a:pt x="1749" y="54763"/>
                    <a:pt x="1740" y="54620"/>
                    <a:pt x="1735" y="54478"/>
                  </a:cubicBezTo>
                  <a:lnTo>
                    <a:pt x="1715" y="53676"/>
                  </a:lnTo>
                  <a:cubicBezTo>
                    <a:pt x="14308" y="53575"/>
                    <a:pt x="26902" y="53490"/>
                    <a:pt x="39495" y="53457"/>
                  </a:cubicBezTo>
                  <a:cubicBezTo>
                    <a:pt x="44227" y="53445"/>
                    <a:pt x="48959" y="53438"/>
                    <a:pt x="53692" y="53438"/>
                  </a:cubicBezTo>
                  <a:cubicBezTo>
                    <a:pt x="61726" y="53438"/>
                    <a:pt x="69760" y="53456"/>
                    <a:pt x="77794" y="53492"/>
                  </a:cubicBezTo>
                  <a:cubicBezTo>
                    <a:pt x="81377" y="53509"/>
                    <a:pt x="84960" y="53529"/>
                    <a:pt x="88544" y="53552"/>
                  </a:cubicBezTo>
                  <a:cubicBezTo>
                    <a:pt x="90373" y="53564"/>
                    <a:pt x="92205" y="53577"/>
                    <a:pt x="94035" y="53591"/>
                  </a:cubicBezTo>
                  <a:cubicBezTo>
                    <a:pt x="95089" y="53599"/>
                    <a:pt x="96145" y="53623"/>
                    <a:pt x="97201" y="53623"/>
                  </a:cubicBezTo>
                  <a:cubicBezTo>
                    <a:pt x="97528" y="53623"/>
                    <a:pt x="97855" y="53621"/>
                    <a:pt x="98181" y="53615"/>
                  </a:cubicBezTo>
                  <a:lnTo>
                    <a:pt x="98181" y="53615"/>
                  </a:lnTo>
                  <a:cubicBezTo>
                    <a:pt x="98176" y="53671"/>
                    <a:pt x="98169" y="53728"/>
                    <a:pt x="98164" y="53785"/>
                  </a:cubicBezTo>
                  <a:cubicBezTo>
                    <a:pt x="98154" y="53876"/>
                    <a:pt x="98168" y="53963"/>
                    <a:pt x="98177" y="54052"/>
                  </a:cubicBezTo>
                  <a:cubicBezTo>
                    <a:pt x="98181" y="54094"/>
                    <a:pt x="98209" y="54112"/>
                    <a:pt x="98240" y="54112"/>
                  </a:cubicBezTo>
                  <a:cubicBezTo>
                    <a:pt x="98271" y="54112"/>
                    <a:pt x="98305" y="54092"/>
                    <a:pt x="98316" y="54057"/>
                  </a:cubicBezTo>
                  <a:cubicBezTo>
                    <a:pt x="98333" y="54005"/>
                    <a:pt x="98350" y="53952"/>
                    <a:pt x="98366" y="53901"/>
                  </a:cubicBezTo>
                  <a:cubicBezTo>
                    <a:pt x="98380" y="53848"/>
                    <a:pt x="98382" y="53792"/>
                    <a:pt x="98389" y="53738"/>
                  </a:cubicBezTo>
                  <a:cubicBezTo>
                    <a:pt x="98400" y="53639"/>
                    <a:pt x="98412" y="53541"/>
                    <a:pt x="98423" y="53442"/>
                  </a:cubicBezTo>
                  <a:cubicBezTo>
                    <a:pt x="98446" y="53244"/>
                    <a:pt x="98472" y="53046"/>
                    <a:pt x="98500" y="52849"/>
                  </a:cubicBezTo>
                  <a:cubicBezTo>
                    <a:pt x="98517" y="52720"/>
                    <a:pt x="98537" y="52592"/>
                    <a:pt x="98555" y="52463"/>
                  </a:cubicBezTo>
                  <a:cubicBezTo>
                    <a:pt x="98556" y="52463"/>
                    <a:pt x="98556" y="52463"/>
                    <a:pt x="98557" y="52463"/>
                  </a:cubicBezTo>
                  <a:cubicBezTo>
                    <a:pt x="98563" y="52463"/>
                    <a:pt x="98571" y="52460"/>
                    <a:pt x="98574" y="52453"/>
                  </a:cubicBezTo>
                  <a:cubicBezTo>
                    <a:pt x="98626" y="52350"/>
                    <a:pt x="98631" y="52239"/>
                    <a:pt x="98638" y="52127"/>
                  </a:cubicBezTo>
                  <a:cubicBezTo>
                    <a:pt x="98646" y="52036"/>
                    <a:pt x="98647" y="51947"/>
                    <a:pt x="98646" y="51856"/>
                  </a:cubicBezTo>
                  <a:cubicBezTo>
                    <a:pt x="98655" y="51793"/>
                    <a:pt x="98665" y="51730"/>
                    <a:pt x="98676" y="51665"/>
                  </a:cubicBezTo>
                  <a:cubicBezTo>
                    <a:pt x="98690" y="51585"/>
                    <a:pt x="98703" y="51502"/>
                    <a:pt x="98717" y="51421"/>
                  </a:cubicBezTo>
                  <a:cubicBezTo>
                    <a:pt x="99237" y="51107"/>
                    <a:pt x="99690" y="50689"/>
                    <a:pt x="100059" y="50210"/>
                  </a:cubicBezTo>
                  <a:cubicBezTo>
                    <a:pt x="100769" y="49294"/>
                    <a:pt x="101196" y="48169"/>
                    <a:pt x="101381" y="47035"/>
                  </a:cubicBezTo>
                  <a:cubicBezTo>
                    <a:pt x="101476" y="46444"/>
                    <a:pt x="101509" y="45846"/>
                    <a:pt x="101481" y="45249"/>
                  </a:cubicBezTo>
                  <a:cubicBezTo>
                    <a:pt x="101450" y="44570"/>
                    <a:pt x="101351" y="43871"/>
                    <a:pt x="100980" y="43284"/>
                  </a:cubicBezTo>
                  <a:cubicBezTo>
                    <a:pt x="100959" y="43252"/>
                    <a:pt x="100922" y="43237"/>
                    <a:pt x="100886" y="43237"/>
                  </a:cubicBezTo>
                  <a:cubicBezTo>
                    <a:pt x="100839" y="43237"/>
                    <a:pt x="100791" y="43261"/>
                    <a:pt x="100774" y="43304"/>
                  </a:cubicBezTo>
                  <a:cubicBezTo>
                    <a:pt x="100483" y="44059"/>
                    <a:pt x="100192" y="44813"/>
                    <a:pt x="99937" y="45580"/>
                  </a:cubicBezTo>
                  <a:cubicBezTo>
                    <a:pt x="99619" y="46534"/>
                    <a:pt x="99338" y="47501"/>
                    <a:pt x="99094" y="48477"/>
                  </a:cubicBezTo>
                  <a:cubicBezTo>
                    <a:pt x="99121" y="48270"/>
                    <a:pt x="99146" y="48065"/>
                    <a:pt x="99164" y="47858"/>
                  </a:cubicBezTo>
                  <a:cubicBezTo>
                    <a:pt x="99230" y="47135"/>
                    <a:pt x="99248" y="46408"/>
                    <a:pt x="99218" y="45683"/>
                  </a:cubicBezTo>
                  <a:lnTo>
                    <a:pt x="99218" y="45683"/>
                  </a:lnTo>
                  <a:cubicBezTo>
                    <a:pt x="99222" y="45686"/>
                    <a:pt x="99227" y="45688"/>
                    <a:pt x="99232" y="45688"/>
                  </a:cubicBezTo>
                  <a:cubicBezTo>
                    <a:pt x="99241" y="45688"/>
                    <a:pt x="99250" y="45683"/>
                    <a:pt x="99250" y="45672"/>
                  </a:cubicBezTo>
                  <a:cubicBezTo>
                    <a:pt x="99258" y="45540"/>
                    <a:pt x="99267" y="45410"/>
                    <a:pt x="99275" y="45278"/>
                  </a:cubicBezTo>
                  <a:cubicBezTo>
                    <a:pt x="99314" y="44677"/>
                    <a:pt x="99325" y="44075"/>
                    <a:pt x="99325" y="43474"/>
                  </a:cubicBezTo>
                  <a:cubicBezTo>
                    <a:pt x="99365" y="43250"/>
                    <a:pt x="99407" y="43026"/>
                    <a:pt x="99451" y="42802"/>
                  </a:cubicBezTo>
                  <a:cubicBezTo>
                    <a:pt x="99530" y="42414"/>
                    <a:pt x="99614" y="42026"/>
                    <a:pt x="99707" y="41640"/>
                  </a:cubicBezTo>
                  <a:cubicBezTo>
                    <a:pt x="99717" y="41622"/>
                    <a:pt x="99725" y="41608"/>
                    <a:pt x="99735" y="41591"/>
                  </a:cubicBezTo>
                  <a:cubicBezTo>
                    <a:pt x="99788" y="41503"/>
                    <a:pt x="99835" y="41412"/>
                    <a:pt x="99887" y="41324"/>
                  </a:cubicBezTo>
                  <a:cubicBezTo>
                    <a:pt x="99993" y="41141"/>
                    <a:pt x="100109" y="40961"/>
                    <a:pt x="100231" y="40785"/>
                  </a:cubicBezTo>
                  <a:cubicBezTo>
                    <a:pt x="100351" y="40611"/>
                    <a:pt x="100481" y="40440"/>
                    <a:pt x="100615" y="40275"/>
                  </a:cubicBezTo>
                  <a:cubicBezTo>
                    <a:pt x="100712" y="40157"/>
                    <a:pt x="100810" y="40043"/>
                    <a:pt x="100904" y="39924"/>
                  </a:cubicBezTo>
                  <a:cubicBezTo>
                    <a:pt x="100937" y="39924"/>
                    <a:pt x="100970" y="39914"/>
                    <a:pt x="100998" y="39895"/>
                  </a:cubicBezTo>
                  <a:cubicBezTo>
                    <a:pt x="101018" y="39880"/>
                    <a:pt x="101034" y="39863"/>
                    <a:pt x="101046" y="39842"/>
                  </a:cubicBezTo>
                  <a:cubicBezTo>
                    <a:pt x="101065" y="39840"/>
                    <a:pt x="101085" y="39832"/>
                    <a:pt x="101100" y="39822"/>
                  </a:cubicBezTo>
                  <a:cubicBezTo>
                    <a:pt x="101119" y="39809"/>
                    <a:pt x="101142" y="39776"/>
                    <a:pt x="101142" y="39753"/>
                  </a:cubicBezTo>
                  <a:cubicBezTo>
                    <a:pt x="101144" y="39720"/>
                    <a:pt x="101142" y="39695"/>
                    <a:pt x="101131" y="39664"/>
                  </a:cubicBezTo>
                  <a:cubicBezTo>
                    <a:pt x="101124" y="39643"/>
                    <a:pt x="101113" y="39624"/>
                    <a:pt x="101100" y="39608"/>
                  </a:cubicBezTo>
                  <a:cubicBezTo>
                    <a:pt x="101087" y="39593"/>
                    <a:pt x="101074" y="39582"/>
                    <a:pt x="101060" y="39571"/>
                  </a:cubicBezTo>
                  <a:cubicBezTo>
                    <a:pt x="101062" y="39565"/>
                    <a:pt x="101062" y="39561"/>
                    <a:pt x="101063" y="39555"/>
                  </a:cubicBezTo>
                  <a:cubicBezTo>
                    <a:pt x="101064" y="39550"/>
                    <a:pt x="101065" y="39545"/>
                    <a:pt x="101067" y="39540"/>
                  </a:cubicBezTo>
                  <a:cubicBezTo>
                    <a:pt x="101068" y="39534"/>
                    <a:pt x="101068" y="39528"/>
                    <a:pt x="101068" y="39522"/>
                  </a:cubicBezTo>
                  <a:lnTo>
                    <a:pt x="101068" y="39518"/>
                  </a:lnTo>
                  <a:cubicBezTo>
                    <a:pt x="101070" y="39517"/>
                    <a:pt x="101070" y="39515"/>
                    <a:pt x="101070" y="39512"/>
                  </a:cubicBezTo>
                  <a:cubicBezTo>
                    <a:pt x="101098" y="39474"/>
                    <a:pt x="101078" y="39424"/>
                    <a:pt x="101031" y="39414"/>
                  </a:cubicBezTo>
                  <a:cubicBezTo>
                    <a:pt x="101021" y="39411"/>
                    <a:pt x="101010" y="39410"/>
                    <a:pt x="100999" y="39410"/>
                  </a:cubicBezTo>
                  <a:cubicBezTo>
                    <a:pt x="100954" y="39410"/>
                    <a:pt x="100905" y="39428"/>
                    <a:pt x="100878" y="39461"/>
                  </a:cubicBezTo>
                  <a:cubicBezTo>
                    <a:pt x="100860" y="39485"/>
                    <a:pt x="100848" y="39511"/>
                    <a:pt x="100839" y="39539"/>
                  </a:cubicBezTo>
                  <a:cubicBezTo>
                    <a:pt x="100796" y="39557"/>
                    <a:pt x="100762" y="39593"/>
                    <a:pt x="100741" y="39635"/>
                  </a:cubicBezTo>
                  <a:cubicBezTo>
                    <a:pt x="100710" y="39705"/>
                    <a:pt x="100718" y="39790"/>
                    <a:pt x="100762" y="39853"/>
                  </a:cubicBezTo>
                  <a:cubicBezTo>
                    <a:pt x="100661" y="39951"/>
                    <a:pt x="100569" y="40057"/>
                    <a:pt x="100477" y="40167"/>
                  </a:cubicBezTo>
                  <a:cubicBezTo>
                    <a:pt x="100340" y="40331"/>
                    <a:pt x="100212" y="40501"/>
                    <a:pt x="100088" y="40674"/>
                  </a:cubicBezTo>
                  <a:cubicBezTo>
                    <a:pt x="100009" y="40786"/>
                    <a:pt x="99932" y="40903"/>
                    <a:pt x="99857" y="41020"/>
                  </a:cubicBezTo>
                  <a:cubicBezTo>
                    <a:pt x="100125" y="39982"/>
                    <a:pt x="100439" y="38957"/>
                    <a:pt x="100800" y="37946"/>
                  </a:cubicBezTo>
                  <a:cubicBezTo>
                    <a:pt x="100806" y="37947"/>
                    <a:pt x="100812" y="37947"/>
                    <a:pt x="100817" y="37947"/>
                  </a:cubicBezTo>
                  <a:cubicBezTo>
                    <a:pt x="100841" y="37947"/>
                    <a:pt x="100864" y="37945"/>
                    <a:pt x="100888" y="37937"/>
                  </a:cubicBezTo>
                  <a:cubicBezTo>
                    <a:pt x="100939" y="37921"/>
                    <a:pt x="100976" y="37883"/>
                    <a:pt x="101003" y="37841"/>
                  </a:cubicBezTo>
                  <a:cubicBezTo>
                    <a:pt x="101014" y="37823"/>
                    <a:pt x="101019" y="37803"/>
                    <a:pt x="101025" y="37782"/>
                  </a:cubicBezTo>
                  <a:cubicBezTo>
                    <a:pt x="101026" y="37777"/>
                    <a:pt x="101026" y="37772"/>
                    <a:pt x="101027" y="37769"/>
                  </a:cubicBezTo>
                  <a:cubicBezTo>
                    <a:pt x="101043" y="37742"/>
                    <a:pt x="101053" y="37710"/>
                    <a:pt x="101049" y="37678"/>
                  </a:cubicBezTo>
                  <a:cubicBezTo>
                    <a:pt x="101048" y="37665"/>
                    <a:pt x="101043" y="37650"/>
                    <a:pt x="101038" y="37638"/>
                  </a:cubicBezTo>
                  <a:cubicBezTo>
                    <a:pt x="101037" y="37635"/>
                    <a:pt x="101036" y="37632"/>
                    <a:pt x="101036" y="37629"/>
                  </a:cubicBezTo>
                  <a:cubicBezTo>
                    <a:pt x="101029" y="37616"/>
                    <a:pt x="101020" y="37601"/>
                    <a:pt x="101012" y="37588"/>
                  </a:cubicBezTo>
                  <a:cubicBezTo>
                    <a:pt x="101003" y="37574"/>
                    <a:pt x="100990" y="37563"/>
                    <a:pt x="100980" y="37552"/>
                  </a:cubicBezTo>
                  <a:cubicBezTo>
                    <a:pt x="100975" y="37549"/>
                    <a:pt x="100972" y="37546"/>
                    <a:pt x="100969" y="37542"/>
                  </a:cubicBezTo>
                  <a:cubicBezTo>
                    <a:pt x="100933" y="37517"/>
                    <a:pt x="100894" y="37501"/>
                    <a:pt x="100851" y="37493"/>
                  </a:cubicBezTo>
                  <a:cubicBezTo>
                    <a:pt x="100837" y="37491"/>
                    <a:pt x="100823" y="37490"/>
                    <a:pt x="100810" y="37490"/>
                  </a:cubicBezTo>
                  <a:cubicBezTo>
                    <a:pt x="100779" y="37490"/>
                    <a:pt x="100750" y="37495"/>
                    <a:pt x="100719" y="37504"/>
                  </a:cubicBezTo>
                  <a:cubicBezTo>
                    <a:pt x="100679" y="37517"/>
                    <a:pt x="100645" y="37542"/>
                    <a:pt x="100614" y="37573"/>
                  </a:cubicBezTo>
                  <a:cubicBezTo>
                    <a:pt x="100601" y="37588"/>
                    <a:pt x="100587" y="37606"/>
                    <a:pt x="100580" y="37624"/>
                  </a:cubicBezTo>
                  <a:cubicBezTo>
                    <a:pt x="100575" y="37633"/>
                    <a:pt x="100573" y="37643"/>
                    <a:pt x="100569" y="37652"/>
                  </a:cubicBezTo>
                  <a:cubicBezTo>
                    <a:pt x="100563" y="37671"/>
                    <a:pt x="100562" y="37688"/>
                    <a:pt x="100563" y="37706"/>
                  </a:cubicBezTo>
                  <a:lnTo>
                    <a:pt x="100563" y="37707"/>
                  </a:lnTo>
                  <a:cubicBezTo>
                    <a:pt x="100563" y="37735"/>
                    <a:pt x="100568" y="37761"/>
                    <a:pt x="100576" y="37788"/>
                  </a:cubicBezTo>
                  <a:cubicBezTo>
                    <a:pt x="100585" y="37811"/>
                    <a:pt x="100598" y="37833"/>
                    <a:pt x="100615" y="37853"/>
                  </a:cubicBezTo>
                  <a:cubicBezTo>
                    <a:pt x="100623" y="37861"/>
                    <a:pt x="100630" y="37868"/>
                    <a:pt x="100637" y="37875"/>
                  </a:cubicBezTo>
                  <a:cubicBezTo>
                    <a:pt x="100475" y="38311"/>
                    <a:pt x="100321" y="38750"/>
                    <a:pt x="100176" y="39194"/>
                  </a:cubicBezTo>
                  <a:cubicBezTo>
                    <a:pt x="99911" y="40007"/>
                    <a:pt x="99687" y="40834"/>
                    <a:pt x="99491" y="41665"/>
                  </a:cubicBezTo>
                  <a:cubicBezTo>
                    <a:pt x="99429" y="41927"/>
                    <a:pt x="99372" y="42190"/>
                    <a:pt x="99317" y="42453"/>
                  </a:cubicBezTo>
                  <a:cubicBezTo>
                    <a:pt x="99314" y="42274"/>
                    <a:pt x="99311" y="42096"/>
                    <a:pt x="99310" y="41919"/>
                  </a:cubicBezTo>
                  <a:cubicBezTo>
                    <a:pt x="99294" y="40729"/>
                    <a:pt x="99267" y="39538"/>
                    <a:pt x="99226" y="38348"/>
                  </a:cubicBezTo>
                  <a:cubicBezTo>
                    <a:pt x="99215" y="38019"/>
                    <a:pt x="99203" y="37691"/>
                    <a:pt x="99191" y="37361"/>
                  </a:cubicBezTo>
                  <a:cubicBezTo>
                    <a:pt x="99576" y="37190"/>
                    <a:pt x="99900" y="36917"/>
                    <a:pt x="100158" y="36588"/>
                  </a:cubicBezTo>
                  <a:cubicBezTo>
                    <a:pt x="100673" y="35931"/>
                    <a:pt x="100954" y="35107"/>
                    <a:pt x="101130" y="34305"/>
                  </a:cubicBezTo>
                  <a:cubicBezTo>
                    <a:pt x="101333" y="33384"/>
                    <a:pt x="101370" y="32427"/>
                    <a:pt x="101244" y="31494"/>
                  </a:cubicBezTo>
                  <a:cubicBezTo>
                    <a:pt x="101236" y="31436"/>
                    <a:pt x="101186" y="31400"/>
                    <a:pt x="101134" y="31400"/>
                  </a:cubicBezTo>
                  <a:cubicBezTo>
                    <a:pt x="101105" y="31400"/>
                    <a:pt x="101075" y="31412"/>
                    <a:pt x="101053" y="31438"/>
                  </a:cubicBezTo>
                  <a:cubicBezTo>
                    <a:pt x="100787" y="31758"/>
                    <a:pt x="100547" y="32098"/>
                    <a:pt x="100332" y="32454"/>
                  </a:cubicBezTo>
                  <a:cubicBezTo>
                    <a:pt x="99948" y="33090"/>
                    <a:pt x="99653" y="33773"/>
                    <a:pt x="99455" y="34486"/>
                  </a:cubicBezTo>
                  <a:cubicBezTo>
                    <a:pt x="99357" y="34838"/>
                    <a:pt x="99284" y="35196"/>
                    <a:pt x="99236" y="35557"/>
                  </a:cubicBezTo>
                  <a:cubicBezTo>
                    <a:pt x="99211" y="35742"/>
                    <a:pt x="99198" y="35925"/>
                    <a:pt x="99195" y="36111"/>
                  </a:cubicBezTo>
                  <a:cubicBezTo>
                    <a:pt x="99193" y="36207"/>
                    <a:pt x="99189" y="36305"/>
                    <a:pt x="99187" y="36401"/>
                  </a:cubicBezTo>
                  <a:cubicBezTo>
                    <a:pt x="99187" y="36438"/>
                    <a:pt x="99184" y="36478"/>
                    <a:pt x="99191" y="36513"/>
                  </a:cubicBezTo>
                  <a:cubicBezTo>
                    <a:pt x="99200" y="36556"/>
                    <a:pt x="99218" y="36600"/>
                    <a:pt x="99230" y="36643"/>
                  </a:cubicBezTo>
                  <a:cubicBezTo>
                    <a:pt x="99232" y="36650"/>
                    <a:pt x="99237" y="36653"/>
                    <a:pt x="99243" y="36653"/>
                  </a:cubicBezTo>
                  <a:cubicBezTo>
                    <a:pt x="99251" y="36653"/>
                    <a:pt x="99259" y="36647"/>
                    <a:pt x="99262" y="36640"/>
                  </a:cubicBezTo>
                  <a:cubicBezTo>
                    <a:pt x="99278" y="36586"/>
                    <a:pt x="99305" y="36531"/>
                    <a:pt x="99310" y="36476"/>
                  </a:cubicBezTo>
                  <a:cubicBezTo>
                    <a:pt x="99314" y="36429"/>
                    <a:pt x="99317" y="36379"/>
                    <a:pt x="99319" y="36331"/>
                  </a:cubicBezTo>
                  <a:cubicBezTo>
                    <a:pt x="99328" y="36234"/>
                    <a:pt x="99338" y="36138"/>
                    <a:pt x="99351" y="36041"/>
                  </a:cubicBezTo>
                  <a:cubicBezTo>
                    <a:pt x="99382" y="35841"/>
                    <a:pt x="99407" y="35640"/>
                    <a:pt x="99442" y="35442"/>
                  </a:cubicBezTo>
                  <a:cubicBezTo>
                    <a:pt x="99669" y="34114"/>
                    <a:pt x="100227" y="32837"/>
                    <a:pt x="101059" y="31769"/>
                  </a:cubicBezTo>
                  <a:cubicBezTo>
                    <a:pt x="101102" y="32195"/>
                    <a:pt x="101113" y="32621"/>
                    <a:pt x="101087" y="33049"/>
                  </a:cubicBezTo>
                  <a:cubicBezTo>
                    <a:pt x="101034" y="33912"/>
                    <a:pt x="100848" y="34785"/>
                    <a:pt x="100497" y="35581"/>
                  </a:cubicBezTo>
                  <a:cubicBezTo>
                    <a:pt x="100242" y="36161"/>
                    <a:pt x="99868" y="36722"/>
                    <a:pt x="99321" y="37060"/>
                  </a:cubicBezTo>
                  <a:cubicBezTo>
                    <a:pt x="99404" y="36870"/>
                    <a:pt x="99486" y="36682"/>
                    <a:pt x="99566" y="36492"/>
                  </a:cubicBezTo>
                  <a:cubicBezTo>
                    <a:pt x="99778" y="36006"/>
                    <a:pt x="99986" y="35517"/>
                    <a:pt x="100187" y="35026"/>
                  </a:cubicBezTo>
                  <a:cubicBezTo>
                    <a:pt x="100288" y="34782"/>
                    <a:pt x="100388" y="34536"/>
                    <a:pt x="100486" y="34290"/>
                  </a:cubicBezTo>
                  <a:cubicBezTo>
                    <a:pt x="100584" y="34046"/>
                    <a:pt x="100684" y="33801"/>
                    <a:pt x="100721" y="33541"/>
                  </a:cubicBezTo>
                  <a:cubicBezTo>
                    <a:pt x="100726" y="33507"/>
                    <a:pt x="100694" y="33478"/>
                    <a:pt x="100664" y="33478"/>
                  </a:cubicBezTo>
                  <a:cubicBezTo>
                    <a:pt x="100650" y="33478"/>
                    <a:pt x="100636" y="33484"/>
                    <a:pt x="100626" y="33499"/>
                  </a:cubicBezTo>
                  <a:cubicBezTo>
                    <a:pt x="100459" y="33749"/>
                    <a:pt x="100360" y="34031"/>
                    <a:pt x="100250" y="34309"/>
                  </a:cubicBezTo>
                  <a:cubicBezTo>
                    <a:pt x="99907" y="35179"/>
                    <a:pt x="99554" y="36047"/>
                    <a:pt x="99171" y="36901"/>
                  </a:cubicBezTo>
                  <a:cubicBezTo>
                    <a:pt x="99141" y="36166"/>
                    <a:pt x="99108" y="35432"/>
                    <a:pt x="99071" y="34697"/>
                  </a:cubicBezTo>
                  <a:cubicBezTo>
                    <a:pt x="99043" y="34150"/>
                    <a:pt x="99014" y="33603"/>
                    <a:pt x="98981" y="33055"/>
                  </a:cubicBezTo>
                  <a:cubicBezTo>
                    <a:pt x="99027" y="32976"/>
                    <a:pt x="99052" y="32878"/>
                    <a:pt x="99077" y="32796"/>
                  </a:cubicBezTo>
                  <a:cubicBezTo>
                    <a:pt x="99119" y="32663"/>
                    <a:pt x="99157" y="32528"/>
                    <a:pt x="99191" y="32394"/>
                  </a:cubicBezTo>
                  <a:cubicBezTo>
                    <a:pt x="99261" y="32126"/>
                    <a:pt x="99314" y="31853"/>
                    <a:pt x="99363" y="31580"/>
                  </a:cubicBezTo>
                  <a:cubicBezTo>
                    <a:pt x="99411" y="31307"/>
                    <a:pt x="99451" y="31032"/>
                    <a:pt x="99484" y="30757"/>
                  </a:cubicBezTo>
                  <a:cubicBezTo>
                    <a:pt x="99500" y="30619"/>
                    <a:pt x="99515" y="30480"/>
                    <a:pt x="99526" y="30342"/>
                  </a:cubicBezTo>
                  <a:cubicBezTo>
                    <a:pt x="99531" y="30270"/>
                    <a:pt x="99536" y="30199"/>
                    <a:pt x="99538" y="30126"/>
                  </a:cubicBezTo>
                  <a:cubicBezTo>
                    <a:pt x="99539" y="30066"/>
                    <a:pt x="99546" y="30002"/>
                    <a:pt x="99532" y="29944"/>
                  </a:cubicBezTo>
                  <a:cubicBezTo>
                    <a:pt x="99539" y="29942"/>
                    <a:pt x="99544" y="29940"/>
                    <a:pt x="99550" y="29939"/>
                  </a:cubicBezTo>
                  <a:cubicBezTo>
                    <a:pt x="99587" y="29924"/>
                    <a:pt x="99621" y="29898"/>
                    <a:pt x="99647" y="29868"/>
                  </a:cubicBezTo>
                  <a:cubicBezTo>
                    <a:pt x="99662" y="29853"/>
                    <a:pt x="99673" y="29834"/>
                    <a:pt x="99680" y="29814"/>
                  </a:cubicBezTo>
                  <a:cubicBezTo>
                    <a:pt x="99686" y="29801"/>
                    <a:pt x="99690" y="29786"/>
                    <a:pt x="99695" y="29771"/>
                  </a:cubicBezTo>
                  <a:cubicBezTo>
                    <a:pt x="99696" y="29766"/>
                    <a:pt x="99696" y="29763"/>
                    <a:pt x="99696" y="29758"/>
                  </a:cubicBezTo>
                  <a:cubicBezTo>
                    <a:pt x="99697" y="29739"/>
                    <a:pt x="99700" y="29717"/>
                    <a:pt x="99696" y="29698"/>
                  </a:cubicBezTo>
                  <a:cubicBezTo>
                    <a:pt x="99687" y="29660"/>
                    <a:pt x="99681" y="29644"/>
                    <a:pt x="99662" y="29611"/>
                  </a:cubicBezTo>
                  <a:cubicBezTo>
                    <a:pt x="99641" y="29579"/>
                    <a:pt x="99609" y="29557"/>
                    <a:pt x="99576" y="29540"/>
                  </a:cubicBezTo>
                  <a:cubicBezTo>
                    <a:pt x="99560" y="29532"/>
                    <a:pt x="99539" y="29527"/>
                    <a:pt x="99521" y="29522"/>
                  </a:cubicBezTo>
                  <a:cubicBezTo>
                    <a:pt x="99509" y="29519"/>
                    <a:pt x="99496" y="29518"/>
                    <a:pt x="99483" y="29518"/>
                  </a:cubicBezTo>
                  <a:cubicBezTo>
                    <a:pt x="99477" y="29518"/>
                    <a:pt x="99471" y="29519"/>
                    <a:pt x="99466" y="29519"/>
                  </a:cubicBezTo>
                  <a:cubicBezTo>
                    <a:pt x="99394" y="29519"/>
                    <a:pt x="99322" y="29568"/>
                    <a:pt x="99294" y="29634"/>
                  </a:cubicBezTo>
                  <a:cubicBezTo>
                    <a:pt x="99294" y="29637"/>
                    <a:pt x="99292" y="29638"/>
                    <a:pt x="99292" y="29639"/>
                  </a:cubicBezTo>
                  <a:cubicBezTo>
                    <a:pt x="99291" y="29642"/>
                    <a:pt x="99288" y="29644"/>
                    <a:pt x="99286" y="29649"/>
                  </a:cubicBezTo>
                  <a:cubicBezTo>
                    <a:pt x="99269" y="29683"/>
                    <a:pt x="99264" y="29724"/>
                    <a:pt x="99270" y="29763"/>
                  </a:cubicBezTo>
                  <a:cubicBezTo>
                    <a:pt x="99273" y="29781"/>
                    <a:pt x="99277" y="29799"/>
                    <a:pt x="99283" y="29819"/>
                  </a:cubicBezTo>
                  <a:cubicBezTo>
                    <a:pt x="99288" y="29836"/>
                    <a:pt x="99299" y="29854"/>
                    <a:pt x="99308" y="29869"/>
                  </a:cubicBezTo>
                  <a:cubicBezTo>
                    <a:pt x="99318" y="29886"/>
                    <a:pt x="99333" y="29900"/>
                    <a:pt x="99349" y="29911"/>
                  </a:cubicBezTo>
                  <a:cubicBezTo>
                    <a:pt x="99368" y="29928"/>
                    <a:pt x="99388" y="29936"/>
                    <a:pt x="99410" y="29944"/>
                  </a:cubicBezTo>
                  <a:cubicBezTo>
                    <a:pt x="99389" y="30000"/>
                    <a:pt x="99387" y="30065"/>
                    <a:pt x="99378" y="30122"/>
                  </a:cubicBezTo>
                  <a:cubicBezTo>
                    <a:pt x="99368" y="30187"/>
                    <a:pt x="99362" y="30249"/>
                    <a:pt x="99355" y="30314"/>
                  </a:cubicBezTo>
                  <a:cubicBezTo>
                    <a:pt x="99340" y="30451"/>
                    <a:pt x="99322" y="30589"/>
                    <a:pt x="99303" y="30726"/>
                  </a:cubicBezTo>
                  <a:cubicBezTo>
                    <a:pt x="99263" y="31000"/>
                    <a:pt x="99217" y="31274"/>
                    <a:pt x="99160" y="31545"/>
                  </a:cubicBezTo>
                  <a:cubicBezTo>
                    <a:pt x="99104" y="31818"/>
                    <a:pt x="99037" y="32087"/>
                    <a:pt x="98970" y="32357"/>
                  </a:cubicBezTo>
                  <a:cubicBezTo>
                    <a:pt x="98961" y="32389"/>
                    <a:pt x="98953" y="32418"/>
                    <a:pt x="98945" y="32450"/>
                  </a:cubicBezTo>
                  <a:cubicBezTo>
                    <a:pt x="98917" y="32016"/>
                    <a:pt x="98890" y="31583"/>
                    <a:pt x="98861" y="31149"/>
                  </a:cubicBezTo>
                  <a:cubicBezTo>
                    <a:pt x="98796" y="30216"/>
                    <a:pt x="98691" y="17688"/>
                    <a:pt x="98737" y="12830"/>
                  </a:cubicBezTo>
                  <a:cubicBezTo>
                    <a:pt x="98772" y="9199"/>
                    <a:pt x="98818" y="5570"/>
                    <a:pt x="98863" y="1938"/>
                  </a:cubicBezTo>
                  <a:cubicBezTo>
                    <a:pt x="99429" y="1935"/>
                    <a:pt x="99997" y="1931"/>
                    <a:pt x="100562" y="1926"/>
                  </a:cubicBezTo>
                  <a:cubicBezTo>
                    <a:pt x="100830" y="1924"/>
                    <a:pt x="100877" y="1512"/>
                    <a:pt x="100609" y="1512"/>
                  </a:cubicBezTo>
                  <a:cubicBezTo>
                    <a:pt x="100608" y="1512"/>
                    <a:pt x="100607" y="1512"/>
                    <a:pt x="100606" y="1512"/>
                  </a:cubicBezTo>
                  <a:cubicBezTo>
                    <a:pt x="100026" y="1515"/>
                    <a:pt x="99448" y="1520"/>
                    <a:pt x="98869" y="1524"/>
                  </a:cubicBezTo>
                  <a:cubicBezTo>
                    <a:pt x="98872" y="1317"/>
                    <a:pt x="98874" y="1111"/>
                    <a:pt x="98878" y="904"/>
                  </a:cubicBezTo>
                  <a:cubicBezTo>
                    <a:pt x="98878" y="835"/>
                    <a:pt x="98819" y="796"/>
                    <a:pt x="98765" y="796"/>
                  </a:cubicBezTo>
                  <a:cubicBezTo>
                    <a:pt x="98720" y="796"/>
                    <a:pt x="98677" y="823"/>
                    <a:pt x="98676" y="883"/>
                  </a:cubicBezTo>
                  <a:lnTo>
                    <a:pt x="98663" y="1525"/>
                  </a:lnTo>
                  <a:cubicBezTo>
                    <a:pt x="86506" y="1618"/>
                    <a:pt x="74345" y="1663"/>
                    <a:pt x="62188" y="1663"/>
                  </a:cubicBezTo>
                  <a:cubicBezTo>
                    <a:pt x="49445" y="1662"/>
                    <a:pt x="36703" y="1617"/>
                    <a:pt x="23961" y="1521"/>
                  </a:cubicBezTo>
                  <a:cubicBezTo>
                    <a:pt x="20731" y="1498"/>
                    <a:pt x="17502" y="1476"/>
                    <a:pt x="14271" y="1457"/>
                  </a:cubicBezTo>
                  <a:cubicBezTo>
                    <a:pt x="15004" y="1367"/>
                    <a:pt x="15737" y="1252"/>
                    <a:pt x="16458" y="1097"/>
                  </a:cubicBezTo>
                  <a:cubicBezTo>
                    <a:pt x="16712" y="1042"/>
                    <a:pt x="16966" y="984"/>
                    <a:pt x="17218" y="917"/>
                  </a:cubicBezTo>
                  <a:cubicBezTo>
                    <a:pt x="17454" y="854"/>
                    <a:pt x="17684" y="767"/>
                    <a:pt x="17910" y="674"/>
                  </a:cubicBezTo>
                  <a:cubicBezTo>
                    <a:pt x="17919" y="692"/>
                    <a:pt x="17928" y="708"/>
                    <a:pt x="17939" y="725"/>
                  </a:cubicBezTo>
                  <a:cubicBezTo>
                    <a:pt x="17950" y="741"/>
                    <a:pt x="17970" y="757"/>
                    <a:pt x="17983" y="769"/>
                  </a:cubicBezTo>
                  <a:cubicBezTo>
                    <a:pt x="17999" y="783"/>
                    <a:pt x="18021" y="794"/>
                    <a:pt x="18038" y="802"/>
                  </a:cubicBezTo>
                  <a:cubicBezTo>
                    <a:pt x="18057" y="812"/>
                    <a:pt x="18082" y="816"/>
                    <a:pt x="18101" y="819"/>
                  </a:cubicBezTo>
                  <a:cubicBezTo>
                    <a:pt x="18108" y="821"/>
                    <a:pt x="18117" y="823"/>
                    <a:pt x="18124" y="823"/>
                  </a:cubicBezTo>
                  <a:cubicBezTo>
                    <a:pt x="18132" y="823"/>
                    <a:pt x="18139" y="823"/>
                    <a:pt x="18147" y="823"/>
                  </a:cubicBezTo>
                  <a:cubicBezTo>
                    <a:pt x="18162" y="823"/>
                    <a:pt x="18177" y="822"/>
                    <a:pt x="18191" y="819"/>
                  </a:cubicBezTo>
                  <a:cubicBezTo>
                    <a:pt x="18213" y="816"/>
                    <a:pt x="18234" y="808"/>
                    <a:pt x="18255" y="802"/>
                  </a:cubicBezTo>
                  <a:cubicBezTo>
                    <a:pt x="18263" y="799"/>
                    <a:pt x="18270" y="795"/>
                    <a:pt x="18278" y="791"/>
                  </a:cubicBezTo>
                  <a:cubicBezTo>
                    <a:pt x="18296" y="780"/>
                    <a:pt x="18320" y="768"/>
                    <a:pt x="18336" y="752"/>
                  </a:cubicBezTo>
                  <a:cubicBezTo>
                    <a:pt x="18351" y="738"/>
                    <a:pt x="18369" y="721"/>
                    <a:pt x="18381" y="703"/>
                  </a:cubicBezTo>
                  <a:cubicBezTo>
                    <a:pt x="18392" y="685"/>
                    <a:pt x="18404" y="664"/>
                    <a:pt x="18411" y="645"/>
                  </a:cubicBezTo>
                  <a:lnTo>
                    <a:pt x="18424" y="619"/>
                  </a:lnTo>
                  <a:cubicBezTo>
                    <a:pt x="18424" y="618"/>
                    <a:pt x="18425" y="617"/>
                    <a:pt x="18425" y="614"/>
                  </a:cubicBezTo>
                  <a:cubicBezTo>
                    <a:pt x="18430" y="602"/>
                    <a:pt x="18435" y="575"/>
                    <a:pt x="18437" y="564"/>
                  </a:cubicBezTo>
                  <a:lnTo>
                    <a:pt x="18437" y="562"/>
                  </a:lnTo>
                  <a:cubicBezTo>
                    <a:pt x="18441" y="542"/>
                    <a:pt x="18438" y="522"/>
                    <a:pt x="18436" y="503"/>
                  </a:cubicBezTo>
                  <a:lnTo>
                    <a:pt x="18436" y="499"/>
                  </a:lnTo>
                  <a:lnTo>
                    <a:pt x="18436" y="496"/>
                  </a:lnTo>
                  <a:cubicBezTo>
                    <a:pt x="18433" y="483"/>
                    <a:pt x="18425" y="458"/>
                    <a:pt x="18421" y="445"/>
                  </a:cubicBezTo>
                  <a:cubicBezTo>
                    <a:pt x="18398" y="383"/>
                    <a:pt x="18342" y="343"/>
                    <a:pt x="18284" y="317"/>
                  </a:cubicBezTo>
                  <a:cubicBezTo>
                    <a:pt x="18279" y="316"/>
                    <a:pt x="18277" y="315"/>
                    <a:pt x="18273" y="313"/>
                  </a:cubicBezTo>
                  <a:cubicBezTo>
                    <a:pt x="18272" y="313"/>
                    <a:pt x="18268" y="312"/>
                    <a:pt x="18267" y="312"/>
                  </a:cubicBezTo>
                  <a:cubicBezTo>
                    <a:pt x="18241" y="305"/>
                    <a:pt x="18216" y="298"/>
                    <a:pt x="18188" y="298"/>
                  </a:cubicBezTo>
                  <a:cubicBezTo>
                    <a:pt x="18179" y="298"/>
                    <a:pt x="18169" y="299"/>
                    <a:pt x="18158" y="301"/>
                  </a:cubicBezTo>
                  <a:cubicBezTo>
                    <a:pt x="18146" y="304"/>
                    <a:pt x="18118" y="312"/>
                    <a:pt x="18106" y="317"/>
                  </a:cubicBezTo>
                  <a:lnTo>
                    <a:pt x="18097" y="322"/>
                  </a:lnTo>
                  <a:cubicBezTo>
                    <a:pt x="18078" y="324"/>
                    <a:pt x="18058" y="329"/>
                    <a:pt x="18041" y="338"/>
                  </a:cubicBezTo>
                  <a:cubicBezTo>
                    <a:pt x="18023" y="345"/>
                    <a:pt x="18005" y="357"/>
                    <a:pt x="17990" y="368"/>
                  </a:cubicBezTo>
                  <a:cubicBezTo>
                    <a:pt x="17983" y="372"/>
                    <a:pt x="17977" y="378"/>
                    <a:pt x="17974" y="382"/>
                  </a:cubicBezTo>
                  <a:cubicBezTo>
                    <a:pt x="17944" y="411"/>
                    <a:pt x="17931" y="425"/>
                    <a:pt x="17914" y="463"/>
                  </a:cubicBezTo>
                  <a:cubicBezTo>
                    <a:pt x="17910" y="470"/>
                    <a:pt x="17906" y="477"/>
                    <a:pt x="17905" y="485"/>
                  </a:cubicBezTo>
                  <a:cubicBezTo>
                    <a:pt x="17895" y="518"/>
                    <a:pt x="17892" y="542"/>
                    <a:pt x="17889" y="573"/>
                  </a:cubicBezTo>
                  <a:cubicBezTo>
                    <a:pt x="17679" y="602"/>
                    <a:pt x="17467" y="634"/>
                    <a:pt x="17256" y="663"/>
                  </a:cubicBezTo>
                  <a:cubicBezTo>
                    <a:pt x="17025" y="696"/>
                    <a:pt x="16797" y="757"/>
                    <a:pt x="16569" y="802"/>
                  </a:cubicBezTo>
                  <a:cubicBezTo>
                    <a:pt x="16115" y="893"/>
                    <a:pt x="15660" y="981"/>
                    <a:pt x="15203" y="1053"/>
                  </a:cubicBezTo>
                  <a:cubicBezTo>
                    <a:pt x="14281" y="1203"/>
                    <a:pt x="13351" y="1306"/>
                    <a:pt x="12417" y="1362"/>
                  </a:cubicBezTo>
                  <a:cubicBezTo>
                    <a:pt x="12157" y="1378"/>
                    <a:pt x="11898" y="1394"/>
                    <a:pt x="11639" y="1409"/>
                  </a:cubicBezTo>
                  <a:cubicBezTo>
                    <a:pt x="11511" y="1416"/>
                    <a:pt x="11385" y="1424"/>
                    <a:pt x="11259" y="1439"/>
                  </a:cubicBezTo>
                  <a:lnTo>
                    <a:pt x="11217" y="1443"/>
                  </a:lnTo>
                  <a:lnTo>
                    <a:pt x="11206" y="1443"/>
                  </a:lnTo>
                  <a:cubicBezTo>
                    <a:pt x="11623" y="1322"/>
                    <a:pt x="12034" y="1179"/>
                    <a:pt x="12436" y="1016"/>
                  </a:cubicBezTo>
                  <a:cubicBezTo>
                    <a:pt x="12941" y="810"/>
                    <a:pt x="13431" y="568"/>
                    <a:pt x="13907" y="299"/>
                  </a:cubicBezTo>
                  <a:cubicBezTo>
                    <a:pt x="14000" y="246"/>
                    <a:pt x="13985" y="108"/>
                    <a:pt x="13874" y="92"/>
                  </a:cubicBezTo>
                  <a:cubicBezTo>
                    <a:pt x="13430" y="31"/>
                    <a:pt x="12982" y="1"/>
                    <a:pt x="125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286000" y="1599840"/>
            <a:ext cx="4571640" cy="9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b="0" lang="fr-FR" sz="6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796320" y="1512360"/>
            <a:ext cx="2801520" cy="182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5" name="Google Shape;76;p10"/>
          <p:cNvGrpSpPr/>
          <p:nvPr/>
        </p:nvGrpSpPr>
        <p:grpSpPr>
          <a:xfrm>
            <a:off x="204120" y="388800"/>
            <a:ext cx="8197200" cy="4635360"/>
            <a:chOff x="204120" y="388800"/>
            <a:chExt cx="8197200" cy="4635360"/>
          </a:xfrm>
        </p:grpSpPr>
        <p:sp>
          <p:nvSpPr>
            <p:cNvPr id="136" name="Google Shape;77;p10"/>
            <p:cNvSpPr/>
            <p:nvPr/>
          </p:nvSpPr>
          <p:spPr>
            <a:xfrm>
              <a:off x="255960" y="909720"/>
              <a:ext cx="8145360" cy="4114440"/>
            </a:xfrm>
            <a:custGeom>
              <a:avLst/>
              <a:gdLst>
                <a:gd name="textAreaLeft" fmla="*/ 0 w 8145360"/>
                <a:gd name="textAreaRight" fmla="*/ 8145720 w 8145360"/>
                <a:gd name="textAreaTop" fmla="*/ 0 h 4114440"/>
                <a:gd name="textAreaBottom" fmla="*/ 4114800 h 4114440"/>
              </a:gdLst>
              <a:ahLst/>
              <a:cxnLst/>
              <a:rect l="textAreaLeft" t="textAreaTop" r="textAreaRight" b="textAreaBottom"/>
              <a:pathLst>
                <a:path w="97112" h="48862">
                  <a:moveTo>
                    <a:pt x="386" y="3780"/>
                  </a:moveTo>
                  <a:cubicBezTo>
                    <a:pt x="716" y="4528"/>
                    <a:pt x="988" y="5304"/>
                    <a:pt x="1199" y="6093"/>
                  </a:cubicBezTo>
                  <a:cubicBezTo>
                    <a:pt x="1351" y="6652"/>
                    <a:pt x="1471" y="7218"/>
                    <a:pt x="1562" y="7789"/>
                  </a:cubicBezTo>
                  <a:cubicBezTo>
                    <a:pt x="1534" y="7746"/>
                    <a:pt x="1506" y="7705"/>
                    <a:pt x="1476" y="7665"/>
                  </a:cubicBezTo>
                  <a:cubicBezTo>
                    <a:pt x="1259" y="7342"/>
                    <a:pt x="1084" y="6994"/>
                    <a:pt x="957" y="6626"/>
                  </a:cubicBezTo>
                  <a:cubicBezTo>
                    <a:pt x="883" y="6416"/>
                    <a:pt x="825" y="6199"/>
                    <a:pt x="784" y="5981"/>
                  </a:cubicBezTo>
                  <a:cubicBezTo>
                    <a:pt x="743" y="5764"/>
                    <a:pt x="725" y="5545"/>
                    <a:pt x="692" y="5329"/>
                  </a:cubicBezTo>
                  <a:cubicBezTo>
                    <a:pt x="689" y="5305"/>
                    <a:pt x="668" y="5293"/>
                    <a:pt x="648" y="5293"/>
                  </a:cubicBezTo>
                  <a:cubicBezTo>
                    <a:pt x="627" y="5293"/>
                    <a:pt x="607" y="5305"/>
                    <a:pt x="605" y="5331"/>
                  </a:cubicBezTo>
                  <a:cubicBezTo>
                    <a:pt x="593" y="5556"/>
                    <a:pt x="627" y="5780"/>
                    <a:pt x="669" y="6000"/>
                  </a:cubicBezTo>
                  <a:cubicBezTo>
                    <a:pt x="711" y="6225"/>
                    <a:pt x="771" y="6446"/>
                    <a:pt x="847" y="6663"/>
                  </a:cubicBezTo>
                  <a:cubicBezTo>
                    <a:pt x="914" y="6857"/>
                    <a:pt x="995" y="7047"/>
                    <a:pt x="1089" y="7231"/>
                  </a:cubicBezTo>
                  <a:cubicBezTo>
                    <a:pt x="840" y="6982"/>
                    <a:pt x="583" y="6738"/>
                    <a:pt x="413" y="6427"/>
                  </a:cubicBezTo>
                  <a:cubicBezTo>
                    <a:pt x="120" y="5887"/>
                    <a:pt x="117" y="5254"/>
                    <a:pt x="205" y="4661"/>
                  </a:cubicBezTo>
                  <a:cubicBezTo>
                    <a:pt x="248" y="4365"/>
                    <a:pt x="314" y="4071"/>
                    <a:pt x="386" y="3780"/>
                  </a:cubicBezTo>
                  <a:close/>
                  <a:moveTo>
                    <a:pt x="3313" y="6991"/>
                  </a:moveTo>
                  <a:lnTo>
                    <a:pt x="3313" y="6991"/>
                  </a:lnTo>
                  <a:cubicBezTo>
                    <a:pt x="3383" y="8269"/>
                    <a:pt x="3036" y="9585"/>
                    <a:pt x="2378" y="10678"/>
                  </a:cubicBezTo>
                  <a:cubicBezTo>
                    <a:pt x="2228" y="10928"/>
                    <a:pt x="2060" y="11167"/>
                    <a:pt x="1878" y="11393"/>
                  </a:cubicBezTo>
                  <a:cubicBezTo>
                    <a:pt x="1954" y="10973"/>
                    <a:pt x="2058" y="10561"/>
                    <a:pt x="2191" y="10154"/>
                  </a:cubicBezTo>
                  <a:cubicBezTo>
                    <a:pt x="2350" y="9673"/>
                    <a:pt x="2556" y="9216"/>
                    <a:pt x="2775" y="8761"/>
                  </a:cubicBezTo>
                  <a:cubicBezTo>
                    <a:pt x="2796" y="8718"/>
                    <a:pt x="2754" y="8678"/>
                    <a:pt x="2714" y="8678"/>
                  </a:cubicBezTo>
                  <a:cubicBezTo>
                    <a:pt x="2698" y="8678"/>
                    <a:pt x="2681" y="8685"/>
                    <a:pt x="2671" y="8702"/>
                  </a:cubicBezTo>
                  <a:cubicBezTo>
                    <a:pt x="2418" y="9149"/>
                    <a:pt x="2224" y="9633"/>
                    <a:pt x="2065" y="10118"/>
                  </a:cubicBezTo>
                  <a:cubicBezTo>
                    <a:pt x="1926" y="10540"/>
                    <a:pt x="1819" y="10970"/>
                    <a:pt x="1741" y="11407"/>
                  </a:cubicBezTo>
                  <a:cubicBezTo>
                    <a:pt x="1807" y="10389"/>
                    <a:pt x="1976" y="9371"/>
                    <a:pt x="2385" y="8431"/>
                  </a:cubicBezTo>
                  <a:cubicBezTo>
                    <a:pt x="2615" y="7905"/>
                    <a:pt x="2923" y="7412"/>
                    <a:pt x="3313" y="6991"/>
                  </a:cubicBezTo>
                  <a:close/>
                  <a:moveTo>
                    <a:pt x="2857" y="1"/>
                  </a:moveTo>
                  <a:cubicBezTo>
                    <a:pt x="2843" y="1"/>
                    <a:pt x="2829" y="7"/>
                    <a:pt x="2818" y="21"/>
                  </a:cubicBezTo>
                  <a:cubicBezTo>
                    <a:pt x="2291" y="736"/>
                    <a:pt x="1913" y="1558"/>
                    <a:pt x="1710" y="2422"/>
                  </a:cubicBezTo>
                  <a:cubicBezTo>
                    <a:pt x="1598" y="2903"/>
                    <a:pt x="1544" y="3394"/>
                    <a:pt x="1511" y="3886"/>
                  </a:cubicBezTo>
                  <a:cubicBezTo>
                    <a:pt x="1478" y="4388"/>
                    <a:pt x="1462" y="4892"/>
                    <a:pt x="1450" y="5395"/>
                  </a:cubicBezTo>
                  <a:cubicBezTo>
                    <a:pt x="1443" y="5680"/>
                    <a:pt x="1438" y="5966"/>
                    <a:pt x="1436" y="6249"/>
                  </a:cubicBezTo>
                  <a:cubicBezTo>
                    <a:pt x="1436" y="6369"/>
                    <a:pt x="1432" y="6491"/>
                    <a:pt x="1432" y="6614"/>
                  </a:cubicBezTo>
                  <a:cubicBezTo>
                    <a:pt x="1304" y="6060"/>
                    <a:pt x="1149" y="5512"/>
                    <a:pt x="967" y="4975"/>
                  </a:cubicBezTo>
                  <a:cubicBezTo>
                    <a:pt x="806" y="4503"/>
                    <a:pt x="622" y="4040"/>
                    <a:pt x="422" y="3583"/>
                  </a:cubicBezTo>
                  <a:cubicBezTo>
                    <a:pt x="412" y="3561"/>
                    <a:pt x="387" y="3549"/>
                    <a:pt x="364" y="3549"/>
                  </a:cubicBezTo>
                  <a:cubicBezTo>
                    <a:pt x="341" y="3549"/>
                    <a:pt x="320" y="3560"/>
                    <a:pt x="313" y="3585"/>
                  </a:cubicBezTo>
                  <a:cubicBezTo>
                    <a:pt x="149" y="4195"/>
                    <a:pt x="0" y="4824"/>
                    <a:pt x="29" y="5461"/>
                  </a:cubicBezTo>
                  <a:cubicBezTo>
                    <a:pt x="43" y="5764"/>
                    <a:pt x="103" y="6067"/>
                    <a:pt x="228" y="6346"/>
                  </a:cubicBezTo>
                  <a:cubicBezTo>
                    <a:pt x="357" y="6632"/>
                    <a:pt x="556" y="6873"/>
                    <a:pt x="774" y="7097"/>
                  </a:cubicBezTo>
                  <a:cubicBezTo>
                    <a:pt x="1018" y="7346"/>
                    <a:pt x="1282" y="7583"/>
                    <a:pt x="1473" y="7880"/>
                  </a:cubicBezTo>
                  <a:cubicBezTo>
                    <a:pt x="1485" y="7897"/>
                    <a:pt x="1501" y="7904"/>
                    <a:pt x="1516" y="7904"/>
                  </a:cubicBezTo>
                  <a:cubicBezTo>
                    <a:pt x="1539" y="7904"/>
                    <a:pt x="1560" y="7889"/>
                    <a:pt x="1571" y="7867"/>
                  </a:cubicBezTo>
                  <a:cubicBezTo>
                    <a:pt x="1611" y="8131"/>
                    <a:pt x="1648" y="8398"/>
                    <a:pt x="1677" y="8664"/>
                  </a:cubicBezTo>
                  <a:cubicBezTo>
                    <a:pt x="1731" y="9146"/>
                    <a:pt x="1762" y="9629"/>
                    <a:pt x="1776" y="10114"/>
                  </a:cubicBezTo>
                  <a:cubicBezTo>
                    <a:pt x="1718" y="10450"/>
                    <a:pt x="1677" y="10789"/>
                    <a:pt x="1650" y="11129"/>
                  </a:cubicBezTo>
                  <a:cubicBezTo>
                    <a:pt x="1592" y="10866"/>
                    <a:pt x="1507" y="10606"/>
                    <a:pt x="1416" y="10356"/>
                  </a:cubicBezTo>
                  <a:cubicBezTo>
                    <a:pt x="1328" y="10119"/>
                    <a:pt x="1227" y="9887"/>
                    <a:pt x="1115" y="9661"/>
                  </a:cubicBezTo>
                  <a:cubicBezTo>
                    <a:pt x="1038" y="9505"/>
                    <a:pt x="957" y="9349"/>
                    <a:pt x="863" y="9201"/>
                  </a:cubicBezTo>
                  <a:cubicBezTo>
                    <a:pt x="896" y="9184"/>
                    <a:pt x="927" y="9145"/>
                    <a:pt x="946" y="9124"/>
                  </a:cubicBezTo>
                  <a:cubicBezTo>
                    <a:pt x="988" y="9079"/>
                    <a:pt x="1018" y="9011"/>
                    <a:pt x="1046" y="8955"/>
                  </a:cubicBezTo>
                  <a:cubicBezTo>
                    <a:pt x="1072" y="8899"/>
                    <a:pt x="1097" y="8841"/>
                    <a:pt x="1117" y="8783"/>
                  </a:cubicBezTo>
                  <a:cubicBezTo>
                    <a:pt x="1141" y="8714"/>
                    <a:pt x="1154" y="8643"/>
                    <a:pt x="1167" y="8574"/>
                  </a:cubicBezTo>
                  <a:cubicBezTo>
                    <a:pt x="1180" y="8503"/>
                    <a:pt x="1172" y="8432"/>
                    <a:pt x="1164" y="8362"/>
                  </a:cubicBezTo>
                  <a:cubicBezTo>
                    <a:pt x="1162" y="8342"/>
                    <a:pt x="1144" y="8331"/>
                    <a:pt x="1127" y="8331"/>
                  </a:cubicBezTo>
                  <a:cubicBezTo>
                    <a:pt x="1112" y="8331"/>
                    <a:pt x="1097" y="8338"/>
                    <a:pt x="1092" y="8354"/>
                  </a:cubicBezTo>
                  <a:cubicBezTo>
                    <a:pt x="1072" y="8411"/>
                    <a:pt x="1048" y="8467"/>
                    <a:pt x="1031" y="8526"/>
                  </a:cubicBezTo>
                  <a:cubicBezTo>
                    <a:pt x="1015" y="8586"/>
                    <a:pt x="994" y="8643"/>
                    <a:pt x="973" y="8702"/>
                  </a:cubicBezTo>
                  <a:cubicBezTo>
                    <a:pt x="962" y="8731"/>
                    <a:pt x="952" y="8758"/>
                    <a:pt x="941" y="8786"/>
                  </a:cubicBezTo>
                  <a:cubicBezTo>
                    <a:pt x="939" y="8750"/>
                    <a:pt x="935" y="8712"/>
                    <a:pt x="928" y="8675"/>
                  </a:cubicBezTo>
                  <a:cubicBezTo>
                    <a:pt x="913" y="8591"/>
                    <a:pt x="891" y="8505"/>
                    <a:pt x="859" y="8427"/>
                  </a:cubicBezTo>
                  <a:cubicBezTo>
                    <a:pt x="845" y="8388"/>
                    <a:pt x="824" y="8350"/>
                    <a:pt x="802" y="8314"/>
                  </a:cubicBezTo>
                  <a:cubicBezTo>
                    <a:pt x="780" y="8278"/>
                    <a:pt x="751" y="8258"/>
                    <a:pt x="726" y="8226"/>
                  </a:cubicBezTo>
                  <a:cubicBezTo>
                    <a:pt x="722" y="8220"/>
                    <a:pt x="716" y="8218"/>
                    <a:pt x="711" y="8218"/>
                  </a:cubicBezTo>
                  <a:cubicBezTo>
                    <a:pt x="698" y="8218"/>
                    <a:pt x="686" y="8232"/>
                    <a:pt x="691" y="8248"/>
                  </a:cubicBezTo>
                  <a:cubicBezTo>
                    <a:pt x="699" y="8273"/>
                    <a:pt x="694" y="8281"/>
                    <a:pt x="697" y="8305"/>
                  </a:cubicBezTo>
                  <a:cubicBezTo>
                    <a:pt x="697" y="8324"/>
                    <a:pt x="705" y="8345"/>
                    <a:pt x="711" y="8365"/>
                  </a:cubicBezTo>
                  <a:cubicBezTo>
                    <a:pt x="721" y="8400"/>
                    <a:pt x="729" y="8437"/>
                    <a:pt x="738" y="8472"/>
                  </a:cubicBezTo>
                  <a:cubicBezTo>
                    <a:pt x="758" y="8548"/>
                    <a:pt x="774" y="8623"/>
                    <a:pt x="782" y="8700"/>
                  </a:cubicBezTo>
                  <a:cubicBezTo>
                    <a:pt x="791" y="8775"/>
                    <a:pt x="796" y="8852"/>
                    <a:pt x="795" y="8928"/>
                  </a:cubicBezTo>
                  <a:cubicBezTo>
                    <a:pt x="795" y="8966"/>
                    <a:pt x="788" y="9005"/>
                    <a:pt x="791" y="9044"/>
                  </a:cubicBezTo>
                  <a:cubicBezTo>
                    <a:pt x="792" y="9063"/>
                    <a:pt x="795" y="9079"/>
                    <a:pt x="799" y="9096"/>
                  </a:cubicBezTo>
                  <a:cubicBezTo>
                    <a:pt x="799" y="9097"/>
                    <a:pt x="798" y="9098"/>
                    <a:pt x="798" y="9099"/>
                  </a:cubicBezTo>
                  <a:cubicBezTo>
                    <a:pt x="776" y="9068"/>
                    <a:pt x="754" y="9037"/>
                    <a:pt x="731" y="9008"/>
                  </a:cubicBezTo>
                  <a:cubicBezTo>
                    <a:pt x="727" y="9004"/>
                    <a:pt x="725" y="9002"/>
                    <a:pt x="722" y="9000"/>
                  </a:cubicBezTo>
                  <a:cubicBezTo>
                    <a:pt x="718" y="8959"/>
                    <a:pt x="709" y="8918"/>
                    <a:pt x="702" y="8879"/>
                  </a:cubicBezTo>
                  <a:cubicBezTo>
                    <a:pt x="686" y="8800"/>
                    <a:pt x="656" y="8722"/>
                    <a:pt x="625" y="8646"/>
                  </a:cubicBezTo>
                  <a:cubicBezTo>
                    <a:pt x="594" y="8574"/>
                    <a:pt x="563" y="8499"/>
                    <a:pt x="521" y="8433"/>
                  </a:cubicBezTo>
                  <a:cubicBezTo>
                    <a:pt x="500" y="8400"/>
                    <a:pt x="477" y="8367"/>
                    <a:pt x="452" y="8339"/>
                  </a:cubicBezTo>
                  <a:cubicBezTo>
                    <a:pt x="441" y="8325"/>
                    <a:pt x="429" y="8308"/>
                    <a:pt x="414" y="8297"/>
                  </a:cubicBezTo>
                  <a:cubicBezTo>
                    <a:pt x="401" y="8286"/>
                    <a:pt x="385" y="8284"/>
                    <a:pt x="369" y="8275"/>
                  </a:cubicBezTo>
                  <a:cubicBezTo>
                    <a:pt x="368" y="8275"/>
                    <a:pt x="368" y="8275"/>
                    <a:pt x="367" y="8275"/>
                  </a:cubicBezTo>
                  <a:cubicBezTo>
                    <a:pt x="362" y="8275"/>
                    <a:pt x="358" y="8279"/>
                    <a:pt x="359" y="8284"/>
                  </a:cubicBezTo>
                  <a:cubicBezTo>
                    <a:pt x="362" y="8299"/>
                    <a:pt x="358" y="8316"/>
                    <a:pt x="363" y="8330"/>
                  </a:cubicBezTo>
                  <a:cubicBezTo>
                    <a:pt x="368" y="8347"/>
                    <a:pt x="378" y="8365"/>
                    <a:pt x="385" y="8382"/>
                  </a:cubicBezTo>
                  <a:cubicBezTo>
                    <a:pt x="400" y="8416"/>
                    <a:pt x="416" y="8449"/>
                    <a:pt x="431" y="8483"/>
                  </a:cubicBezTo>
                  <a:cubicBezTo>
                    <a:pt x="463" y="8553"/>
                    <a:pt x="497" y="8621"/>
                    <a:pt x="524" y="8692"/>
                  </a:cubicBezTo>
                  <a:cubicBezTo>
                    <a:pt x="550" y="8761"/>
                    <a:pt x="570" y="8829"/>
                    <a:pt x="590" y="8898"/>
                  </a:cubicBezTo>
                  <a:cubicBezTo>
                    <a:pt x="549" y="8851"/>
                    <a:pt x="508" y="8805"/>
                    <a:pt x="466" y="8758"/>
                  </a:cubicBezTo>
                  <a:cubicBezTo>
                    <a:pt x="373" y="8656"/>
                    <a:pt x="270" y="8559"/>
                    <a:pt x="164" y="8471"/>
                  </a:cubicBezTo>
                  <a:cubicBezTo>
                    <a:pt x="158" y="8466"/>
                    <a:pt x="153" y="8464"/>
                    <a:pt x="148" y="8464"/>
                  </a:cubicBezTo>
                  <a:cubicBezTo>
                    <a:pt x="128" y="8464"/>
                    <a:pt x="113" y="8491"/>
                    <a:pt x="125" y="8510"/>
                  </a:cubicBezTo>
                  <a:cubicBezTo>
                    <a:pt x="200" y="8626"/>
                    <a:pt x="286" y="8734"/>
                    <a:pt x="378" y="8837"/>
                  </a:cubicBezTo>
                  <a:cubicBezTo>
                    <a:pt x="423" y="8888"/>
                    <a:pt x="469" y="8937"/>
                    <a:pt x="515" y="8988"/>
                  </a:cubicBezTo>
                  <a:lnTo>
                    <a:pt x="516" y="8989"/>
                  </a:lnTo>
                  <a:cubicBezTo>
                    <a:pt x="478" y="8971"/>
                    <a:pt x="438" y="8955"/>
                    <a:pt x="400" y="8936"/>
                  </a:cubicBezTo>
                  <a:cubicBezTo>
                    <a:pt x="299" y="8887"/>
                    <a:pt x="208" y="8822"/>
                    <a:pt x="112" y="8764"/>
                  </a:cubicBezTo>
                  <a:cubicBezTo>
                    <a:pt x="107" y="8760"/>
                    <a:pt x="101" y="8759"/>
                    <a:pt x="95" y="8759"/>
                  </a:cubicBezTo>
                  <a:cubicBezTo>
                    <a:pt x="72" y="8759"/>
                    <a:pt x="51" y="8785"/>
                    <a:pt x="71" y="8810"/>
                  </a:cubicBezTo>
                  <a:cubicBezTo>
                    <a:pt x="149" y="8904"/>
                    <a:pt x="247" y="8967"/>
                    <a:pt x="356" y="9024"/>
                  </a:cubicBezTo>
                  <a:cubicBezTo>
                    <a:pt x="408" y="9049"/>
                    <a:pt x="460" y="9071"/>
                    <a:pt x="516" y="9088"/>
                  </a:cubicBezTo>
                  <a:cubicBezTo>
                    <a:pt x="545" y="9097"/>
                    <a:pt x="576" y="9107"/>
                    <a:pt x="605" y="9112"/>
                  </a:cubicBezTo>
                  <a:cubicBezTo>
                    <a:pt x="620" y="9114"/>
                    <a:pt x="633" y="9114"/>
                    <a:pt x="645" y="9115"/>
                  </a:cubicBezTo>
                  <a:cubicBezTo>
                    <a:pt x="648" y="9119"/>
                    <a:pt x="653" y="9119"/>
                    <a:pt x="655" y="9121"/>
                  </a:cubicBezTo>
                  <a:cubicBezTo>
                    <a:pt x="638" y="9126"/>
                    <a:pt x="621" y="9132"/>
                    <a:pt x="604" y="9139"/>
                  </a:cubicBezTo>
                  <a:cubicBezTo>
                    <a:pt x="550" y="9158"/>
                    <a:pt x="491" y="9168"/>
                    <a:pt x="435" y="9174"/>
                  </a:cubicBezTo>
                  <a:cubicBezTo>
                    <a:pt x="414" y="9176"/>
                    <a:pt x="394" y="9177"/>
                    <a:pt x="373" y="9177"/>
                  </a:cubicBezTo>
                  <a:cubicBezTo>
                    <a:pt x="281" y="9177"/>
                    <a:pt x="190" y="9155"/>
                    <a:pt x="107" y="9113"/>
                  </a:cubicBezTo>
                  <a:cubicBezTo>
                    <a:pt x="100" y="9110"/>
                    <a:pt x="94" y="9108"/>
                    <a:pt x="88" y="9108"/>
                  </a:cubicBezTo>
                  <a:cubicBezTo>
                    <a:pt x="47" y="9108"/>
                    <a:pt x="17" y="9176"/>
                    <a:pt x="60" y="9200"/>
                  </a:cubicBezTo>
                  <a:cubicBezTo>
                    <a:pt x="159" y="9256"/>
                    <a:pt x="269" y="9285"/>
                    <a:pt x="382" y="9285"/>
                  </a:cubicBezTo>
                  <a:cubicBezTo>
                    <a:pt x="402" y="9285"/>
                    <a:pt x="422" y="9284"/>
                    <a:pt x="442" y="9282"/>
                  </a:cubicBezTo>
                  <a:cubicBezTo>
                    <a:pt x="508" y="9277"/>
                    <a:pt x="568" y="9257"/>
                    <a:pt x="627" y="9228"/>
                  </a:cubicBezTo>
                  <a:cubicBezTo>
                    <a:pt x="656" y="9214"/>
                    <a:pt x="683" y="9200"/>
                    <a:pt x="707" y="9176"/>
                  </a:cubicBezTo>
                  <a:cubicBezTo>
                    <a:pt x="715" y="9168"/>
                    <a:pt x="725" y="9161"/>
                    <a:pt x="733" y="9153"/>
                  </a:cubicBezTo>
                  <a:cubicBezTo>
                    <a:pt x="830" y="9334"/>
                    <a:pt x="938" y="9511"/>
                    <a:pt x="1028" y="9696"/>
                  </a:cubicBezTo>
                  <a:cubicBezTo>
                    <a:pt x="1137" y="9916"/>
                    <a:pt x="1232" y="10142"/>
                    <a:pt x="1317" y="10372"/>
                  </a:cubicBezTo>
                  <a:cubicBezTo>
                    <a:pt x="1402" y="10606"/>
                    <a:pt x="1477" y="10843"/>
                    <a:pt x="1538" y="11084"/>
                  </a:cubicBezTo>
                  <a:cubicBezTo>
                    <a:pt x="1570" y="11211"/>
                    <a:pt x="1597" y="11338"/>
                    <a:pt x="1626" y="11464"/>
                  </a:cubicBezTo>
                  <a:cubicBezTo>
                    <a:pt x="1594" y="12029"/>
                    <a:pt x="1361" y="22502"/>
                    <a:pt x="1336" y="27150"/>
                  </a:cubicBezTo>
                  <a:cubicBezTo>
                    <a:pt x="1311" y="31762"/>
                    <a:pt x="1304" y="36371"/>
                    <a:pt x="1366" y="40982"/>
                  </a:cubicBezTo>
                  <a:cubicBezTo>
                    <a:pt x="1384" y="42279"/>
                    <a:pt x="1405" y="43576"/>
                    <a:pt x="1432" y="44874"/>
                  </a:cubicBezTo>
                  <a:cubicBezTo>
                    <a:pt x="1445" y="45533"/>
                    <a:pt x="1461" y="46190"/>
                    <a:pt x="1476" y="46849"/>
                  </a:cubicBezTo>
                  <a:cubicBezTo>
                    <a:pt x="1290" y="46852"/>
                    <a:pt x="1103" y="46853"/>
                    <a:pt x="916" y="46854"/>
                  </a:cubicBezTo>
                  <a:cubicBezTo>
                    <a:pt x="724" y="46857"/>
                    <a:pt x="689" y="47155"/>
                    <a:pt x="883" y="47155"/>
                  </a:cubicBezTo>
                  <a:cubicBezTo>
                    <a:pt x="884" y="47155"/>
                    <a:pt x="884" y="47155"/>
                    <a:pt x="884" y="47155"/>
                  </a:cubicBezTo>
                  <a:cubicBezTo>
                    <a:pt x="1083" y="47154"/>
                    <a:pt x="1282" y="47153"/>
                    <a:pt x="1480" y="47151"/>
                  </a:cubicBezTo>
                  <a:lnTo>
                    <a:pt x="1480" y="47151"/>
                  </a:lnTo>
                  <a:cubicBezTo>
                    <a:pt x="1484" y="47703"/>
                    <a:pt x="1474" y="48265"/>
                    <a:pt x="1589" y="48801"/>
                  </a:cubicBezTo>
                  <a:cubicBezTo>
                    <a:pt x="1598" y="48841"/>
                    <a:pt x="1631" y="48861"/>
                    <a:pt x="1663" y="48861"/>
                  </a:cubicBezTo>
                  <a:cubicBezTo>
                    <a:pt x="1697" y="48861"/>
                    <a:pt x="1731" y="48840"/>
                    <a:pt x="1738" y="48797"/>
                  </a:cubicBezTo>
                  <a:cubicBezTo>
                    <a:pt x="1760" y="48657"/>
                    <a:pt x="1789" y="48518"/>
                    <a:pt x="1792" y="48378"/>
                  </a:cubicBezTo>
                  <a:cubicBezTo>
                    <a:pt x="1796" y="48237"/>
                    <a:pt x="1786" y="48094"/>
                    <a:pt x="1782" y="47952"/>
                  </a:cubicBezTo>
                  <a:cubicBezTo>
                    <a:pt x="1775" y="47686"/>
                    <a:pt x="1768" y="47418"/>
                    <a:pt x="1763" y="47150"/>
                  </a:cubicBezTo>
                  <a:cubicBezTo>
                    <a:pt x="14183" y="47050"/>
                    <a:pt x="26604" y="46964"/>
                    <a:pt x="39024" y="46931"/>
                  </a:cubicBezTo>
                  <a:cubicBezTo>
                    <a:pt x="43671" y="46919"/>
                    <a:pt x="48318" y="46912"/>
                    <a:pt x="52964" y="46912"/>
                  </a:cubicBezTo>
                  <a:cubicBezTo>
                    <a:pt x="60909" y="46912"/>
                    <a:pt x="68853" y="46931"/>
                    <a:pt x="76798" y="46967"/>
                  </a:cubicBezTo>
                  <a:cubicBezTo>
                    <a:pt x="80333" y="46984"/>
                    <a:pt x="83867" y="47002"/>
                    <a:pt x="87401" y="47027"/>
                  </a:cubicBezTo>
                  <a:cubicBezTo>
                    <a:pt x="89206" y="47039"/>
                    <a:pt x="91012" y="47051"/>
                    <a:pt x="92817" y="47066"/>
                  </a:cubicBezTo>
                  <a:cubicBezTo>
                    <a:pt x="93853" y="47074"/>
                    <a:pt x="94889" y="47098"/>
                    <a:pt x="95926" y="47098"/>
                  </a:cubicBezTo>
                  <a:cubicBezTo>
                    <a:pt x="96283" y="47098"/>
                    <a:pt x="96641" y="47095"/>
                    <a:pt x="96998" y="47088"/>
                  </a:cubicBezTo>
                  <a:cubicBezTo>
                    <a:pt x="97006" y="47069"/>
                    <a:pt x="97013" y="47053"/>
                    <a:pt x="97020" y="47034"/>
                  </a:cubicBezTo>
                  <a:cubicBezTo>
                    <a:pt x="97046" y="46962"/>
                    <a:pt x="97070" y="46889"/>
                    <a:pt x="97091" y="46815"/>
                  </a:cubicBezTo>
                  <a:cubicBezTo>
                    <a:pt x="97098" y="46789"/>
                    <a:pt x="97105" y="46763"/>
                    <a:pt x="97112" y="46736"/>
                  </a:cubicBezTo>
                  <a:cubicBezTo>
                    <a:pt x="95824" y="46686"/>
                    <a:pt x="94533" y="46702"/>
                    <a:pt x="93246" y="46693"/>
                  </a:cubicBezTo>
                  <a:cubicBezTo>
                    <a:pt x="91633" y="46682"/>
                    <a:pt x="90020" y="46672"/>
                    <a:pt x="88409" y="46662"/>
                  </a:cubicBezTo>
                  <a:cubicBezTo>
                    <a:pt x="85258" y="46643"/>
                    <a:pt x="82108" y="46627"/>
                    <a:pt x="78956" y="46613"/>
                  </a:cubicBezTo>
                  <a:cubicBezTo>
                    <a:pt x="72683" y="46585"/>
                    <a:pt x="66409" y="46569"/>
                    <a:pt x="60136" y="46563"/>
                  </a:cubicBezTo>
                  <a:cubicBezTo>
                    <a:pt x="58631" y="46562"/>
                    <a:pt x="57126" y="46561"/>
                    <a:pt x="55620" y="46561"/>
                  </a:cubicBezTo>
                  <a:cubicBezTo>
                    <a:pt x="44535" y="46561"/>
                    <a:pt x="33449" y="46597"/>
                    <a:pt x="22364" y="46665"/>
                  </a:cubicBezTo>
                  <a:cubicBezTo>
                    <a:pt x="15494" y="46708"/>
                    <a:pt x="8626" y="46765"/>
                    <a:pt x="1758" y="46845"/>
                  </a:cubicBezTo>
                  <a:cubicBezTo>
                    <a:pt x="1746" y="46327"/>
                    <a:pt x="1734" y="45810"/>
                    <a:pt x="1723" y="45291"/>
                  </a:cubicBezTo>
                  <a:cubicBezTo>
                    <a:pt x="1698" y="44123"/>
                    <a:pt x="1675" y="42955"/>
                    <a:pt x="1654" y="41786"/>
                  </a:cubicBezTo>
                  <a:cubicBezTo>
                    <a:pt x="1611" y="39479"/>
                    <a:pt x="1582" y="37170"/>
                    <a:pt x="1564" y="34861"/>
                  </a:cubicBezTo>
                  <a:cubicBezTo>
                    <a:pt x="1527" y="30248"/>
                    <a:pt x="1529" y="25635"/>
                    <a:pt x="1595" y="21022"/>
                  </a:cubicBezTo>
                  <a:cubicBezTo>
                    <a:pt x="1632" y="18422"/>
                    <a:pt x="1704" y="12266"/>
                    <a:pt x="1720" y="11821"/>
                  </a:cubicBezTo>
                  <a:cubicBezTo>
                    <a:pt x="1723" y="11823"/>
                    <a:pt x="1727" y="11823"/>
                    <a:pt x="1730" y="11823"/>
                  </a:cubicBezTo>
                  <a:cubicBezTo>
                    <a:pt x="1737" y="11823"/>
                    <a:pt x="1743" y="11820"/>
                    <a:pt x="1743" y="11809"/>
                  </a:cubicBezTo>
                  <a:cubicBezTo>
                    <a:pt x="1742" y="11765"/>
                    <a:pt x="1740" y="11722"/>
                    <a:pt x="1736" y="11678"/>
                  </a:cubicBezTo>
                  <a:lnTo>
                    <a:pt x="1736" y="11678"/>
                  </a:lnTo>
                  <a:cubicBezTo>
                    <a:pt x="1747" y="11684"/>
                    <a:pt x="1759" y="11687"/>
                    <a:pt x="1771" y="11687"/>
                  </a:cubicBezTo>
                  <a:cubicBezTo>
                    <a:pt x="1791" y="11687"/>
                    <a:pt x="1811" y="11679"/>
                    <a:pt x="1825" y="11663"/>
                  </a:cubicBezTo>
                  <a:cubicBezTo>
                    <a:pt x="2728" y="10645"/>
                    <a:pt x="3296" y="9333"/>
                    <a:pt x="3423" y="7978"/>
                  </a:cubicBezTo>
                  <a:cubicBezTo>
                    <a:pt x="3460" y="7598"/>
                    <a:pt x="3454" y="7219"/>
                    <a:pt x="3425" y="6839"/>
                  </a:cubicBezTo>
                  <a:cubicBezTo>
                    <a:pt x="3423" y="6809"/>
                    <a:pt x="3392" y="6788"/>
                    <a:pt x="3363" y="6788"/>
                  </a:cubicBezTo>
                  <a:cubicBezTo>
                    <a:pt x="3351" y="6788"/>
                    <a:pt x="3338" y="6792"/>
                    <a:pt x="3329" y="6801"/>
                  </a:cubicBezTo>
                  <a:cubicBezTo>
                    <a:pt x="2548" y="7597"/>
                    <a:pt x="2098" y="8638"/>
                    <a:pt x="1858" y="9714"/>
                  </a:cubicBezTo>
                  <a:cubicBezTo>
                    <a:pt x="1855" y="9732"/>
                    <a:pt x="1852" y="9749"/>
                    <a:pt x="1847" y="9767"/>
                  </a:cubicBezTo>
                  <a:cubicBezTo>
                    <a:pt x="1836" y="9384"/>
                    <a:pt x="1812" y="9003"/>
                    <a:pt x="1773" y="8624"/>
                  </a:cubicBezTo>
                  <a:lnTo>
                    <a:pt x="1773" y="8624"/>
                  </a:lnTo>
                  <a:cubicBezTo>
                    <a:pt x="1776" y="8651"/>
                    <a:pt x="1780" y="8676"/>
                    <a:pt x="1786" y="8702"/>
                  </a:cubicBezTo>
                  <a:cubicBezTo>
                    <a:pt x="1788" y="8714"/>
                    <a:pt x="1797" y="8720"/>
                    <a:pt x="1807" y="8720"/>
                  </a:cubicBezTo>
                  <a:cubicBezTo>
                    <a:pt x="1816" y="8720"/>
                    <a:pt x="1826" y="8714"/>
                    <a:pt x="1828" y="8701"/>
                  </a:cubicBezTo>
                  <a:cubicBezTo>
                    <a:pt x="1852" y="8478"/>
                    <a:pt x="1863" y="8253"/>
                    <a:pt x="1897" y="8032"/>
                  </a:cubicBezTo>
                  <a:cubicBezTo>
                    <a:pt x="1930" y="7816"/>
                    <a:pt x="1984" y="7602"/>
                    <a:pt x="2055" y="7394"/>
                  </a:cubicBezTo>
                  <a:cubicBezTo>
                    <a:pt x="2126" y="7187"/>
                    <a:pt x="2217" y="6984"/>
                    <a:pt x="2327" y="6795"/>
                  </a:cubicBezTo>
                  <a:cubicBezTo>
                    <a:pt x="2439" y="6599"/>
                    <a:pt x="2575" y="6419"/>
                    <a:pt x="2687" y="6225"/>
                  </a:cubicBezTo>
                  <a:cubicBezTo>
                    <a:pt x="2694" y="6216"/>
                    <a:pt x="2687" y="6206"/>
                    <a:pt x="2678" y="6206"/>
                  </a:cubicBezTo>
                  <a:cubicBezTo>
                    <a:pt x="2676" y="6206"/>
                    <a:pt x="2673" y="6207"/>
                    <a:pt x="2671" y="6208"/>
                  </a:cubicBezTo>
                  <a:cubicBezTo>
                    <a:pt x="2490" y="6345"/>
                    <a:pt x="2355" y="6538"/>
                    <a:pt x="2239" y="6730"/>
                  </a:cubicBezTo>
                  <a:cubicBezTo>
                    <a:pt x="2122" y="6928"/>
                    <a:pt x="2023" y="7136"/>
                    <a:pt x="1945" y="7352"/>
                  </a:cubicBezTo>
                  <a:cubicBezTo>
                    <a:pt x="1823" y="7695"/>
                    <a:pt x="1732" y="8083"/>
                    <a:pt x="1753" y="8455"/>
                  </a:cubicBezTo>
                  <a:cubicBezTo>
                    <a:pt x="1741" y="8343"/>
                    <a:pt x="1725" y="8230"/>
                    <a:pt x="1710" y="8118"/>
                  </a:cubicBezTo>
                  <a:lnTo>
                    <a:pt x="1710" y="8118"/>
                  </a:lnTo>
                  <a:cubicBezTo>
                    <a:pt x="1715" y="8125"/>
                    <a:pt x="1719" y="8132"/>
                    <a:pt x="1724" y="8140"/>
                  </a:cubicBezTo>
                  <a:cubicBezTo>
                    <a:pt x="1726" y="8142"/>
                    <a:pt x="1727" y="8143"/>
                    <a:pt x="1729" y="8143"/>
                  </a:cubicBezTo>
                  <a:cubicBezTo>
                    <a:pt x="1732" y="8143"/>
                    <a:pt x="1736" y="8139"/>
                    <a:pt x="1736" y="8136"/>
                  </a:cubicBezTo>
                  <a:cubicBezTo>
                    <a:pt x="1752" y="8004"/>
                    <a:pt x="1708" y="7868"/>
                    <a:pt x="1691" y="7737"/>
                  </a:cubicBezTo>
                  <a:cubicBezTo>
                    <a:pt x="1674" y="7592"/>
                    <a:pt x="1666" y="7446"/>
                    <a:pt x="1668" y="7301"/>
                  </a:cubicBezTo>
                  <a:cubicBezTo>
                    <a:pt x="1672" y="7017"/>
                    <a:pt x="1712" y="6732"/>
                    <a:pt x="1775" y="6456"/>
                  </a:cubicBezTo>
                  <a:cubicBezTo>
                    <a:pt x="1902" y="5897"/>
                    <a:pt x="2138" y="5367"/>
                    <a:pt x="2406" y="4862"/>
                  </a:cubicBezTo>
                  <a:cubicBezTo>
                    <a:pt x="2528" y="4631"/>
                    <a:pt x="2659" y="4406"/>
                    <a:pt x="2778" y="4173"/>
                  </a:cubicBezTo>
                  <a:cubicBezTo>
                    <a:pt x="2786" y="4168"/>
                    <a:pt x="2795" y="4163"/>
                    <a:pt x="2805" y="4155"/>
                  </a:cubicBezTo>
                  <a:cubicBezTo>
                    <a:pt x="2808" y="4160"/>
                    <a:pt x="2816" y="4165"/>
                    <a:pt x="2823" y="4166"/>
                  </a:cubicBezTo>
                  <a:cubicBezTo>
                    <a:pt x="2827" y="4166"/>
                    <a:pt x="2830" y="4167"/>
                    <a:pt x="2834" y="4167"/>
                  </a:cubicBezTo>
                  <a:cubicBezTo>
                    <a:pt x="2845" y="4167"/>
                    <a:pt x="2855" y="4164"/>
                    <a:pt x="2869" y="4161"/>
                  </a:cubicBezTo>
                  <a:cubicBezTo>
                    <a:pt x="2883" y="4160"/>
                    <a:pt x="2894" y="4160"/>
                    <a:pt x="2907" y="4157"/>
                  </a:cubicBezTo>
                  <a:cubicBezTo>
                    <a:pt x="2938" y="4150"/>
                    <a:pt x="2966" y="4139"/>
                    <a:pt x="2995" y="4130"/>
                  </a:cubicBezTo>
                  <a:cubicBezTo>
                    <a:pt x="3053" y="4110"/>
                    <a:pt x="3110" y="4089"/>
                    <a:pt x="3167" y="4066"/>
                  </a:cubicBezTo>
                  <a:cubicBezTo>
                    <a:pt x="3223" y="4042"/>
                    <a:pt x="3281" y="4022"/>
                    <a:pt x="3335" y="3994"/>
                  </a:cubicBezTo>
                  <a:cubicBezTo>
                    <a:pt x="3363" y="3980"/>
                    <a:pt x="3390" y="3967"/>
                    <a:pt x="3417" y="3952"/>
                  </a:cubicBezTo>
                  <a:cubicBezTo>
                    <a:pt x="3444" y="3936"/>
                    <a:pt x="3467" y="3915"/>
                    <a:pt x="3495" y="3902"/>
                  </a:cubicBezTo>
                  <a:cubicBezTo>
                    <a:pt x="3509" y="3896"/>
                    <a:pt x="3504" y="3873"/>
                    <a:pt x="3491" y="3873"/>
                  </a:cubicBezTo>
                  <a:cubicBezTo>
                    <a:pt x="3489" y="3873"/>
                    <a:pt x="3488" y="3873"/>
                    <a:pt x="3487" y="3874"/>
                  </a:cubicBezTo>
                  <a:cubicBezTo>
                    <a:pt x="3456" y="3880"/>
                    <a:pt x="3428" y="3880"/>
                    <a:pt x="3398" y="3887"/>
                  </a:cubicBezTo>
                  <a:cubicBezTo>
                    <a:pt x="3367" y="3892"/>
                    <a:pt x="3339" y="3901"/>
                    <a:pt x="3310" y="3909"/>
                  </a:cubicBezTo>
                  <a:cubicBezTo>
                    <a:pt x="3250" y="3925"/>
                    <a:pt x="3189" y="3947"/>
                    <a:pt x="3130" y="3968"/>
                  </a:cubicBezTo>
                  <a:cubicBezTo>
                    <a:pt x="3072" y="3987"/>
                    <a:pt x="3015" y="4011"/>
                    <a:pt x="2957" y="4033"/>
                  </a:cubicBezTo>
                  <a:lnTo>
                    <a:pt x="2924" y="4045"/>
                  </a:lnTo>
                  <a:cubicBezTo>
                    <a:pt x="2968" y="3998"/>
                    <a:pt x="3008" y="3947"/>
                    <a:pt x="3048" y="3898"/>
                  </a:cubicBezTo>
                  <a:cubicBezTo>
                    <a:pt x="3092" y="3842"/>
                    <a:pt x="3130" y="3784"/>
                    <a:pt x="3167" y="3723"/>
                  </a:cubicBezTo>
                  <a:cubicBezTo>
                    <a:pt x="3186" y="3694"/>
                    <a:pt x="3207" y="3662"/>
                    <a:pt x="3222" y="3629"/>
                  </a:cubicBezTo>
                  <a:cubicBezTo>
                    <a:pt x="3237" y="3596"/>
                    <a:pt x="3251" y="3563"/>
                    <a:pt x="3266" y="3530"/>
                  </a:cubicBezTo>
                  <a:cubicBezTo>
                    <a:pt x="3271" y="3521"/>
                    <a:pt x="3262" y="3513"/>
                    <a:pt x="3253" y="3513"/>
                  </a:cubicBezTo>
                  <a:cubicBezTo>
                    <a:pt x="3249" y="3513"/>
                    <a:pt x="3245" y="3514"/>
                    <a:pt x="3242" y="3518"/>
                  </a:cubicBezTo>
                  <a:cubicBezTo>
                    <a:pt x="3200" y="3572"/>
                    <a:pt x="3154" y="3623"/>
                    <a:pt x="3112" y="3677"/>
                  </a:cubicBezTo>
                  <a:cubicBezTo>
                    <a:pt x="3069" y="3732"/>
                    <a:pt x="3022" y="3787"/>
                    <a:pt x="2979" y="3842"/>
                  </a:cubicBezTo>
                  <a:cubicBezTo>
                    <a:pt x="2940" y="3890"/>
                    <a:pt x="2899" y="3937"/>
                    <a:pt x="2858" y="3984"/>
                  </a:cubicBezTo>
                  <a:cubicBezTo>
                    <a:pt x="2854" y="3980"/>
                    <a:pt x="2850" y="3978"/>
                    <a:pt x="2845" y="3978"/>
                  </a:cubicBezTo>
                  <a:cubicBezTo>
                    <a:pt x="2843" y="3978"/>
                    <a:pt x="2840" y="3979"/>
                    <a:pt x="2838" y="3980"/>
                  </a:cubicBezTo>
                  <a:cubicBezTo>
                    <a:pt x="2856" y="3956"/>
                    <a:pt x="2871" y="3929"/>
                    <a:pt x="2885" y="3902"/>
                  </a:cubicBezTo>
                  <a:cubicBezTo>
                    <a:pt x="2913" y="3850"/>
                    <a:pt x="2935" y="3792"/>
                    <a:pt x="2955" y="3738"/>
                  </a:cubicBezTo>
                  <a:cubicBezTo>
                    <a:pt x="2976" y="3682"/>
                    <a:pt x="2994" y="3624"/>
                    <a:pt x="3008" y="3566"/>
                  </a:cubicBezTo>
                  <a:cubicBezTo>
                    <a:pt x="3015" y="3537"/>
                    <a:pt x="3022" y="3508"/>
                    <a:pt x="3025" y="3479"/>
                  </a:cubicBezTo>
                  <a:cubicBezTo>
                    <a:pt x="3025" y="3452"/>
                    <a:pt x="3022" y="3425"/>
                    <a:pt x="3021" y="3397"/>
                  </a:cubicBezTo>
                  <a:cubicBezTo>
                    <a:pt x="3021" y="3388"/>
                    <a:pt x="3015" y="3384"/>
                    <a:pt x="3008" y="3384"/>
                  </a:cubicBezTo>
                  <a:cubicBezTo>
                    <a:pt x="3001" y="3384"/>
                    <a:pt x="2994" y="3387"/>
                    <a:pt x="2992" y="3394"/>
                  </a:cubicBezTo>
                  <a:cubicBezTo>
                    <a:pt x="2979" y="3420"/>
                    <a:pt x="2962" y="3447"/>
                    <a:pt x="2951" y="3474"/>
                  </a:cubicBezTo>
                  <a:cubicBezTo>
                    <a:pt x="2942" y="3497"/>
                    <a:pt x="2937" y="3523"/>
                    <a:pt x="2928" y="3548"/>
                  </a:cubicBezTo>
                  <a:cubicBezTo>
                    <a:pt x="2910" y="3600"/>
                    <a:pt x="2893" y="3654"/>
                    <a:pt x="2872" y="3706"/>
                  </a:cubicBezTo>
                  <a:cubicBezTo>
                    <a:pt x="2851" y="3758"/>
                    <a:pt x="2828" y="3809"/>
                    <a:pt x="2806" y="3859"/>
                  </a:cubicBezTo>
                  <a:cubicBezTo>
                    <a:pt x="2785" y="3908"/>
                    <a:pt x="2758" y="3962"/>
                    <a:pt x="2759" y="4013"/>
                  </a:cubicBezTo>
                  <a:cubicBezTo>
                    <a:pt x="2759" y="4023"/>
                    <a:pt x="2768" y="4035"/>
                    <a:pt x="2778" y="4035"/>
                  </a:cubicBezTo>
                  <a:cubicBezTo>
                    <a:pt x="2781" y="4035"/>
                    <a:pt x="2783" y="4034"/>
                    <a:pt x="2785" y="4033"/>
                  </a:cubicBezTo>
                  <a:cubicBezTo>
                    <a:pt x="2801" y="4024"/>
                    <a:pt x="2813" y="4012"/>
                    <a:pt x="2825" y="4000"/>
                  </a:cubicBezTo>
                  <a:lnTo>
                    <a:pt x="2825" y="4000"/>
                  </a:lnTo>
                  <a:cubicBezTo>
                    <a:pt x="2803" y="4033"/>
                    <a:pt x="2781" y="4064"/>
                    <a:pt x="2759" y="4097"/>
                  </a:cubicBezTo>
                  <a:cubicBezTo>
                    <a:pt x="2748" y="4085"/>
                    <a:pt x="2737" y="4074"/>
                    <a:pt x="2728" y="4061"/>
                  </a:cubicBezTo>
                  <a:cubicBezTo>
                    <a:pt x="2719" y="4050"/>
                    <a:pt x="2713" y="4040"/>
                    <a:pt x="2704" y="4029"/>
                  </a:cubicBezTo>
                  <a:cubicBezTo>
                    <a:pt x="2713" y="4012"/>
                    <a:pt x="2718" y="3994"/>
                    <a:pt x="2724" y="3979"/>
                  </a:cubicBezTo>
                  <a:cubicBezTo>
                    <a:pt x="2740" y="3931"/>
                    <a:pt x="2752" y="3881"/>
                    <a:pt x="2764" y="3831"/>
                  </a:cubicBezTo>
                  <a:cubicBezTo>
                    <a:pt x="2789" y="3733"/>
                    <a:pt x="2805" y="3634"/>
                    <a:pt x="2803" y="3534"/>
                  </a:cubicBezTo>
                  <a:cubicBezTo>
                    <a:pt x="2803" y="3518"/>
                    <a:pt x="2796" y="3503"/>
                    <a:pt x="2781" y="3495"/>
                  </a:cubicBezTo>
                  <a:cubicBezTo>
                    <a:pt x="2780" y="3484"/>
                    <a:pt x="2779" y="3473"/>
                    <a:pt x="2775" y="3462"/>
                  </a:cubicBezTo>
                  <a:cubicBezTo>
                    <a:pt x="2775" y="3456"/>
                    <a:pt x="2769" y="3453"/>
                    <a:pt x="2764" y="3453"/>
                  </a:cubicBezTo>
                  <a:cubicBezTo>
                    <a:pt x="2760" y="3453"/>
                    <a:pt x="2757" y="3454"/>
                    <a:pt x="2756" y="3459"/>
                  </a:cubicBezTo>
                  <a:cubicBezTo>
                    <a:pt x="2752" y="3470"/>
                    <a:pt x="2750" y="3481"/>
                    <a:pt x="2746" y="3492"/>
                  </a:cubicBezTo>
                  <a:cubicBezTo>
                    <a:pt x="2730" y="3497"/>
                    <a:pt x="2723" y="3509"/>
                    <a:pt x="2718" y="3526"/>
                  </a:cubicBezTo>
                  <a:cubicBezTo>
                    <a:pt x="2701" y="3619"/>
                    <a:pt x="2686" y="3714"/>
                    <a:pt x="2663" y="3808"/>
                  </a:cubicBezTo>
                  <a:cubicBezTo>
                    <a:pt x="2653" y="3846"/>
                    <a:pt x="2642" y="3882"/>
                    <a:pt x="2631" y="3920"/>
                  </a:cubicBezTo>
                  <a:cubicBezTo>
                    <a:pt x="2624" y="3904"/>
                    <a:pt x="2614" y="3891"/>
                    <a:pt x="2607" y="3875"/>
                  </a:cubicBezTo>
                  <a:cubicBezTo>
                    <a:pt x="2567" y="3787"/>
                    <a:pt x="2550" y="3684"/>
                    <a:pt x="2559" y="3588"/>
                  </a:cubicBezTo>
                  <a:cubicBezTo>
                    <a:pt x="2561" y="3560"/>
                    <a:pt x="2542" y="3546"/>
                    <a:pt x="2522" y="3546"/>
                  </a:cubicBezTo>
                  <a:cubicBezTo>
                    <a:pt x="2505" y="3546"/>
                    <a:pt x="2486" y="3557"/>
                    <a:pt x="2481" y="3579"/>
                  </a:cubicBezTo>
                  <a:cubicBezTo>
                    <a:pt x="2454" y="3695"/>
                    <a:pt x="2470" y="3809"/>
                    <a:pt x="2516" y="3915"/>
                  </a:cubicBezTo>
                  <a:cubicBezTo>
                    <a:pt x="2538" y="3967"/>
                    <a:pt x="2567" y="4022"/>
                    <a:pt x="2605" y="4060"/>
                  </a:cubicBezTo>
                  <a:lnTo>
                    <a:pt x="2607" y="4061"/>
                  </a:lnTo>
                  <a:cubicBezTo>
                    <a:pt x="2608" y="4067"/>
                    <a:pt x="2610" y="4072"/>
                    <a:pt x="2613" y="4077"/>
                  </a:cubicBezTo>
                  <a:cubicBezTo>
                    <a:pt x="2618" y="4086"/>
                    <a:pt x="2626" y="4092"/>
                    <a:pt x="2635" y="4092"/>
                  </a:cubicBezTo>
                  <a:cubicBezTo>
                    <a:pt x="2637" y="4092"/>
                    <a:pt x="2639" y="4091"/>
                    <a:pt x="2640" y="4091"/>
                  </a:cubicBezTo>
                  <a:cubicBezTo>
                    <a:pt x="2666" y="4114"/>
                    <a:pt x="2695" y="4133"/>
                    <a:pt x="2726" y="4145"/>
                  </a:cubicBezTo>
                  <a:cubicBezTo>
                    <a:pt x="2440" y="4580"/>
                    <a:pt x="2197" y="5052"/>
                    <a:pt x="1993" y="5530"/>
                  </a:cubicBezTo>
                  <a:cubicBezTo>
                    <a:pt x="1765" y="6066"/>
                    <a:pt x="1605" y="6637"/>
                    <a:pt x="1588" y="7220"/>
                  </a:cubicBezTo>
                  <a:cubicBezTo>
                    <a:pt x="1587" y="7262"/>
                    <a:pt x="1587" y="7301"/>
                    <a:pt x="1587" y="7342"/>
                  </a:cubicBezTo>
                  <a:cubicBezTo>
                    <a:pt x="1565" y="7225"/>
                    <a:pt x="1543" y="7110"/>
                    <a:pt x="1518" y="6995"/>
                  </a:cubicBezTo>
                  <a:cubicBezTo>
                    <a:pt x="1539" y="6782"/>
                    <a:pt x="1529" y="6566"/>
                    <a:pt x="1531" y="6352"/>
                  </a:cubicBezTo>
                  <a:cubicBezTo>
                    <a:pt x="1533" y="6104"/>
                    <a:pt x="1538" y="5854"/>
                    <a:pt x="1543" y="5606"/>
                  </a:cubicBezTo>
                  <a:cubicBezTo>
                    <a:pt x="1554" y="5106"/>
                    <a:pt x="1571" y="4605"/>
                    <a:pt x="1599" y="4107"/>
                  </a:cubicBezTo>
                  <a:cubicBezTo>
                    <a:pt x="1627" y="3619"/>
                    <a:pt x="1671" y="3132"/>
                    <a:pt x="1765" y="2653"/>
                  </a:cubicBezTo>
                  <a:cubicBezTo>
                    <a:pt x="1852" y="2217"/>
                    <a:pt x="1985" y="1789"/>
                    <a:pt x="2159" y="1381"/>
                  </a:cubicBezTo>
                  <a:cubicBezTo>
                    <a:pt x="2334" y="971"/>
                    <a:pt x="2550" y="582"/>
                    <a:pt x="2805" y="219"/>
                  </a:cubicBezTo>
                  <a:lnTo>
                    <a:pt x="2805" y="219"/>
                  </a:lnTo>
                  <a:cubicBezTo>
                    <a:pt x="2783" y="769"/>
                    <a:pt x="2770" y="1323"/>
                    <a:pt x="2724" y="1872"/>
                  </a:cubicBezTo>
                  <a:cubicBezTo>
                    <a:pt x="2698" y="2164"/>
                    <a:pt x="2651" y="2453"/>
                    <a:pt x="2548" y="2728"/>
                  </a:cubicBezTo>
                  <a:cubicBezTo>
                    <a:pt x="2451" y="2985"/>
                    <a:pt x="2316" y="3224"/>
                    <a:pt x="2163" y="3451"/>
                  </a:cubicBezTo>
                  <a:cubicBezTo>
                    <a:pt x="2029" y="3646"/>
                    <a:pt x="1884" y="3833"/>
                    <a:pt x="1735" y="4019"/>
                  </a:cubicBezTo>
                  <a:cubicBezTo>
                    <a:pt x="1889" y="3270"/>
                    <a:pt x="2142" y="2551"/>
                    <a:pt x="2459" y="1854"/>
                  </a:cubicBezTo>
                  <a:cubicBezTo>
                    <a:pt x="2475" y="1819"/>
                    <a:pt x="2445" y="1793"/>
                    <a:pt x="2415" y="1793"/>
                  </a:cubicBezTo>
                  <a:cubicBezTo>
                    <a:pt x="2399" y="1793"/>
                    <a:pt x="2382" y="1801"/>
                    <a:pt x="2372" y="1820"/>
                  </a:cubicBezTo>
                  <a:cubicBezTo>
                    <a:pt x="1999" y="2567"/>
                    <a:pt x="1751" y="3381"/>
                    <a:pt x="1598" y="4199"/>
                  </a:cubicBezTo>
                  <a:cubicBezTo>
                    <a:pt x="1592" y="4231"/>
                    <a:pt x="1619" y="4250"/>
                    <a:pt x="1646" y="4250"/>
                  </a:cubicBezTo>
                  <a:cubicBezTo>
                    <a:pt x="1661" y="4250"/>
                    <a:pt x="1676" y="4245"/>
                    <a:pt x="1686" y="4233"/>
                  </a:cubicBezTo>
                  <a:cubicBezTo>
                    <a:pt x="2031" y="3810"/>
                    <a:pt x="2380" y="3380"/>
                    <a:pt x="2596" y="2874"/>
                  </a:cubicBezTo>
                  <a:cubicBezTo>
                    <a:pt x="2830" y="2322"/>
                    <a:pt x="2835" y="1718"/>
                    <a:pt x="2861" y="1129"/>
                  </a:cubicBezTo>
                  <a:cubicBezTo>
                    <a:pt x="2877" y="772"/>
                    <a:pt x="2894" y="414"/>
                    <a:pt x="2910" y="58"/>
                  </a:cubicBezTo>
                  <a:cubicBezTo>
                    <a:pt x="2912" y="25"/>
                    <a:pt x="2885" y="1"/>
                    <a:pt x="285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78;p10"/>
            <p:cNvSpPr/>
            <p:nvPr/>
          </p:nvSpPr>
          <p:spPr>
            <a:xfrm>
              <a:off x="204120" y="689760"/>
              <a:ext cx="143640" cy="41040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1717" h="4878">
                  <a:moveTo>
                    <a:pt x="649" y="829"/>
                  </a:moveTo>
                  <a:lnTo>
                    <a:pt x="649" y="829"/>
                  </a:lnTo>
                  <a:cubicBezTo>
                    <a:pt x="643" y="833"/>
                    <a:pt x="637" y="840"/>
                    <a:pt x="634" y="851"/>
                  </a:cubicBezTo>
                  <a:cubicBezTo>
                    <a:pt x="624" y="853"/>
                    <a:pt x="616" y="854"/>
                    <a:pt x="606" y="855"/>
                  </a:cubicBezTo>
                  <a:cubicBezTo>
                    <a:pt x="605" y="849"/>
                    <a:pt x="604" y="843"/>
                    <a:pt x="602" y="836"/>
                  </a:cubicBezTo>
                  <a:cubicBezTo>
                    <a:pt x="618" y="836"/>
                    <a:pt x="635" y="834"/>
                    <a:pt x="649" y="829"/>
                  </a:cubicBezTo>
                  <a:close/>
                  <a:moveTo>
                    <a:pt x="624" y="963"/>
                  </a:moveTo>
                  <a:cubicBezTo>
                    <a:pt x="626" y="964"/>
                    <a:pt x="627" y="965"/>
                    <a:pt x="627" y="966"/>
                  </a:cubicBezTo>
                  <a:cubicBezTo>
                    <a:pt x="623" y="966"/>
                    <a:pt x="618" y="965"/>
                    <a:pt x="614" y="965"/>
                  </a:cubicBezTo>
                  <a:cubicBezTo>
                    <a:pt x="617" y="965"/>
                    <a:pt x="621" y="964"/>
                    <a:pt x="624" y="963"/>
                  </a:cubicBezTo>
                  <a:close/>
                  <a:moveTo>
                    <a:pt x="566" y="0"/>
                  </a:moveTo>
                  <a:cubicBezTo>
                    <a:pt x="562" y="0"/>
                    <a:pt x="557" y="3"/>
                    <a:pt x="556" y="10"/>
                  </a:cubicBezTo>
                  <a:cubicBezTo>
                    <a:pt x="550" y="47"/>
                    <a:pt x="549" y="85"/>
                    <a:pt x="540" y="122"/>
                  </a:cubicBezTo>
                  <a:cubicBezTo>
                    <a:pt x="534" y="151"/>
                    <a:pt x="531" y="179"/>
                    <a:pt x="530" y="207"/>
                  </a:cubicBezTo>
                  <a:cubicBezTo>
                    <a:pt x="528" y="275"/>
                    <a:pt x="530" y="346"/>
                    <a:pt x="532" y="413"/>
                  </a:cubicBezTo>
                  <a:cubicBezTo>
                    <a:pt x="535" y="481"/>
                    <a:pt x="538" y="547"/>
                    <a:pt x="544" y="614"/>
                  </a:cubicBezTo>
                  <a:cubicBezTo>
                    <a:pt x="545" y="637"/>
                    <a:pt x="546" y="659"/>
                    <a:pt x="550" y="682"/>
                  </a:cubicBezTo>
                  <a:cubicBezTo>
                    <a:pt x="532" y="632"/>
                    <a:pt x="511" y="583"/>
                    <a:pt x="492" y="533"/>
                  </a:cubicBezTo>
                  <a:cubicBezTo>
                    <a:pt x="453" y="421"/>
                    <a:pt x="426" y="303"/>
                    <a:pt x="397" y="186"/>
                  </a:cubicBezTo>
                  <a:cubicBezTo>
                    <a:pt x="392" y="167"/>
                    <a:pt x="374" y="156"/>
                    <a:pt x="356" y="156"/>
                  </a:cubicBezTo>
                  <a:cubicBezTo>
                    <a:pt x="339" y="156"/>
                    <a:pt x="323" y="167"/>
                    <a:pt x="321" y="190"/>
                  </a:cubicBezTo>
                  <a:cubicBezTo>
                    <a:pt x="310" y="323"/>
                    <a:pt x="337" y="446"/>
                    <a:pt x="380" y="572"/>
                  </a:cubicBezTo>
                  <a:cubicBezTo>
                    <a:pt x="398" y="625"/>
                    <a:pt x="420" y="675"/>
                    <a:pt x="446" y="723"/>
                  </a:cubicBezTo>
                  <a:cubicBezTo>
                    <a:pt x="419" y="712"/>
                    <a:pt x="392" y="698"/>
                    <a:pt x="368" y="685"/>
                  </a:cubicBezTo>
                  <a:cubicBezTo>
                    <a:pt x="276" y="634"/>
                    <a:pt x="196" y="560"/>
                    <a:pt x="133" y="476"/>
                  </a:cubicBezTo>
                  <a:cubicBezTo>
                    <a:pt x="127" y="468"/>
                    <a:pt x="119" y="465"/>
                    <a:pt x="111" y="465"/>
                  </a:cubicBezTo>
                  <a:cubicBezTo>
                    <a:pt x="91" y="465"/>
                    <a:pt x="71" y="486"/>
                    <a:pt x="83" y="508"/>
                  </a:cubicBezTo>
                  <a:cubicBezTo>
                    <a:pt x="139" y="610"/>
                    <a:pt x="223" y="695"/>
                    <a:pt x="326" y="753"/>
                  </a:cubicBezTo>
                  <a:cubicBezTo>
                    <a:pt x="379" y="784"/>
                    <a:pt x="431" y="806"/>
                    <a:pt x="489" y="819"/>
                  </a:cubicBezTo>
                  <a:cubicBezTo>
                    <a:pt x="498" y="822"/>
                    <a:pt x="509" y="823"/>
                    <a:pt x="519" y="827"/>
                  </a:cubicBezTo>
                  <a:cubicBezTo>
                    <a:pt x="527" y="838"/>
                    <a:pt x="535" y="849"/>
                    <a:pt x="545" y="860"/>
                  </a:cubicBezTo>
                  <a:cubicBezTo>
                    <a:pt x="515" y="861"/>
                    <a:pt x="485" y="863"/>
                    <a:pt x="456" y="863"/>
                  </a:cubicBezTo>
                  <a:cubicBezTo>
                    <a:pt x="440" y="863"/>
                    <a:pt x="423" y="862"/>
                    <a:pt x="407" y="861"/>
                  </a:cubicBezTo>
                  <a:cubicBezTo>
                    <a:pt x="344" y="856"/>
                    <a:pt x="288" y="841"/>
                    <a:pt x="229" y="824"/>
                  </a:cubicBezTo>
                  <a:cubicBezTo>
                    <a:pt x="200" y="817"/>
                    <a:pt x="171" y="808"/>
                    <a:pt x="143" y="796"/>
                  </a:cubicBezTo>
                  <a:cubicBezTo>
                    <a:pt x="108" y="783"/>
                    <a:pt x="89" y="779"/>
                    <a:pt x="57" y="767"/>
                  </a:cubicBezTo>
                  <a:cubicBezTo>
                    <a:pt x="54" y="766"/>
                    <a:pt x="50" y="765"/>
                    <a:pt x="47" y="765"/>
                  </a:cubicBezTo>
                  <a:cubicBezTo>
                    <a:pt x="22" y="765"/>
                    <a:pt x="1" y="796"/>
                    <a:pt x="20" y="817"/>
                  </a:cubicBezTo>
                  <a:cubicBezTo>
                    <a:pt x="44" y="841"/>
                    <a:pt x="63" y="866"/>
                    <a:pt x="94" y="884"/>
                  </a:cubicBezTo>
                  <a:cubicBezTo>
                    <a:pt x="124" y="903"/>
                    <a:pt x="156" y="921"/>
                    <a:pt x="190" y="936"/>
                  </a:cubicBezTo>
                  <a:cubicBezTo>
                    <a:pt x="255" y="964"/>
                    <a:pt x="331" y="976"/>
                    <a:pt x="399" y="981"/>
                  </a:cubicBezTo>
                  <a:cubicBezTo>
                    <a:pt x="416" y="983"/>
                    <a:pt x="432" y="984"/>
                    <a:pt x="449" y="984"/>
                  </a:cubicBezTo>
                  <a:cubicBezTo>
                    <a:pt x="463" y="984"/>
                    <a:pt x="476" y="984"/>
                    <a:pt x="490" y="983"/>
                  </a:cubicBezTo>
                  <a:lnTo>
                    <a:pt x="490" y="983"/>
                  </a:lnTo>
                  <a:cubicBezTo>
                    <a:pt x="487" y="991"/>
                    <a:pt x="487" y="999"/>
                    <a:pt x="491" y="1008"/>
                  </a:cubicBezTo>
                  <a:cubicBezTo>
                    <a:pt x="506" y="1043"/>
                    <a:pt x="550" y="1057"/>
                    <a:pt x="584" y="1070"/>
                  </a:cubicBezTo>
                  <a:cubicBezTo>
                    <a:pt x="606" y="1079"/>
                    <a:pt x="627" y="1087"/>
                    <a:pt x="649" y="1095"/>
                  </a:cubicBezTo>
                  <a:cubicBezTo>
                    <a:pt x="655" y="1149"/>
                    <a:pt x="662" y="1200"/>
                    <a:pt x="670" y="1249"/>
                  </a:cubicBezTo>
                  <a:cubicBezTo>
                    <a:pt x="688" y="1383"/>
                    <a:pt x="706" y="1520"/>
                    <a:pt x="727" y="1655"/>
                  </a:cubicBezTo>
                  <a:cubicBezTo>
                    <a:pt x="770" y="1924"/>
                    <a:pt x="821" y="2191"/>
                    <a:pt x="880" y="2457"/>
                  </a:cubicBezTo>
                  <a:cubicBezTo>
                    <a:pt x="997" y="2985"/>
                    <a:pt x="1146" y="3505"/>
                    <a:pt x="1323" y="4016"/>
                  </a:cubicBezTo>
                  <a:cubicBezTo>
                    <a:pt x="1423" y="4305"/>
                    <a:pt x="1527" y="4594"/>
                    <a:pt x="1673" y="4865"/>
                  </a:cubicBezTo>
                  <a:cubicBezTo>
                    <a:pt x="1678" y="4873"/>
                    <a:pt x="1685" y="4877"/>
                    <a:pt x="1692" y="4877"/>
                  </a:cubicBezTo>
                  <a:cubicBezTo>
                    <a:pt x="1705" y="4877"/>
                    <a:pt x="1717" y="4864"/>
                    <a:pt x="1711" y="4847"/>
                  </a:cubicBezTo>
                  <a:cubicBezTo>
                    <a:pt x="1633" y="4590"/>
                    <a:pt x="1532" y="4341"/>
                    <a:pt x="1442" y="4087"/>
                  </a:cubicBezTo>
                  <a:cubicBezTo>
                    <a:pt x="1352" y="3829"/>
                    <a:pt x="1270" y="3569"/>
                    <a:pt x="1194" y="3307"/>
                  </a:cubicBezTo>
                  <a:cubicBezTo>
                    <a:pt x="1047" y="2795"/>
                    <a:pt x="930" y="2276"/>
                    <a:pt x="840" y="1751"/>
                  </a:cubicBezTo>
                  <a:cubicBezTo>
                    <a:pt x="815" y="1605"/>
                    <a:pt x="792" y="1458"/>
                    <a:pt x="771" y="1310"/>
                  </a:cubicBezTo>
                  <a:cubicBezTo>
                    <a:pt x="761" y="1245"/>
                    <a:pt x="756" y="1178"/>
                    <a:pt x="749" y="1111"/>
                  </a:cubicBezTo>
                  <a:lnTo>
                    <a:pt x="749" y="1111"/>
                  </a:lnTo>
                  <a:cubicBezTo>
                    <a:pt x="753" y="1111"/>
                    <a:pt x="758" y="1111"/>
                    <a:pt x="762" y="1111"/>
                  </a:cubicBezTo>
                  <a:cubicBezTo>
                    <a:pt x="817" y="1111"/>
                    <a:pt x="872" y="1104"/>
                    <a:pt x="924" y="1089"/>
                  </a:cubicBezTo>
                  <a:cubicBezTo>
                    <a:pt x="1001" y="1067"/>
                    <a:pt x="1065" y="1034"/>
                    <a:pt x="1129" y="986"/>
                  </a:cubicBezTo>
                  <a:cubicBezTo>
                    <a:pt x="1160" y="963"/>
                    <a:pt x="1177" y="933"/>
                    <a:pt x="1204" y="906"/>
                  </a:cubicBezTo>
                  <a:cubicBezTo>
                    <a:pt x="1230" y="877"/>
                    <a:pt x="1249" y="845"/>
                    <a:pt x="1272" y="815"/>
                  </a:cubicBezTo>
                  <a:cubicBezTo>
                    <a:pt x="1280" y="804"/>
                    <a:pt x="1271" y="793"/>
                    <a:pt x="1261" y="793"/>
                  </a:cubicBezTo>
                  <a:cubicBezTo>
                    <a:pt x="1257" y="793"/>
                    <a:pt x="1253" y="794"/>
                    <a:pt x="1250" y="798"/>
                  </a:cubicBezTo>
                  <a:cubicBezTo>
                    <a:pt x="1230" y="820"/>
                    <a:pt x="1204" y="836"/>
                    <a:pt x="1179" y="853"/>
                  </a:cubicBezTo>
                  <a:cubicBezTo>
                    <a:pt x="1168" y="861"/>
                    <a:pt x="1154" y="872"/>
                    <a:pt x="1142" y="876"/>
                  </a:cubicBezTo>
                  <a:cubicBezTo>
                    <a:pt x="1128" y="880"/>
                    <a:pt x="1116" y="880"/>
                    <a:pt x="1101" y="887"/>
                  </a:cubicBezTo>
                  <a:cubicBezTo>
                    <a:pt x="1054" y="908"/>
                    <a:pt x="1007" y="924"/>
                    <a:pt x="958" y="939"/>
                  </a:cubicBezTo>
                  <a:cubicBezTo>
                    <a:pt x="919" y="950"/>
                    <a:pt x="880" y="955"/>
                    <a:pt x="841" y="961"/>
                  </a:cubicBezTo>
                  <a:cubicBezTo>
                    <a:pt x="939" y="925"/>
                    <a:pt x="1029" y="860"/>
                    <a:pt x="1099" y="787"/>
                  </a:cubicBezTo>
                  <a:cubicBezTo>
                    <a:pt x="1146" y="739"/>
                    <a:pt x="1188" y="686"/>
                    <a:pt x="1222" y="630"/>
                  </a:cubicBezTo>
                  <a:cubicBezTo>
                    <a:pt x="1259" y="573"/>
                    <a:pt x="1276" y="505"/>
                    <a:pt x="1292" y="439"/>
                  </a:cubicBezTo>
                  <a:cubicBezTo>
                    <a:pt x="1297" y="417"/>
                    <a:pt x="1276" y="394"/>
                    <a:pt x="1255" y="388"/>
                  </a:cubicBezTo>
                  <a:cubicBezTo>
                    <a:pt x="1251" y="388"/>
                    <a:pt x="1248" y="387"/>
                    <a:pt x="1244" y="387"/>
                  </a:cubicBezTo>
                  <a:cubicBezTo>
                    <a:pt x="1225" y="387"/>
                    <a:pt x="1210" y="398"/>
                    <a:pt x="1200" y="416"/>
                  </a:cubicBezTo>
                  <a:cubicBezTo>
                    <a:pt x="1175" y="465"/>
                    <a:pt x="1139" y="508"/>
                    <a:pt x="1107" y="554"/>
                  </a:cubicBezTo>
                  <a:cubicBezTo>
                    <a:pt x="1077" y="598"/>
                    <a:pt x="1045" y="637"/>
                    <a:pt x="1007" y="672"/>
                  </a:cubicBezTo>
                  <a:cubicBezTo>
                    <a:pt x="948" y="727"/>
                    <a:pt x="888" y="766"/>
                    <a:pt x="822" y="804"/>
                  </a:cubicBezTo>
                  <a:cubicBezTo>
                    <a:pt x="842" y="739"/>
                    <a:pt x="862" y="675"/>
                    <a:pt x="879" y="611"/>
                  </a:cubicBezTo>
                  <a:cubicBezTo>
                    <a:pt x="919" y="452"/>
                    <a:pt x="956" y="296"/>
                    <a:pt x="956" y="131"/>
                  </a:cubicBezTo>
                  <a:cubicBezTo>
                    <a:pt x="956" y="114"/>
                    <a:pt x="943" y="104"/>
                    <a:pt x="929" y="104"/>
                  </a:cubicBezTo>
                  <a:cubicBezTo>
                    <a:pt x="920" y="104"/>
                    <a:pt x="910" y="109"/>
                    <a:pt x="904" y="119"/>
                  </a:cubicBezTo>
                  <a:cubicBezTo>
                    <a:pt x="825" y="263"/>
                    <a:pt x="781" y="417"/>
                    <a:pt x="741" y="575"/>
                  </a:cubicBezTo>
                  <a:cubicBezTo>
                    <a:pt x="722" y="652"/>
                    <a:pt x="706" y="728"/>
                    <a:pt x="690" y="805"/>
                  </a:cubicBezTo>
                  <a:cubicBezTo>
                    <a:pt x="689" y="812"/>
                    <a:pt x="688" y="820"/>
                    <a:pt x="687" y="828"/>
                  </a:cubicBezTo>
                  <a:cubicBezTo>
                    <a:pt x="680" y="824"/>
                    <a:pt x="672" y="823"/>
                    <a:pt x="665" y="823"/>
                  </a:cubicBezTo>
                  <a:cubicBezTo>
                    <a:pt x="663" y="823"/>
                    <a:pt x="661" y="823"/>
                    <a:pt x="659" y="823"/>
                  </a:cubicBezTo>
                  <a:cubicBezTo>
                    <a:pt x="668" y="818"/>
                    <a:pt x="672" y="800"/>
                    <a:pt x="660" y="795"/>
                  </a:cubicBezTo>
                  <a:cubicBezTo>
                    <a:pt x="650" y="789"/>
                    <a:pt x="640" y="786"/>
                    <a:pt x="629" y="784"/>
                  </a:cubicBezTo>
                  <a:cubicBezTo>
                    <a:pt x="633" y="758"/>
                    <a:pt x="633" y="734"/>
                    <a:pt x="637" y="709"/>
                  </a:cubicBezTo>
                  <a:cubicBezTo>
                    <a:pt x="640" y="681"/>
                    <a:pt x="640" y="651"/>
                    <a:pt x="639" y="620"/>
                  </a:cubicBezTo>
                  <a:cubicBezTo>
                    <a:pt x="639" y="552"/>
                    <a:pt x="637" y="483"/>
                    <a:pt x="634" y="413"/>
                  </a:cubicBezTo>
                  <a:cubicBezTo>
                    <a:pt x="632" y="346"/>
                    <a:pt x="626" y="280"/>
                    <a:pt x="621" y="213"/>
                  </a:cubicBezTo>
                  <a:cubicBezTo>
                    <a:pt x="617" y="181"/>
                    <a:pt x="612" y="151"/>
                    <a:pt x="602" y="120"/>
                  </a:cubicBezTo>
                  <a:cubicBezTo>
                    <a:pt x="591" y="85"/>
                    <a:pt x="586" y="47"/>
                    <a:pt x="578" y="10"/>
                  </a:cubicBezTo>
                  <a:cubicBezTo>
                    <a:pt x="576" y="3"/>
                    <a:pt x="571" y="0"/>
                    <a:pt x="566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79;p10"/>
            <p:cNvSpPr/>
            <p:nvPr/>
          </p:nvSpPr>
          <p:spPr>
            <a:xfrm>
              <a:off x="487800" y="1260360"/>
              <a:ext cx="46800" cy="24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563" h="295">
                  <a:moveTo>
                    <a:pt x="41" y="1"/>
                  </a:moveTo>
                  <a:cubicBezTo>
                    <a:pt x="18" y="1"/>
                    <a:pt x="0" y="33"/>
                    <a:pt x="16" y="55"/>
                  </a:cubicBezTo>
                  <a:cubicBezTo>
                    <a:pt x="22" y="62"/>
                    <a:pt x="30" y="72"/>
                    <a:pt x="35" y="82"/>
                  </a:cubicBezTo>
                  <a:cubicBezTo>
                    <a:pt x="39" y="101"/>
                    <a:pt x="54" y="115"/>
                    <a:pt x="69" y="131"/>
                  </a:cubicBezTo>
                  <a:cubicBezTo>
                    <a:pt x="89" y="150"/>
                    <a:pt x="107" y="167"/>
                    <a:pt x="129" y="182"/>
                  </a:cubicBezTo>
                  <a:cubicBezTo>
                    <a:pt x="171" y="210"/>
                    <a:pt x="215" y="234"/>
                    <a:pt x="261" y="253"/>
                  </a:cubicBezTo>
                  <a:cubicBezTo>
                    <a:pt x="304" y="272"/>
                    <a:pt x="351" y="285"/>
                    <a:pt x="400" y="291"/>
                  </a:cubicBezTo>
                  <a:cubicBezTo>
                    <a:pt x="416" y="292"/>
                    <a:pt x="433" y="294"/>
                    <a:pt x="451" y="294"/>
                  </a:cubicBezTo>
                  <a:cubicBezTo>
                    <a:pt x="460" y="294"/>
                    <a:pt x="469" y="294"/>
                    <a:pt x="478" y="292"/>
                  </a:cubicBezTo>
                  <a:cubicBezTo>
                    <a:pt x="498" y="287"/>
                    <a:pt x="529" y="282"/>
                    <a:pt x="546" y="271"/>
                  </a:cubicBezTo>
                  <a:cubicBezTo>
                    <a:pt x="563" y="261"/>
                    <a:pt x="563" y="241"/>
                    <a:pt x="545" y="232"/>
                  </a:cubicBezTo>
                  <a:cubicBezTo>
                    <a:pt x="528" y="223"/>
                    <a:pt x="506" y="220"/>
                    <a:pt x="486" y="212"/>
                  </a:cubicBezTo>
                  <a:cubicBezTo>
                    <a:pt x="467" y="204"/>
                    <a:pt x="443" y="204"/>
                    <a:pt x="423" y="198"/>
                  </a:cubicBezTo>
                  <a:cubicBezTo>
                    <a:pt x="381" y="187"/>
                    <a:pt x="338" y="173"/>
                    <a:pt x="297" y="157"/>
                  </a:cubicBezTo>
                  <a:cubicBezTo>
                    <a:pt x="259" y="142"/>
                    <a:pt x="222" y="123"/>
                    <a:pt x="188" y="100"/>
                  </a:cubicBezTo>
                  <a:cubicBezTo>
                    <a:pt x="171" y="87"/>
                    <a:pt x="153" y="73"/>
                    <a:pt x="135" y="61"/>
                  </a:cubicBezTo>
                  <a:cubicBezTo>
                    <a:pt x="117" y="49"/>
                    <a:pt x="103" y="35"/>
                    <a:pt x="85" y="30"/>
                  </a:cubicBezTo>
                  <a:cubicBezTo>
                    <a:pt x="76" y="27"/>
                    <a:pt x="67" y="14"/>
                    <a:pt x="59" y="8"/>
                  </a:cubicBezTo>
                  <a:cubicBezTo>
                    <a:pt x="53" y="3"/>
                    <a:pt x="47" y="1"/>
                    <a:pt x="4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80;p10"/>
            <p:cNvSpPr/>
            <p:nvPr/>
          </p:nvSpPr>
          <p:spPr>
            <a:xfrm>
              <a:off x="477360" y="714960"/>
              <a:ext cx="14400" cy="1656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78" h="200">
                  <a:moveTo>
                    <a:pt x="132" y="108"/>
                  </a:moveTo>
                  <a:cubicBezTo>
                    <a:pt x="130" y="109"/>
                    <a:pt x="128" y="109"/>
                    <a:pt x="127" y="109"/>
                  </a:cubicBezTo>
                  <a:cubicBezTo>
                    <a:pt x="130" y="109"/>
                    <a:pt x="131" y="108"/>
                    <a:pt x="132" y="108"/>
                  </a:cubicBezTo>
                  <a:close/>
                  <a:moveTo>
                    <a:pt x="116" y="1"/>
                  </a:moveTo>
                  <a:cubicBezTo>
                    <a:pt x="113" y="1"/>
                    <a:pt x="109" y="1"/>
                    <a:pt x="106" y="2"/>
                  </a:cubicBezTo>
                  <a:cubicBezTo>
                    <a:pt x="86" y="4"/>
                    <a:pt x="70" y="15"/>
                    <a:pt x="55" y="30"/>
                  </a:cubicBezTo>
                  <a:lnTo>
                    <a:pt x="51" y="30"/>
                  </a:lnTo>
                  <a:cubicBezTo>
                    <a:pt x="37" y="33"/>
                    <a:pt x="22" y="40"/>
                    <a:pt x="13" y="53"/>
                  </a:cubicBezTo>
                  <a:cubicBezTo>
                    <a:pt x="7" y="62"/>
                    <a:pt x="2" y="73"/>
                    <a:pt x="2" y="82"/>
                  </a:cubicBezTo>
                  <a:cubicBezTo>
                    <a:pt x="0" y="96"/>
                    <a:pt x="5" y="112"/>
                    <a:pt x="13" y="120"/>
                  </a:cubicBezTo>
                  <a:lnTo>
                    <a:pt x="22" y="130"/>
                  </a:lnTo>
                  <a:cubicBezTo>
                    <a:pt x="22" y="130"/>
                    <a:pt x="24" y="130"/>
                    <a:pt x="24" y="131"/>
                  </a:cubicBezTo>
                  <a:lnTo>
                    <a:pt x="28" y="148"/>
                  </a:lnTo>
                  <a:cubicBezTo>
                    <a:pt x="28" y="149"/>
                    <a:pt x="29" y="152"/>
                    <a:pt x="31" y="153"/>
                  </a:cubicBezTo>
                  <a:cubicBezTo>
                    <a:pt x="33" y="159"/>
                    <a:pt x="38" y="167"/>
                    <a:pt x="42" y="170"/>
                  </a:cubicBezTo>
                  <a:cubicBezTo>
                    <a:pt x="56" y="186"/>
                    <a:pt x="80" y="199"/>
                    <a:pt x="103" y="199"/>
                  </a:cubicBezTo>
                  <a:cubicBezTo>
                    <a:pt x="112" y="199"/>
                    <a:pt x="121" y="197"/>
                    <a:pt x="130" y="193"/>
                  </a:cubicBezTo>
                  <a:cubicBezTo>
                    <a:pt x="154" y="181"/>
                    <a:pt x="171" y="160"/>
                    <a:pt x="175" y="133"/>
                  </a:cubicBezTo>
                  <a:cubicBezTo>
                    <a:pt x="177" y="115"/>
                    <a:pt x="172" y="98"/>
                    <a:pt x="163" y="83"/>
                  </a:cubicBezTo>
                  <a:cubicBezTo>
                    <a:pt x="170" y="72"/>
                    <a:pt x="174" y="59"/>
                    <a:pt x="171" y="47"/>
                  </a:cubicBezTo>
                  <a:cubicBezTo>
                    <a:pt x="168" y="33"/>
                    <a:pt x="160" y="19"/>
                    <a:pt x="149" y="11"/>
                  </a:cubicBezTo>
                  <a:cubicBezTo>
                    <a:pt x="139" y="5"/>
                    <a:pt x="128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81;p10"/>
            <p:cNvSpPr/>
            <p:nvPr/>
          </p:nvSpPr>
          <p:spPr>
            <a:xfrm>
              <a:off x="254520" y="388800"/>
              <a:ext cx="277560" cy="8503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850320"/>
                <a:gd name="textAreaBottom" fmla="*/ 850680 h 850320"/>
              </a:gdLst>
              <a:ahLst/>
              <a:cxnLst/>
              <a:rect l="textAreaLeft" t="textAreaTop" r="textAreaRight" b="textAreaBottom"/>
              <a:pathLst>
                <a:path w="3315" h="10100">
                  <a:moveTo>
                    <a:pt x="2518" y="2559"/>
                  </a:moveTo>
                  <a:cubicBezTo>
                    <a:pt x="2511" y="2600"/>
                    <a:pt x="2511" y="2644"/>
                    <a:pt x="2507" y="2684"/>
                  </a:cubicBezTo>
                  <a:cubicBezTo>
                    <a:pt x="2507" y="2691"/>
                    <a:pt x="2506" y="2697"/>
                    <a:pt x="2506" y="2703"/>
                  </a:cubicBezTo>
                  <a:cubicBezTo>
                    <a:pt x="2505" y="2703"/>
                    <a:pt x="2505" y="2704"/>
                    <a:pt x="2504" y="2704"/>
                  </a:cubicBezTo>
                  <a:cubicBezTo>
                    <a:pt x="2499" y="2700"/>
                    <a:pt x="2496" y="2696"/>
                    <a:pt x="2493" y="2692"/>
                  </a:cubicBezTo>
                  <a:cubicBezTo>
                    <a:pt x="2490" y="2691"/>
                    <a:pt x="2490" y="2689"/>
                    <a:pt x="2489" y="2688"/>
                  </a:cubicBezTo>
                  <a:cubicBezTo>
                    <a:pt x="2493" y="2688"/>
                    <a:pt x="2495" y="2685"/>
                    <a:pt x="2495" y="2682"/>
                  </a:cubicBezTo>
                  <a:cubicBezTo>
                    <a:pt x="2501" y="2641"/>
                    <a:pt x="2511" y="2600"/>
                    <a:pt x="2518" y="2559"/>
                  </a:cubicBezTo>
                  <a:close/>
                  <a:moveTo>
                    <a:pt x="1112" y="0"/>
                  </a:moveTo>
                  <a:cubicBezTo>
                    <a:pt x="1108" y="0"/>
                    <a:pt x="1103" y="2"/>
                    <a:pt x="1101" y="7"/>
                  </a:cubicBezTo>
                  <a:cubicBezTo>
                    <a:pt x="1018" y="206"/>
                    <a:pt x="998" y="429"/>
                    <a:pt x="969" y="641"/>
                  </a:cubicBezTo>
                  <a:cubicBezTo>
                    <a:pt x="942" y="847"/>
                    <a:pt x="913" y="1056"/>
                    <a:pt x="919" y="1263"/>
                  </a:cubicBezTo>
                  <a:cubicBezTo>
                    <a:pt x="909" y="1254"/>
                    <a:pt x="898" y="1247"/>
                    <a:pt x="888" y="1238"/>
                  </a:cubicBezTo>
                  <a:cubicBezTo>
                    <a:pt x="890" y="1234"/>
                    <a:pt x="891" y="1230"/>
                    <a:pt x="891" y="1226"/>
                  </a:cubicBezTo>
                  <a:cubicBezTo>
                    <a:pt x="885" y="1051"/>
                    <a:pt x="852" y="879"/>
                    <a:pt x="826" y="705"/>
                  </a:cubicBezTo>
                  <a:cubicBezTo>
                    <a:pt x="813" y="619"/>
                    <a:pt x="800" y="533"/>
                    <a:pt x="789" y="446"/>
                  </a:cubicBezTo>
                  <a:cubicBezTo>
                    <a:pt x="780" y="359"/>
                    <a:pt x="776" y="272"/>
                    <a:pt x="760" y="187"/>
                  </a:cubicBezTo>
                  <a:cubicBezTo>
                    <a:pt x="754" y="158"/>
                    <a:pt x="729" y="144"/>
                    <a:pt x="704" y="144"/>
                  </a:cubicBezTo>
                  <a:cubicBezTo>
                    <a:pt x="680" y="144"/>
                    <a:pt x="656" y="158"/>
                    <a:pt x="655" y="189"/>
                  </a:cubicBezTo>
                  <a:cubicBezTo>
                    <a:pt x="650" y="281"/>
                    <a:pt x="661" y="375"/>
                    <a:pt x="671" y="467"/>
                  </a:cubicBezTo>
                  <a:cubicBezTo>
                    <a:pt x="679" y="553"/>
                    <a:pt x="689" y="641"/>
                    <a:pt x="704" y="726"/>
                  </a:cubicBezTo>
                  <a:cubicBezTo>
                    <a:pt x="728" y="877"/>
                    <a:pt x="760" y="1034"/>
                    <a:pt x="817" y="1176"/>
                  </a:cubicBezTo>
                  <a:lnTo>
                    <a:pt x="772" y="1139"/>
                  </a:lnTo>
                  <a:cubicBezTo>
                    <a:pt x="710" y="1083"/>
                    <a:pt x="650" y="1025"/>
                    <a:pt x="596" y="961"/>
                  </a:cubicBezTo>
                  <a:cubicBezTo>
                    <a:pt x="544" y="897"/>
                    <a:pt x="497" y="831"/>
                    <a:pt x="458" y="759"/>
                  </a:cubicBezTo>
                  <a:cubicBezTo>
                    <a:pt x="438" y="723"/>
                    <a:pt x="418" y="688"/>
                    <a:pt x="398" y="650"/>
                  </a:cubicBezTo>
                  <a:cubicBezTo>
                    <a:pt x="391" y="634"/>
                    <a:pt x="383" y="612"/>
                    <a:pt x="372" y="600"/>
                  </a:cubicBezTo>
                  <a:cubicBezTo>
                    <a:pt x="363" y="589"/>
                    <a:pt x="348" y="588"/>
                    <a:pt x="338" y="577"/>
                  </a:cubicBezTo>
                  <a:cubicBezTo>
                    <a:pt x="331" y="569"/>
                    <a:pt x="327" y="553"/>
                    <a:pt x="323" y="545"/>
                  </a:cubicBezTo>
                  <a:cubicBezTo>
                    <a:pt x="320" y="540"/>
                    <a:pt x="316" y="538"/>
                    <a:pt x="311" y="538"/>
                  </a:cubicBezTo>
                  <a:cubicBezTo>
                    <a:pt x="304" y="538"/>
                    <a:pt x="297" y="543"/>
                    <a:pt x="299" y="552"/>
                  </a:cubicBezTo>
                  <a:cubicBezTo>
                    <a:pt x="303" y="561"/>
                    <a:pt x="306" y="575"/>
                    <a:pt x="306" y="586"/>
                  </a:cubicBezTo>
                  <a:cubicBezTo>
                    <a:pt x="306" y="604"/>
                    <a:pt x="294" y="616"/>
                    <a:pt x="297" y="634"/>
                  </a:cubicBezTo>
                  <a:cubicBezTo>
                    <a:pt x="298" y="654"/>
                    <a:pt x="310" y="677"/>
                    <a:pt x="317" y="694"/>
                  </a:cubicBezTo>
                  <a:cubicBezTo>
                    <a:pt x="332" y="736"/>
                    <a:pt x="349" y="774"/>
                    <a:pt x="370" y="813"/>
                  </a:cubicBezTo>
                  <a:cubicBezTo>
                    <a:pt x="413" y="890"/>
                    <a:pt x="462" y="963"/>
                    <a:pt x="519" y="1033"/>
                  </a:cubicBezTo>
                  <a:cubicBezTo>
                    <a:pt x="572" y="1095"/>
                    <a:pt x="629" y="1156"/>
                    <a:pt x="694" y="1206"/>
                  </a:cubicBezTo>
                  <a:cubicBezTo>
                    <a:pt x="650" y="1194"/>
                    <a:pt x="605" y="1181"/>
                    <a:pt x="562" y="1165"/>
                  </a:cubicBezTo>
                  <a:cubicBezTo>
                    <a:pt x="497" y="1143"/>
                    <a:pt x="435" y="1120"/>
                    <a:pt x="371" y="1093"/>
                  </a:cubicBezTo>
                  <a:cubicBezTo>
                    <a:pt x="341" y="1079"/>
                    <a:pt x="310" y="1068"/>
                    <a:pt x="281" y="1056"/>
                  </a:cubicBezTo>
                  <a:cubicBezTo>
                    <a:pt x="246" y="1040"/>
                    <a:pt x="211" y="1033"/>
                    <a:pt x="174" y="1018"/>
                  </a:cubicBezTo>
                  <a:cubicBezTo>
                    <a:pt x="172" y="1017"/>
                    <a:pt x="170" y="1017"/>
                    <a:pt x="168" y="1017"/>
                  </a:cubicBezTo>
                  <a:cubicBezTo>
                    <a:pt x="151" y="1017"/>
                    <a:pt x="141" y="1041"/>
                    <a:pt x="157" y="1051"/>
                  </a:cubicBezTo>
                  <a:cubicBezTo>
                    <a:pt x="187" y="1074"/>
                    <a:pt x="213" y="1098"/>
                    <a:pt x="246" y="1118"/>
                  </a:cubicBezTo>
                  <a:cubicBezTo>
                    <a:pt x="278" y="1137"/>
                    <a:pt x="309" y="1154"/>
                    <a:pt x="342" y="1170"/>
                  </a:cubicBezTo>
                  <a:cubicBezTo>
                    <a:pt x="407" y="1198"/>
                    <a:pt x="471" y="1226"/>
                    <a:pt x="539" y="1247"/>
                  </a:cubicBezTo>
                  <a:cubicBezTo>
                    <a:pt x="641" y="1277"/>
                    <a:pt x="753" y="1305"/>
                    <a:pt x="863" y="1310"/>
                  </a:cubicBezTo>
                  <a:cubicBezTo>
                    <a:pt x="886" y="1321"/>
                    <a:pt x="910" y="1332"/>
                    <a:pt x="934" y="1336"/>
                  </a:cubicBezTo>
                  <a:cubicBezTo>
                    <a:pt x="936" y="1336"/>
                    <a:pt x="938" y="1335"/>
                    <a:pt x="940" y="1335"/>
                  </a:cubicBezTo>
                  <a:cubicBezTo>
                    <a:pt x="938" y="1336"/>
                    <a:pt x="938" y="1337"/>
                    <a:pt x="936" y="1338"/>
                  </a:cubicBezTo>
                  <a:cubicBezTo>
                    <a:pt x="931" y="1351"/>
                    <a:pt x="942" y="1361"/>
                    <a:pt x="952" y="1361"/>
                  </a:cubicBezTo>
                  <a:cubicBezTo>
                    <a:pt x="957" y="1361"/>
                    <a:pt x="962" y="1359"/>
                    <a:pt x="965" y="1354"/>
                  </a:cubicBezTo>
                  <a:cubicBezTo>
                    <a:pt x="990" y="1326"/>
                    <a:pt x="1013" y="1297"/>
                    <a:pt x="1036" y="1266"/>
                  </a:cubicBezTo>
                  <a:lnTo>
                    <a:pt x="1036" y="1266"/>
                  </a:lnTo>
                  <a:cubicBezTo>
                    <a:pt x="1024" y="1352"/>
                    <a:pt x="1017" y="1437"/>
                    <a:pt x="1009" y="1523"/>
                  </a:cubicBezTo>
                  <a:cubicBezTo>
                    <a:pt x="997" y="1665"/>
                    <a:pt x="985" y="1808"/>
                    <a:pt x="975" y="1950"/>
                  </a:cubicBezTo>
                  <a:cubicBezTo>
                    <a:pt x="953" y="2246"/>
                    <a:pt x="934" y="2544"/>
                    <a:pt x="920" y="2841"/>
                  </a:cubicBezTo>
                  <a:cubicBezTo>
                    <a:pt x="893" y="3433"/>
                    <a:pt x="880" y="4023"/>
                    <a:pt x="888" y="4615"/>
                  </a:cubicBezTo>
                  <a:cubicBezTo>
                    <a:pt x="903" y="5784"/>
                    <a:pt x="980" y="6953"/>
                    <a:pt x="1119" y="8114"/>
                  </a:cubicBezTo>
                  <a:cubicBezTo>
                    <a:pt x="1159" y="8445"/>
                    <a:pt x="1204" y="8776"/>
                    <a:pt x="1254" y="9106"/>
                  </a:cubicBezTo>
                  <a:cubicBezTo>
                    <a:pt x="1278" y="9270"/>
                    <a:pt x="1304" y="9431"/>
                    <a:pt x="1332" y="9594"/>
                  </a:cubicBezTo>
                  <a:cubicBezTo>
                    <a:pt x="1349" y="9704"/>
                    <a:pt x="1366" y="9815"/>
                    <a:pt x="1390" y="9923"/>
                  </a:cubicBezTo>
                  <a:cubicBezTo>
                    <a:pt x="1190" y="9523"/>
                    <a:pt x="954" y="9139"/>
                    <a:pt x="731" y="8751"/>
                  </a:cubicBezTo>
                  <a:cubicBezTo>
                    <a:pt x="616" y="8552"/>
                    <a:pt x="503" y="8352"/>
                    <a:pt x="391" y="8150"/>
                  </a:cubicBezTo>
                  <a:cubicBezTo>
                    <a:pt x="282" y="7954"/>
                    <a:pt x="183" y="7749"/>
                    <a:pt x="45" y="7573"/>
                  </a:cubicBezTo>
                  <a:cubicBezTo>
                    <a:pt x="39" y="7567"/>
                    <a:pt x="33" y="7564"/>
                    <a:pt x="27" y="7564"/>
                  </a:cubicBezTo>
                  <a:cubicBezTo>
                    <a:pt x="13" y="7564"/>
                    <a:pt x="1" y="7580"/>
                    <a:pt x="6" y="7596"/>
                  </a:cubicBezTo>
                  <a:cubicBezTo>
                    <a:pt x="73" y="7815"/>
                    <a:pt x="195" y="8017"/>
                    <a:pt x="304" y="8217"/>
                  </a:cubicBezTo>
                  <a:cubicBezTo>
                    <a:pt x="424" y="8424"/>
                    <a:pt x="535" y="8626"/>
                    <a:pt x="649" y="8826"/>
                  </a:cubicBezTo>
                  <a:cubicBezTo>
                    <a:pt x="873" y="9222"/>
                    <a:pt x="1101" y="9617"/>
                    <a:pt x="1379" y="9978"/>
                  </a:cubicBezTo>
                  <a:cubicBezTo>
                    <a:pt x="1383" y="9983"/>
                    <a:pt x="1388" y="9985"/>
                    <a:pt x="1393" y="9985"/>
                  </a:cubicBezTo>
                  <a:cubicBezTo>
                    <a:pt x="1399" y="9985"/>
                    <a:pt x="1405" y="9983"/>
                    <a:pt x="1409" y="9978"/>
                  </a:cubicBezTo>
                  <a:cubicBezTo>
                    <a:pt x="1417" y="10012"/>
                    <a:pt x="1425" y="10046"/>
                    <a:pt x="1436" y="10079"/>
                  </a:cubicBezTo>
                  <a:cubicBezTo>
                    <a:pt x="1441" y="10094"/>
                    <a:pt x="1451" y="10099"/>
                    <a:pt x="1462" y="10099"/>
                  </a:cubicBezTo>
                  <a:cubicBezTo>
                    <a:pt x="1481" y="10099"/>
                    <a:pt x="1501" y="10082"/>
                    <a:pt x="1500" y="10061"/>
                  </a:cubicBezTo>
                  <a:cubicBezTo>
                    <a:pt x="1491" y="9914"/>
                    <a:pt x="1458" y="9770"/>
                    <a:pt x="1434" y="9626"/>
                  </a:cubicBezTo>
                  <a:cubicBezTo>
                    <a:pt x="1409" y="9481"/>
                    <a:pt x="1386" y="9336"/>
                    <a:pt x="1364" y="9190"/>
                  </a:cubicBezTo>
                  <a:cubicBezTo>
                    <a:pt x="1319" y="8901"/>
                    <a:pt x="1278" y="8610"/>
                    <a:pt x="1242" y="8319"/>
                  </a:cubicBezTo>
                  <a:cubicBezTo>
                    <a:pt x="1184" y="7859"/>
                    <a:pt x="1135" y="7398"/>
                    <a:pt x="1096" y="6936"/>
                  </a:cubicBezTo>
                  <a:cubicBezTo>
                    <a:pt x="1123" y="6828"/>
                    <a:pt x="1138" y="6716"/>
                    <a:pt x="1160" y="6607"/>
                  </a:cubicBezTo>
                  <a:cubicBezTo>
                    <a:pt x="1189" y="6459"/>
                    <a:pt x="1220" y="6310"/>
                    <a:pt x="1253" y="6162"/>
                  </a:cubicBezTo>
                  <a:cubicBezTo>
                    <a:pt x="1320" y="5866"/>
                    <a:pt x="1401" y="5571"/>
                    <a:pt x="1489" y="5280"/>
                  </a:cubicBezTo>
                  <a:cubicBezTo>
                    <a:pt x="1523" y="5257"/>
                    <a:pt x="1539" y="5218"/>
                    <a:pt x="1563" y="5178"/>
                  </a:cubicBezTo>
                  <a:cubicBezTo>
                    <a:pt x="1600" y="5120"/>
                    <a:pt x="1637" y="5064"/>
                    <a:pt x="1676" y="5008"/>
                  </a:cubicBezTo>
                  <a:cubicBezTo>
                    <a:pt x="1759" y="4888"/>
                    <a:pt x="1849" y="4773"/>
                    <a:pt x="1947" y="4664"/>
                  </a:cubicBezTo>
                  <a:cubicBezTo>
                    <a:pt x="2142" y="4446"/>
                    <a:pt x="2370" y="4263"/>
                    <a:pt x="2583" y="4066"/>
                  </a:cubicBezTo>
                  <a:cubicBezTo>
                    <a:pt x="2592" y="4056"/>
                    <a:pt x="2585" y="4040"/>
                    <a:pt x="2574" y="4040"/>
                  </a:cubicBezTo>
                  <a:cubicBezTo>
                    <a:pt x="2572" y="4040"/>
                    <a:pt x="2570" y="4040"/>
                    <a:pt x="2567" y="4042"/>
                  </a:cubicBezTo>
                  <a:cubicBezTo>
                    <a:pt x="2299" y="4169"/>
                    <a:pt x="2080" y="4374"/>
                    <a:pt x="1882" y="4593"/>
                  </a:cubicBezTo>
                  <a:cubicBezTo>
                    <a:pt x="1782" y="4704"/>
                    <a:pt x="1689" y="4821"/>
                    <a:pt x="1604" y="4943"/>
                  </a:cubicBezTo>
                  <a:lnTo>
                    <a:pt x="1588" y="4967"/>
                  </a:lnTo>
                  <a:cubicBezTo>
                    <a:pt x="1749" y="4484"/>
                    <a:pt x="1941" y="4012"/>
                    <a:pt x="2165" y="3554"/>
                  </a:cubicBezTo>
                  <a:cubicBezTo>
                    <a:pt x="2283" y="3311"/>
                    <a:pt x="2420" y="3078"/>
                    <a:pt x="2541" y="2837"/>
                  </a:cubicBezTo>
                  <a:cubicBezTo>
                    <a:pt x="2554" y="2837"/>
                    <a:pt x="2567" y="2830"/>
                    <a:pt x="2574" y="2817"/>
                  </a:cubicBezTo>
                  <a:cubicBezTo>
                    <a:pt x="2574" y="2815"/>
                    <a:pt x="2574" y="2815"/>
                    <a:pt x="2576" y="2814"/>
                  </a:cubicBezTo>
                  <a:cubicBezTo>
                    <a:pt x="2672" y="2859"/>
                    <a:pt x="2777" y="2886"/>
                    <a:pt x="2881" y="2906"/>
                  </a:cubicBezTo>
                  <a:cubicBezTo>
                    <a:pt x="2935" y="2915"/>
                    <a:pt x="2990" y="2920"/>
                    <a:pt x="3045" y="2920"/>
                  </a:cubicBezTo>
                  <a:cubicBezTo>
                    <a:pt x="3056" y="2920"/>
                    <a:pt x="3067" y="2920"/>
                    <a:pt x="3078" y="2919"/>
                  </a:cubicBezTo>
                  <a:cubicBezTo>
                    <a:pt x="3142" y="2918"/>
                    <a:pt x="3211" y="2917"/>
                    <a:pt x="3269" y="2891"/>
                  </a:cubicBezTo>
                  <a:cubicBezTo>
                    <a:pt x="3287" y="2883"/>
                    <a:pt x="3290" y="2851"/>
                    <a:pt x="3268" y="2846"/>
                  </a:cubicBezTo>
                  <a:cubicBezTo>
                    <a:pt x="3212" y="2831"/>
                    <a:pt x="3151" y="2834"/>
                    <a:pt x="3093" y="2829"/>
                  </a:cubicBezTo>
                  <a:cubicBezTo>
                    <a:pt x="3031" y="2825"/>
                    <a:pt x="2967" y="2814"/>
                    <a:pt x="2905" y="2804"/>
                  </a:cubicBezTo>
                  <a:cubicBezTo>
                    <a:pt x="2867" y="2798"/>
                    <a:pt x="2831" y="2790"/>
                    <a:pt x="2795" y="2780"/>
                  </a:cubicBezTo>
                  <a:cubicBezTo>
                    <a:pt x="2853" y="2762"/>
                    <a:pt x="2911" y="2741"/>
                    <a:pt x="2967" y="2714"/>
                  </a:cubicBezTo>
                  <a:cubicBezTo>
                    <a:pt x="3027" y="2685"/>
                    <a:pt x="3088" y="2653"/>
                    <a:pt x="3143" y="2616"/>
                  </a:cubicBezTo>
                  <a:cubicBezTo>
                    <a:pt x="3169" y="2599"/>
                    <a:pt x="3195" y="2582"/>
                    <a:pt x="3218" y="2561"/>
                  </a:cubicBezTo>
                  <a:cubicBezTo>
                    <a:pt x="3239" y="2544"/>
                    <a:pt x="3262" y="2526"/>
                    <a:pt x="3269" y="2501"/>
                  </a:cubicBezTo>
                  <a:cubicBezTo>
                    <a:pt x="3276" y="2494"/>
                    <a:pt x="3283" y="2489"/>
                    <a:pt x="3290" y="2482"/>
                  </a:cubicBezTo>
                  <a:cubicBezTo>
                    <a:pt x="3314" y="2459"/>
                    <a:pt x="3298" y="2413"/>
                    <a:pt x="3267" y="2413"/>
                  </a:cubicBezTo>
                  <a:cubicBezTo>
                    <a:pt x="3262" y="2413"/>
                    <a:pt x="3256" y="2414"/>
                    <a:pt x="3250" y="2417"/>
                  </a:cubicBezTo>
                  <a:cubicBezTo>
                    <a:pt x="3239" y="2423"/>
                    <a:pt x="3228" y="2428"/>
                    <a:pt x="3218" y="2434"/>
                  </a:cubicBezTo>
                  <a:cubicBezTo>
                    <a:pt x="3218" y="2434"/>
                    <a:pt x="3217" y="2434"/>
                    <a:pt x="3216" y="2434"/>
                  </a:cubicBezTo>
                  <a:cubicBezTo>
                    <a:pt x="3170" y="2434"/>
                    <a:pt x="3117" y="2471"/>
                    <a:pt x="3078" y="2490"/>
                  </a:cubicBezTo>
                  <a:cubicBezTo>
                    <a:pt x="3020" y="2517"/>
                    <a:pt x="2961" y="2548"/>
                    <a:pt x="2902" y="2572"/>
                  </a:cubicBezTo>
                  <a:cubicBezTo>
                    <a:pt x="2845" y="2597"/>
                    <a:pt x="2787" y="2622"/>
                    <a:pt x="2729" y="2642"/>
                  </a:cubicBezTo>
                  <a:cubicBezTo>
                    <a:pt x="2719" y="2645"/>
                    <a:pt x="2710" y="2649"/>
                    <a:pt x="2701" y="2653"/>
                  </a:cubicBezTo>
                  <a:cubicBezTo>
                    <a:pt x="2748" y="2608"/>
                    <a:pt x="2797" y="2562"/>
                    <a:pt x="2842" y="2515"/>
                  </a:cubicBezTo>
                  <a:cubicBezTo>
                    <a:pt x="2896" y="2457"/>
                    <a:pt x="2948" y="2397"/>
                    <a:pt x="3001" y="2337"/>
                  </a:cubicBezTo>
                  <a:cubicBezTo>
                    <a:pt x="3027" y="2308"/>
                    <a:pt x="3054" y="2279"/>
                    <a:pt x="3077" y="2247"/>
                  </a:cubicBezTo>
                  <a:cubicBezTo>
                    <a:pt x="3088" y="2232"/>
                    <a:pt x="3104" y="2216"/>
                    <a:pt x="3114" y="2200"/>
                  </a:cubicBezTo>
                  <a:cubicBezTo>
                    <a:pt x="3125" y="2181"/>
                    <a:pt x="3135" y="2164"/>
                    <a:pt x="3149" y="2145"/>
                  </a:cubicBezTo>
                  <a:cubicBezTo>
                    <a:pt x="3158" y="2135"/>
                    <a:pt x="3148" y="2122"/>
                    <a:pt x="3137" y="2122"/>
                  </a:cubicBezTo>
                  <a:cubicBezTo>
                    <a:pt x="3134" y="2122"/>
                    <a:pt x="3130" y="2123"/>
                    <a:pt x="3127" y="2125"/>
                  </a:cubicBezTo>
                  <a:cubicBezTo>
                    <a:pt x="3111" y="2138"/>
                    <a:pt x="3092" y="2147"/>
                    <a:pt x="3076" y="2159"/>
                  </a:cubicBezTo>
                  <a:cubicBezTo>
                    <a:pt x="3060" y="2169"/>
                    <a:pt x="3045" y="2182"/>
                    <a:pt x="3032" y="2193"/>
                  </a:cubicBezTo>
                  <a:cubicBezTo>
                    <a:pt x="3000" y="2219"/>
                    <a:pt x="2970" y="2243"/>
                    <a:pt x="2941" y="2269"/>
                  </a:cubicBezTo>
                  <a:cubicBezTo>
                    <a:pt x="2880" y="2324"/>
                    <a:pt x="2819" y="2376"/>
                    <a:pt x="2758" y="2433"/>
                  </a:cubicBezTo>
                  <a:cubicBezTo>
                    <a:pt x="2724" y="2466"/>
                    <a:pt x="2690" y="2500"/>
                    <a:pt x="2657" y="2534"/>
                  </a:cubicBezTo>
                  <a:cubicBezTo>
                    <a:pt x="2675" y="2473"/>
                    <a:pt x="2692" y="2413"/>
                    <a:pt x="2712" y="2353"/>
                  </a:cubicBezTo>
                  <a:cubicBezTo>
                    <a:pt x="2759" y="2202"/>
                    <a:pt x="2837" y="2056"/>
                    <a:pt x="2875" y="1902"/>
                  </a:cubicBezTo>
                  <a:cubicBezTo>
                    <a:pt x="2879" y="1883"/>
                    <a:pt x="2860" y="1869"/>
                    <a:pt x="2843" y="1869"/>
                  </a:cubicBezTo>
                  <a:cubicBezTo>
                    <a:pt x="2837" y="1869"/>
                    <a:pt x="2830" y="1871"/>
                    <a:pt x="2825" y="1876"/>
                  </a:cubicBezTo>
                  <a:cubicBezTo>
                    <a:pt x="2704" y="1986"/>
                    <a:pt x="2633" y="2159"/>
                    <a:pt x="2580" y="2310"/>
                  </a:cubicBezTo>
                  <a:cubicBezTo>
                    <a:pt x="2553" y="2384"/>
                    <a:pt x="2535" y="2459"/>
                    <a:pt x="2521" y="2536"/>
                  </a:cubicBezTo>
                  <a:lnTo>
                    <a:pt x="2521" y="2536"/>
                  </a:lnTo>
                  <a:cubicBezTo>
                    <a:pt x="2524" y="2514"/>
                    <a:pt x="2527" y="2493"/>
                    <a:pt x="2528" y="2471"/>
                  </a:cubicBezTo>
                  <a:cubicBezTo>
                    <a:pt x="2532" y="2395"/>
                    <a:pt x="2532" y="2321"/>
                    <a:pt x="2531" y="2247"/>
                  </a:cubicBezTo>
                  <a:cubicBezTo>
                    <a:pt x="2529" y="2111"/>
                    <a:pt x="2543" y="1953"/>
                    <a:pt x="2476" y="1831"/>
                  </a:cubicBezTo>
                  <a:cubicBezTo>
                    <a:pt x="2474" y="1829"/>
                    <a:pt x="2472" y="1828"/>
                    <a:pt x="2470" y="1828"/>
                  </a:cubicBezTo>
                  <a:cubicBezTo>
                    <a:pt x="2468" y="1828"/>
                    <a:pt x="2466" y="1829"/>
                    <a:pt x="2465" y="1831"/>
                  </a:cubicBezTo>
                  <a:cubicBezTo>
                    <a:pt x="2397" y="1955"/>
                    <a:pt x="2412" y="2114"/>
                    <a:pt x="2410" y="2252"/>
                  </a:cubicBezTo>
                  <a:cubicBezTo>
                    <a:pt x="2408" y="2324"/>
                    <a:pt x="2408" y="2394"/>
                    <a:pt x="2412" y="2467"/>
                  </a:cubicBezTo>
                  <a:cubicBezTo>
                    <a:pt x="2415" y="2515"/>
                    <a:pt x="2424" y="2562"/>
                    <a:pt x="2433" y="2611"/>
                  </a:cubicBezTo>
                  <a:lnTo>
                    <a:pt x="2424" y="2599"/>
                  </a:lnTo>
                  <a:cubicBezTo>
                    <a:pt x="2378" y="2533"/>
                    <a:pt x="2334" y="2461"/>
                    <a:pt x="2296" y="2390"/>
                  </a:cubicBezTo>
                  <a:cubicBezTo>
                    <a:pt x="2259" y="2320"/>
                    <a:pt x="2226" y="2247"/>
                    <a:pt x="2198" y="2172"/>
                  </a:cubicBezTo>
                  <a:cubicBezTo>
                    <a:pt x="2171" y="2096"/>
                    <a:pt x="2149" y="2019"/>
                    <a:pt x="2115" y="1946"/>
                  </a:cubicBezTo>
                  <a:cubicBezTo>
                    <a:pt x="2109" y="1936"/>
                    <a:pt x="2098" y="1930"/>
                    <a:pt x="2087" y="1930"/>
                  </a:cubicBezTo>
                  <a:cubicBezTo>
                    <a:pt x="2074" y="1930"/>
                    <a:pt x="2061" y="1939"/>
                    <a:pt x="2060" y="1955"/>
                  </a:cubicBezTo>
                  <a:cubicBezTo>
                    <a:pt x="2046" y="2120"/>
                    <a:pt x="2121" y="2291"/>
                    <a:pt x="2196" y="2435"/>
                  </a:cubicBezTo>
                  <a:cubicBezTo>
                    <a:pt x="2234" y="2511"/>
                    <a:pt x="2280" y="2581"/>
                    <a:pt x="2333" y="2647"/>
                  </a:cubicBezTo>
                  <a:cubicBezTo>
                    <a:pt x="2359" y="2680"/>
                    <a:pt x="2389" y="2705"/>
                    <a:pt x="2418" y="2735"/>
                  </a:cubicBezTo>
                  <a:cubicBezTo>
                    <a:pt x="2430" y="2747"/>
                    <a:pt x="2444" y="2760"/>
                    <a:pt x="2457" y="2773"/>
                  </a:cubicBezTo>
                  <a:lnTo>
                    <a:pt x="2445" y="2793"/>
                  </a:lnTo>
                  <a:cubicBezTo>
                    <a:pt x="2441" y="2801"/>
                    <a:pt x="2443" y="2808"/>
                    <a:pt x="2448" y="2815"/>
                  </a:cubicBezTo>
                  <a:cubicBezTo>
                    <a:pt x="2327" y="3005"/>
                    <a:pt x="2226" y="3208"/>
                    <a:pt x="2126" y="3408"/>
                  </a:cubicBezTo>
                  <a:cubicBezTo>
                    <a:pt x="1986" y="3686"/>
                    <a:pt x="1859" y="3970"/>
                    <a:pt x="1744" y="4257"/>
                  </a:cubicBezTo>
                  <a:cubicBezTo>
                    <a:pt x="1513" y="4829"/>
                    <a:pt x="1327" y="5420"/>
                    <a:pt x="1195" y="6022"/>
                  </a:cubicBezTo>
                  <a:cubicBezTo>
                    <a:pt x="1157" y="6190"/>
                    <a:pt x="1124" y="6357"/>
                    <a:pt x="1095" y="6526"/>
                  </a:cubicBezTo>
                  <a:cubicBezTo>
                    <a:pt x="1086" y="6568"/>
                    <a:pt x="1079" y="6612"/>
                    <a:pt x="1072" y="6657"/>
                  </a:cubicBezTo>
                  <a:cubicBezTo>
                    <a:pt x="1069" y="6631"/>
                    <a:pt x="1067" y="6604"/>
                    <a:pt x="1064" y="6578"/>
                  </a:cubicBezTo>
                  <a:cubicBezTo>
                    <a:pt x="979" y="5406"/>
                    <a:pt x="959" y="4229"/>
                    <a:pt x="995" y="3055"/>
                  </a:cubicBezTo>
                  <a:cubicBezTo>
                    <a:pt x="1003" y="2726"/>
                    <a:pt x="1019" y="2398"/>
                    <a:pt x="1039" y="2068"/>
                  </a:cubicBezTo>
                  <a:cubicBezTo>
                    <a:pt x="1047" y="1909"/>
                    <a:pt x="1058" y="1749"/>
                    <a:pt x="1072" y="1589"/>
                  </a:cubicBezTo>
                  <a:cubicBezTo>
                    <a:pt x="1075" y="1527"/>
                    <a:pt x="1082" y="1464"/>
                    <a:pt x="1086" y="1402"/>
                  </a:cubicBezTo>
                  <a:cubicBezTo>
                    <a:pt x="1093" y="1403"/>
                    <a:pt x="1100" y="1403"/>
                    <a:pt x="1108" y="1403"/>
                  </a:cubicBezTo>
                  <a:cubicBezTo>
                    <a:pt x="1136" y="1403"/>
                    <a:pt x="1164" y="1396"/>
                    <a:pt x="1190" y="1393"/>
                  </a:cubicBezTo>
                  <a:cubicBezTo>
                    <a:pt x="1234" y="1387"/>
                    <a:pt x="1275" y="1381"/>
                    <a:pt x="1316" y="1368"/>
                  </a:cubicBezTo>
                  <a:cubicBezTo>
                    <a:pt x="1404" y="1341"/>
                    <a:pt x="1489" y="1307"/>
                    <a:pt x="1571" y="1265"/>
                  </a:cubicBezTo>
                  <a:cubicBezTo>
                    <a:pt x="1734" y="1184"/>
                    <a:pt x="1871" y="1072"/>
                    <a:pt x="1999" y="943"/>
                  </a:cubicBezTo>
                  <a:cubicBezTo>
                    <a:pt x="2019" y="922"/>
                    <a:pt x="2004" y="892"/>
                    <a:pt x="1981" y="892"/>
                  </a:cubicBezTo>
                  <a:cubicBezTo>
                    <a:pt x="1976" y="892"/>
                    <a:pt x="1970" y="894"/>
                    <a:pt x="1963" y="899"/>
                  </a:cubicBezTo>
                  <a:cubicBezTo>
                    <a:pt x="1827" y="1001"/>
                    <a:pt x="1676" y="1082"/>
                    <a:pt x="1520" y="1151"/>
                  </a:cubicBezTo>
                  <a:cubicBezTo>
                    <a:pt x="1445" y="1186"/>
                    <a:pt x="1365" y="1216"/>
                    <a:pt x="1287" y="1242"/>
                  </a:cubicBezTo>
                  <a:cubicBezTo>
                    <a:pt x="1248" y="1254"/>
                    <a:pt x="1210" y="1266"/>
                    <a:pt x="1173" y="1282"/>
                  </a:cubicBezTo>
                  <a:cubicBezTo>
                    <a:pt x="1148" y="1293"/>
                    <a:pt x="1118" y="1298"/>
                    <a:pt x="1091" y="1308"/>
                  </a:cubicBezTo>
                  <a:cubicBezTo>
                    <a:pt x="1091" y="1296"/>
                    <a:pt x="1093" y="1282"/>
                    <a:pt x="1093" y="1270"/>
                  </a:cubicBezTo>
                  <a:lnTo>
                    <a:pt x="1097" y="1270"/>
                  </a:lnTo>
                  <a:cubicBezTo>
                    <a:pt x="1140" y="1254"/>
                    <a:pt x="1179" y="1245"/>
                    <a:pt x="1220" y="1223"/>
                  </a:cubicBezTo>
                  <a:cubicBezTo>
                    <a:pt x="1260" y="1199"/>
                    <a:pt x="1300" y="1178"/>
                    <a:pt x="1338" y="1150"/>
                  </a:cubicBezTo>
                  <a:cubicBezTo>
                    <a:pt x="1415" y="1094"/>
                    <a:pt x="1487" y="1034"/>
                    <a:pt x="1555" y="967"/>
                  </a:cubicBezTo>
                  <a:cubicBezTo>
                    <a:pt x="1621" y="899"/>
                    <a:pt x="1679" y="827"/>
                    <a:pt x="1734" y="753"/>
                  </a:cubicBezTo>
                  <a:cubicBezTo>
                    <a:pt x="1791" y="673"/>
                    <a:pt x="1830" y="590"/>
                    <a:pt x="1869" y="502"/>
                  </a:cubicBezTo>
                  <a:cubicBezTo>
                    <a:pt x="1873" y="492"/>
                    <a:pt x="1864" y="483"/>
                    <a:pt x="1855" y="483"/>
                  </a:cubicBezTo>
                  <a:cubicBezTo>
                    <a:pt x="1851" y="483"/>
                    <a:pt x="1847" y="485"/>
                    <a:pt x="1844" y="489"/>
                  </a:cubicBezTo>
                  <a:cubicBezTo>
                    <a:pt x="1785" y="557"/>
                    <a:pt x="1721" y="622"/>
                    <a:pt x="1659" y="689"/>
                  </a:cubicBezTo>
                  <a:cubicBezTo>
                    <a:pt x="1599" y="756"/>
                    <a:pt x="1534" y="820"/>
                    <a:pt x="1468" y="880"/>
                  </a:cubicBezTo>
                  <a:cubicBezTo>
                    <a:pt x="1403" y="940"/>
                    <a:pt x="1336" y="997"/>
                    <a:pt x="1267" y="1052"/>
                  </a:cubicBezTo>
                  <a:cubicBezTo>
                    <a:pt x="1231" y="1082"/>
                    <a:pt x="1198" y="1112"/>
                    <a:pt x="1160" y="1140"/>
                  </a:cubicBezTo>
                  <a:cubicBezTo>
                    <a:pt x="1137" y="1159"/>
                    <a:pt x="1118" y="1179"/>
                    <a:pt x="1097" y="1199"/>
                  </a:cubicBezTo>
                  <a:cubicBezTo>
                    <a:pt x="1122" y="1165"/>
                    <a:pt x="1146" y="1131"/>
                    <a:pt x="1168" y="1094"/>
                  </a:cubicBezTo>
                  <a:cubicBezTo>
                    <a:pt x="1225" y="1000"/>
                    <a:pt x="1278" y="904"/>
                    <a:pt x="1324" y="804"/>
                  </a:cubicBezTo>
                  <a:cubicBezTo>
                    <a:pt x="1370" y="703"/>
                    <a:pt x="1414" y="600"/>
                    <a:pt x="1447" y="492"/>
                  </a:cubicBezTo>
                  <a:cubicBezTo>
                    <a:pt x="1464" y="442"/>
                    <a:pt x="1480" y="392"/>
                    <a:pt x="1492" y="341"/>
                  </a:cubicBezTo>
                  <a:cubicBezTo>
                    <a:pt x="1498" y="315"/>
                    <a:pt x="1507" y="286"/>
                    <a:pt x="1511" y="259"/>
                  </a:cubicBezTo>
                  <a:cubicBezTo>
                    <a:pt x="1512" y="239"/>
                    <a:pt x="1506" y="220"/>
                    <a:pt x="1511" y="198"/>
                  </a:cubicBezTo>
                  <a:cubicBezTo>
                    <a:pt x="1512" y="188"/>
                    <a:pt x="1504" y="183"/>
                    <a:pt x="1496" y="183"/>
                  </a:cubicBezTo>
                  <a:cubicBezTo>
                    <a:pt x="1491" y="183"/>
                    <a:pt x="1486" y="185"/>
                    <a:pt x="1483" y="190"/>
                  </a:cubicBezTo>
                  <a:cubicBezTo>
                    <a:pt x="1473" y="211"/>
                    <a:pt x="1457" y="225"/>
                    <a:pt x="1446" y="243"/>
                  </a:cubicBezTo>
                  <a:cubicBezTo>
                    <a:pt x="1432" y="266"/>
                    <a:pt x="1421" y="295"/>
                    <a:pt x="1410" y="319"/>
                  </a:cubicBezTo>
                  <a:cubicBezTo>
                    <a:pt x="1387" y="369"/>
                    <a:pt x="1366" y="421"/>
                    <a:pt x="1343" y="472"/>
                  </a:cubicBezTo>
                  <a:cubicBezTo>
                    <a:pt x="1300" y="568"/>
                    <a:pt x="1259" y="665"/>
                    <a:pt x="1214" y="759"/>
                  </a:cubicBezTo>
                  <a:cubicBezTo>
                    <a:pt x="1170" y="854"/>
                    <a:pt x="1124" y="948"/>
                    <a:pt x="1078" y="1041"/>
                  </a:cubicBezTo>
                  <a:cubicBezTo>
                    <a:pt x="1036" y="1122"/>
                    <a:pt x="1002" y="1204"/>
                    <a:pt x="964" y="1286"/>
                  </a:cubicBezTo>
                  <a:cubicBezTo>
                    <a:pt x="1029" y="1083"/>
                    <a:pt x="1056" y="866"/>
                    <a:pt x="1084" y="655"/>
                  </a:cubicBezTo>
                  <a:cubicBezTo>
                    <a:pt x="1111" y="442"/>
                    <a:pt x="1151" y="223"/>
                    <a:pt x="1122" y="9"/>
                  </a:cubicBezTo>
                  <a:cubicBezTo>
                    <a:pt x="1121" y="3"/>
                    <a:pt x="1117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82;p10"/>
            <p:cNvSpPr/>
            <p:nvPr/>
          </p:nvSpPr>
          <p:spPr>
            <a:xfrm>
              <a:off x="242280" y="10137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1" y="1"/>
                  </a:moveTo>
                  <a:cubicBezTo>
                    <a:pt x="10" y="1"/>
                    <a:pt x="10" y="1"/>
                    <a:pt x="10" y="1"/>
                  </a:cubicBezTo>
                  <a:lnTo>
                    <a:pt x="10" y="1"/>
                  </a:lnTo>
                  <a:cubicBezTo>
                    <a:pt x="10" y="1"/>
                    <a:pt x="10" y="1"/>
                    <a:pt x="11" y="1"/>
                  </a:cubicBezTo>
                  <a:close/>
                  <a:moveTo>
                    <a:pt x="10" y="1"/>
                  </a:moveTo>
                  <a:cubicBezTo>
                    <a:pt x="6" y="1"/>
                    <a:pt x="4" y="3"/>
                    <a:pt x="1" y="4"/>
                  </a:cubicBezTo>
                  <a:cubicBezTo>
                    <a:pt x="4" y="4"/>
                    <a:pt x="5" y="3"/>
                    <a:pt x="6" y="3"/>
                  </a:cubicBezTo>
                  <a:cubicBezTo>
                    <a:pt x="8" y="1"/>
                    <a:pt x="9" y="1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83;p10"/>
            <p:cNvSpPr/>
            <p:nvPr/>
          </p:nvSpPr>
          <p:spPr>
            <a:xfrm>
              <a:off x="228960" y="995040"/>
              <a:ext cx="18720" cy="19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29" h="230">
                  <a:moveTo>
                    <a:pt x="147" y="25"/>
                  </a:moveTo>
                  <a:cubicBezTo>
                    <a:pt x="152" y="28"/>
                    <a:pt x="156" y="31"/>
                    <a:pt x="160" y="34"/>
                  </a:cubicBezTo>
                  <a:lnTo>
                    <a:pt x="160" y="34"/>
                  </a:lnTo>
                  <a:cubicBezTo>
                    <a:pt x="158" y="32"/>
                    <a:pt x="155" y="31"/>
                    <a:pt x="153" y="29"/>
                  </a:cubicBezTo>
                  <a:cubicBezTo>
                    <a:pt x="151" y="28"/>
                    <a:pt x="149" y="27"/>
                    <a:pt x="147" y="25"/>
                  </a:cubicBezTo>
                  <a:close/>
                  <a:moveTo>
                    <a:pt x="98" y="1"/>
                  </a:moveTo>
                  <a:cubicBezTo>
                    <a:pt x="96" y="1"/>
                    <a:pt x="93" y="1"/>
                    <a:pt x="91" y="1"/>
                  </a:cubicBezTo>
                  <a:cubicBezTo>
                    <a:pt x="54" y="3"/>
                    <a:pt x="27" y="33"/>
                    <a:pt x="11" y="62"/>
                  </a:cubicBezTo>
                  <a:cubicBezTo>
                    <a:pt x="4" y="79"/>
                    <a:pt x="0" y="100"/>
                    <a:pt x="4" y="117"/>
                  </a:cubicBezTo>
                  <a:cubicBezTo>
                    <a:pt x="5" y="135"/>
                    <a:pt x="15" y="151"/>
                    <a:pt x="27" y="165"/>
                  </a:cubicBezTo>
                  <a:cubicBezTo>
                    <a:pt x="33" y="173"/>
                    <a:pt x="42" y="183"/>
                    <a:pt x="52" y="190"/>
                  </a:cubicBezTo>
                  <a:cubicBezTo>
                    <a:pt x="55" y="198"/>
                    <a:pt x="61" y="204"/>
                    <a:pt x="69" y="208"/>
                  </a:cubicBezTo>
                  <a:cubicBezTo>
                    <a:pt x="75" y="214"/>
                    <a:pt x="82" y="216"/>
                    <a:pt x="88" y="221"/>
                  </a:cubicBezTo>
                  <a:cubicBezTo>
                    <a:pt x="101" y="226"/>
                    <a:pt x="115" y="229"/>
                    <a:pt x="128" y="229"/>
                  </a:cubicBezTo>
                  <a:cubicBezTo>
                    <a:pt x="141" y="229"/>
                    <a:pt x="153" y="227"/>
                    <a:pt x="164" y="223"/>
                  </a:cubicBezTo>
                  <a:cubicBezTo>
                    <a:pt x="182" y="219"/>
                    <a:pt x="197" y="211"/>
                    <a:pt x="209" y="198"/>
                  </a:cubicBezTo>
                  <a:cubicBezTo>
                    <a:pt x="223" y="182"/>
                    <a:pt x="229" y="161"/>
                    <a:pt x="228" y="140"/>
                  </a:cubicBezTo>
                  <a:cubicBezTo>
                    <a:pt x="226" y="124"/>
                    <a:pt x="218" y="104"/>
                    <a:pt x="204" y="93"/>
                  </a:cubicBezTo>
                  <a:cubicBezTo>
                    <a:pt x="203" y="89"/>
                    <a:pt x="203" y="84"/>
                    <a:pt x="200" y="80"/>
                  </a:cubicBezTo>
                  <a:cubicBezTo>
                    <a:pt x="196" y="71"/>
                    <a:pt x="190" y="62"/>
                    <a:pt x="184" y="55"/>
                  </a:cubicBezTo>
                  <a:cubicBezTo>
                    <a:pt x="181" y="50"/>
                    <a:pt x="176" y="47"/>
                    <a:pt x="174" y="45"/>
                  </a:cubicBezTo>
                  <a:cubicBezTo>
                    <a:pt x="169" y="34"/>
                    <a:pt x="162" y="24"/>
                    <a:pt x="151" y="17"/>
                  </a:cubicBezTo>
                  <a:cubicBezTo>
                    <a:pt x="134" y="5"/>
                    <a:pt x="117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84;p10"/>
            <p:cNvSpPr/>
            <p:nvPr/>
          </p:nvSpPr>
          <p:spPr>
            <a:xfrm>
              <a:off x="482400" y="1399680"/>
              <a:ext cx="16920" cy="194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205" h="236">
                  <a:moveTo>
                    <a:pt x="100" y="0"/>
                  </a:moveTo>
                  <a:cubicBezTo>
                    <a:pt x="79" y="0"/>
                    <a:pt x="59" y="7"/>
                    <a:pt x="44" y="20"/>
                  </a:cubicBezTo>
                  <a:cubicBezTo>
                    <a:pt x="15" y="45"/>
                    <a:pt x="1" y="87"/>
                    <a:pt x="16" y="123"/>
                  </a:cubicBezTo>
                  <a:cubicBezTo>
                    <a:pt x="21" y="132"/>
                    <a:pt x="27" y="139"/>
                    <a:pt x="35" y="145"/>
                  </a:cubicBezTo>
                  <a:cubicBezTo>
                    <a:pt x="35" y="146"/>
                    <a:pt x="37" y="149"/>
                    <a:pt x="37" y="150"/>
                  </a:cubicBezTo>
                  <a:cubicBezTo>
                    <a:pt x="45" y="163"/>
                    <a:pt x="57" y="171"/>
                    <a:pt x="71" y="174"/>
                  </a:cubicBezTo>
                  <a:cubicBezTo>
                    <a:pt x="71" y="176"/>
                    <a:pt x="70" y="177"/>
                    <a:pt x="70" y="178"/>
                  </a:cubicBezTo>
                  <a:cubicBezTo>
                    <a:pt x="67" y="179"/>
                    <a:pt x="66" y="183"/>
                    <a:pt x="62" y="185"/>
                  </a:cubicBezTo>
                  <a:cubicBezTo>
                    <a:pt x="55" y="196"/>
                    <a:pt x="55" y="215"/>
                    <a:pt x="65" y="223"/>
                  </a:cubicBezTo>
                  <a:cubicBezTo>
                    <a:pt x="71" y="231"/>
                    <a:pt x="80" y="235"/>
                    <a:pt x="91" y="235"/>
                  </a:cubicBezTo>
                  <a:cubicBezTo>
                    <a:pt x="95" y="235"/>
                    <a:pt x="99" y="234"/>
                    <a:pt x="103" y="233"/>
                  </a:cubicBezTo>
                  <a:cubicBezTo>
                    <a:pt x="105" y="232"/>
                    <a:pt x="108" y="232"/>
                    <a:pt x="110" y="231"/>
                  </a:cubicBezTo>
                  <a:cubicBezTo>
                    <a:pt x="116" y="231"/>
                    <a:pt x="122" y="229"/>
                    <a:pt x="128" y="227"/>
                  </a:cubicBezTo>
                  <a:cubicBezTo>
                    <a:pt x="133" y="224"/>
                    <a:pt x="137" y="222"/>
                    <a:pt x="143" y="221"/>
                  </a:cubicBezTo>
                  <a:cubicBezTo>
                    <a:pt x="158" y="212"/>
                    <a:pt x="170" y="200"/>
                    <a:pt x="178" y="187"/>
                  </a:cubicBezTo>
                  <a:cubicBezTo>
                    <a:pt x="196" y="160"/>
                    <a:pt x="204" y="124"/>
                    <a:pt x="192" y="94"/>
                  </a:cubicBezTo>
                  <a:cubicBezTo>
                    <a:pt x="189" y="86"/>
                    <a:pt x="185" y="81"/>
                    <a:pt x="181" y="75"/>
                  </a:cubicBezTo>
                  <a:cubicBezTo>
                    <a:pt x="180" y="52"/>
                    <a:pt x="169" y="31"/>
                    <a:pt x="149" y="16"/>
                  </a:cubicBezTo>
                  <a:cubicBezTo>
                    <a:pt x="134" y="5"/>
                    <a:pt x="117" y="0"/>
                    <a:pt x="10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02360" y="457200"/>
            <a:ext cx="77036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94;p13"/>
          <p:cNvSpPr/>
          <p:nvPr/>
        </p:nvSpPr>
        <p:spPr>
          <a:xfrm>
            <a:off x="720000" y="538920"/>
            <a:ext cx="8173080" cy="4354560"/>
          </a:xfrm>
          <a:custGeom>
            <a:avLst/>
            <a:gdLst>
              <a:gd name="textAreaLeft" fmla="*/ 0 w 8173080"/>
              <a:gd name="textAreaRight" fmla="*/ 8173440 w 8173080"/>
              <a:gd name="textAreaTop" fmla="*/ 0 h 4354560"/>
              <a:gd name="textAreaBottom" fmla="*/ 4354920 h 4354560"/>
            </a:gdLst>
            <a:ahLst/>
            <a:cxnLst/>
            <a:rect l="textAreaLeft" t="textAreaTop" r="textAreaRight" b="textAreaBottom"/>
            <a:pathLst>
              <a:path w="97650" h="52029">
                <a:moveTo>
                  <a:pt x="97449" y="35510"/>
                </a:moveTo>
                <a:cubicBezTo>
                  <a:pt x="97465" y="35868"/>
                  <a:pt x="97481" y="36220"/>
                  <a:pt x="97467" y="36573"/>
                </a:cubicBezTo>
                <a:cubicBezTo>
                  <a:pt x="97450" y="37004"/>
                  <a:pt x="97412" y="37432"/>
                  <a:pt x="97347" y="37856"/>
                </a:cubicBezTo>
                <a:cubicBezTo>
                  <a:pt x="97219" y="38702"/>
                  <a:pt x="96989" y="39532"/>
                  <a:pt x="96662" y="40322"/>
                </a:cubicBezTo>
                <a:cubicBezTo>
                  <a:pt x="96572" y="40542"/>
                  <a:pt x="96474" y="40757"/>
                  <a:pt x="96370" y="40970"/>
                </a:cubicBezTo>
                <a:cubicBezTo>
                  <a:pt x="96301" y="41112"/>
                  <a:pt x="96222" y="41249"/>
                  <a:pt x="96150" y="41391"/>
                </a:cubicBezTo>
                <a:cubicBezTo>
                  <a:pt x="96150" y="41244"/>
                  <a:pt x="96152" y="41098"/>
                  <a:pt x="96152" y="40952"/>
                </a:cubicBezTo>
                <a:cubicBezTo>
                  <a:pt x="96160" y="40937"/>
                  <a:pt x="96169" y="40924"/>
                  <a:pt x="96175" y="40909"/>
                </a:cubicBezTo>
                <a:cubicBezTo>
                  <a:pt x="96191" y="40877"/>
                  <a:pt x="96197" y="40839"/>
                  <a:pt x="96207" y="40805"/>
                </a:cubicBezTo>
                <a:cubicBezTo>
                  <a:pt x="96229" y="40734"/>
                  <a:pt x="96251" y="40666"/>
                  <a:pt x="96269" y="40595"/>
                </a:cubicBezTo>
                <a:cubicBezTo>
                  <a:pt x="96303" y="40453"/>
                  <a:pt x="96337" y="40310"/>
                  <a:pt x="96370" y="40168"/>
                </a:cubicBezTo>
                <a:cubicBezTo>
                  <a:pt x="96438" y="39882"/>
                  <a:pt x="96504" y="39598"/>
                  <a:pt x="96568" y="39311"/>
                </a:cubicBezTo>
                <a:cubicBezTo>
                  <a:pt x="96632" y="39025"/>
                  <a:pt x="96699" y="38741"/>
                  <a:pt x="96762" y="38454"/>
                </a:cubicBezTo>
                <a:cubicBezTo>
                  <a:pt x="96792" y="38312"/>
                  <a:pt x="96819" y="38169"/>
                  <a:pt x="96850" y="38025"/>
                </a:cubicBezTo>
                <a:cubicBezTo>
                  <a:pt x="96864" y="37954"/>
                  <a:pt x="96877" y="37882"/>
                  <a:pt x="96885" y="37809"/>
                </a:cubicBezTo>
                <a:cubicBezTo>
                  <a:pt x="96889" y="37775"/>
                  <a:pt x="96899" y="37735"/>
                  <a:pt x="96896" y="37701"/>
                </a:cubicBezTo>
                <a:cubicBezTo>
                  <a:pt x="96893" y="37664"/>
                  <a:pt x="96884" y="37627"/>
                  <a:pt x="96884" y="37589"/>
                </a:cubicBezTo>
                <a:cubicBezTo>
                  <a:pt x="96884" y="37579"/>
                  <a:pt x="96877" y="37574"/>
                  <a:pt x="96870" y="37574"/>
                </a:cubicBezTo>
                <a:cubicBezTo>
                  <a:pt x="96865" y="37574"/>
                  <a:pt x="96860" y="37577"/>
                  <a:pt x="96856" y="37582"/>
                </a:cubicBezTo>
                <a:cubicBezTo>
                  <a:pt x="96840" y="37617"/>
                  <a:pt x="96815" y="37644"/>
                  <a:pt x="96796" y="37676"/>
                </a:cubicBezTo>
                <a:cubicBezTo>
                  <a:pt x="96778" y="37704"/>
                  <a:pt x="96770" y="37746"/>
                  <a:pt x="96758" y="37778"/>
                </a:cubicBezTo>
                <a:cubicBezTo>
                  <a:pt x="96731" y="37846"/>
                  <a:pt x="96712" y="37915"/>
                  <a:pt x="96694" y="37987"/>
                </a:cubicBezTo>
                <a:cubicBezTo>
                  <a:pt x="96658" y="38127"/>
                  <a:pt x="96619" y="38268"/>
                  <a:pt x="96583" y="38409"/>
                </a:cubicBezTo>
                <a:cubicBezTo>
                  <a:pt x="96512" y="38693"/>
                  <a:pt x="96446" y="38977"/>
                  <a:pt x="96379" y="39262"/>
                </a:cubicBezTo>
                <a:cubicBezTo>
                  <a:pt x="96309" y="39547"/>
                  <a:pt x="96242" y="39832"/>
                  <a:pt x="96177" y="40117"/>
                </a:cubicBezTo>
                <a:cubicBezTo>
                  <a:pt x="96168" y="40152"/>
                  <a:pt x="96160" y="40186"/>
                  <a:pt x="96152" y="40222"/>
                </a:cubicBezTo>
                <a:lnTo>
                  <a:pt x="96152" y="39750"/>
                </a:lnTo>
                <a:cubicBezTo>
                  <a:pt x="96175" y="39487"/>
                  <a:pt x="96207" y="39224"/>
                  <a:pt x="96249" y="38964"/>
                </a:cubicBezTo>
                <a:cubicBezTo>
                  <a:pt x="96384" y="38146"/>
                  <a:pt x="96615" y="37344"/>
                  <a:pt x="96933" y="36578"/>
                </a:cubicBezTo>
                <a:cubicBezTo>
                  <a:pt x="97023" y="36362"/>
                  <a:pt x="97120" y="36149"/>
                  <a:pt x="97224" y="35940"/>
                </a:cubicBezTo>
                <a:cubicBezTo>
                  <a:pt x="97296" y="35796"/>
                  <a:pt x="97368" y="35650"/>
                  <a:pt x="97449" y="35510"/>
                </a:cubicBezTo>
                <a:close/>
                <a:moveTo>
                  <a:pt x="94791" y="39097"/>
                </a:moveTo>
                <a:lnTo>
                  <a:pt x="94791" y="39097"/>
                </a:lnTo>
                <a:cubicBezTo>
                  <a:pt x="95242" y="39730"/>
                  <a:pt x="95524" y="40488"/>
                  <a:pt x="95698" y="41243"/>
                </a:cubicBezTo>
                <a:cubicBezTo>
                  <a:pt x="95769" y="41550"/>
                  <a:pt x="95820" y="41860"/>
                  <a:pt x="95858" y="42172"/>
                </a:cubicBezTo>
                <a:cubicBezTo>
                  <a:pt x="95856" y="42687"/>
                  <a:pt x="95852" y="43199"/>
                  <a:pt x="95846" y="43711"/>
                </a:cubicBezTo>
                <a:cubicBezTo>
                  <a:pt x="95733" y="43096"/>
                  <a:pt x="95630" y="42479"/>
                  <a:pt x="95540" y="41860"/>
                </a:cubicBezTo>
                <a:cubicBezTo>
                  <a:pt x="95517" y="41700"/>
                  <a:pt x="95497" y="41539"/>
                  <a:pt x="95472" y="41378"/>
                </a:cubicBezTo>
                <a:cubicBezTo>
                  <a:pt x="95444" y="41210"/>
                  <a:pt x="95399" y="41043"/>
                  <a:pt x="95358" y="40877"/>
                </a:cubicBezTo>
                <a:cubicBezTo>
                  <a:pt x="95353" y="40858"/>
                  <a:pt x="95335" y="40847"/>
                  <a:pt x="95318" y="40847"/>
                </a:cubicBezTo>
                <a:cubicBezTo>
                  <a:pt x="95301" y="40847"/>
                  <a:pt x="95286" y="40858"/>
                  <a:pt x="95286" y="40880"/>
                </a:cubicBezTo>
                <a:cubicBezTo>
                  <a:pt x="95286" y="41024"/>
                  <a:pt x="95283" y="41169"/>
                  <a:pt x="95296" y="41312"/>
                </a:cubicBezTo>
                <a:cubicBezTo>
                  <a:pt x="95308" y="41460"/>
                  <a:pt x="95330" y="41607"/>
                  <a:pt x="95351" y="41754"/>
                </a:cubicBezTo>
                <a:cubicBezTo>
                  <a:pt x="95390" y="42048"/>
                  <a:pt x="95434" y="42343"/>
                  <a:pt x="95479" y="42637"/>
                </a:cubicBezTo>
                <a:cubicBezTo>
                  <a:pt x="95541" y="43033"/>
                  <a:pt x="95607" y="43426"/>
                  <a:pt x="95677" y="43819"/>
                </a:cubicBezTo>
                <a:cubicBezTo>
                  <a:pt x="95552" y="43528"/>
                  <a:pt x="95425" y="43238"/>
                  <a:pt x="95323" y="42942"/>
                </a:cubicBezTo>
                <a:cubicBezTo>
                  <a:pt x="95039" y="42127"/>
                  <a:pt x="94865" y="41268"/>
                  <a:pt x="94799" y="40406"/>
                </a:cubicBezTo>
                <a:cubicBezTo>
                  <a:pt x="94767" y="39970"/>
                  <a:pt x="94770" y="39533"/>
                  <a:pt x="94791" y="39097"/>
                </a:cubicBezTo>
                <a:close/>
                <a:moveTo>
                  <a:pt x="94288" y="42013"/>
                </a:moveTo>
                <a:lnTo>
                  <a:pt x="94288" y="42013"/>
                </a:lnTo>
                <a:cubicBezTo>
                  <a:pt x="94393" y="42189"/>
                  <a:pt x="94489" y="42377"/>
                  <a:pt x="94582" y="42558"/>
                </a:cubicBezTo>
                <a:cubicBezTo>
                  <a:pt x="94704" y="42794"/>
                  <a:pt x="94818" y="43036"/>
                  <a:pt x="94924" y="43281"/>
                </a:cubicBezTo>
                <a:cubicBezTo>
                  <a:pt x="95139" y="43776"/>
                  <a:pt x="95323" y="44286"/>
                  <a:pt x="95472" y="44804"/>
                </a:cubicBezTo>
                <a:cubicBezTo>
                  <a:pt x="95618" y="45319"/>
                  <a:pt x="95733" y="45845"/>
                  <a:pt x="95815" y="46374"/>
                </a:cubicBezTo>
                <a:cubicBezTo>
                  <a:pt x="95809" y="46819"/>
                  <a:pt x="95802" y="47263"/>
                  <a:pt x="95793" y="47705"/>
                </a:cubicBezTo>
                <a:cubicBezTo>
                  <a:pt x="95654" y="46841"/>
                  <a:pt x="95454" y="45989"/>
                  <a:pt x="95199" y="45152"/>
                </a:cubicBezTo>
                <a:cubicBezTo>
                  <a:pt x="95106" y="44845"/>
                  <a:pt x="95006" y="44538"/>
                  <a:pt x="94892" y="44236"/>
                </a:cubicBezTo>
                <a:cubicBezTo>
                  <a:pt x="94878" y="44200"/>
                  <a:pt x="94851" y="44185"/>
                  <a:pt x="94823" y="44185"/>
                </a:cubicBezTo>
                <a:cubicBezTo>
                  <a:pt x="94770" y="44185"/>
                  <a:pt x="94713" y="44239"/>
                  <a:pt x="94737" y="44307"/>
                </a:cubicBezTo>
                <a:cubicBezTo>
                  <a:pt x="94918" y="44843"/>
                  <a:pt x="95089" y="45382"/>
                  <a:pt x="95232" y="45931"/>
                </a:cubicBezTo>
                <a:cubicBezTo>
                  <a:pt x="95374" y="46479"/>
                  <a:pt x="95490" y="47032"/>
                  <a:pt x="95587" y="47591"/>
                </a:cubicBezTo>
                <a:cubicBezTo>
                  <a:pt x="95607" y="47708"/>
                  <a:pt x="95625" y="47824"/>
                  <a:pt x="95643" y="47940"/>
                </a:cubicBezTo>
                <a:cubicBezTo>
                  <a:pt x="95358" y="47302"/>
                  <a:pt x="95117" y="46647"/>
                  <a:pt x="94922" y="45975"/>
                </a:cubicBezTo>
                <a:cubicBezTo>
                  <a:pt x="94671" y="45109"/>
                  <a:pt x="94495" y="44223"/>
                  <a:pt x="94392" y="43327"/>
                </a:cubicBezTo>
                <a:cubicBezTo>
                  <a:pt x="94342" y="42891"/>
                  <a:pt x="94315" y="42452"/>
                  <a:pt x="94288" y="42013"/>
                </a:cubicBezTo>
                <a:close/>
                <a:moveTo>
                  <a:pt x="97208" y="43922"/>
                </a:moveTo>
                <a:cubicBezTo>
                  <a:pt x="97383" y="44722"/>
                  <a:pt x="97423" y="45551"/>
                  <a:pt x="97333" y="46367"/>
                </a:cubicBezTo>
                <a:cubicBezTo>
                  <a:pt x="97236" y="47231"/>
                  <a:pt x="96995" y="48079"/>
                  <a:pt x="96619" y="48862"/>
                </a:cubicBezTo>
                <a:cubicBezTo>
                  <a:pt x="96465" y="49183"/>
                  <a:pt x="96290" y="49490"/>
                  <a:pt x="96092" y="49784"/>
                </a:cubicBezTo>
                <a:cubicBezTo>
                  <a:pt x="96297" y="48617"/>
                  <a:pt x="96537" y="47454"/>
                  <a:pt x="96814" y="46300"/>
                </a:cubicBezTo>
                <a:cubicBezTo>
                  <a:pt x="96900" y="45937"/>
                  <a:pt x="97007" y="45576"/>
                  <a:pt x="97072" y="45209"/>
                </a:cubicBezTo>
                <a:cubicBezTo>
                  <a:pt x="97081" y="45160"/>
                  <a:pt x="97037" y="45129"/>
                  <a:pt x="96995" y="45129"/>
                </a:cubicBezTo>
                <a:cubicBezTo>
                  <a:pt x="96967" y="45129"/>
                  <a:pt x="96939" y="45143"/>
                  <a:pt x="96929" y="45175"/>
                </a:cubicBezTo>
                <a:cubicBezTo>
                  <a:pt x="96820" y="45488"/>
                  <a:pt x="96752" y="45817"/>
                  <a:pt x="96674" y="46137"/>
                </a:cubicBezTo>
                <a:cubicBezTo>
                  <a:pt x="96595" y="46461"/>
                  <a:pt x="96518" y="46786"/>
                  <a:pt x="96446" y="47112"/>
                </a:cubicBezTo>
                <a:cubicBezTo>
                  <a:pt x="96309" y="47713"/>
                  <a:pt x="96183" y="48317"/>
                  <a:pt x="96067" y="48924"/>
                </a:cubicBezTo>
                <a:cubicBezTo>
                  <a:pt x="96083" y="48107"/>
                  <a:pt x="96098" y="47290"/>
                  <a:pt x="96110" y="46476"/>
                </a:cubicBezTo>
                <a:cubicBezTo>
                  <a:pt x="96235" y="45918"/>
                  <a:pt x="96418" y="45377"/>
                  <a:pt x="96665" y="44861"/>
                </a:cubicBezTo>
                <a:cubicBezTo>
                  <a:pt x="96822" y="44534"/>
                  <a:pt x="97005" y="44221"/>
                  <a:pt x="97208" y="43922"/>
                </a:cubicBezTo>
                <a:close/>
                <a:moveTo>
                  <a:pt x="92394" y="46138"/>
                </a:moveTo>
                <a:lnTo>
                  <a:pt x="92394" y="46138"/>
                </a:lnTo>
                <a:cubicBezTo>
                  <a:pt x="92454" y="46174"/>
                  <a:pt x="92513" y="46206"/>
                  <a:pt x="92569" y="46241"/>
                </a:cubicBezTo>
                <a:cubicBezTo>
                  <a:pt x="92733" y="46344"/>
                  <a:pt x="92893" y="46449"/>
                  <a:pt x="93051" y="46560"/>
                </a:cubicBezTo>
                <a:cubicBezTo>
                  <a:pt x="93360" y="46778"/>
                  <a:pt x="93656" y="47011"/>
                  <a:pt x="93935" y="47266"/>
                </a:cubicBezTo>
                <a:cubicBezTo>
                  <a:pt x="94481" y="47764"/>
                  <a:pt x="94959" y="48361"/>
                  <a:pt x="95305" y="49016"/>
                </a:cubicBezTo>
                <a:cubicBezTo>
                  <a:pt x="95402" y="49200"/>
                  <a:pt x="95489" y="49389"/>
                  <a:pt x="95563" y="49583"/>
                </a:cubicBezTo>
                <a:cubicBezTo>
                  <a:pt x="95599" y="49677"/>
                  <a:pt x="95633" y="49771"/>
                  <a:pt x="95664" y="49866"/>
                </a:cubicBezTo>
                <a:cubicBezTo>
                  <a:pt x="95670" y="49886"/>
                  <a:pt x="95676" y="49905"/>
                  <a:pt x="95682" y="49926"/>
                </a:cubicBezTo>
                <a:lnTo>
                  <a:pt x="95539" y="49754"/>
                </a:lnTo>
                <a:cubicBezTo>
                  <a:pt x="95374" y="49557"/>
                  <a:pt x="95209" y="49362"/>
                  <a:pt x="95043" y="49167"/>
                </a:cubicBezTo>
                <a:cubicBezTo>
                  <a:pt x="94715" y="48782"/>
                  <a:pt x="94381" y="48398"/>
                  <a:pt x="94045" y="48018"/>
                </a:cubicBezTo>
                <a:cubicBezTo>
                  <a:pt x="93951" y="47911"/>
                  <a:pt x="93855" y="47802"/>
                  <a:pt x="93758" y="47697"/>
                </a:cubicBezTo>
                <a:cubicBezTo>
                  <a:pt x="93661" y="47592"/>
                  <a:pt x="93568" y="47487"/>
                  <a:pt x="93451" y="47405"/>
                </a:cubicBezTo>
                <a:cubicBezTo>
                  <a:pt x="93450" y="47404"/>
                  <a:pt x="93448" y="47403"/>
                  <a:pt x="93446" y="47403"/>
                </a:cubicBezTo>
                <a:cubicBezTo>
                  <a:pt x="93438" y="47403"/>
                  <a:pt x="93428" y="47412"/>
                  <a:pt x="93434" y="47422"/>
                </a:cubicBezTo>
                <a:cubicBezTo>
                  <a:pt x="93548" y="47640"/>
                  <a:pt x="93734" y="47821"/>
                  <a:pt x="93893" y="48005"/>
                </a:cubicBezTo>
                <a:cubicBezTo>
                  <a:pt x="94060" y="48200"/>
                  <a:pt x="94226" y="48394"/>
                  <a:pt x="94391" y="48590"/>
                </a:cubicBezTo>
                <a:cubicBezTo>
                  <a:pt x="94717" y="48976"/>
                  <a:pt x="95044" y="49365"/>
                  <a:pt x="95367" y="49756"/>
                </a:cubicBezTo>
                <a:cubicBezTo>
                  <a:pt x="95458" y="49867"/>
                  <a:pt x="95550" y="49977"/>
                  <a:pt x="95640" y="50089"/>
                </a:cubicBezTo>
                <a:cubicBezTo>
                  <a:pt x="95654" y="50105"/>
                  <a:pt x="95667" y="50123"/>
                  <a:pt x="95681" y="50139"/>
                </a:cubicBezTo>
                <a:cubicBezTo>
                  <a:pt x="95649" y="50116"/>
                  <a:pt x="95615" y="50095"/>
                  <a:pt x="95581" y="50072"/>
                </a:cubicBezTo>
                <a:cubicBezTo>
                  <a:pt x="95502" y="50019"/>
                  <a:pt x="95425" y="49966"/>
                  <a:pt x="95349" y="49913"/>
                </a:cubicBezTo>
                <a:cubicBezTo>
                  <a:pt x="95203" y="49808"/>
                  <a:pt x="95058" y="49699"/>
                  <a:pt x="94919" y="49583"/>
                </a:cubicBezTo>
                <a:cubicBezTo>
                  <a:pt x="94634" y="49349"/>
                  <a:pt x="94363" y="49098"/>
                  <a:pt x="94111" y="48829"/>
                </a:cubicBezTo>
                <a:cubicBezTo>
                  <a:pt x="93611" y="48296"/>
                  <a:pt x="93179" y="47701"/>
                  <a:pt x="92832" y="47059"/>
                </a:cubicBezTo>
                <a:cubicBezTo>
                  <a:pt x="92734" y="46877"/>
                  <a:pt x="92644" y="46692"/>
                  <a:pt x="92557" y="46505"/>
                </a:cubicBezTo>
                <a:cubicBezTo>
                  <a:pt x="92513" y="46411"/>
                  <a:pt x="92470" y="46314"/>
                  <a:pt x="92430" y="46219"/>
                </a:cubicBezTo>
                <a:cubicBezTo>
                  <a:pt x="92419" y="46191"/>
                  <a:pt x="92408" y="46165"/>
                  <a:pt x="92394" y="46138"/>
                </a:cubicBezTo>
                <a:close/>
                <a:moveTo>
                  <a:pt x="85634" y="50096"/>
                </a:moveTo>
                <a:cubicBezTo>
                  <a:pt x="86025" y="50096"/>
                  <a:pt x="86416" y="50129"/>
                  <a:pt x="86797" y="50184"/>
                </a:cubicBezTo>
                <a:cubicBezTo>
                  <a:pt x="87555" y="50293"/>
                  <a:pt x="88294" y="50517"/>
                  <a:pt x="88985" y="50846"/>
                </a:cubicBezTo>
                <a:cubicBezTo>
                  <a:pt x="89277" y="50985"/>
                  <a:pt x="89571" y="51134"/>
                  <a:pt x="89847" y="51309"/>
                </a:cubicBezTo>
                <a:cubicBezTo>
                  <a:pt x="88856" y="51113"/>
                  <a:pt x="87882" y="50844"/>
                  <a:pt x="86899" y="50610"/>
                </a:cubicBezTo>
                <a:cubicBezTo>
                  <a:pt x="86896" y="50609"/>
                  <a:pt x="86893" y="50609"/>
                  <a:pt x="86890" y="50609"/>
                </a:cubicBezTo>
                <a:cubicBezTo>
                  <a:pt x="86851" y="50609"/>
                  <a:pt x="86841" y="50673"/>
                  <a:pt x="86879" y="50688"/>
                </a:cubicBezTo>
                <a:cubicBezTo>
                  <a:pt x="87667" y="51003"/>
                  <a:pt x="88498" y="51210"/>
                  <a:pt x="89335" y="51366"/>
                </a:cubicBezTo>
                <a:lnTo>
                  <a:pt x="89272" y="51366"/>
                </a:lnTo>
                <a:cubicBezTo>
                  <a:pt x="89225" y="51365"/>
                  <a:pt x="89177" y="51364"/>
                  <a:pt x="89131" y="51362"/>
                </a:cubicBezTo>
                <a:cubicBezTo>
                  <a:pt x="88741" y="51346"/>
                  <a:pt x="88353" y="51321"/>
                  <a:pt x="87968" y="51265"/>
                </a:cubicBezTo>
                <a:cubicBezTo>
                  <a:pt x="87199" y="51152"/>
                  <a:pt x="86440" y="50945"/>
                  <a:pt x="85722" y="50650"/>
                </a:cubicBezTo>
                <a:cubicBezTo>
                  <a:pt x="85375" y="50507"/>
                  <a:pt x="85034" y="50344"/>
                  <a:pt x="84703" y="50165"/>
                </a:cubicBezTo>
                <a:cubicBezTo>
                  <a:pt x="85009" y="50117"/>
                  <a:pt x="85321" y="50096"/>
                  <a:pt x="85634" y="50096"/>
                </a:cubicBezTo>
                <a:close/>
                <a:moveTo>
                  <a:pt x="95890" y="1"/>
                </a:moveTo>
                <a:cubicBezTo>
                  <a:pt x="95797" y="4"/>
                  <a:pt x="95703" y="7"/>
                  <a:pt x="95610" y="9"/>
                </a:cubicBezTo>
                <a:cubicBezTo>
                  <a:pt x="95621" y="474"/>
                  <a:pt x="95632" y="937"/>
                  <a:pt x="95641" y="1401"/>
                </a:cubicBezTo>
                <a:cubicBezTo>
                  <a:pt x="95666" y="2574"/>
                  <a:pt x="95689" y="3746"/>
                  <a:pt x="95711" y="4920"/>
                </a:cubicBezTo>
                <a:cubicBezTo>
                  <a:pt x="95754" y="7239"/>
                  <a:pt x="95783" y="9557"/>
                  <a:pt x="95802" y="11875"/>
                </a:cubicBezTo>
                <a:cubicBezTo>
                  <a:pt x="95838" y="16510"/>
                  <a:pt x="95836" y="21143"/>
                  <a:pt x="95770" y="25777"/>
                </a:cubicBezTo>
                <a:cubicBezTo>
                  <a:pt x="95767" y="25973"/>
                  <a:pt x="95765" y="26188"/>
                  <a:pt x="95760" y="26418"/>
                </a:cubicBezTo>
                <a:cubicBezTo>
                  <a:pt x="95760" y="26425"/>
                  <a:pt x="95798" y="31132"/>
                  <a:pt x="95803" y="31460"/>
                </a:cubicBezTo>
                <a:cubicBezTo>
                  <a:pt x="95831" y="33083"/>
                  <a:pt x="95848" y="34706"/>
                  <a:pt x="95859" y="36331"/>
                </a:cubicBezTo>
                <a:cubicBezTo>
                  <a:pt x="95814" y="35878"/>
                  <a:pt x="95758" y="35426"/>
                  <a:pt x="95692" y="34974"/>
                </a:cubicBezTo>
                <a:cubicBezTo>
                  <a:pt x="95552" y="34013"/>
                  <a:pt x="95372" y="33058"/>
                  <a:pt x="95155" y="32111"/>
                </a:cubicBezTo>
                <a:cubicBezTo>
                  <a:pt x="95094" y="31843"/>
                  <a:pt x="95029" y="31575"/>
                  <a:pt x="94962" y="31310"/>
                </a:cubicBezTo>
                <a:cubicBezTo>
                  <a:pt x="94898" y="31058"/>
                  <a:pt x="94839" y="30800"/>
                  <a:pt x="94740" y="30561"/>
                </a:cubicBezTo>
                <a:cubicBezTo>
                  <a:pt x="94749" y="30550"/>
                  <a:pt x="94756" y="30539"/>
                  <a:pt x="94761" y="30527"/>
                </a:cubicBezTo>
                <a:cubicBezTo>
                  <a:pt x="94819" y="30412"/>
                  <a:pt x="94760" y="30275"/>
                  <a:pt x="94665" y="30203"/>
                </a:cubicBezTo>
                <a:cubicBezTo>
                  <a:pt x="94610" y="30160"/>
                  <a:pt x="94545" y="30140"/>
                  <a:pt x="94476" y="30140"/>
                </a:cubicBezTo>
                <a:cubicBezTo>
                  <a:pt x="94467" y="30140"/>
                  <a:pt x="94458" y="30141"/>
                  <a:pt x="94449" y="30141"/>
                </a:cubicBezTo>
                <a:cubicBezTo>
                  <a:pt x="94398" y="30146"/>
                  <a:pt x="94334" y="30169"/>
                  <a:pt x="94303" y="30211"/>
                </a:cubicBezTo>
                <a:cubicBezTo>
                  <a:pt x="94287" y="30233"/>
                  <a:pt x="94276" y="30270"/>
                  <a:pt x="94270" y="30307"/>
                </a:cubicBezTo>
                <a:cubicBezTo>
                  <a:pt x="94249" y="30336"/>
                  <a:pt x="94235" y="30369"/>
                  <a:pt x="94230" y="30405"/>
                </a:cubicBezTo>
                <a:cubicBezTo>
                  <a:pt x="94223" y="30461"/>
                  <a:pt x="94239" y="30517"/>
                  <a:pt x="94270" y="30564"/>
                </a:cubicBezTo>
                <a:cubicBezTo>
                  <a:pt x="94319" y="30635"/>
                  <a:pt x="94411" y="30674"/>
                  <a:pt x="94497" y="30674"/>
                </a:cubicBezTo>
                <a:cubicBezTo>
                  <a:pt x="94498" y="30674"/>
                  <a:pt x="94500" y="30674"/>
                  <a:pt x="94501" y="30674"/>
                </a:cubicBezTo>
                <a:cubicBezTo>
                  <a:pt x="94525" y="30674"/>
                  <a:pt x="94550" y="30671"/>
                  <a:pt x="94574" y="30665"/>
                </a:cubicBezTo>
                <a:lnTo>
                  <a:pt x="94595" y="30669"/>
                </a:lnTo>
                <a:cubicBezTo>
                  <a:pt x="94628" y="30871"/>
                  <a:pt x="94684" y="31069"/>
                  <a:pt x="94734" y="31267"/>
                </a:cubicBezTo>
                <a:cubicBezTo>
                  <a:pt x="94793" y="31503"/>
                  <a:pt x="94849" y="31740"/>
                  <a:pt x="94903" y="31980"/>
                </a:cubicBezTo>
                <a:cubicBezTo>
                  <a:pt x="95009" y="32450"/>
                  <a:pt x="95107" y="32924"/>
                  <a:pt x="95195" y="33400"/>
                </a:cubicBezTo>
                <a:cubicBezTo>
                  <a:pt x="95360" y="34295"/>
                  <a:pt x="95489" y="35195"/>
                  <a:pt x="95591" y="36100"/>
                </a:cubicBezTo>
                <a:cubicBezTo>
                  <a:pt x="95453" y="35513"/>
                  <a:pt x="95277" y="34936"/>
                  <a:pt x="95058" y="34376"/>
                </a:cubicBezTo>
                <a:cubicBezTo>
                  <a:pt x="94942" y="34080"/>
                  <a:pt x="94814" y="33792"/>
                  <a:pt x="94673" y="33507"/>
                </a:cubicBezTo>
                <a:cubicBezTo>
                  <a:pt x="94542" y="33246"/>
                  <a:pt x="94403" y="32959"/>
                  <a:pt x="94190" y="32752"/>
                </a:cubicBezTo>
                <a:cubicBezTo>
                  <a:pt x="94189" y="32726"/>
                  <a:pt x="94183" y="32700"/>
                  <a:pt x="94174" y="32677"/>
                </a:cubicBezTo>
                <a:cubicBezTo>
                  <a:pt x="94152" y="32622"/>
                  <a:pt x="94102" y="32580"/>
                  <a:pt x="94046" y="32563"/>
                </a:cubicBezTo>
                <a:cubicBezTo>
                  <a:pt x="94035" y="32557"/>
                  <a:pt x="94025" y="32552"/>
                  <a:pt x="94014" y="32547"/>
                </a:cubicBezTo>
                <a:cubicBezTo>
                  <a:pt x="93990" y="32539"/>
                  <a:pt x="93965" y="32536"/>
                  <a:pt x="93941" y="32536"/>
                </a:cubicBezTo>
                <a:cubicBezTo>
                  <a:pt x="93880" y="32536"/>
                  <a:pt x="93820" y="32559"/>
                  <a:pt x="93773" y="32600"/>
                </a:cubicBezTo>
                <a:cubicBezTo>
                  <a:pt x="93699" y="32664"/>
                  <a:pt x="93667" y="32760"/>
                  <a:pt x="93700" y="32855"/>
                </a:cubicBezTo>
                <a:cubicBezTo>
                  <a:pt x="93724" y="32925"/>
                  <a:pt x="93790" y="32977"/>
                  <a:pt x="93862" y="32995"/>
                </a:cubicBezTo>
                <a:lnTo>
                  <a:pt x="93882" y="32999"/>
                </a:lnTo>
                <a:cubicBezTo>
                  <a:pt x="93895" y="33021"/>
                  <a:pt x="93911" y="33041"/>
                  <a:pt x="93933" y="33058"/>
                </a:cubicBezTo>
                <a:cubicBezTo>
                  <a:pt x="93946" y="33068"/>
                  <a:pt x="93965" y="33075"/>
                  <a:pt x="93983" y="33075"/>
                </a:cubicBezTo>
                <a:cubicBezTo>
                  <a:pt x="93987" y="33075"/>
                  <a:pt x="93992" y="33074"/>
                  <a:pt x="93996" y="33073"/>
                </a:cubicBezTo>
                <a:cubicBezTo>
                  <a:pt x="94018" y="33069"/>
                  <a:pt x="94032" y="33058"/>
                  <a:pt x="94047" y="33041"/>
                </a:cubicBezTo>
                <a:cubicBezTo>
                  <a:pt x="94070" y="33015"/>
                  <a:pt x="94091" y="32985"/>
                  <a:pt x="94107" y="32953"/>
                </a:cubicBezTo>
                <a:cubicBezTo>
                  <a:pt x="94109" y="32951"/>
                  <a:pt x="94111" y="32948"/>
                  <a:pt x="94113" y="32946"/>
                </a:cubicBezTo>
                <a:cubicBezTo>
                  <a:pt x="94193" y="33146"/>
                  <a:pt x="94305" y="33334"/>
                  <a:pt x="94403" y="33525"/>
                </a:cubicBezTo>
                <a:cubicBezTo>
                  <a:pt x="94529" y="33772"/>
                  <a:pt x="94649" y="34023"/>
                  <a:pt x="94757" y="34278"/>
                </a:cubicBezTo>
                <a:cubicBezTo>
                  <a:pt x="94975" y="34792"/>
                  <a:pt x="95154" y="35321"/>
                  <a:pt x="95299" y="35862"/>
                </a:cubicBezTo>
                <a:cubicBezTo>
                  <a:pt x="95593" y="36955"/>
                  <a:pt x="95750" y="38082"/>
                  <a:pt x="95838" y="39209"/>
                </a:cubicBezTo>
                <a:cubicBezTo>
                  <a:pt x="95849" y="39359"/>
                  <a:pt x="95860" y="39509"/>
                  <a:pt x="95869" y="39658"/>
                </a:cubicBezTo>
                <a:cubicBezTo>
                  <a:pt x="95869" y="40007"/>
                  <a:pt x="95868" y="40355"/>
                  <a:pt x="95866" y="40705"/>
                </a:cubicBezTo>
                <a:cubicBezTo>
                  <a:pt x="95825" y="40415"/>
                  <a:pt x="95775" y="40126"/>
                  <a:pt x="95721" y="39839"/>
                </a:cubicBezTo>
                <a:cubicBezTo>
                  <a:pt x="95571" y="39052"/>
                  <a:pt x="95371" y="38272"/>
                  <a:pt x="95123" y="37509"/>
                </a:cubicBezTo>
                <a:cubicBezTo>
                  <a:pt x="95020" y="37193"/>
                  <a:pt x="94897" y="36886"/>
                  <a:pt x="94754" y="36589"/>
                </a:cubicBezTo>
                <a:cubicBezTo>
                  <a:pt x="94816" y="36529"/>
                  <a:pt x="94854" y="36445"/>
                  <a:pt x="94834" y="36358"/>
                </a:cubicBezTo>
                <a:cubicBezTo>
                  <a:pt x="94826" y="36323"/>
                  <a:pt x="94814" y="36295"/>
                  <a:pt x="94793" y="36265"/>
                </a:cubicBezTo>
                <a:cubicBezTo>
                  <a:pt x="94778" y="36242"/>
                  <a:pt x="94757" y="36225"/>
                  <a:pt x="94737" y="36208"/>
                </a:cubicBezTo>
                <a:lnTo>
                  <a:pt x="94737" y="36208"/>
                </a:lnTo>
                <a:lnTo>
                  <a:pt x="94742" y="36213"/>
                </a:lnTo>
                <a:cubicBezTo>
                  <a:pt x="94729" y="36200"/>
                  <a:pt x="94716" y="36189"/>
                  <a:pt x="94701" y="36180"/>
                </a:cubicBezTo>
                <a:cubicBezTo>
                  <a:pt x="94669" y="36160"/>
                  <a:pt x="94640" y="36153"/>
                  <a:pt x="94605" y="36144"/>
                </a:cubicBezTo>
                <a:cubicBezTo>
                  <a:pt x="94590" y="36140"/>
                  <a:pt x="94574" y="36139"/>
                  <a:pt x="94559" y="36139"/>
                </a:cubicBezTo>
                <a:cubicBezTo>
                  <a:pt x="94525" y="36139"/>
                  <a:pt x="94491" y="36146"/>
                  <a:pt x="94459" y="36156"/>
                </a:cubicBezTo>
                <a:cubicBezTo>
                  <a:pt x="94436" y="36165"/>
                  <a:pt x="94414" y="36178"/>
                  <a:pt x="94394" y="36192"/>
                </a:cubicBezTo>
                <a:cubicBezTo>
                  <a:pt x="94366" y="36214"/>
                  <a:pt x="94345" y="36247"/>
                  <a:pt x="94344" y="36284"/>
                </a:cubicBezTo>
                <a:cubicBezTo>
                  <a:pt x="94343" y="36302"/>
                  <a:pt x="94344" y="36323"/>
                  <a:pt x="94347" y="36342"/>
                </a:cubicBezTo>
                <a:cubicBezTo>
                  <a:pt x="94355" y="36387"/>
                  <a:pt x="94376" y="36430"/>
                  <a:pt x="94404" y="36467"/>
                </a:cubicBezTo>
                <a:cubicBezTo>
                  <a:pt x="94402" y="36471"/>
                  <a:pt x="94398" y="36474"/>
                  <a:pt x="94396" y="36479"/>
                </a:cubicBezTo>
                <a:cubicBezTo>
                  <a:pt x="94382" y="36502"/>
                  <a:pt x="94371" y="36528"/>
                  <a:pt x="94378" y="36556"/>
                </a:cubicBezTo>
                <a:cubicBezTo>
                  <a:pt x="94383" y="36583"/>
                  <a:pt x="94398" y="36604"/>
                  <a:pt x="94418" y="36622"/>
                </a:cubicBezTo>
                <a:cubicBezTo>
                  <a:pt x="94458" y="36656"/>
                  <a:pt x="94507" y="36670"/>
                  <a:pt x="94557" y="36670"/>
                </a:cubicBezTo>
                <a:cubicBezTo>
                  <a:pt x="94600" y="36670"/>
                  <a:pt x="94643" y="36660"/>
                  <a:pt x="94683" y="36641"/>
                </a:cubicBezTo>
                <a:cubicBezTo>
                  <a:pt x="94770" y="36899"/>
                  <a:pt x="94854" y="37159"/>
                  <a:pt x="94937" y="37418"/>
                </a:cubicBezTo>
                <a:cubicBezTo>
                  <a:pt x="95056" y="37794"/>
                  <a:pt x="95177" y="38169"/>
                  <a:pt x="95278" y="38550"/>
                </a:cubicBezTo>
                <a:cubicBezTo>
                  <a:pt x="95485" y="39316"/>
                  <a:pt x="95641" y="40093"/>
                  <a:pt x="95772" y="40876"/>
                </a:cubicBezTo>
                <a:cubicBezTo>
                  <a:pt x="95803" y="41057"/>
                  <a:pt x="95827" y="41239"/>
                  <a:pt x="95853" y="41421"/>
                </a:cubicBezTo>
                <a:cubicBezTo>
                  <a:pt x="95764" y="40982"/>
                  <a:pt x="95640" y="40553"/>
                  <a:pt x="95473" y="40139"/>
                </a:cubicBezTo>
                <a:cubicBezTo>
                  <a:pt x="95294" y="39696"/>
                  <a:pt x="95062" y="39285"/>
                  <a:pt x="94790" y="38895"/>
                </a:cubicBezTo>
                <a:cubicBezTo>
                  <a:pt x="94779" y="38879"/>
                  <a:pt x="94763" y="38872"/>
                  <a:pt x="94747" y="38872"/>
                </a:cubicBezTo>
                <a:cubicBezTo>
                  <a:pt x="94718" y="38872"/>
                  <a:pt x="94688" y="38895"/>
                  <a:pt x="94684" y="38927"/>
                </a:cubicBezTo>
                <a:cubicBezTo>
                  <a:pt x="94584" y="39785"/>
                  <a:pt x="94623" y="40680"/>
                  <a:pt x="94772" y="41532"/>
                </a:cubicBezTo>
                <a:cubicBezTo>
                  <a:pt x="94848" y="41959"/>
                  <a:pt x="94951" y="42382"/>
                  <a:pt x="95081" y="42797"/>
                </a:cubicBezTo>
                <a:cubicBezTo>
                  <a:pt x="95210" y="43208"/>
                  <a:pt x="95375" y="43606"/>
                  <a:pt x="95542" y="44005"/>
                </a:cubicBezTo>
                <a:cubicBezTo>
                  <a:pt x="95649" y="44258"/>
                  <a:pt x="95755" y="44513"/>
                  <a:pt x="95838" y="44774"/>
                </a:cubicBezTo>
                <a:cubicBezTo>
                  <a:pt x="95835" y="45131"/>
                  <a:pt x="95831" y="45487"/>
                  <a:pt x="95825" y="45844"/>
                </a:cubicBezTo>
                <a:cubicBezTo>
                  <a:pt x="95662" y="45020"/>
                  <a:pt x="95416" y="44210"/>
                  <a:pt x="95095" y="43435"/>
                </a:cubicBezTo>
                <a:cubicBezTo>
                  <a:pt x="94980" y="43156"/>
                  <a:pt x="94854" y="42881"/>
                  <a:pt x="94718" y="42611"/>
                </a:cubicBezTo>
                <a:cubicBezTo>
                  <a:pt x="94580" y="42333"/>
                  <a:pt x="94418" y="42070"/>
                  <a:pt x="94272" y="41795"/>
                </a:cubicBezTo>
                <a:cubicBezTo>
                  <a:pt x="94262" y="41775"/>
                  <a:pt x="94241" y="41765"/>
                  <a:pt x="94221" y="41765"/>
                </a:cubicBezTo>
                <a:cubicBezTo>
                  <a:pt x="94196" y="41765"/>
                  <a:pt x="94173" y="41781"/>
                  <a:pt x="94171" y="41812"/>
                </a:cubicBezTo>
                <a:cubicBezTo>
                  <a:pt x="94131" y="42720"/>
                  <a:pt x="94239" y="43639"/>
                  <a:pt x="94404" y="44530"/>
                </a:cubicBezTo>
                <a:cubicBezTo>
                  <a:pt x="94569" y="45423"/>
                  <a:pt x="94812" y="46302"/>
                  <a:pt x="95128" y="47154"/>
                </a:cubicBezTo>
                <a:cubicBezTo>
                  <a:pt x="95308" y="47637"/>
                  <a:pt x="95511" y="48113"/>
                  <a:pt x="95736" y="48575"/>
                </a:cubicBezTo>
                <a:cubicBezTo>
                  <a:pt x="95747" y="48597"/>
                  <a:pt x="95761" y="48611"/>
                  <a:pt x="95778" y="48619"/>
                </a:cubicBezTo>
                <a:cubicBezTo>
                  <a:pt x="95775" y="48854"/>
                  <a:pt x="95769" y="49087"/>
                  <a:pt x="95765" y="49322"/>
                </a:cubicBezTo>
                <a:cubicBezTo>
                  <a:pt x="95496" y="48898"/>
                  <a:pt x="95250" y="48458"/>
                  <a:pt x="95028" y="48007"/>
                </a:cubicBezTo>
                <a:cubicBezTo>
                  <a:pt x="94888" y="47727"/>
                  <a:pt x="94762" y="47443"/>
                  <a:pt x="94644" y="47154"/>
                </a:cubicBezTo>
                <a:cubicBezTo>
                  <a:pt x="94584" y="47010"/>
                  <a:pt x="94526" y="46866"/>
                  <a:pt x="94471" y="46720"/>
                </a:cubicBezTo>
                <a:cubicBezTo>
                  <a:pt x="94418" y="46578"/>
                  <a:pt x="94370" y="46423"/>
                  <a:pt x="94298" y="46290"/>
                </a:cubicBezTo>
                <a:cubicBezTo>
                  <a:pt x="94291" y="46278"/>
                  <a:pt x="94281" y="46273"/>
                  <a:pt x="94270" y="46273"/>
                </a:cubicBezTo>
                <a:cubicBezTo>
                  <a:pt x="94254" y="46273"/>
                  <a:pt x="94238" y="46286"/>
                  <a:pt x="94239" y="46307"/>
                </a:cubicBezTo>
                <a:cubicBezTo>
                  <a:pt x="94250" y="46439"/>
                  <a:pt x="94292" y="46578"/>
                  <a:pt x="94331" y="46704"/>
                </a:cubicBezTo>
                <a:cubicBezTo>
                  <a:pt x="94371" y="46838"/>
                  <a:pt x="94414" y="46971"/>
                  <a:pt x="94458" y="47104"/>
                </a:cubicBezTo>
                <a:cubicBezTo>
                  <a:pt x="94546" y="47365"/>
                  <a:pt x="94646" y="47621"/>
                  <a:pt x="94753" y="47873"/>
                </a:cubicBezTo>
                <a:cubicBezTo>
                  <a:pt x="94770" y="47914"/>
                  <a:pt x="94787" y="47953"/>
                  <a:pt x="94804" y="47992"/>
                </a:cubicBezTo>
                <a:cubicBezTo>
                  <a:pt x="94358" y="47442"/>
                  <a:pt x="93817" y="46964"/>
                  <a:pt x="93241" y="46556"/>
                </a:cubicBezTo>
                <a:cubicBezTo>
                  <a:pt x="93064" y="46432"/>
                  <a:pt x="92883" y="46312"/>
                  <a:pt x="92698" y="46197"/>
                </a:cubicBezTo>
                <a:cubicBezTo>
                  <a:pt x="92602" y="46137"/>
                  <a:pt x="92505" y="46080"/>
                  <a:pt x="92409" y="46023"/>
                </a:cubicBezTo>
                <a:cubicBezTo>
                  <a:pt x="92315" y="45968"/>
                  <a:pt x="92222" y="45912"/>
                  <a:pt x="92116" y="45882"/>
                </a:cubicBezTo>
                <a:cubicBezTo>
                  <a:pt x="92112" y="45881"/>
                  <a:pt x="92108" y="45881"/>
                  <a:pt x="92105" y="45881"/>
                </a:cubicBezTo>
                <a:cubicBezTo>
                  <a:pt x="92077" y="45881"/>
                  <a:pt x="92062" y="45915"/>
                  <a:pt x="92086" y="45937"/>
                </a:cubicBezTo>
                <a:cubicBezTo>
                  <a:pt x="92134" y="45981"/>
                  <a:pt x="92187" y="46018"/>
                  <a:pt x="92244" y="46054"/>
                </a:cubicBezTo>
                <a:cubicBezTo>
                  <a:pt x="92260" y="46204"/>
                  <a:pt x="92335" y="46355"/>
                  <a:pt x="92392" y="46492"/>
                </a:cubicBezTo>
                <a:cubicBezTo>
                  <a:pt x="92461" y="46662"/>
                  <a:pt x="92541" y="46829"/>
                  <a:pt x="92624" y="46993"/>
                </a:cubicBezTo>
                <a:cubicBezTo>
                  <a:pt x="92794" y="47327"/>
                  <a:pt x="92987" y="47651"/>
                  <a:pt x="93199" y="47959"/>
                </a:cubicBezTo>
                <a:cubicBezTo>
                  <a:pt x="93620" y="48571"/>
                  <a:pt x="94123" y="49131"/>
                  <a:pt x="94689" y="49613"/>
                </a:cubicBezTo>
                <a:cubicBezTo>
                  <a:pt x="94848" y="49749"/>
                  <a:pt x="95013" y="49880"/>
                  <a:pt x="95182" y="50003"/>
                </a:cubicBezTo>
                <a:cubicBezTo>
                  <a:pt x="95266" y="50064"/>
                  <a:pt x="95352" y="50125"/>
                  <a:pt x="95438" y="50183"/>
                </a:cubicBezTo>
                <a:cubicBezTo>
                  <a:pt x="95523" y="50240"/>
                  <a:pt x="95612" y="50319"/>
                  <a:pt x="95720" y="50319"/>
                </a:cubicBezTo>
                <a:cubicBezTo>
                  <a:pt x="95727" y="50319"/>
                  <a:pt x="95734" y="50317"/>
                  <a:pt x="95742" y="50315"/>
                </a:cubicBezTo>
                <a:lnTo>
                  <a:pt x="95742" y="50315"/>
                </a:lnTo>
                <a:cubicBezTo>
                  <a:pt x="95738" y="50462"/>
                  <a:pt x="95734" y="50608"/>
                  <a:pt x="95731" y="50756"/>
                </a:cubicBezTo>
                <a:cubicBezTo>
                  <a:pt x="95610" y="50619"/>
                  <a:pt x="95476" y="50493"/>
                  <a:pt x="95341" y="50370"/>
                </a:cubicBezTo>
                <a:cubicBezTo>
                  <a:pt x="95125" y="50173"/>
                  <a:pt x="94902" y="49987"/>
                  <a:pt x="94667" y="49815"/>
                </a:cubicBezTo>
                <a:cubicBezTo>
                  <a:pt x="94193" y="49466"/>
                  <a:pt x="93684" y="49163"/>
                  <a:pt x="93152" y="48911"/>
                </a:cubicBezTo>
                <a:cubicBezTo>
                  <a:pt x="93000" y="48839"/>
                  <a:pt x="92845" y="48774"/>
                  <a:pt x="92687" y="48717"/>
                </a:cubicBezTo>
                <a:cubicBezTo>
                  <a:pt x="92608" y="48688"/>
                  <a:pt x="92527" y="48661"/>
                  <a:pt x="92448" y="48635"/>
                </a:cubicBezTo>
                <a:cubicBezTo>
                  <a:pt x="92438" y="48631"/>
                  <a:pt x="92429" y="48628"/>
                  <a:pt x="92418" y="48625"/>
                </a:cubicBezTo>
                <a:cubicBezTo>
                  <a:pt x="92422" y="48611"/>
                  <a:pt x="92425" y="48596"/>
                  <a:pt x="92427" y="48582"/>
                </a:cubicBezTo>
                <a:cubicBezTo>
                  <a:pt x="92429" y="48574"/>
                  <a:pt x="92431" y="48564"/>
                  <a:pt x="92431" y="48557"/>
                </a:cubicBezTo>
                <a:cubicBezTo>
                  <a:pt x="92431" y="48538"/>
                  <a:pt x="92432" y="48519"/>
                  <a:pt x="92427" y="48503"/>
                </a:cubicBezTo>
                <a:cubicBezTo>
                  <a:pt x="92423" y="48486"/>
                  <a:pt x="92418" y="48469"/>
                  <a:pt x="92411" y="48450"/>
                </a:cubicBezTo>
                <a:cubicBezTo>
                  <a:pt x="92409" y="48442"/>
                  <a:pt x="92404" y="48434"/>
                  <a:pt x="92399" y="48426"/>
                </a:cubicBezTo>
                <a:cubicBezTo>
                  <a:pt x="92388" y="48406"/>
                  <a:pt x="92377" y="48387"/>
                  <a:pt x="92362" y="48371"/>
                </a:cubicBezTo>
                <a:cubicBezTo>
                  <a:pt x="92348" y="48356"/>
                  <a:pt x="92332" y="48339"/>
                  <a:pt x="92313" y="48327"/>
                </a:cubicBezTo>
                <a:cubicBezTo>
                  <a:pt x="92277" y="48304"/>
                  <a:pt x="92252" y="48294"/>
                  <a:pt x="92209" y="48285"/>
                </a:cubicBezTo>
                <a:cubicBezTo>
                  <a:pt x="92203" y="48284"/>
                  <a:pt x="92200" y="48284"/>
                  <a:pt x="92195" y="48284"/>
                </a:cubicBezTo>
                <a:cubicBezTo>
                  <a:pt x="92175" y="48284"/>
                  <a:pt x="92154" y="48284"/>
                  <a:pt x="92135" y="48288"/>
                </a:cubicBezTo>
                <a:lnTo>
                  <a:pt x="92094" y="48300"/>
                </a:lnTo>
                <a:cubicBezTo>
                  <a:pt x="92074" y="48307"/>
                  <a:pt x="92057" y="48320"/>
                  <a:pt x="92043" y="48338"/>
                </a:cubicBezTo>
                <a:cubicBezTo>
                  <a:pt x="92032" y="48348"/>
                  <a:pt x="92024" y="48359"/>
                  <a:pt x="92019" y="48372"/>
                </a:cubicBezTo>
                <a:cubicBezTo>
                  <a:pt x="92006" y="48392"/>
                  <a:pt x="91999" y="48412"/>
                  <a:pt x="91998" y="48436"/>
                </a:cubicBezTo>
                <a:lnTo>
                  <a:pt x="91998" y="48458"/>
                </a:lnTo>
                <a:cubicBezTo>
                  <a:pt x="91998" y="48472"/>
                  <a:pt x="91999" y="48487"/>
                  <a:pt x="91999" y="48503"/>
                </a:cubicBezTo>
                <a:cubicBezTo>
                  <a:pt x="92002" y="48525"/>
                  <a:pt x="92010" y="48546"/>
                  <a:pt x="92022" y="48562"/>
                </a:cubicBezTo>
                <a:cubicBezTo>
                  <a:pt x="92027" y="48571"/>
                  <a:pt x="92033" y="48581"/>
                  <a:pt x="92042" y="48587"/>
                </a:cubicBezTo>
                <a:cubicBezTo>
                  <a:pt x="92041" y="48624"/>
                  <a:pt x="92047" y="48661"/>
                  <a:pt x="92061" y="48694"/>
                </a:cubicBezTo>
                <a:cubicBezTo>
                  <a:pt x="92069" y="48712"/>
                  <a:pt x="92081" y="48732"/>
                  <a:pt x="92096" y="48747"/>
                </a:cubicBezTo>
                <a:cubicBezTo>
                  <a:pt x="92107" y="48760"/>
                  <a:pt x="92119" y="48771"/>
                  <a:pt x="92131" y="48782"/>
                </a:cubicBezTo>
                <a:cubicBezTo>
                  <a:pt x="92152" y="48798"/>
                  <a:pt x="92182" y="48808"/>
                  <a:pt x="92211" y="48808"/>
                </a:cubicBezTo>
                <a:cubicBezTo>
                  <a:pt x="92221" y="48808"/>
                  <a:pt x="92230" y="48807"/>
                  <a:pt x="92240" y="48805"/>
                </a:cubicBezTo>
                <a:cubicBezTo>
                  <a:pt x="92274" y="48795"/>
                  <a:pt x="92296" y="48787"/>
                  <a:pt x="92326" y="48765"/>
                </a:cubicBezTo>
                <a:cubicBezTo>
                  <a:pt x="92335" y="48758"/>
                  <a:pt x="92344" y="48750"/>
                  <a:pt x="92352" y="48741"/>
                </a:cubicBezTo>
                <a:cubicBezTo>
                  <a:pt x="92425" y="48772"/>
                  <a:pt x="92500" y="48799"/>
                  <a:pt x="92570" y="48829"/>
                </a:cubicBezTo>
                <a:cubicBezTo>
                  <a:pt x="92703" y="48888"/>
                  <a:pt x="92835" y="48950"/>
                  <a:pt x="92967" y="49010"/>
                </a:cubicBezTo>
                <a:cubicBezTo>
                  <a:pt x="93232" y="49133"/>
                  <a:pt x="93492" y="49265"/>
                  <a:pt x="93744" y="49410"/>
                </a:cubicBezTo>
                <a:cubicBezTo>
                  <a:pt x="94041" y="49581"/>
                  <a:pt x="94326" y="49771"/>
                  <a:pt x="94602" y="49973"/>
                </a:cubicBezTo>
                <a:cubicBezTo>
                  <a:pt x="94579" y="49963"/>
                  <a:pt x="94556" y="49953"/>
                  <a:pt x="94534" y="49942"/>
                </a:cubicBezTo>
                <a:cubicBezTo>
                  <a:pt x="94420" y="49892"/>
                  <a:pt x="94303" y="49847"/>
                  <a:pt x="94186" y="49801"/>
                </a:cubicBezTo>
                <a:cubicBezTo>
                  <a:pt x="93957" y="49712"/>
                  <a:pt x="93724" y="49628"/>
                  <a:pt x="93493" y="49550"/>
                </a:cubicBezTo>
                <a:cubicBezTo>
                  <a:pt x="93025" y="49391"/>
                  <a:pt x="92549" y="49255"/>
                  <a:pt x="92068" y="49140"/>
                </a:cubicBezTo>
                <a:cubicBezTo>
                  <a:pt x="91816" y="49079"/>
                  <a:pt x="91558" y="49040"/>
                  <a:pt x="91301" y="49002"/>
                </a:cubicBezTo>
                <a:cubicBezTo>
                  <a:pt x="91300" y="48991"/>
                  <a:pt x="91296" y="48979"/>
                  <a:pt x="91292" y="48968"/>
                </a:cubicBezTo>
                <a:cubicBezTo>
                  <a:pt x="91290" y="48953"/>
                  <a:pt x="91283" y="48939"/>
                  <a:pt x="91274" y="48927"/>
                </a:cubicBezTo>
                <a:cubicBezTo>
                  <a:pt x="91272" y="48919"/>
                  <a:pt x="91269" y="48909"/>
                  <a:pt x="91267" y="48900"/>
                </a:cubicBezTo>
                <a:cubicBezTo>
                  <a:pt x="91258" y="48881"/>
                  <a:pt x="91246" y="48864"/>
                  <a:pt x="91229" y="48850"/>
                </a:cubicBezTo>
                <a:cubicBezTo>
                  <a:pt x="91215" y="48833"/>
                  <a:pt x="91197" y="48822"/>
                  <a:pt x="91175" y="48815"/>
                </a:cubicBezTo>
                <a:cubicBezTo>
                  <a:pt x="91160" y="48810"/>
                  <a:pt x="91147" y="48806"/>
                  <a:pt x="91132" y="48804"/>
                </a:cubicBezTo>
                <a:cubicBezTo>
                  <a:pt x="91130" y="48804"/>
                  <a:pt x="91130" y="48801"/>
                  <a:pt x="91129" y="48801"/>
                </a:cubicBezTo>
                <a:cubicBezTo>
                  <a:pt x="91125" y="48800"/>
                  <a:pt x="91104" y="48796"/>
                  <a:pt x="91102" y="48795"/>
                </a:cubicBezTo>
                <a:lnTo>
                  <a:pt x="91098" y="48795"/>
                </a:lnTo>
                <a:cubicBezTo>
                  <a:pt x="91094" y="48795"/>
                  <a:pt x="91090" y="48794"/>
                  <a:pt x="91087" y="48794"/>
                </a:cubicBezTo>
                <a:cubicBezTo>
                  <a:pt x="91078" y="48794"/>
                  <a:pt x="91069" y="48795"/>
                  <a:pt x="91060" y="48796"/>
                </a:cubicBezTo>
                <a:cubicBezTo>
                  <a:pt x="91045" y="48798"/>
                  <a:pt x="91031" y="48804"/>
                  <a:pt x="91015" y="48809"/>
                </a:cubicBezTo>
                <a:cubicBezTo>
                  <a:pt x="91000" y="48815"/>
                  <a:pt x="90987" y="48823"/>
                  <a:pt x="90973" y="48832"/>
                </a:cubicBezTo>
                <a:cubicBezTo>
                  <a:pt x="90960" y="48842"/>
                  <a:pt x="90949" y="48854"/>
                  <a:pt x="90938" y="48866"/>
                </a:cubicBezTo>
                <a:cubicBezTo>
                  <a:pt x="90935" y="48870"/>
                  <a:pt x="90933" y="48873"/>
                  <a:pt x="90932" y="48876"/>
                </a:cubicBezTo>
                <a:cubicBezTo>
                  <a:pt x="90924" y="48882"/>
                  <a:pt x="90917" y="48888"/>
                  <a:pt x="90912" y="48897"/>
                </a:cubicBezTo>
                <a:lnTo>
                  <a:pt x="90908" y="48905"/>
                </a:lnTo>
                <a:cubicBezTo>
                  <a:pt x="90901" y="48913"/>
                  <a:pt x="90895" y="48921"/>
                  <a:pt x="90891" y="48931"/>
                </a:cubicBezTo>
                <a:cubicBezTo>
                  <a:pt x="90883" y="48942"/>
                  <a:pt x="90879" y="48953"/>
                  <a:pt x="90878" y="48966"/>
                </a:cubicBezTo>
                <a:cubicBezTo>
                  <a:pt x="90871" y="48986"/>
                  <a:pt x="90871" y="49005"/>
                  <a:pt x="90873" y="49024"/>
                </a:cubicBezTo>
                <a:cubicBezTo>
                  <a:pt x="90878" y="49041"/>
                  <a:pt x="90882" y="49057"/>
                  <a:pt x="90889" y="49074"/>
                </a:cubicBezTo>
                <a:cubicBezTo>
                  <a:pt x="90890" y="49075"/>
                  <a:pt x="90890" y="49078"/>
                  <a:pt x="90891" y="49079"/>
                </a:cubicBezTo>
                <a:cubicBezTo>
                  <a:pt x="90891" y="49080"/>
                  <a:pt x="90893" y="49081"/>
                  <a:pt x="90893" y="49081"/>
                </a:cubicBezTo>
                <a:lnTo>
                  <a:pt x="90913" y="49114"/>
                </a:lnTo>
                <a:lnTo>
                  <a:pt x="90915" y="49117"/>
                </a:lnTo>
                <a:cubicBezTo>
                  <a:pt x="90923" y="49124"/>
                  <a:pt x="90933" y="49133"/>
                  <a:pt x="90940" y="49141"/>
                </a:cubicBezTo>
                <a:cubicBezTo>
                  <a:pt x="90944" y="49144"/>
                  <a:pt x="90948" y="49147"/>
                  <a:pt x="90950" y="49150"/>
                </a:cubicBezTo>
                <a:cubicBezTo>
                  <a:pt x="90951" y="49151"/>
                  <a:pt x="90955" y="49152"/>
                  <a:pt x="90956" y="49153"/>
                </a:cubicBezTo>
                <a:cubicBezTo>
                  <a:pt x="90968" y="49162"/>
                  <a:pt x="90982" y="49168"/>
                  <a:pt x="90995" y="49175"/>
                </a:cubicBezTo>
                <a:cubicBezTo>
                  <a:pt x="91015" y="49185"/>
                  <a:pt x="91039" y="49190"/>
                  <a:pt x="91060" y="49194"/>
                </a:cubicBezTo>
                <a:cubicBezTo>
                  <a:pt x="91065" y="49195"/>
                  <a:pt x="91069" y="49195"/>
                  <a:pt x="91074" y="49195"/>
                </a:cubicBezTo>
                <a:lnTo>
                  <a:pt x="91082" y="49195"/>
                </a:lnTo>
                <a:cubicBezTo>
                  <a:pt x="91094" y="49197"/>
                  <a:pt x="91106" y="49199"/>
                  <a:pt x="91118" y="49199"/>
                </a:cubicBezTo>
                <a:cubicBezTo>
                  <a:pt x="91129" y="49199"/>
                  <a:pt x="91140" y="49198"/>
                  <a:pt x="91151" y="49196"/>
                </a:cubicBezTo>
                <a:lnTo>
                  <a:pt x="91148" y="49196"/>
                </a:lnTo>
                <a:cubicBezTo>
                  <a:pt x="91149" y="49196"/>
                  <a:pt x="91149" y="49196"/>
                  <a:pt x="91151" y="49195"/>
                </a:cubicBezTo>
                <a:cubicBezTo>
                  <a:pt x="91158" y="49194"/>
                  <a:pt x="91163" y="49191"/>
                  <a:pt x="91169" y="49190"/>
                </a:cubicBezTo>
                <a:cubicBezTo>
                  <a:pt x="91174" y="49189"/>
                  <a:pt x="91179" y="49188"/>
                  <a:pt x="91182" y="49185"/>
                </a:cubicBezTo>
                <a:cubicBezTo>
                  <a:pt x="91185" y="49184"/>
                  <a:pt x="91188" y="49184"/>
                  <a:pt x="91191" y="49183"/>
                </a:cubicBezTo>
                <a:lnTo>
                  <a:pt x="91190" y="49183"/>
                </a:lnTo>
                <a:cubicBezTo>
                  <a:pt x="91191" y="49183"/>
                  <a:pt x="91192" y="49180"/>
                  <a:pt x="91195" y="49180"/>
                </a:cubicBezTo>
                <a:cubicBezTo>
                  <a:pt x="91223" y="49168"/>
                  <a:pt x="91248" y="49147"/>
                  <a:pt x="91264" y="49123"/>
                </a:cubicBezTo>
                <a:cubicBezTo>
                  <a:pt x="91274" y="49109"/>
                  <a:pt x="91280" y="49100"/>
                  <a:pt x="91284" y="49089"/>
                </a:cubicBezTo>
                <a:cubicBezTo>
                  <a:pt x="92219" y="49310"/>
                  <a:pt x="93152" y="49553"/>
                  <a:pt x="94056" y="49883"/>
                </a:cubicBezTo>
                <a:cubicBezTo>
                  <a:pt x="94186" y="49931"/>
                  <a:pt x="94314" y="49982"/>
                  <a:pt x="94444" y="50029"/>
                </a:cubicBezTo>
                <a:cubicBezTo>
                  <a:pt x="94508" y="50052"/>
                  <a:pt x="94573" y="50078"/>
                  <a:pt x="94639" y="50101"/>
                </a:cubicBezTo>
                <a:cubicBezTo>
                  <a:pt x="94702" y="50124"/>
                  <a:pt x="94770" y="50134"/>
                  <a:pt x="94836" y="50149"/>
                </a:cubicBezTo>
                <a:lnTo>
                  <a:pt x="94841" y="50149"/>
                </a:lnTo>
                <a:cubicBezTo>
                  <a:pt x="94952" y="50235"/>
                  <a:pt x="95061" y="50325"/>
                  <a:pt x="95166" y="50415"/>
                </a:cubicBezTo>
                <a:cubicBezTo>
                  <a:pt x="95357" y="50578"/>
                  <a:pt x="95536" y="50754"/>
                  <a:pt x="95727" y="50918"/>
                </a:cubicBezTo>
                <a:cubicBezTo>
                  <a:pt x="95725" y="51046"/>
                  <a:pt x="95721" y="51177"/>
                  <a:pt x="95718" y="51305"/>
                </a:cubicBezTo>
                <a:cubicBezTo>
                  <a:pt x="95497" y="51305"/>
                  <a:pt x="95275" y="51310"/>
                  <a:pt x="95053" y="51313"/>
                </a:cubicBezTo>
                <a:cubicBezTo>
                  <a:pt x="94244" y="51310"/>
                  <a:pt x="93433" y="51234"/>
                  <a:pt x="92642" y="51057"/>
                </a:cubicBezTo>
                <a:cubicBezTo>
                  <a:pt x="91731" y="50853"/>
                  <a:pt x="90850" y="50518"/>
                  <a:pt x="90029" y="50074"/>
                </a:cubicBezTo>
                <a:cubicBezTo>
                  <a:pt x="89670" y="49881"/>
                  <a:pt x="89324" y="49662"/>
                  <a:pt x="88991" y="49424"/>
                </a:cubicBezTo>
                <a:lnTo>
                  <a:pt x="88991" y="49424"/>
                </a:lnTo>
                <a:cubicBezTo>
                  <a:pt x="89874" y="49570"/>
                  <a:pt x="90757" y="49716"/>
                  <a:pt x="91641" y="49854"/>
                </a:cubicBezTo>
                <a:cubicBezTo>
                  <a:pt x="92436" y="49977"/>
                  <a:pt x="93238" y="50132"/>
                  <a:pt x="93970" y="50474"/>
                </a:cubicBezTo>
                <a:cubicBezTo>
                  <a:pt x="94305" y="50630"/>
                  <a:pt x="94622" y="50831"/>
                  <a:pt x="94894" y="51079"/>
                </a:cubicBezTo>
                <a:cubicBezTo>
                  <a:pt x="93992" y="50912"/>
                  <a:pt x="93115" y="50627"/>
                  <a:pt x="92280" y="50243"/>
                </a:cubicBezTo>
                <a:cubicBezTo>
                  <a:pt x="92024" y="50125"/>
                  <a:pt x="91764" y="50017"/>
                  <a:pt x="91506" y="49902"/>
                </a:cubicBezTo>
                <a:cubicBezTo>
                  <a:pt x="91500" y="49899"/>
                  <a:pt x="91495" y="49898"/>
                  <a:pt x="91490" y="49898"/>
                </a:cubicBezTo>
                <a:cubicBezTo>
                  <a:pt x="91454" y="49898"/>
                  <a:pt x="91432" y="49951"/>
                  <a:pt x="91467" y="49974"/>
                </a:cubicBezTo>
                <a:cubicBezTo>
                  <a:pt x="92300" y="50537"/>
                  <a:pt x="93283" y="50870"/>
                  <a:pt x="94257" y="51097"/>
                </a:cubicBezTo>
                <a:cubicBezTo>
                  <a:pt x="94537" y="51161"/>
                  <a:pt x="94819" y="51216"/>
                  <a:pt x="95103" y="51260"/>
                </a:cubicBezTo>
                <a:cubicBezTo>
                  <a:pt x="95106" y="51261"/>
                  <a:pt x="95109" y="51261"/>
                  <a:pt x="95112" y="51261"/>
                </a:cubicBezTo>
                <a:cubicBezTo>
                  <a:pt x="95166" y="51261"/>
                  <a:pt x="95207" y="51186"/>
                  <a:pt x="95166" y="51145"/>
                </a:cubicBezTo>
                <a:cubicBezTo>
                  <a:pt x="94596" y="50559"/>
                  <a:pt x="93839" y="50226"/>
                  <a:pt x="93062" y="50015"/>
                </a:cubicBezTo>
                <a:cubicBezTo>
                  <a:pt x="92665" y="49908"/>
                  <a:pt x="92262" y="49828"/>
                  <a:pt x="91857" y="49751"/>
                </a:cubicBezTo>
                <a:cubicBezTo>
                  <a:pt x="91374" y="49660"/>
                  <a:pt x="90890" y="49569"/>
                  <a:pt x="90405" y="49487"/>
                </a:cubicBezTo>
                <a:cubicBezTo>
                  <a:pt x="89824" y="49388"/>
                  <a:pt x="89243" y="49290"/>
                  <a:pt x="88662" y="49191"/>
                </a:cubicBezTo>
                <a:cubicBezTo>
                  <a:pt x="88657" y="49191"/>
                  <a:pt x="88652" y="49190"/>
                  <a:pt x="88648" y="49190"/>
                </a:cubicBezTo>
                <a:cubicBezTo>
                  <a:pt x="88569" y="49190"/>
                  <a:pt x="88541" y="49302"/>
                  <a:pt x="88601" y="49348"/>
                </a:cubicBezTo>
                <a:cubicBezTo>
                  <a:pt x="89354" y="49931"/>
                  <a:pt x="90190" y="50405"/>
                  <a:pt x="91077" y="50751"/>
                </a:cubicBezTo>
                <a:cubicBezTo>
                  <a:pt x="91215" y="50805"/>
                  <a:pt x="91356" y="50855"/>
                  <a:pt x="91497" y="50903"/>
                </a:cubicBezTo>
                <a:cubicBezTo>
                  <a:pt x="91070" y="50802"/>
                  <a:pt x="90646" y="50690"/>
                  <a:pt x="90226" y="50561"/>
                </a:cubicBezTo>
                <a:cubicBezTo>
                  <a:pt x="89644" y="50377"/>
                  <a:pt x="89071" y="50166"/>
                  <a:pt x="88510" y="49927"/>
                </a:cubicBezTo>
                <a:cubicBezTo>
                  <a:pt x="88123" y="49664"/>
                  <a:pt x="87739" y="49391"/>
                  <a:pt x="87377" y="49095"/>
                </a:cubicBezTo>
                <a:cubicBezTo>
                  <a:pt x="87185" y="48938"/>
                  <a:pt x="87000" y="48772"/>
                  <a:pt x="86816" y="48604"/>
                </a:cubicBezTo>
                <a:cubicBezTo>
                  <a:pt x="86639" y="48443"/>
                  <a:pt x="86457" y="48288"/>
                  <a:pt x="86284" y="48121"/>
                </a:cubicBezTo>
                <a:cubicBezTo>
                  <a:pt x="86289" y="48121"/>
                  <a:pt x="86293" y="48121"/>
                  <a:pt x="86297" y="48119"/>
                </a:cubicBezTo>
                <a:cubicBezTo>
                  <a:pt x="86298" y="48119"/>
                  <a:pt x="86300" y="48119"/>
                  <a:pt x="86303" y="48118"/>
                </a:cubicBezTo>
                <a:cubicBezTo>
                  <a:pt x="86312" y="48117"/>
                  <a:pt x="86323" y="48113"/>
                  <a:pt x="86333" y="48109"/>
                </a:cubicBezTo>
                <a:cubicBezTo>
                  <a:pt x="86364" y="48095"/>
                  <a:pt x="86385" y="48070"/>
                  <a:pt x="86400" y="48040"/>
                </a:cubicBezTo>
                <a:cubicBezTo>
                  <a:pt x="86405" y="48029"/>
                  <a:pt x="86408" y="48015"/>
                  <a:pt x="86409" y="48004"/>
                </a:cubicBezTo>
                <a:cubicBezTo>
                  <a:pt x="86413" y="47992"/>
                  <a:pt x="86411" y="47980"/>
                  <a:pt x="86409" y="47967"/>
                </a:cubicBezTo>
                <a:cubicBezTo>
                  <a:pt x="86409" y="47964"/>
                  <a:pt x="86409" y="47960"/>
                  <a:pt x="86408" y="47956"/>
                </a:cubicBezTo>
                <a:cubicBezTo>
                  <a:pt x="86405" y="47944"/>
                  <a:pt x="86402" y="47932"/>
                  <a:pt x="86397" y="47920"/>
                </a:cubicBezTo>
                <a:cubicBezTo>
                  <a:pt x="86392" y="47909"/>
                  <a:pt x="86385" y="47898"/>
                  <a:pt x="86378" y="47888"/>
                </a:cubicBezTo>
                <a:cubicBezTo>
                  <a:pt x="86375" y="47884"/>
                  <a:pt x="86374" y="47881"/>
                  <a:pt x="86371" y="47878"/>
                </a:cubicBezTo>
                <a:cubicBezTo>
                  <a:pt x="86363" y="47870"/>
                  <a:pt x="86353" y="47859"/>
                  <a:pt x="86344" y="47852"/>
                </a:cubicBezTo>
                <a:cubicBezTo>
                  <a:pt x="86333" y="47845"/>
                  <a:pt x="86322" y="47838"/>
                  <a:pt x="86309" y="47834"/>
                </a:cubicBezTo>
                <a:cubicBezTo>
                  <a:pt x="86289" y="47827"/>
                  <a:pt x="86273" y="47826"/>
                  <a:pt x="86255" y="47826"/>
                </a:cubicBezTo>
                <a:cubicBezTo>
                  <a:pt x="86246" y="47823"/>
                  <a:pt x="86238" y="47821"/>
                  <a:pt x="86228" y="47821"/>
                </a:cubicBezTo>
                <a:lnTo>
                  <a:pt x="86217" y="47821"/>
                </a:lnTo>
                <a:cubicBezTo>
                  <a:pt x="86204" y="47816"/>
                  <a:pt x="86192" y="47814"/>
                  <a:pt x="86179" y="47814"/>
                </a:cubicBezTo>
                <a:cubicBezTo>
                  <a:pt x="86172" y="47814"/>
                  <a:pt x="86164" y="47815"/>
                  <a:pt x="86156" y="47816"/>
                </a:cubicBezTo>
                <a:cubicBezTo>
                  <a:pt x="86144" y="47821"/>
                  <a:pt x="86129" y="47824"/>
                  <a:pt x="86117" y="47828"/>
                </a:cubicBezTo>
                <a:cubicBezTo>
                  <a:pt x="86092" y="47839"/>
                  <a:pt x="86072" y="47856"/>
                  <a:pt x="86056" y="47878"/>
                </a:cubicBezTo>
                <a:cubicBezTo>
                  <a:pt x="86050" y="47883"/>
                  <a:pt x="86046" y="47890"/>
                  <a:pt x="86040" y="47898"/>
                </a:cubicBezTo>
                <a:cubicBezTo>
                  <a:pt x="86029" y="47915"/>
                  <a:pt x="86020" y="47932"/>
                  <a:pt x="86012" y="47950"/>
                </a:cubicBezTo>
                <a:cubicBezTo>
                  <a:pt x="86003" y="47970"/>
                  <a:pt x="85999" y="47992"/>
                  <a:pt x="85995" y="48011"/>
                </a:cubicBezTo>
                <a:cubicBezTo>
                  <a:pt x="85993" y="48020"/>
                  <a:pt x="85992" y="48026"/>
                  <a:pt x="85992" y="48035"/>
                </a:cubicBezTo>
                <a:cubicBezTo>
                  <a:pt x="85992" y="48048"/>
                  <a:pt x="85993" y="48062"/>
                  <a:pt x="85993" y="48076"/>
                </a:cubicBezTo>
                <a:cubicBezTo>
                  <a:pt x="85996" y="48096"/>
                  <a:pt x="86003" y="48114"/>
                  <a:pt x="86015" y="48130"/>
                </a:cubicBezTo>
                <a:cubicBezTo>
                  <a:pt x="86021" y="48141"/>
                  <a:pt x="86028" y="48151"/>
                  <a:pt x="86039" y="48159"/>
                </a:cubicBezTo>
                <a:cubicBezTo>
                  <a:pt x="86040" y="48161"/>
                  <a:pt x="86042" y="48163"/>
                  <a:pt x="86043" y="48165"/>
                </a:cubicBezTo>
                <a:cubicBezTo>
                  <a:pt x="86045" y="48167"/>
                  <a:pt x="86046" y="48169"/>
                  <a:pt x="86047" y="48170"/>
                </a:cubicBezTo>
                <a:cubicBezTo>
                  <a:pt x="86051" y="48175"/>
                  <a:pt x="86057" y="48180"/>
                  <a:pt x="86062" y="48184"/>
                </a:cubicBezTo>
                <a:cubicBezTo>
                  <a:pt x="86069" y="48194"/>
                  <a:pt x="86079" y="48200"/>
                  <a:pt x="86090" y="48203"/>
                </a:cubicBezTo>
                <a:cubicBezTo>
                  <a:pt x="86095" y="48207"/>
                  <a:pt x="86100" y="48211"/>
                  <a:pt x="86106" y="48212"/>
                </a:cubicBezTo>
                <a:lnTo>
                  <a:pt x="86140" y="48219"/>
                </a:lnTo>
                <a:cubicBezTo>
                  <a:pt x="86145" y="48220"/>
                  <a:pt x="86150" y="48221"/>
                  <a:pt x="86155" y="48221"/>
                </a:cubicBezTo>
                <a:cubicBezTo>
                  <a:pt x="86167" y="48221"/>
                  <a:pt x="86179" y="48218"/>
                  <a:pt x="86191" y="48214"/>
                </a:cubicBezTo>
                <a:cubicBezTo>
                  <a:pt x="86202" y="48213"/>
                  <a:pt x="86212" y="48207"/>
                  <a:pt x="86222" y="48201"/>
                </a:cubicBezTo>
                <a:cubicBezTo>
                  <a:pt x="86229" y="48196"/>
                  <a:pt x="86237" y="48191"/>
                  <a:pt x="86244" y="48184"/>
                </a:cubicBezTo>
                <a:cubicBezTo>
                  <a:pt x="86391" y="48364"/>
                  <a:pt x="86537" y="48541"/>
                  <a:pt x="86706" y="48705"/>
                </a:cubicBezTo>
                <a:cubicBezTo>
                  <a:pt x="86888" y="48883"/>
                  <a:pt x="87084" y="49047"/>
                  <a:pt x="87282" y="49207"/>
                </a:cubicBezTo>
                <a:cubicBezTo>
                  <a:pt x="87474" y="49359"/>
                  <a:pt x="87671" y="49502"/>
                  <a:pt x="87874" y="49635"/>
                </a:cubicBezTo>
                <a:cubicBezTo>
                  <a:pt x="87617" y="49513"/>
                  <a:pt x="87364" y="49386"/>
                  <a:pt x="87112" y="49251"/>
                </a:cubicBezTo>
                <a:cubicBezTo>
                  <a:pt x="86831" y="49100"/>
                  <a:pt x="86553" y="48941"/>
                  <a:pt x="86278" y="48779"/>
                </a:cubicBezTo>
                <a:cubicBezTo>
                  <a:pt x="86003" y="48619"/>
                  <a:pt x="85735" y="48449"/>
                  <a:pt x="85454" y="48300"/>
                </a:cubicBezTo>
                <a:cubicBezTo>
                  <a:pt x="85446" y="48296"/>
                  <a:pt x="85439" y="48294"/>
                  <a:pt x="85432" y="48294"/>
                </a:cubicBezTo>
                <a:cubicBezTo>
                  <a:pt x="85391" y="48294"/>
                  <a:pt x="85370" y="48359"/>
                  <a:pt x="85405" y="48390"/>
                </a:cubicBezTo>
                <a:cubicBezTo>
                  <a:pt x="85834" y="48763"/>
                  <a:pt x="86338" y="49058"/>
                  <a:pt x="86833" y="49334"/>
                </a:cubicBezTo>
                <a:cubicBezTo>
                  <a:pt x="87046" y="49453"/>
                  <a:pt x="87264" y="49565"/>
                  <a:pt x="87480" y="49675"/>
                </a:cubicBezTo>
                <a:cubicBezTo>
                  <a:pt x="87308" y="49627"/>
                  <a:pt x="87133" y="49579"/>
                  <a:pt x="86962" y="49525"/>
                </a:cubicBezTo>
                <a:cubicBezTo>
                  <a:pt x="86531" y="49391"/>
                  <a:pt x="86101" y="49262"/>
                  <a:pt x="85677" y="49111"/>
                </a:cubicBezTo>
                <a:cubicBezTo>
                  <a:pt x="85673" y="49110"/>
                  <a:pt x="85669" y="49109"/>
                  <a:pt x="85665" y="49109"/>
                </a:cubicBezTo>
                <a:cubicBezTo>
                  <a:pt x="85635" y="49109"/>
                  <a:pt x="85613" y="49152"/>
                  <a:pt x="85645" y="49169"/>
                </a:cubicBezTo>
                <a:cubicBezTo>
                  <a:pt x="86042" y="49393"/>
                  <a:pt x="86448" y="49589"/>
                  <a:pt x="86883" y="49724"/>
                </a:cubicBezTo>
                <a:cubicBezTo>
                  <a:pt x="87100" y="49792"/>
                  <a:pt x="87320" y="49855"/>
                  <a:pt x="87542" y="49903"/>
                </a:cubicBezTo>
                <a:cubicBezTo>
                  <a:pt x="87650" y="49926"/>
                  <a:pt x="87759" y="49951"/>
                  <a:pt x="87869" y="49968"/>
                </a:cubicBezTo>
                <a:cubicBezTo>
                  <a:pt x="87933" y="49978"/>
                  <a:pt x="88001" y="49987"/>
                  <a:pt x="88067" y="49987"/>
                </a:cubicBezTo>
                <a:cubicBezTo>
                  <a:pt x="88088" y="49987"/>
                  <a:pt x="88108" y="49986"/>
                  <a:pt x="88128" y="49984"/>
                </a:cubicBezTo>
                <a:cubicBezTo>
                  <a:pt x="88210" y="50020"/>
                  <a:pt x="88292" y="50058"/>
                  <a:pt x="88375" y="50095"/>
                </a:cubicBezTo>
                <a:cubicBezTo>
                  <a:pt x="89423" y="50550"/>
                  <a:pt x="90517" y="50893"/>
                  <a:pt x="91635" y="51133"/>
                </a:cubicBezTo>
                <a:cubicBezTo>
                  <a:pt x="91948" y="51200"/>
                  <a:pt x="92263" y="51249"/>
                  <a:pt x="92580" y="51294"/>
                </a:cubicBezTo>
                <a:cubicBezTo>
                  <a:pt x="92662" y="51307"/>
                  <a:pt x="92745" y="51318"/>
                  <a:pt x="92827" y="51327"/>
                </a:cubicBezTo>
                <a:cubicBezTo>
                  <a:pt x="92300" y="51333"/>
                  <a:pt x="91772" y="51338"/>
                  <a:pt x="91245" y="51346"/>
                </a:cubicBezTo>
                <a:cubicBezTo>
                  <a:pt x="90884" y="51349"/>
                  <a:pt x="90525" y="51354"/>
                  <a:pt x="90166" y="51357"/>
                </a:cubicBezTo>
                <a:cubicBezTo>
                  <a:pt x="89858" y="51139"/>
                  <a:pt x="89548" y="50926"/>
                  <a:pt x="89210" y="50756"/>
                </a:cubicBezTo>
                <a:cubicBezTo>
                  <a:pt x="88859" y="50581"/>
                  <a:pt x="88496" y="50432"/>
                  <a:pt x="88123" y="50314"/>
                </a:cubicBezTo>
                <a:cubicBezTo>
                  <a:pt x="87378" y="50075"/>
                  <a:pt x="86601" y="49949"/>
                  <a:pt x="85819" y="49949"/>
                </a:cubicBezTo>
                <a:cubicBezTo>
                  <a:pt x="85815" y="49949"/>
                  <a:pt x="85812" y="49949"/>
                  <a:pt x="85809" y="49949"/>
                </a:cubicBezTo>
                <a:cubicBezTo>
                  <a:pt x="85365" y="49951"/>
                  <a:pt x="84931" y="50001"/>
                  <a:pt x="84494" y="50063"/>
                </a:cubicBezTo>
                <a:cubicBezTo>
                  <a:pt x="84438" y="50072"/>
                  <a:pt x="84415" y="50154"/>
                  <a:pt x="84466" y="50187"/>
                </a:cubicBezTo>
                <a:cubicBezTo>
                  <a:pt x="85188" y="50646"/>
                  <a:pt x="85980" y="50989"/>
                  <a:pt x="86804" y="51215"/>
                </a:cubicBezTo>
                <a:lnTo>
                  <a:pt x="86557" y="51190"/>
                </a:lnTo>
                <a:cubicBezTo>
                  <a:pt x="86168" y="51148"/>
                  <a:pt x="85781" y="51097"/>
                  <a:pt x="85397" y="51029"/>
                </a:cubicBezTo>
                <a:cubicBezTo>
                  <a:pt x="85194" y="50992"/>
                  <a:pt x="84992" y="50952"/>
                  <a:pt x="84791" y="50908"/>
                </a:cubicBezTo>
                <a:cubicBezTo>
                  <a:pt x="84754" y="50891"/>
                  <a:pt x="84717" y="50876"/>
                  <a:pt x="84681" y="50859"/>
                </a:cubicBezTo>
                <a:cubicBezTo>
                  <a:pt x="84591" y="50820"/>
                  <a:pt x="84502" y="50778"/>
                  <a:pt x="84412" y="50734"/>
                </a:cubicBezTo>
                <a:cubicBezTo>
                  <a:pt x="84227" y="50645"/>
                  <a:pt x="84044" y="50550"/>
                  <a:pt x="83867" y="50448"/>
                </a:cubicBezTo>
                <a:cubicBezTo>
                  <a:pt x="83520" y="50249"/>
                  <a:pt x="83196" y="50017"/>
                  <a:pt x="82857" y="49805"/>
                </a:cubicBezTo>
                <a:cubicBezTo>
                  <a:pt x="82851" y="49801"/>
                  <a:pt x="82844" y="49800"/>
                  <a:pt x="82838" y="49800"/>
                </a:cubicBezTo>
                <a:cubicBezTo>
                  <a:pt x="82812" y="49800"/>
                  <a:pt x="82794" y="49835"/>
                  <a:pt x="82818" y="49858"/>
                </a:cubicBezTo>
                <a:cubicBezTo>
                  <a:pt x="83116" y="50127"/>
                  <a:pt x="83470" y="50341"/>
                  <a:pt x="83818" y="50535"/>
                </a:cubicBezTo>
                <a:cubicBezTo>
                  <a:pt x="83986" y="50629"/>
                  <a:pt x="84156" y="50717"/>
                  <a:pt x="84328" y="50799"/>
                </a:cubicBezTo>
                <a:cubicBezTo>
                  <a:pt x="83915" y="50695"/>
                  <a:pt x="83505" y="50574"/>
                  <a:pt x="83102" y="50437"/>
                </a:cubicBezTo>
                <a:cubicBezTo>
                  <a:pt x="82893" y="50365"/>
                  <a:pt x="82684" y="50293"/>
                  <a:pt x="82477" y="50217"/>
                </a:cubicBezTo>
                <a:cubicBezTo>
                  <a:pt x="82269" y="50141"/>
                  <a:pt x="82058" y="50075"/>
                  <a:pt x="81851" y="50001"/>
                </a:cubicBezTo>
                <a:cubicBezTo>
                  <a:pt x="81848" y="49998"/>
                  <a:pt x="81845" y="49998"/>
                  <a:pt x="81842" y="49998"/>
                </a:cubicBezTo>
                <a:cubicBezTo>
                  <a:pt x="81862" y="49970"/>
                  <a:pt x="81870" y="49935"/>
                  <a:pt x="81864" y="49900"/>
                </a:cubicBezTo>
                <a:cubicBezTo>
                  <a:pt x="81861" y="49875"/>
                  <a:pt x="81850" y="49854"/>
                  <a:pt x="81836" y="49834"/>
                </a:cubicBezTo>
                <a:cubicBezTo>
                  <a:pt x="81815" y="49806"/>
                  <a:pt x="81785" y="49795"/>
                  <a:pt x="81753" y="49789"/>
                </a:cubicBezTo>
                <a:lnTo>
                  <a:pt x="81732" y="49768"/>
                </a:lnTo>
                <a:cubicBezTo>
                  <a:pt x="81731" y="49767"/>
                  <a:pt x="81730" y="49766"/>
                  <a:pt x="81727" y="49765"/>
                </a:cubicBezTo>
                <a:cubicBezTo>
                  <a:pt x="81718" y="49759"/>
                  <a:pt x="81707" y="49751"/>
                  <a:pt x="81696" y="49748"/>
                </a:cubicBezTo>
                <a:cubicBezTo>
                  <a:pt x="81694" y="49746"/>
                  <a:pt x="81693" y="49746"/>
                  <a:pt x="81691" y="49746"/>
                </a:cubicBezTo>
                <a:cubicBezTo>
                  <a:pt x="81680" y="49743"/>
                  <a:pt x="81665" y="49739"/>
                  <a:pt x="81654" y="49738"/>
                </a:cubicBezTo>
                <a:cubicBezTo>
                  <a:pt x="81648" y="49737"/>
                  <a:pt x="81642" y="49737"/>
                  <a:pt x="81636" y="49737"/>
                </a:cubicBezTo>
                <a:cubicBezTo>
                  <a:pt x="81578" y="49737"/>
                  <a:pt x="81526" y="49775"/>
                  <a:pt x="81502" y="49828"/>
                </a:cubicBezTo>
                <a:cubicBezTo>
                  <a:pt x="81491" y="49854"/>
                  <a:pt x="81490" y="49881"/>
                  <a:pt x="81493" y="49907"/>
                </a:cubicBezTo>
                <a:cubicBezTo>
                  <a:pt x="81494" y="49924"/>
                  <a:pt x="81499" y="49940"/>
                  <a:pt x="81507" y="49955"/>
                </a:cubicBezTo>
                <a:cubicBezTo>
                  <a:pt x="81524" y="49986"/>
                  <a:pt x="81548" y="50013"/>
                  <a:pt x="81582" y="50026"/>
                </a:cubicBezTo>
                <a:cubicBezTo>
                  <a:pt x="81583" y="50028"/>
                  <a:pt x="81586" y="50028"/>
                  <a:pt x="81587" y="50028"/>
                </a:cubicBezTo>
                <a:cubicBezTo>
                  <a:pt x="81598" y="50030"/>
                  <a:pt x="81609" y="50035"/>
                  <a:pt x="81620" y="50036"/>
                </a:cubicBezTo>
                <a:cubicBezTo>
                  <a:pt x="81622" y="50036"/>
                  <a:pt x="81625" y="50036"/>
                  <a:pt x="81627" y="50036"/>
                </a:cubicBezTo>
                <a:cubicBezTo>
                  <a:pt x="81631" y="50036"/>
                  <a:pt x="81636" y="50036"/>
                  <a:pt x="81642" y="50036"/>
                </a:cubicBezTo>
                <a:cubicBezTo>
                  <a:pt x="81647" y="50037"/>
                  <a:pt x="81649" y="50037"/>
                  <a:pt x="81653" y="50039"/>
                </a:cubicBezTo>
                <a:lnTo>
                  <a:pt x="81654" y="50039"/>
                </a:lnTo>
                <a:cubicBezTo>
                  <a:pt x="81659" y="50042"/>
                  <a:pt x="81661" y="50047"/>
                  <a:pt x="81666" y="50051"/>
                </a:cubicBezTo>
                <a:cubicBezTo>
                  <a:pt x="81674" y="50056"/>
                  <a:pt x="81682" y="50059"/>
                  <a:pt x="81691" y="50062"/>
                </a:cubicBezTo>
                <a:cubicBezTo>
                  <a:pt x="81704" y="50067"/>
                  <a:pt x="81716" y="50067"/>
                  <a:pt x="81731" y="50067"/>
                </a:cubicBezTo>
                <a:cubicBezTo>
                  <a:pt x="81763" y="50064"/>
                  <a:pt x="81792" y="50051"/>
                  <a:pt x="81815" y="50030"/>
                </a:cubicBezTo>
                <a:cubicBezTo>
                  <a:pt x="81817" y="50039"/>
                  <a:pt x="81820" y="50048"/>
                  <a:pt x="81830" y="50052"/>
                </a:cubicBezTo>
                <a:cubicBezTo>
                  <a:pt x="82011" y="50147"/>
                  <a:pt x="82191" y="50244"/>
                  <a:pt x="82379" y="50325"/>
                </a:cubicBezTo>
                <a:cubicBezTo>
                  <a:pt x="82559" y="50399"/>
                  <a:pt x="82740" y="50473"/>
                  <a:pt x="82924" y="50539"/>
                </a:cubicBezTo>
                <a:cubicBezTo>
                  <a:pt x="83300" y="50671"/>
                  <a:pt x="83682" y="50788"/>
                  <a:pt x="84068" y="50891"/>
                </a:cubicBezTo>
                <a:cubicBezTo>
                  <a:pt x="84828" y="51094"/>
                  <a:pt x="85606" y="51242"/>
                  <a:pt x="86387" y="51327"/>
                </a:cubicBezTo>
                <a:cubicBezTo>
                  <a:pt x="86607" y="51353"/>
                  <a:pt x="86827" y="51368"/>
                  <a:pt x="87047" y="51381"/>
                </a:cubicBezTo>
                <a:cubicBezTo>
                  <a:pt x="87089" y="51384"/>
                  <a:pt x="87129" y="51385"/>
                  <a:pt x="87170" y="51387"/>
                </a:cubicBezTo>
                <a:lnTo>
                  <a:pt x="86218" y="51395"/>
                </a:lnTo>
                <a:cubicBezTo>
                  <a:pt x="82884" y="51418"/>
                  <a:pt x="79551" y="51443"/>
                  <a:pt x="76217" y="51467"/>
                </a:cubicBezTo>
                <a:cubicBezTo>
                  <a:pt x="74772" y="51478"/>
                  <a:pt x="73326" y="51483"/>
                  <a:pt x="71879" y="51501"/>
                </a:cubicBezTo>
                <a:cubicBezTo>
                  <a:pt x="66890" y="51458"/>
                  <a:pt x="61904" y="51429"/>
                  <a:pt x="56916" y="51404"/>
                </a:cubicBezTo>
                <a:cubicBezTo>
                  <a:pt x="50058" y="51370"/>
                  <a:pt x="43200" y="51354"/>
                  <a:pt x="36343" y="51354"/>
                </a:cubicBezTo>
                <a:cubicBezTo>
                  <a:pt x="30576" y="51354"/>
                  <a:pt x="24809" y="51365"/>
                  <a:pt x="19042" y="51387"/>
                </a:cubicBezTo>
                <a:cubicBezTo>
                  <a:pt x="12694" y="51410"/>
                  <a:pt x="6348" y="51447"/>
                  <a:pt x="1" y="51495"/>
                </a:cubicBezTo>
                <a:cubicBezTo>
                  <a:pt x="6" y="51635"/>
                  <a:pt x="19" y="51774"/>
                  <a:pt x="39" y="51911"/>
                </a:cubicBezTo>
                <a:cubicBezTo>
                  <a:pt x="11927" y="51821"/>
                  <a:pt x="23813" y="51776"/>
                  <a:pt x="35701" y="51776"/>
                </a:cubicBezTo>
                <a:cubicBezTo>
                  <a:pt x="48324" y="51778"/>
                  <a:pt x="60947" y="51824"/>
                  <a:pt x="73570" y="51918"/>
                </a:cubicBezTo>
                <a:cubicBezTo>
                  <a:pt x="74021" y="51921"/>
                  <a:pt x="74472" y="51923"/>
                  <a:pt x="74922" y="51923"/>
                </a:cubicBezTo>
                <a:cubicBezTo>
                  <a:pt x="81579" y="51923"/>
                  <a:pt x="88052" y="51574"/>
                  <a:pt x="90659" y="51571"/>
                </a:cubicBezTo>
                <a:cubicBezTo>
                  <a:pt x="91599" y="51569"/>
                  <a:pt x="92538" y="51568"/>
                  <a:pt x="93479" y="51562"/>
                </a:cubicBezTo>
                <a:cubicBezTo>
                  <a:pt x="93941" y="51560"/>
                  <a:pt x="94402" y="51557"/>
                  <a:pt x="94864" y="51555"/>
                </a:cubicBezTo>
                <a:cubicBezTo>
                  <a:pt x="94932" y="51554"/>
                  <a:pt x="94999" y="51554"/>
                  <a:pt x="95067" y="51554"/>
                </a:cubicBezTo>
                <a:cubicBezTo>
                  <a:pt x="95160" y="51554"/>
                  <a:pt x="95254" y="51554"/>
                  <a:pt x="95347" y="51554"/>
                </a:cubicBezTo>
                <a:cubicBezTo>
                  <a:pt x="95471" y="51554"/>
                  <a:pt x="95596" y="51554"/>
                  <a:pt x="95721" y="51551"/>
                </a:cubicBezTo>
                <a:lnTo>
                  <a:pt x="95721" y="51551"/>
                </a:lnTo>
                <a:cubicBezTo>
                  <a:pt x="95718" y="51657"/>
                  <a:pt x="95715" y="51763"/>
                  <a:pt x="95712" y="51870"/>
                </a:cubicBezTo>
                <a:cubicBezTo>
                  <a:pt x="95709" y="51973"/>
                  <a:pt x="95794" y="52029"/>
                  <a:pt x="95874" y="52029"/>
                </a:cubicBezTo>
                <a:cubicBezTo>
                  <a:pt x="95941" y="52029"/>
                  <a:pt x="96004" y="51988"/>
                  <a:pt x="96006" y="51902"/>
                </a:cubicBezTo>
                <a:cubicBezTo>
                  <a:pt x="96009" y="51782"/>
                  <a:pt x="96012" y="51662"/>
                  <a:pt x="96016" y="51544"/>
                </a:cubicBezTo>
                <a:cubicBezTo>
                  <a:pt x="96104" y="51539"/>
                  <a:pt x="96192" y="51535"/>
                  <a:pt x="96280" y="51528"/>
                </a:cubicBezTo>
                <a:cubicBezTo>
                  <a:pt x="96398" y="51518"/>
                  <a:pt x="96392" y="51326"/>
                  <a:pt x="96272" y="51318"/>
                </a:cubicBezTo>
                <a:cubicBezTo>
                  <a:pt x="96189" y="51313"/>
                  <a:pt x="96105" y="51310"/>
                  <a:pt x="96022" y="51307"/>
                </a:cubicBezTo>
                <a:cubicBezTo>
                  <a:pt x="96031" y="50932"/>
                  <a:pt x="96039" y="50557"/>
                  <a:pt x="96049" y="50183"/>
                </a:cubicBezTo>
                <a:cubicBezTo>
                  <a:pt x="96565" y="49482"/>
                  <a:pt x="96953" y="48692"/>
                  <a:pt x="97202" y="47859"/>
                </a:cubicBezTo>
                <a:cubicBezTo>
                  <a:pt x="97455" y="47011"/>
                  <a:pt x="97566" y="46125"/>
                  <a:pt x="97527" y="45242"/>
                </a:cubicBezTo>
                <a:cubicBezTo>
                  <a:pt x="97505" y="44741"/>
                  <a:pt x="97433" y="44243"/>
                  <a:pt x="97310" y="43758"/>
                </a:cubicBezTo>
                <a:cubicBezTo>
                  <a:pt x="97302" y="43725"/>
                  <a:pt x="97273" y="43704"/>
                  <a:pt x="97244" y="43704"/>
                </a:cubicBezTo>
                <a:cubicBezTo>
                  <a:pt x="97226" y="43704"/>
                  <a:pt x="97208" y="43712"/>
                  <a:pt x="97195" y="43730"/>
                </a:cubicBezTo>
                <a:cubicBezTo>
                  <a:pt x="96721" y="44405"/>
                  <a:pt x="96360" y="45154"/>
                  <a:pt x="96124" y="45943"/>
                </a:cubicBezTo>
                <a:cubicBezTo>
                  <a:pt x="96126" y="45880"/>
                  <a:pt x="96126" y="45818"/>
                  <a:pt x="96127" y="45756"/>
                </a:cubicBezTo>
                <a:cubicBezTo>
                  <a:pt x="96194" y="45539"/>
                  <a:pt x="96234" y="45313"/>
                  <a:pt x="96275" y="45090"/>
                </a:cubicBezTo>
                <a:cubicBezTo>
                  <a:pt x="96324" y="44829"/>
                  <a:pt x="96379" y="44570"/>
                  <a:pt x="96436" y="44310"/>
                </a:cubicBezTo>
                <a:cubicBezTo>
                  <a:pt x="96550" y="43790"/>
                  <a:pt x="96687" y="43275"/>
                  <a:pt x="96845" y="42767"/>
                </a:cubicBezTo>
                <a:cubicBezTo>
                  <a:pt x="96890" y="42622"/>
                  <a:pt x="96937" y="42476"/>
                  <a:pt x="96984" y="42332"/>
                </a:cubicBezTo>
                <a:cubicBezTo>
                  <a:pt x="97006" y="42262"/>
                  <a:pt x="97030" y="42193"/>
                  <a:pt x="97052" y="42121"/>
                </a:cubicBezTo>
                <a:cubicBezTo>
                  <a:pt x="97062" y="42090"/>
                  <a:pt x="97067" y="42061"/>
                  <a:pt x="97073" y="42029"/>
                </a:cubicBezTo>
                <a:cubicBezTo>
                  <a:pt x="97079" y="41989"/>
                  <a:pt x="97070" y="41963"/>
                  <a:pt x="97062" y="41924"/>
                </a:cubicBezTo>
                <a:cubicBezTo>
                  <a:pt x="97061" y="41919"/>
                  <a:pt x="97058" y="41916"/>
                  <a:pt x="97054" y="41916"/>
                </a:cubicBezTo>
                <a:cubicBezTo>
                  <a:pt x="97052" y="41916"/>
                  <a:pt x="97050" y="41917"/>
                  <a:pt x="97049" y="41918"/>
                </a:cubicBezTo>
                <a:cubicBezTo>
                  <a:pt x="97000" y="41954"/>
                  <a:pt x="96975" y="41981"/>
                  <a:pt x="96946" y="42037"/>
                </a:cubicBezTo>
                <a:cubicBezTo>
                  <a:pt x="96915" y="42099"/>
                  <a:pt x="96895" y="42166"/>
                  <a:pt x="96870" y="42231"/>
                </a:cubicBezTo>
                <a:cubicBezTo>
                  <a:pt x="96823" y="42357"/>
                  <a:pt x="96777" y="42485"/>
                  <a:pt x="96737" y="42612"/>
                </a:cubicBezTo>
                <a:cubicBezTo>
                  <a:pt x="96653" y="42869"/>
                  <a:pt x="96574" y="43127"/>
                  <a:pt x="96502" y="43386"/>
                </a:cubicBezTo>
                <a:cubicBezTo>
                  <a:pt x="96357" y="43904"/>
                  <a:pt x="96234" y="44427"/>
                  <a:pt x="96137" y="44957"/>
                </a:cubicBezTo>
                <a:cubicBezTo>
                  <a:pt x="96148" y="43963"/>
                  <a:pt x="96156" y="42970"/>
                  <a:pt x="96160" y="41976"/>
                </a:cubicBezTo>
                <a:cubicBezTo>
                  <a:pt x="96160" y="41883"/>
                  <a:pt x="96160" y="41788"/>
                  <a:pt x="96161" y="41695"/>
                </a:cubicBezTo>
                <a:cubicBezTo>
                  <a:pt x="96162" y="41694"/>
                  <a:pt x="96166" y="41693"/>
                  <a:pt x="96167" y="41690"/>
                </a:cubicBezTo>
                <a:cubicBezTo>
                  <a:pt x="96307" y="41524"/>
                  <a:pt x="96402" y="41328"/>
                  <a:pt x="96499" y="41135"/>
                </a:cubicBezTo>
                <a:cubicBezTo>
                  <a:pt x="96596" y="40942"/>
                  <a:pt x="96688" y="40745"/>
                  <a:pt x="96774" y="40546"/>
                </a:cubicBezTo>
                <a:cubicBezTo>
                  <a:pt x="96946" y="40145"/>
                  <a:pt x="97095" y="39730"/>
                  <a:pt x="97217" y="39311"/>
                </a:cubicBezTo>
                <a:cubicBezTo>
                  <a:pt x="97460" y="38476"/>
                  <a:pt x="97611" y="37609"/>
                  <a:pt x="97642" y="36738"/>
                </a:cubicBezTo>
                <a:cubicBezTo>
                  <a:pt x="97649" y="36499"/>
                  <a:pt x="97649" y="36258"/>
                  <a:pt x="97643" y="36018"/>
                </a:cubicBezTo>
                <a:cubicBezTo>
                  <a:pt x="97625" y="35768"/>
                  <a:pt x="97615" y="35517"/>
                  <a:pt x="97578" y="35271"/>
                </a:cubicBezTo>
                <a:cubicBezTo>
                  <a:pt x="97572" y="35233"/>
                  <a:pt x="97544" y="35215"/>
                  <a:pt x="97515" y="35215"/>
                </a:cubicBezTo>
                <a:cubicBezTo>
                  <a:pt x="97488" y="35215"/>
                  <a:pt x="97460" y="35230"/>
                  <a:pt x="97445" y="35258"/>
                </a:cubicBezTo>
                <a:cubicBezTo>
                  <a:pt x="97348" y="35444"/>
                  <a:pt x="97243" y="35623"/>
                  <a:pt x="97148" y="35810"/>
                </a:cubicBezTo>
                <a:cubicBezTo>
                  <a:pt x="97054" y="35997"/>
                  <a:pt x="96964" y="36188"/>
                  <a:pt x="96882" y="36380"/>
                </a:cubicBezTo>
                <a:cubicBezTo>
                  <a:pt x="96716" y="36764"/>
                  <a:pt x="96572" y="37160"/>
                  <a:pt x="96451" y="37560"/>
                </a:cubicBezTo>
                <a:cubicBezTo>
                  <a:pt x="96325" y="37981"/>
                  <a:pt x="96225" y="38408"/>
                  <a:pt x="96150" y="38840"/>
                </a:cubicBezTo>
                <a:cubicBezTo>
                  <a:pt x="96149" y="38202"/>
                  <a:pt x="96147" y="37564"/>
                  <a:pt x="96143" y="36927"/>
                </a:cubicBezTo>
                <a:cubicBezTo>
                  <a:pt x="96167" y="36775"/>
                  <a:pt x="96188" y="36625"/>
                  <a:pt x="96215" y="36477"/>
                </a:cubicBezTo>
                <a:cubicBezTo>
                  <a:pt x="96302" y="36001"/>
                  <a:pt x="96406" y="35529"/>
                  <a:pt x="96529" y="35063"/>
                </a:cubicBezTo>
                <a:cubicBezTo>
                  <a:pt x="96563" y="34936"/>
                  <a:pt x="96599" y="34810"/>
                  <a:pt x="96633" y="34682"/>
                </a:cubicBezTo>
                <a:cubicBezTo>
                  <a:pt x="96651" y="34615"/>
                  <a:pt x="96676" y="34546"/>
                  <a:pt x="96688" y="34479"/>
                </a:cubicBezTo>
                <a:cubicBezTo>
                  <a:pt x="96694" y="34452"/>
                  <a:pt x="96689" y="34425"/>
                  <a:pt x="96693" y="34397"/>
                </a:cubicBezTo>
                <a:cubicBezTo>
                  <a:pt x="96695" y="34358"/>
                  <a:pt x="96704" y="34320"/>
                  <a:pt x="96709" y="34282"/>
                </a:cubicBezTo>
                <a:cubicBezTo>
                  <a:pt x="96712" y="34264"/>
                  <a:pt x="96699" y="34255"/>
                  <a:pt x="96686" y="34255"/>
                </a:cubicBezTo>
                <a:cubicBezTo>
                  <a:pt x="96676" y="34255"/>
                  <a:pt x="96665" y="34260"/>
                  <a:pt x="96660" y="34270"/>
                </a:cubicBezTo>
                <a:cubicBezTo>
                  <a:pt x="96631" y="34324"/>
                  <a:pt x="96599" y="34371"/>
                  <a:pt x="96569" y="34423"/>
                </a:cubicBezTo>
                <a:cubicBezTo>
                  <a:pt x="96538" y="34474"/>
                  <a:pt x="96523" y="34546"/>
                  <a:pt x="96503" y="34602"/>
                </a:cubicBezTo>
                <a:cubicBezTo>
                  <a:pt x="96463" y="34714"/>
                  <a:pt x="96429" y="34826"/>
                  <a:pt x="96395" y="34940"/>
                </a:cubicBezTo>
                <a:cubicBezTo>
                  <a:pt x="96325" y="35175"/>
                  <a:pt x="96259" y="35411"/>
                  <a:pt x="96200" y="35649"/>
                </a:cubicBezTo>
                <a:cubicBezTo>
                  <a:pt x="96177" y="35739"/>
                  <a:pt x="96156" y="35830"/>
                  <a:pt x="96135" y="35920"/>
                </a:cubicBezTo>
                <a:cubicBezTo>
                  <a:pt x="96124" y="34628"/>
                  <a:pt x="96106" y="33337"/>
                  <a:pt x="96084" y="32047"/>
                </a:cubicBezTo>
                <a:cubicBezTo>
                  <a:pt x="96068" y="31124"/>
                  <a:pt x="96044" y="30201"/>
                  <a:pt x="96016" y="29278"/>
                </a:cubicBezTo>
                <a:cubicBezTo>
                  <a:pt x="95990" y="28405"/>
                  <a:pt x="95981" y="27528"/>
                  <a:pt x="95929" y="26656"/>
                </a:cubicBezTo>
                <a:cubicBezTo>
                  <a:pt x="95978" y="24046"/>
                  <a:pt x="96017" y="21410"/>
                  <a:pt x="96027" y="19626"/>
                </a:cubicBezTo>
                <a:cubicBezTo>
                  <a:pt x="96051" y="14994"/>
                  <a:pt x="96058" y="10363"/>
                  <a:pt x="95996" y="5731"/>
                </a:cubicBezTo>
                <a:cubicBezTo>
                  <a:pt x="95979" y="4428"/>
                  <a:pt x="95958" y="3125"/>
                  <a:pt x="95931" y="1821"/>
                </a:cubicBezTo>
                <a:cubicBezTo>
                  <a:pt x="95919" y="1215"/>
                  <a:pt x="95904" y="608"/>
                  <a:pt x="95890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0000" y="2784960"/>
            <a:ext cx="1645560" cy="52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1093680" y="1861920"/>
            <a:ext cx="89856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title"/>
          </p:nvPr>
        </p:nvSpPr>
        <p:spPr>
          <a:xfrm>
            <a:off x="2739240" y="2784960"/>
            <a:ext cx="1645560" cy="52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3112920" y="1861920"/>
            <a:ext cx="89856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title"/>
          </p:nvPr>
        </p:nvSpPr>
        <p:spPr>
          <a:xfrm>
            <a:off x="4758840" y="2784960"/>
            <a:ext cx="1645560" cy="52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title"/>
          </p:nvPr>
        </p:nvSpPr>
        <p:spPr>
          <a:xfrm>
            <a:off x="5132160" y="1861920"/>
            <a:ext cx="89856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7"/>
          <p:cNvSpPr>
            <a:spLocks noGrp="1"/>
          </p:cNvSpPr>
          <p:nvPr>
            <p:ph type="title"/>
          </p:nvPr>
        </p:nvSpPr>
        <p:spPr>
          <a:xfrm>
            <a:off x="6778080" y="2784960"/>
            <a:ext cx="1645560" cy="52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8"/>
          <p:cNvSpPr>
            <a:spLocks noGrp="1"/>
          </p:cNvSpPr>
          <p:nvPr>
            <p:ph type="title"/>
          </p:nvPr>
        </p:nvSpPr>
        <p:spPr>
          <a:xfrm>
            <a:off x="7151760" y="1861920"/>
            <a:ext cx="89856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9"/>
          <p:cNvSpPr>
            <a:spLocks noGrp="1"/>
          </p:cNvSpPr>
          <p:nvPr>
            <p:ph type="title"/>
          </p:nvPr>
        </p:nvSpPr>
        <p:spPr>
          <a:xfrm>
            <a:off x="704160" y="457200"/>
            <a:ext cx="7703640" cy="4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109;p14"/>
          <p:cNvSpPr/>
          <p:nvPr/>
        </p:nvSpPr>
        <p:spPr>
          <a:xfrm>
            <a:off x="720000" y="538920"/>
            <a:ext cx="8173080" cy="4354560"/>
          </a:xfrm>
          <a:custGeom>
            <a:avLst/>
            <a:gdLst>
              <a:gd name="textAreaLeft" fmla="*/ 0 w 8173080"/>
              <a:gd name="textAreaRight" fmla="*/ 8173440 w 8173080"/>
              <a:gd name="textAreaTop" fmla="*/ 0 h 4354560"/>
              <a:gd name="textAreaBottom" fmla="*/ 4354920 h 4354560"/>
            </a:gdLst>
            <a:ahLst/>
            <a:cxnLst/>
            <a:rect l="textAreaLeft" t="textAreaTop" r="textAreaRight" b="textAreaBottom"/>
            <a:pathLst>
              <a:path w="97650" h="52029">
                <a:moveTo>
                  <a:pt x="97449" y="35510"/>
                </a:moveTo>
                <a:cubicBezTo>
                  <a:pt x="97465" y="35868"/>
                  <a:pt x="97481" y="36220"/>
                  <a:pt x="97467" y="36573"/>
                </a:cubicBezTo>
                <a:cubicBezTo>
                  <a:pt x="97450" y="37004"/>
                  <a:pt x="97412" y="37432"/>
                  <a:pt x="97347" y="37856"/>
                </a:cubicBezTo>
                <a:cubicBezTo>
                  <a:pt x="97219" y="38702"/>
                  <a:pt x="96989" y="39532"/>
                  <a:pt x="96662" y="40322"/>
                </a:cubicBezTo>
                <a:cubicBezTo>
                  <a:pt x="96572" y="40542"/>
                  <a:pt x="96474" y="40757"/>
                  <a:pt x="96370" y="40970"/>
                </a:cubicBezTo>
                <a:cubicBezTo>
                  <a:pt x="96301" y="41112"/>
                  <a:pt x="96222" y="41249"/>
                  <a:pt x="96150" y="41391"/>
                </a:cubicBezTo>
                <a:cubicBezTo>
                  <a:pt x="96150" y="41244"/>
                  <a:pt x="96152" y="41098"/>
                  <a:pt x="96152" y="40952"/>
                </a:cubicBezTo>
                <a:cubicBezTo>
                  <a:pt x="96160" y="40937"/>
                  <a:pt x="96169" y="40924"/>
                  <a:pt x="96175" y="40909"/>
                </a:cubicBezTo>
                <a:cubicBezTo>
                  <a:pt x="96191" y="40877"/>
                  <a:pt x="96197" y="40839"/>
                  <a:pt x="96207" y="40805"/>
                </a:cubicBezTo>
                <a:cubicBezTo>
                  <a:pt x="96229" y="40734"/>
                  <a:pt x="96251" y="40666"/>
                  <a:pt x="96269" y="40595"/>
                </a:cubicBezTo>
                <a:cubicBezTo>
                  <a:pt x="96303" y="40453"/>
                  <a:pt x="96337" y="40310"/>
                  <a:pt x="96370" y="40168"/>
                </a:cubicBezTo>
                <a:cubicBezTo>
                  <a:pt x="96438" y="39882"/>
                  <a:pt x="96504" y="39598"/>
                  <a:pt x="96568" y="39311"/>
                </a:cubicBezTo>
                <a:cubicBezTo>
                  <a:pt x="96632" y="39025"/>
                  <a:pt x="96699" y="38741"/>
                  <a:pt x="96762" y="38454"/>
                </a:cubicBezTo>
                <a:cubicBezTo>
                  <a:pt x="96792" y="38312"/>
                  <a:pt x="96819" y="38169"/>
                  <a:pt x="96850" y="38025"/>
                </a:cubicBezTo>
                <a:cubicBezTo>
                  <a:pt x="96864" y="37954"/>
                  <a:pt x="96877" y="37882"/>
                  <a:pt x="96885" y="37809"/>
                </a:cubicBezTo>
                <a:cubicBezTo>
                  <a:pt x="96889" y="37775"/>
                  <a:pt x="96899" y="37735"/>
                  <a:pt x="96896" y="37701"/>
                </a:cubicBezTo>
                <a:cubicBezTo>
                  <a:pt x="96893" y="37664"/>
                  <a:pt x="96884" y="37627"/>
                  <a:pt x="96884" y="37589"/>
                </a:cubicBezTo>
                <a:cubicBezTo>
                  <a:pt x="96884" y="37579"/>
                  <a:pt x="96877" y="37574"/>
                  <a:pt x="96870" y="37574"/>
                </a:cubicBezTo>
                <a:cubicBezTo>
                  <a:pt x="96865" y="37574"/>
                  <a:pt x="96860" y="37577"/>
                  <a:pt x="96856" y="37582"/>
                </a:cubicBezTo>
                <a:cubicBezTo>
                  <a:pt x="96840" y="37617"/>
                  <a:pt x="96815" y="37644"/>
                  <a:pt x="96796" y="37676"/>
                </a:cubicBezTo>
                <a:cubicBezTo>
                  <a:pt x="96778" y="37704"/>
                  <a:pt x="96770" y="37746"/>
                  <a:pt x="96758" y="37778"/>
                </a:cubicBezTo>
                <a:cubicBezTo>
                  <a:pt x="96731" y="37846"/>
                  <a:pt x="96712" y="37915"/>
                  <a:pt x="96694" y="37987"/>
                </a:cubicBezTo>
                <a:cubicBezTo>
                  <a:pt x="96658" y="38127"/>
                  <a:pt x="96619" y="38268"/>
                  <a:pt x="96583" y="38409"/>
                </a:cubicBezTo>
                <a:cubicBezTo>
                  <a:pt x="96512" y="38693"/>
                  <a:pt x="96446" y="38977"/>
                  <a:pt x="96379" y="39262"/>
                </a:cubicBezTo>
                <a:cubicBezTo>
                  <a:pt x="96309" y="39547"/>
                  <a:pt x="96242" y="39832"/>
                  <a:pt x="96177" y="40117"/>
                </a:cubicBezTo>
                <a:cubicBezTo>
                  <a:pt x="96168" y="40152"/>
                  <a:pt x="96160" y="40186"/>
                  <a:pt x="96152" y="40222"/>
                </a:cubicBezTo>
                <a:lnTo>
                  <a:pt x="96152" y="39750"/>
                </a:lnTo>
                <a:cubicBezTo>
                  <a:pt x="96175" y="39487"/>
                  <a:pt x="96207" y="39224"/>
                  <a:pt x="96249" y="38964"/>
                </a:cubicBezTo>
                <a:cubicBezTo>
                  <a:pt x="96384" y="38146"/>
                  <a:pt x="96615" y="37344"/>
                  <a:pt x="96933" y="36578"/>
                </a:cubicBezTo>
                <a:cubicBezTo>
                  <a:pt x="97023" y="36362"/>
                  <a:pt x="97120" y="36149"/>
                  <a:pt x="97224" y="35940"/>
                </a:cubicBezTo>
                <a:cubicBezTo>
                  <a:pt x="97296" y="35796"/>
                  <a:pt x="97368" y="35650"/>
                  <a:pt x="97449" y="35510"/>
                </a:cubicBezTo>
                <a:close/>
                <a:moveTo>
                  <a:pt x="94791" y="39097"/>
                </a:moveTo>
                <a:lnTo>
                  <a:pt x="94791" y="39097"/>
                </a:lnTo>
                <a:cubicBezTo>
                  <a:pt x="95242" y="39730"/>
                  <a:pt x="95524" y="40488"/>
                  <a:pt x="95698" y="41243"/>
                </a:cubicBezTo>
                <a:cubicBezTo>
                  <a:pt x="95769" y="41550"/>
                  <a:pt x="95820" y="41860"/>
                  <a:pt x="95858" y="42172"/>
                </a:cubicBezTo>
                <a:cubicBezTo>
                  <a:pt x="95856" y="42687"/>
                  <a:pt x="95852" y="43199"/>
                  <a:pt x="95846" y="43711"/>
                </a:cubicBezTo>
                <a:cubicBezTo>
                  <a:pt x="95733" y="43096"/>
                  <a:pt x="95630" y="42479"/>
                  <a:pt x="95540" y="41860"/>
                </a:cubicBezTo>
                <a:cubicBezTo>
                  <a:pt x="95517" y="41700"/>
                  <a:pt x="95497" y="41539"/>
                  <a:pt x="95472" y="41378"/>
                </a:cubicBezTo>
                <a:cubicBezTo>
                  <a:pt x="95444" y="41210"/>
                  <a:pt x="95399" y="41043"/>
                  <a:pt x="95358" y="40877"/>
                </a:cubicBezTo>
                <a:cubicBezTo>
                  <a:pt x="95353" y="40858"/>
                  <a:pt x="95335" y="40847"/>
                  <a:pt x="95318" y="40847"/>
                </a:cubicBezTo>
                <a:cubicBezTo>
                  <a:pt x="95301" y="40847"/>
                  <a:pt x="95286" y="40858"/>
                  <a:pt x="95286" y="40880"/>
                </a:cubicBezTo>
                <a:cubicBezTo>
                  <a:pt x="95286" y="41024"/>
                  <a:pt x="95283" y="41169"/>
                  <a:pt x="95296" y="41312"/>
                </a:cubicBezTo>
                <a:cubicBezTo>
                  <a:pt x="95308" y="41460"/>
                  <a:pt x="95330" y="41607"/>
                  <a:pt x="95351" y="41754"/>
                </a:cubicBezTo>
                <a:cubicBezTo>
                  <a:pt x="95390" y="42048"/>
                  <a:pt x="95434" y="42343"/>
                  <a:pt x="95479" y="42637"/>
                </a:cubicBezTo>
                <a:cubicBezTo>
                  <a:pt x="95541" y="43033"/>
                  <a:pt x="95607" y="43426"/>
                  <a:pt x="95677" y="43819"/>
                </a:cubicBezTo>
                <a:cubicBezTo>
                  <a:pt x="95552" y="43528"/>
                  <a:pt x="95425" y="43238"/>
                  <a:pt x="95323" y="42942"/>
                </a:cubicBezTo>
                <a:cubicBezTo>
                  <a:pt x="95039" y="42127"/>
                  <a:pt x="94865" y="41268"/>
                  <a:pt x="94799" y="40406"/>
                </a:cubicBezTo>
                <a:cubicBezTo>
                  <a:pt x="94767" y="39970"/>
                  <a:pt x="94770" y="39533"/>
                  <a:pt x="94791" y="39097"/>
                </a:cubicBezTo>
                <a:close/>
                <a:moveTo>
                  <a:pt x="94288" y="42013"/>
                </a:moveTo>
                <a:lnTo>
                  <a:pt x="94288" y="42013"/>
                </a:lnTo>
                <a:cubicBezTo>
                  <a:pt x="94393" y="42189"/>
                  <a:pt x="94489" y="42377"/>
                  <a:pt x="94582" y="42558"/>
                </a:cubicBezTo>
                <a:cubicBezTo>
                  <a:pt x="94704" y="42794"/>
                  <a:pt x="94818" y="43036"/>
                  <a:pt x="94924" y="43281"/>
                </a:cubicBezTo>
                <a:cubicBezTo>
                  <a:pt x="95139" y="43776"/>
                  <a:pt x="95323" y="44286"/>
                  <a:pt x="95472" y="44804"/>
                </a:cubicBezTo>
                <a:cubicBezTo>
                  <a:pt x="95618" y="45319"/>
                  <a:pt x="95733" y="45845"/>
                  <a:pt x="95815" y="46374"/>
                </a:cubicBezTo>
                <a:cubicBezTo>
                  <a:pt x="95809" y="46819"/>
                  <a:pt x="95802" y="47263"/>
                  <a:pt x="95793" y="47705"/>
                </a:cubicBezTo>
                <a:cubicBezTo>
                  <a:pt x="95654" y="46841"/>
                  <a:pt x="95454" y="45989"/>
                  <a:pt x="95199" y="45152"/>
                </a:cubicBezTo>
                <a:cubicBezTo>
                  <a:pt x="95106" y="44845"/>
                  <a:pt x="95006" y="44538"/>
                  <a:pt x="94892" y="44236"/>
                </a:cubicBezTo>
                <a:cubicBezTo>
                  <a:pt x="94878" y="44200"/>
                  <a:pt x="94851" y="44185"/>
                  <a:pt x="94823" y="44185"/>
                </a:cubicBezTo>
                <a:cubicBezTo>
                  <a:pt x="94770" y="44185"/>
                  <a:pt x="94713" y="44239"/>
                  <a:pt x="94737" y="44307"/>
                </a:cubicBezTo>
                <a:cubicBezTo>
                  <a:pt x="94918" y="44843"/>
                  <a:pt x="95089" y="45382"/>
                  <a:pt x="95232" y="45931"/>
                </a:cubicBezTo>
                <a:cubicBezTo>
                  <a:pt x="95374" y="46479"/>
                  <a:pt x="95490" y="47032"/>
                  <a:pt x="95587" y="47591"/>
                </a:cubicBezTo>
                <a:cubicBezTo>
                  <a:pt x="95607" y="47708"/>
                  <a:pt x="95625" y="47824"/>
                  <a:pt x="95643" y="47940"/>
                </a:cubicBezTo>
                <a:cubicBezTo>
                  <a:pt x="95358" y="47302"/>
                  <a:pt x="95117" y="46647"/>
                  <a:pt x="94922" y="45975"/>
                </a:cubicBezTo>
                <a:cubicBezTo>
                  <a:pt x="94671" y="45109"/>
                  <a:pt x="94495" y="44223"/>
                  <a:pt x="94392" y="43327"/>
                </a:cubicBezTo>
                <a:cubicBezTo>
                  <a:pt x="94342" y="42891"/>
                  <a:pt x="94315" y="42452"/>
                  <a:pt x="94288" y="42013"/>
                </a:cubicBezTo>
                <a:close/>
                <a:moveTo>
                  <a:pt x="97208" y="43922"/>
                </a:moveTo>
                <a:cubicBezTo>
                  <a:pt x="97383" y="44722"/>
                  <a:pt x="97423" y="45551"/>
                  <a:pt x="97333" y="46367"/>
                </a:cubicBezTo>
                <a:cubicBezTo>
                  <a:pt x="97236" y="47231"/>
                  <a:pt x="96995" y="48079"/>
                  <a:pt x="96619" y="48862"/>
                </a:cubicBezTo>
                <a:cubicBezTo>
                  <a:pt x="96465" y="49183"/>
                  <a:pt x="96290" y="49490"/>
                  <a:pt x="96092" y="49784"/>
                </a:cubicBezTo>
                <a:cubicBezTo>
                  <a:pt x="96297" y="48617"/>
                  <a:pt x="96537" y="47454"/>
                  <a:pt x="96814" y="46300"/>
                </a:cubicBezTo>
                <a:cubicBezTo>
                  <a:pt x="96900" y="45937"/>
                  <a:pt x="97007" y="45576"/>
                  <a:pt x="97072" y="45209"/>
                </a:cubicBezTo>
                <a:cubicBezTo>
                  <a:pt x="97081" y="45160"/>
                  <a:pt x="97037" y="45129"/>
                  <a:pt x="96995" y="45129"/>
                </a:cubicBezTo>
                <a:cubicBezTo>
                  <a:pt x="96967" y="45129"/>
                  <a:pt x="96939" y="45143"/>
                  <a:pt x="96929" y="45175"/>
                </a:cubicBezTo>
                <a:cubicBezTo>
                  <a:pt x="96820" y="45488"/>
                  <a:pt x="96752" y="45817"/>
                  <a:pt x="96674" y="46137"/>
                </a:cubicBezTo>
                <a:cubicBezTo>
                  <a:pt x="96595" y="46461"/>
                  <a:pt x="96518" y="46786"/>
                  <a:pt x="96446" y="47112"/>
                </a:cubicBezTo>
                <a:cubicBezTo>
                  <a:pt x="96309" y="47713"/>
                  <a:pt x="96183" y="48317"/>
                  <a:pt x="96067" y="48924"/>
                </a:cubicBezTo>
                <a:cubicBezTo>
                  <a:pt x="96083" y="48107"/>
                  <a:pt x="96098" y="47290"/>
                  <a:pt x="96110" y="46476"/>
                </a:cubicBezTo>
                <a:cubicBezTo>
                  <a:pt x="96235" y="45918"/>
                  <a:pt x="96418" y="45377"/>
                  <a:pt x="96665" y="44861"/>
                </a:cubicBezTo>
                <a:cubicBezTo>
                  <a:pt x="96822" y="44534"/>
                  <a:pt x="97005" y="44221"/>
                  <a:pt x="97208" y="43922"/>
                </a:cubicBezTo>
                <a:close/>
                <a:moveTo>
                  <a:pt x="92394" y="46138"/>
                </a:moveTo>
                <a:lnTo>
                  <a:pt x="92394" y="46138"/>
                </a:lnTo>
                <a:cubicBezTo>
                  <a:pt x="92454" y="46174"/>
                  <a:pt x="92513" y="46206"/>
                  <a:pt x="92569" y="46241"/>
                </a:cubicBezTo>
                <a:cubicBezTo>
                  <a:pt x="92733" y="46344"/>
                  <a:pt x="92893" y="46449"/>
                  <a:pt x="93051" y="46560"/>
                </a:cubicBezTo>
                <a:cubicBezTo>
                  <a:pt x="93360" y="46778"/>
                  <a:pt x="93656" y="47011"/>
                  <a:pt x="93935" y="47266"/>
                </a:cubicBezTo>
                <a:cubicBezTo>
                  <a:pt x="94481" y="47764"/>
                  <a:pt x="94959" y="48361"/>
                  <a:pt x="95305" y="49016"/>
                </a:cubicBezTo>
                <a:cubicBezTo>
                  <a:pt x="95402" y="49200"/>
                  <a:pt x="95489" y="49389"/>
                  <a:pt x="95563" y="49583"/>
                </a:cubicBezTo>
                <a:cubicBezTo>
                  <a:pt x="95599" y="49677"/>
                  <a:pt x="95633" y="49771"/>
                  <a:pt x="95664" y="49866"/>
                </a:cubicBezTo>
                <a:cubicBezTo>
                  <a:pt x="95670" y="49886"/>
                  <a:pt x="95676" y="49905"/>
                  <a:pt x="95682" y="49926"/>
                </a:cubicBezTo>
                <a:lnTo>
                  <a:pt x="95539" y="49754"/>
                </a:lnTo>
                <a:cubicBezTo>
                  <a:pt x="95374" y="49557"/>
                  <a:pt x="95209" y="49362"/>
                  <a:pt x="95043" y="49167"/>
                </a:cubicBezTo>
                <a:cubicBezTo>
                  <a:pt x="94715" y="48782"/>
                  <a:pt x="94381" y="48398"/>
                  <a:pt x="94045" y="48018"/>
                </a:cubicBezTo>
                <a:cubicBezTo>
                  <a:pt x="93951" y="47911"/>
                  <a:pt x="93855" y="47802"/>
                  <a:pt x="93758" y="47697"/>
                </a:cubicBezTo>
                <a:cubicBezTo>
                  <a:pt x="93661" y="47592"/>
                  <a:pt x="93568" y="47487"/>
                  <a:pt x="93451" y="47405"/>
                </a:cubicBezTo>
                <a:cubicBezTo>
                  <a:pt x="93450" y="47404"/>
                  <a:pt x="93448" y="47403"/>
                  <a:pt x="93446" y="47403"/>
                </a:cubicBezTo>
                <a:cubicBezTo>
                  <a:pt x="93438" y="47403"/>
                  <a:pt x="93428" y="47412"/>
                  <a:pt x="93434" y="47422"/>
                </a:cubicBezTo>
                <a:cubicBezTo>
                  <a:pt x="93548" y="47640"/>
                  <a:pt x="93734" y="47821"/>
                  <a:pt x="93893" y="48005"/>
                </a:cubicBezTo>
                <a:cubicBezTo>
                  <a:pt x="94060" y="48200"/>
                  <a:pt x="94226" y="48394"/>
                  <a:pt x="94391" y="48590"/>
                </a:cubicBezTo>
                <a:cubicBezTo>
                  <a:pt x="94717" y="48976"/>
                  <a:pt x="95044" y="49365"/>
                  <a:pt x="95367" y="49756"/>
                </a:cubicBezTo>
                <a:cubicBezTo>
                  <a:pt x="95458" y="49867"/>
                  <a:pt x="95550" y="49977"/>
                  <a:pt x="95640" y="50089"/>
                </a:cubicBezTo>
                <a:cubicBezTo>
                  <a:pt x="95654" y="50105"/>
                  <a:pt x="95667" y="50123"/>
                  <a:pt x="95681" y="50139"/>
                </a:cubicBezTo>
                <a:cubicBezTo>
                  <a:pt x="95649" y="50116"/>
                  <a:pt x="95615" y="50095"/>
                  <a:pt x="95581" y="50072"/>
                </a:cubicBezTo>
                <a:cubicBezTo>
                  <a:pt x="95502" y="50019"/>
                  <a:pt x="95425" y="49966"/>
                  <a:pt x="95349" y="49913"/>
                </a:cubicBezTo>
                <a:cubicBezTo>
                  <a:pt x="95203" y="49808"/>
                  <a:pt x="95058" y="49699"/>
                  <a:pt x="94919" y="49583"/>
                </a:cubicBezTo>
                <a:cubicBezTo>
                  <a:pt x="94634" y="49349"/>
                  <a:pt x="94363" y="49098"/>
                  <a:pt x="94111" y="48829"/>
                </a:cubicBezTo>
                <a:cubicBezTo>
                  <a:pt x="93611" y="48296"/>
                  <a:pt x="93179" y="47701"/>
                  <a:pt x="92832" y="47059"/>
                </a:cubicBezTo>
                <a:cubicBezTo>
                  <a:pt x="92734" y="46877"/>
                  <a:pt x="92644" y="46692"/>
                  <a:pt x="92557" y="46505"/>
                </a:cubicBezTo>
                <a:cubicBezTo>
                  <a:pt x="92513" y="46411"/>
                  <a:pt x="92470" y="46314"/>
                  <a:pt x="92430" y="46219"/>
                </a:cubicBezTo>
                <a:cubicBezTo>
                  <a:pt x="92419" y="46191"/>
                  <a:pt x="92408" y="46165"/>
                  <a:pt x="92394" y="46138"/>
                </a:cubicBezTo>
                <a:close/>
                <a:moveTo>
                  <a:pt x="85634" y="50096"/>
                </a:moveTo>
                <a:cubicBezTo>
                  <a:pt x="86025" y="50096"/>
                  <a:pt x="86416" y="50129"/>
                  <a:pt x="86797" y="50184"/>
                </a:cubicBezTo>
                <a:cubicBezTo>
                  <a:pt x="87555" y="50293"/>
                  <a:pt x="88294" y="50517"/>
                  <a:pt x="88985" y="50846"/>
                </a:cubicBezTo>
                <a:cubicBezTo>
                  <a:pt x="89277" y="50985"/>
                  <a:pt x="89571" y="51134"/>
                  <a:pt x="89847" y="51309"/>
                </a:cubicBezTo>
                <a:cubicBezTo>
                  <a:pt x="88856" y="51113"/>
                  <a:pt x="87882" y="50844"/>
                  <a:pt x="86899" y="50610"/>
                </a:cubicBezTo>
                <a:cubicBezTo>
                  <a:pt x="86896" y="50609"/>
                  <a:pt x="86893" y="50609"/>
                  <a:pt x="86890" y="50609"/>
                </a:cubicBezTo>
                <a:cubicBezTo>
                  <a:pt x="86851" y="50609"/>
                  <a:pt x="86841" y="50673"/>
                  <a:pt x="86879" y="50688"/>
                </a:cubicBezTo>
                <a:cubicBezTo>
                  <a:pt x="87667" y="51003"/>
                  <a:pt x="88498" y="51210"/>
                  <a:pt x="89335" y="51366"/>
                </a:cubicBezTo>
                <a:lnTo>
                  <a:pt x="89272" y="51366"/>
                </a:lnTo>
                <a:cubicBezTo>
                  <a:pt x="89225" y="51365"/>
                  <a:pt x="89177" y="51364"/>
                  <a:pt x="89131" y="51362"/>
                </a:cubicBezTo>
                <a:cubicBezTo>
                  <a:pt x="88741" y="51346"/>
                  <a:pt x="88353" y="51321"/>
                  <a:pt x="87968" y="51265"/>
                </a:cubicBezTo>
                <a:cubicBezTo>
                  <a:pt x="87199" y="51152"/>
                  <a:pt x="86440" y="50945"/>
                  <a:pt x="85722" y="50650"/>
                </a:cubicBezTo>
                <a:cubicBezTo>
                  <a:pt x="85375" y="50507"/>
                  <a:pt x="85034" y="50344"/>
                  <a:pt x="84703" y="50165"/>
                </a:cubicBezTo>
                <a:cubicBezTo>
                  <a:pt x="85009" y="50117"/>
                  <a:pt x="85321" y="50096"/>
                  <a:pt x="85634" y="50096"/>
                </a:cubicBezTo>
                <a:close/>
                <a:moveTo>
                  <a:pt x="95890" y="1"/>
                </a:moveTo>
                <a:cubicBezTo>
                  <a:pt x="95797" y="4"/>
                  <a:pt x="95703" y="7"/>
                  <a:pt x="95610" y="9"/>
                </a:cubicBezTo>
                <a:cubicBezTo>
                  <a:pt x="95621" y="474"/>
                  <a:pt x="95632" y="937"/>
                  <a:pt x="95641" y="1401"/>
                </a:cubicBezTo>
                <a:cubicBezTo>
                  <a:pt x="95666" y="2574"/>
                  <a:pt x="95689" y="3746"/>
                  <a:pt x="95711" y="4920"/>
                </a:cubicBezTo>
                <a:cubicBezTo>
                  <a:pt x="95754" y="7239"/>
                  <a:pt x="95783" y="9557"/>
                  <a:pt x="95802" y="11875"/>
                </a:cubicBezTo>
                <a:cubicBezTo>
                  <a:pt x="95838" y="16510"/>
                  <a:pt x="95836" y="21143"/>
                  <a:pt x="95770" y="25777"/>
                </a:cubicBezTo>
                <a:cubicBezTo>
                  <a:pt x="95767" y="25973"/>
                  <a:pt x="95765" y="26188"/>
                  <a:pt x="95760" y="26418"/>
                </a:cubicBezTo>
                <a:cubicBezTo>
                  <a:pt x="95760" y="26425"/>
                  <a:pt x="95798" y="31132"/>
                  <a:pt x="95803" y="31460"/>
                </a:cubicBezTo>
                <a:cubicBezTo>
                  <a:pt x="95831" y="33083"/>
                  <a:pt x="95848" y="34706"/>
                  <a:pt x="95859" y="36331"/>
                </a:cubicBezTo>
                <a:cubicBezTo>
                  <a:pt x="95814" y="35878"/>
                  <a:pt x="95758" y="35426"/>
                  <a:pt x="95692" y="34974"/>
                </a:cubicBezTo>
                <a:cubicBezTo>
                  <a:pt x="95552" y="34013"/>
                  <a:pt x="95372" y="33058"/>
                  <a:pt x="95155" y="32111"/>
                </a:cubicBezTo>
                <a:cubicBezTo>
                  <a:pt x="95094" y="31843"/>
                  <a:pt x="95029" y="31575"/>
                  <a:pt x="94962" y="31310"/>
                </a:cubicBezTo>
                <a:cubicBezTo>
                  <a:pt x="94898" y="31058"/>
                  <a:pt x="94839" y="30800"/>
                  <a:pt x="94740" y="30561"/>
                </a:cubicBezTo>
                <a:cubicBezTo>
                  <a:pt x="94749" y="30550"/>
                  <a:pt x="94756" y="30539"/>
                  <a:pt x="94761" y="30527"/>
                </a:cubicBezTo>
                <a:cubicBezTo>
                  <a:pt x="94819" y="30412"/>
                  <a:pt x="94760" y="30275"/>
                  <a:pt x="94665" y="30203"/>
                </a:cubicBezTo>
                <a:cubicBezTo>
                  <a:pt x="94610" y="30160"/>
                  <a:pt x="94545" y="30140"/>
                  <a:pt x="94476" y="30140"/>
                </a:cubicBezTo>
                <a:cubicBezTo>
                  <a:pt x="94467" y="30140"/>
                  <a:pt x="94458" y="30141"/>
                  <a:pt x="94449" y="30141"/>
                </a:cubicBezTo>
                <a:cubicBezTo>
                  <a:pt x="94398" y="30146"/>
                  <a:pt x="94334" y="30169"/>
                  <a:pt x="94303" y="30211"/>
                </a:cubicBezTo>
                <a:cubicBezTo>
                  <a:pt x="94287" y="30233"/>
                  <a:pt x="94276" y="30270"/>
                  <a:pt x="94270" y="30307"/>
                </a:cubicBezTo>
                <a:cubicBezTo>
                  <a:pt x="94249" y="30336"/>
                  <a:pt x="94235" y="30369"/>
                  <a:pt x="94230" y="30405"/>
                </a:cubicBezTo>
                <a:cubicBezTo>
                  <a:pt x="94223" y="30461"/>
                  <a:pt x="94239" y="30517"/>
                  <a:pt x="94270" y="30564"/>
                </a:cubicBezTo>
                <a:cubicBezTo>
                  <a:pt x="94319" y="30635"/>
                  <a:pt x="94411" y="30674"/>
                  <a:pt x="94497" y="30674"/>
                </a:cubicBezTo>
                <a:cubicBezTo>
                  <a:pt x="94498" y="30674"/>
                  <a:pt x="94500" y="30674"/>
                  <a:pt x="94501" y="30674"/>
                </a:cubicBezTo>
                <a:cubicBezTo>
                  <a:pt x="94525" y="30674"/>
                  <a:pt x="94550" y="30671"/>
                  <a:pt x="94574" y="30665"/>
                </a:cubicBezTo>
                <a:lnTo>
                  <a:pt x="94595" y="30669"/>
                </a:lnTo>
                <a:cubicBezTo>
                  <a:pt x="94628" y="30871"/>
                  <a:pt x="94684" y="31069"/>
                  <a:pt x="94734" y="31267"/>
                </a:cubicBezTo>
                <a:cubicBezTo>
                  <a:pt x="94793" y="31503"/>
                  <a:pt x="94849" y="31740"/>
                  <a:pt x="94903" y="31980"/>
                </a:cubicBezTo>
                <a:cubicBezTo>
                  <a:pt x="95009" y="32450"/>
                  <a:pt x="95107" y="32924"/>
                  <a:pt x="95195" y="33400"/>
                </a:cubicBezTo>
                <a:cubicBezTo>
                  <a:pt x="95360" y="34295"/>
                  <a:pt x="95489" y="35195"/>
                  <a:pt x="95591" y="36100"/>
                </a:cubicBezTo>
                <a:cubicBezTo>
                  <a:pt x="95453" y="35513"/>
                  <a:pt x="95277" y="34936"/>
                  <a:pt x="95058" y="34376"/>
                </a:cubicBezTo>
                <a:cubicBezTo>
                  <a:pt x="94942" y="34080"/>
                  <a:pt x="94814" y="33792"/>
                  <a:pt x="94673" y="33507"/>
                </a:cubicBezTo>
                <a:cubicBezTo>
                  <a:pt x="94542" y="33246"/>
                  <a:pt x="94403" y="32959"/>
                  <a:pt x="94190" y="32752"/>
                </a:cubicBezTo>
                <a:cubicBezTo>
                  <a:pt x="94189" y="32726"/>
                  <a:pt x="94183" y="32700"/>
                  <a:pt x="94174" y="32677"/>
                </a:cubicBezTo>
                <a:cubicBezTo>
                  <a:pt x="94152" y="32622"/>
                  <a:pt x="94102" y="32580"/>
                  <a:pt x="94046" y="32563"/>
                </a:cubicBezTo>
                <a:cubicBezTo>
                  <a:pt x="94035" y="32557"/>
                  <a:pt x="94025" y="32552"/>
                  <a:pt x="94014" y="32547"/>
                </a:cubicBezTo>
                <a:cubicBezTo>
                  <a:pt x="93990" y="32539"/>
                  <a:pt x="93965" y="32536"/>
                  <a:pt x="93941" y="32536"/>
                </a:cubicBezTo>
                <a:cubicBezTo>
                  <a:pt x="93880" y="32536"/>
                  <a:pt x="93820" y="32559"/>
                  <a:pt x="93773" y="32600"/>
                </a:cubicBezTo>
                <a:cubicBezTo>
                  <a:pt x="93699" y="32664"/>
                  <a:pt x="93667" y="32760"/>
                  <a:pt x="93700" y="32855"/>
                </a:cubicBezTo>
                <a:cubicBezTo>
                  <a:pt x="93724" y="32925"/>
                  <a:pt x="93790" y="32977"/>
                  <a:pt x="93862" y="32995"/>
                </a:cubicBezTo>
                <a:lnTo>
                  <a:pt x="93882" y="32999"/>
                </a:lnTo>
                <a:cubicBezTo>
                  <a:pt x="93895" y="33021"/>
                  <a:pt x="93911" y="33041"/>
                  <a:pt x="93933" y="33058"/>
                </a:cubicBezTo>
                <a:cubicBezTo>
                  <a:pt x="93946" y="33068"/>
                  <a:pt x="93965" y="33075"/>
                  <a:pt x="93983" y="33075"/>
                </a:cubicBezTo>
                <a:cubicBezTo>
                  <a:pt x="93987" y="33075"/>
                  <a:pt x="93992" y="33074"/>
                  <a:pt x="93996" y="33073"/>
                </a:cubicBezTo>
                <a:cubicBezTo>
                  <a:pt x="94018" y="33069"/>
                  <a:pt x="94032" y="33058"/>
                  <a:pt x="94047" y="33041"/>
                </a:cubicBezTo>
                <a:cubicBezTo>
                  <a:pt x="94070" y="33015"/>
                  <a:pt x="94091" y="32985"/>
                  <a:pt x="94107" y="32953"/>
                </a:cubicBezTo>
                <a:cubicBezTo>
                  <a:pt x="94109" y="32951"/>
                  <a:pt x="94111" y="32948"/>
                  <a:pt x="94113" y="32946"/>
                </a:cubicBezTo>
                <a:cubicBezTo>
                  <a:pt x="94193" y="33146"/>
                  <a:pt x="94305" y="33334"/>
                  <a:pt x="94403" y="33525"/>
                </a:cubicBezTo>
                <a:cubicBezTo>
                  <a:pt x="94529" y="33772"/>
                  <a:pt x="94649" y="34023"/>
                  <a:pt x="94757" y="34278"/>
                </a:cubicBezTo>
                <a:cubicBezTo>
                  <a:pt x="94975" y="34792"/>
                  <a:pt x="95154" y="35321"/>
                  <a:pt x="95299" y="35862"/>
                </a:cubicBezTo>
                <a:cubicBezTo>
                  <a:pt x="95593" y="36955"/>
                  <a:pt x="95750" y="38082"/>
                  <a:pt x="95838" y="39209"/>
                </a:cubicBezTo>
                <a:cubicBezTo>
                  <a:pt x="95849" y="39359"/>
                  <a:pt x="95860" y="39509"/>
                  <a:pt x="95869" y="39658"/>
                </a:cubicBezTo>
                <a:cubicBezTo>
                  <a:pt x="95869" y="40007"/>
                  <a:pt x="95868" y="40355"/>
                  <a:pt x="95866" y="40705"/>
                </a:cubicBezTo>
                <a:cubicBezTo>
                  <a:pt x="95825" y="40415"/>
                  <a:pt x="95775" y="40126"/>
                  <a:pt x="95721" y="39839"/>
                </a:cubicBezTo>
                <a:cubicBezTo>
                  <a:pt x="95571" y="39052"/>
                  <a:pt x="95371" y="38272"/>
                  <a:pt x="95123" y="37509"/>
                </a:cubicBezTo>
                <a:cubicBezTo>
                  <a:pt x="95020" y="37193"/>
                  <a:pt x="94897" y="36886"/>
                  <a:pt x="94754" y="36589"/>
                </a:cubicBezTo>
                <a:cubicBezTo>
                  <a:pt x="94816" y="36529"/>
                  <a:pt x="94854" y="36445"/>
                  <a:pt x="94834" y="36358"/>
                </a:cubicBezTo>
                <a:cubicBezTo>
                  <a:pt x="94826" y="36323"/>
                  <a:pt x="94814" y="36295"/>
                  <a:pt x="94793" y="36265"/>
                </a:cubicBezTo>
                <a:cubicBezTo>
                  <a:pt x="94778" y="36242"/>
                  <a:pt x="94757" y="36225"/>
                  <a:pt x="94737" y="36208"/>
                </a:cubicBezTo>
                <a:lnTo>
                  <a:pt x="94737" y="36208"/>
                </a:lnTo>
                <a:lnTo>
                  <a:pt x="94742" y="36213"/>
                </a:lnTo>
                <a:cubicBezTo>
                  <a:pt x="94729" y="36200"/>
                  <a:pt x="94716" y="36189"/>
                  <a:pt x="94701" y="36180"/>
                </a:cubicBezTo>
                <a:cubicBezTo>
                  <a:pt x="94669" y="36160"/>
                  <a:pt x="94640" y="36153"/>
                  <a:pt x="94605" y="36144"/>
                </a:cubicBezTo>
                <a:cubicBezTo>
                  <a:pt x="94590" y="36140"/>
                  <a:pt x="94574" y="36139"/>
                  <a:pt x="94559" y="36139"/>
                </a:cubicBezTo>
                <a:cubicBezTo>
                  <a:pt x="94525" y="36139"/>
                  <a:pt x="94491" y="36146"/>
                  <a:pt x="94459" y="36156"/>
                </a:cubicBezTo>
                <a:cubicBezTo>
                  <a:pt x="94436" y="36165"/>
                  <a:pt x="94414" y="36178"/>
                  <a:pt x="94394" y="36192"/>
                </a:cubicBezTo>
                <a:cubicBezTo>
                  <a:pt x="94366" y="36214"/>
                  <a:pt x="94345" y="36247"/>
                  <a:pt x="94344" y="36284"/>
                </a:cubicBezTo>
                <a:cubicBezTo>
                  <a:pt x="94343" y="36302"/>
                  <a:pt x="94344" y="36323"/>
                  <a:pt x="94347" y="36342"/>
                </a:cubicBezTo>
                <a:cubicBezTo>
                  <a:pt x="94355" y="36387"/>
                  <a:pt x="94376" y="36430"/>
                  <a:pt x="94404" y="36467"/>
                </a:cubicBezTo>
                <a:cubicBezTo>
                  <a:pt x="94402" y="36471"/>
                  <a:pt x="94398" y="36474"/>
                  <a:pt x="94396" y="36479"/>
                </a:cubicBezTo>
                <a:cubicBezTo>
                  <a:pt x="94382" y="36502"/>
                  <a:pt x="94371" y="36528"/>
                  <a:pt x="94378" y="36556"/>
                </a:cubicBezTo>
                <a:cubicBezTo>
                  <a:pt x="94383" y="36583"/>
                  <a:pt x="94398" y="36604"/>
                  <a:pt x="94418" y="36622"/>
                </a:cubicBezTo>
                <a:cubicBezTo>
                  <a:pt x="94458" y="36656"/>
                  <a:pt x="94507" y="36670"/>
                  <a:pt x="94557" y="36670"/>
                </a:cubicBezTo>
                <a:cubicBezTo>
                  <a:pt x="94600" y="36670"/>
                  <a:pt x="94643" y="36660"/>
                  <a:pt x="94683" y="36641"/>
                </a:cubicBezTo>
                <a:cubicBezTo>
                  <a:pt x="94770" y="36899"/>
                  <a:pt x="94854" y="37159"/>
                  <a:pt x="94937" y="37418"/>
                </a:cubicBezTo>
                <a:cubicBezTo>
                  <a:pt x="95056" y="37794"/>
                  <a:pt x="95177" y="38169"/>
                  <a:pt x="95278" y="38550"/>
                </a:cubicBezTo>
                <a:cubicBezTo>
                  <a:pt x="95485" y="39316"/>
                  <a:pt x="95641" y="40093"/>
                  <a:pt x="95772" y="40876"/>
                </a:cubicBezTo>
                <a:cubicBezTo>
                  <a:pt x="95803" y="41057"/>
                  <a:pt x="95827" y="41239"/>
                  <a:pt x="95853" y="41421"/>
                </a:cubicBezTo>
                <a:cubicBezTo>
                  <a:pt x="95764" y="40982"/>
                  <a:pt x="95640" y="40553"/>
                  <a:pt x="95473" y="40139"/>
                </a:cubicBezTo>
                <a:cubicBezTo>
                  <a:pt x="95294" y="39696"/>
                  <a:pt x="95062" y="39285"/>
                  <a:pt x="94790" y="38895"/>
                </a:cubicBezTo>
                <a:cubicBezTo>
                  <a:pt x="94779" y="38879"/>
                  <a:pt x="94763" y="38872"/>
                  <a:pt x="94747" y="38872"/>
                </a:cubicBezTo>
                <a:cubicBezTo>
                  <a:pt x="94718" y="38872"/>
                  <a:pt x="94688" y="38895"/>
                  <a:pt x="94684" y="38927"/>
                </a:cubicBezTo>
                <a:cubicBezTo>
                  <a:pt x="94584" y="39785"/>
                  <a:pt x="94623" y="40680"/>
                  <a:pt x="94772" y="41532"/>
                </a:cubicBezTo>
                <a:cubicBezTo>
                  <a:pt x="94848" y="41959"/>
                  <a:pt x="94951" y="42382"/>
                  <a:pt x="95081" y="42797"/>
                </a:cubicBezTo>
                <a:cubicBezTo>
                  <a:pt x="95210" y="43208"/>
                  <a:pt x="95375" y="43606"/>
                  <a:pt x="95542" y="44005"/>
                </a:cubicBezTo>
                <a:cubicBezTo>
                  <a:pt x="95649" y="44258"/>
                  <a:pt x="95755" y="44513"/>
                  <a:pt x="95838" y="44774"/>
                </a:cubicBezTo>
                <a:cubicBezTo>
                  <a:pt x="95835" y="45131"/>
                  <a:pt x="95831" y="45487"/>
                  <a:pt x="95825" y="45844"/>
                </a:cubicBezTo>
                <a:cubicBezTo>
                  <a:pt x="95662" y="45020"/>
                  <a:pt x="95416" y="44210"/>
                  <a:pt x="95095" y="43435"/>
                </a:cubicBezTo>
                <a:cubicBezTo>
                  <a:pt x="94980" y="43156"/>
                  <a:pt x="94854" y="42881"/>
                  <a:pt x="94718" y="42611"/>
                </a:cubicBezTo>
                <a:cubicBezTo>
                  <a:pt x="94580" y="42333"/>
                  <a:pt x="94418" y="42070"/>
                  <a:pt x="94272" y="41795"/>
                </a:cubicBezTo>
                <a:cubicBezTo>
                  <a:pt x="94262" y="41775"/>
                  <a:pt x="94241" y="41765"/>
                  <a:pt x="94221" y="41765"/>
                </a:cubicBezTo>
                <a:cubicBezTo>
                  <a:pt x="94196" y="41765"/>
                  <a:pt x="94173" y="41781"/>
                  <a:pt x="94171" y="41812"/>
                </a:cubicBezTo>
                <a:cubicBezTo>
                  <a:pt x="94131" y="42720"/>
                  <a:pt x="94239" y="43639"/>
                  <a:pt x="94404" y="44530"/>
                </a:cubicBezTo>
                <a:cubicBezTo>
                  <a:pt x="94569" y="45423"/>
                  <a:pt x="94812" y="46302"/>
                  <a:pt x="95128" y="47154"/>
                </a:cubicBezTo>
                <a:cubicBezTo>
                  <a:pt x="95308" y="47637"/>
                  <a:pt x="95511" y="48113"/>
                  <a:pt x="95736" y="48575"/>
                </a:cubicBezTo>
                <a:cubicBezTo>
                  <a:pt x="95747" y="48597"/>
                  <a:pt x="95761" y="48611"/>
                  <a:pt x="95778" y="48619"/>
                </a:cubicBezTo>
                <a:cubicBezTo>
                  <a:pt x="95775" y="48854"/>
                  <a:pt x="95769" y="49087"/>
                  <a:pt x="95765" y="49322"/>
                </a:cubicBezTo>
                <a:cubicBezTo>
                  <a:pt x="95496" y="48898"/>
                  <a:pt x="95250" y="48458"/>
                  <a:pt x="95028" y="48007"/>
                </a:cubicBezTo>
                <a:cubicBezTo>
                  <a:pt x="94888" y="47727"/>
                  <a:pt x="94762" y="47443"/>
                  <a:pt x="94644" y="47154"/>
                </a:cubicBezTo>
                <a:cubicBezTo>
                  <a:pt x="94584" y="47010"/>
                  <a:pt x="94526" y="46866"/>
                  <a:pt x="94471" y="46720"/>
                </a:cubicBezTo>
                <a:cubicBezTo>
                  <a:pt x="94418" y="46578"/>
                  <a:pt x="94370" y="46423"/>
                  <a:pt x="94298" y="46290"/>
                </a:cubicBezTo>
                <a:cubicBezTo>
                  <a:pt x="94291" y="46278"/>
                  <a:pt x="94281" y="46273"/>
                  <a:pt x="94270" y="46273"/>
                </a:cubicBezTo>
                <a:cubicBezTo>
                  <a:pt x="94254" y="46273"/>
                  <a:pt x="94238" y="46286"/>
                  <a:pt x="94239" y="46307"/>
                </a:cubicBezTo>
                <a:cubicBezTo>
                  <a:pt x="94250" y="46439"/>
                  <a:pt x="94292" y="46578"/>
                  <a:pt x="94331" y="46704"/>
                </a:cubicBezTo>
                <a:cubicBezTo>
                  <a:pt x="94371" y="46838"/>
                  <a:pt x="94414" y="46971"/>
                  <a:pt x="94458" y="47104"/>
                </a:cubicBezTo>
                <a:cubicBezTo>
                  <a:pt x="94546" y="47365"/>
                  <a:pt x="94646" y="47621"/>
                  <a:pt x="94753" y="47873"/>
                </a:cubicBezTo>
                <a:cubicBezTo>
                  <a:pt x="94770" y="47914"/>
                  <a:pt x="94787" y="47953"/>
                  <a:pt x="94804" y="47992"/>
                </a:cubicBezTo>
                <a:cubicBezTo>
                  <a:pt x="94358" y="47442"/>
                  <a:pt x="93817" y="46964"/>
                  <a:pt x="93241" y="46556"/>
                </a:cubicBezTo>
                <a:cubicBezTo>
                  <a:pt x="93064" y="46432"/>
                  <a:pt x="92883" y="46312"/>
                  <a:pt x="92698" y="46197"/>
                </a:cubicBezTo>
                <a:cubicBezTo>
                  <a:pt x="92602" y="46137"/>
                  <a:pt x="92505" y="46080"/>
                  <a:pt x="92409" y="46023"/>
                </a:cubicBezTo>
                <a:cubicBezTo>
                  <a:pt x="92315" y="45968"/>
                  <a:pt x="92222" y="45912"/>
                  <a:pt x="92116" y="45882"/>
                </a:cubicBezTo>
                <a:cubicBezTo>
                  <a:pt x="92112" y="45881"/>
                  <a:pt x="92108" y="45881"/>
                  <a:pt x="92105" y="45881"/>
                </a:cubicBezTo>
                <a:cubicBezTo>
                  <a:pt x="92077" y="45881"/>
                  <a:pt x="92062" y="45915"/>
                  <a:pt x="92086" y="45937"/>
                </a:cubicBezTo>
                <a:cubicBezTo>
                  <a:pt x="92134" y="45981"/>
                  <a:pt x="92187" y="46018"/>
                  <a:pt x="92244" y="46054"/>
                </a:cubicBezTo>
                <a:cubicBezTo>
                  <a:pt x="92260" y="46204"/>
                  <a:pt x="92335" y="46355"/>
                  <a:pt x="92392" y="46492"/>
                </a:cubicBezTo>
                <a:cubicBezTo>
                  <a:pt x="92461" y="46662"/>
                  <a:pt x="92541" y="46829"/>
                  <a:pt x="92624" y="46993"/>
                </a:cubicBezTo>
                <a:cubicBezTo>
                  <a:pt x="92794" y="47327"/>
                  <a:pt x="92987" y="47651"/>
                  <a:pt x="93199" y="47959"/>
                </a:cubicBezTo>
                <a:cubicBezTo>
                  <a:pt x="93620" y="48571"/>
                  <a:pt x="94123" y="49131"/>
                  <a:pt x="94689" y="49613"/>
                </a:cubicBezTo>
                <a:cubicBezTo>
                  <a:pt x="94848" y="49749"/>
                  <a:pt x="95013" y="49880"/>
                  <a:pt x="95182" y="50003"/>
                </a:cubicBezTo>
                <a:cubicBezTo>
                  <a:pt x="95266" y="50064"/>
                  <a:pt x="95352" y="50125"/>
                  <a:pt x="95438" y="50183"/>
                </a:cubicBezTo>
                <a:cubicBezTo>
                  <a:pt x="95523" y="50240"/>
                  <a:pt x="95612" y="50319"/>
                  <a:pt x="95720" y="50319"/>
                </a:cubicBezTo>
                <a:cubicBezTo>
                  <a:pt x="95727" y="50319"/>
                  <a:pt x="95734" y="50317"/>
                  <a:pt x="95742" y="50315"/>
                </a:cubicBezTo>
                <a:lnTo>
                  <a:pt x="95742" y="50315"/>
                </a:lnTo>
                <a:cubicBezTo>
                  <a:pt x="95738" y="50462"/>
                  <a:pt x="95734" y="50608"/>
                  <a:pt x="95731" y="50756"/>
                </a:cubicBezTo>
                <a:cubicBezTo>
                  <a:pt x="95610" y="50619"/>
                  <a:pt x="95476" y="50493"/>
                  <a:pt x="95341" y="50370"/>
                </a:cubicBezTo>
                <a:cubicBezTo>
                  <a:pt x="95125" y="50173"/>
                  <a:pt x="94902" y="49987"/>
                  <a:pt x="94667" y="49815"/>
                </a:cubicBezTo>
                <a:cubicBezTo>
                  <a:pt x="94193" y="49466"/>
                  <a:pt x="93684" y="49163"/>
                  <a:pt x="93152" y="48911"/>
                </a:cubicBezTo>
                <a:cubicBezTo>
                  <a:pt x="93000" y="48839"/>
                  <a:pt x="92845" y="48774"/>
                  <a:pt x="92687" y="48717"/>
                </a:cubicBezTo>
                <a:cubicBezTo>
                  <a:pt x="92608" y="48688"/>
                  <a:pt x="92527" y="48661"/>
                  <a:pt x="92448" y="48635"/>
                </a:cubicBezTo>
                <a:cubicBezTo>
                  <a:pt x="92438" y="48631"/>
                  <a:pt x="92429" y="48628"/>
                  <a:pt x="92418" y="48625"/>
                </a:cubicBezTo>
                <a:cubicBezTo>
                  <a:pt x="92422" y="48611"/>
                  <a:pt x="92425" y="48596"/>
                  <a:pt x="92427" y="48582"/>
                </a:cubicBezTo>
                <a:cubicBezTo>
                  <a:pt x="92429" y="48574"/>
                  <a:pt x="92431" y="48564"/>
                  <a:pt x="92431" y="48557"/>
                </a:cubicBezTo>
                <a:cubicBezTo>
                  <a:pt x="92431" y="48538"/>
                  <a:pt x="92432" y="48519"/>
                  <a:pt x="92427" y="48503"/>
                </a:cubicBezTo>
                <a:cubicBezTo>
                  <a:pt x="92423" y="48486"/>
                  <a:pt x="92418" y="48469"/>
                  <a:pt x="92411" y="48450"/>
                </a:cubicBezTo>
                <a:cubicBezTo>
                  <a:pt x="92409" y="48442"/>
                  <a:pt x="92404" y="48434"/>
                  <a:pt x="92399" y="48426"/>
                </a:cubicBezTo>
                <a:cubicBezTo>
                  <a:pt x="92388" y="48406"/>
                  <a:pt x="92377" y="48387"/>
                  <a:pt x="92362" y="48371"/>
                </a:cubicBezTo>
                <a:cubicBezTo>
                  <a:pt x="92348" y="48356"/>
                  <a:pt x="92332" y="48339"/>
                  <a:pt x="92313" y="48327"/>
                </a:cubicBezTo>
                <a:cubicBezTo>
                  <a:pt x="92277" y="48304"/>
                  <a:pt x="92252" y="48294"/>
                  <a:pt x="92209" y="48285"/>
                </a:cubicBezTo>
                <a:cubicBezTo>
                  <a:pt x="92203" y="48284"/>
                  <a:pt x="92200" y="48284"/>
                  <a:pt x="92195" y="48284"/>
                </a:cubicBezTo>
                <a:cubicBezTo>
                  <a:pt x="92175" y="48284"/>
                  <a:pt x="92154" y="48284"/>
                  <a:pt x="92135" y="48288"/>
                </a:cubicBezTo>
                <a:lnTo>
                  <a:pt x="92094" y="48300"/>
                </a:lnTo>
                <a:cubicBezTo>
                  <a:pt x="92074" y="48307"/>
                  <a:pt x="92057" y="48320"/>
                  <a:pt x="92043" y="48338"/>
                </a:cubicBezTo>
                <a:cubicBezTo>
                  <a:pt x="92032" y="48348"/>
                  <a:pt x="92024" y="48359"/>
                  <a:pt x="92019" y="48372"/>
                </a:cubicBezTo>
                <a:cubicBezTo>
                  <a:pt x="92006" y="48392"/>
                  <a:pt x="91999" y="48412"/>
                  <a:pt x="91998" y="48436"/>
                </a:cubicBezTo>
                <a:lnTo>
                  <a:pt x="91998" y="48458"/>
                </a:lnTo>
                <a:cubicBezTo>
                  <a:pt x="91998" y="48472"/>
                  <a:pt x="91999" y="48487"/>
                  <a:pt x="91999" y="48503"/>
                </a:cubicBezTo>
                <a:cubicBezTo>
                  <a:pt x="92002" y="48525"/>
                  <a:pt x="92010" y="48546"/>
                  <a:pt x="92022" y="48562"/>
                </a:cubicBezTo>
                <a:cubicBezTo>
                  <a:pt x="92027" y="48571"/>
                  <a:pt x="92033" y="48581"/>
                  <a:pt x="92042" y="48587"/>
                </a:cubicBezTo>
                <a:cubicBezTo>
                  <a:pt x="92041" y="48624"/>
                  <a:pt x="92047" y="48661"/>
                  <a:pt x="92061" y="48694"/>
                </a:cubicBezTo>
                <a:cubicBezTo>
                  <a:pt x="92069" y="48712"/>
                  <a:pt x="92081" y="48732"/>
                  <a:pt x="92096" y="48747"/>
                </a:cubicBezTo>
                <a:cubicBezTo>
                  <a:pt x="92107" y="48760"/>
                  <a:pt x="92119" y="48771"/>
                  <a:pt x="92131" y="48782"/>
                </a:cubicBezTo>
                <a:cubicBezTo>
                  <a:pt x="92152" y="48798"/>
                  <a:pt x="92182" y="48808"/>
                  <a:pt x="92211" y="48808"/>
                </a:cubicBezTo>
                <a:cubicBezTo>
                  <a:pt x="92221" y="48808"/>
                  <a:pt x="92230" y="48807"/>
                  <a:pt x="92240" y="48805"/>
                </a:cubicBezTo>
                <a:cubicBezTo>
                  <a:pt x="92274" y="48795"/>
                  <a:pt x="92296" y="48787"/>
                  <a:pt x="92326" y="48765"/>
                </a:cubicBezTo>
                <a:cubicBezTo>
                  <a:pt x="92335" y="48758"/>
                  <a:pt x="92344" y="48750"/>
                  <a:pt x="92352" y="48741"/>
                </a:cubicBezTo>
                <a:cubicBezTo>
                  <a:pt x="92425" y="48772"/>
                  <a:pt x="92500" y="48799"/>
                  <a:pt x="92570" y="48829"/>
                </a:cubicBezTo>
                <a:cubicBezTo>
                  <a:pt x="92703" y="48888"/>
                  <a:pt x="92835" y="48950"/>
                  <a:pt x="92967" y="49010"/>
                </a:cubicBezTo>
                <a:cubicBezTo>
                  <a:pt x="93232" y="49133"/>
                  <a:pt x="93492" y="49265"/>
                  <a:pt x="93744" y="49410"/>
                </a:cubicBezTo>
                <a:cubicBezTo>
                  <a:pt x="94041" y="49581"/>
                  <a:pt x="94326" y="49771"/>
                  <a:pt x="94602" y="49973"/>
                </a:cubicBezTo>
                <a:cubicBezTo>
                  <a:pt x="94579" y="49963"/>
                  <a:pt x="94556" y="49953"/>
                  <a:pt x="94534" y="49942"/>
                </a:cubicBezTo>
                <a:cubicBezTo>
                  <a:pt x="94420" y="49892"/>
                  <a:pt x="94303" y="49847"/>
                  <a:pt x="94186" y="49801"/>
                </a:cubicBezTo>
                <a:cubicBezTo>
                  <a:pt x="93957" y="49712"/>
                  <a:pt x="93724" y="49628"/>
                  <a:pt x="93493" y="49550"/>
                </a:cubicBezTo>
                <a:cubicBezTo>
                  <a:pt x="93025" y="49391"/>
                  <a:pt x="92549" y="49255"/>
                  <a:pt x="92068" y="49140"/>
                </a:cubicBezTo>
                <a:cubicBezTo>
                  <a:pt x="91816" y="49079"/>
                  <a:pt x="91558" y="49040"/>
                  <a:pt x="91301" y="49002"/>
                </a:cubicBezTo>
                <a:cubicBezTo>
                  <a:pt x="91300" y="48991"/>
                  <a:pt x="91296" y="48979"/>
                  <a:pt x="91292" y="48968"/>
                </a:cubicBezTo>
                <a:cubicBezTo>
                  <a:pt x="91290" y="48953"/>
                  <a:pt x="91283" y="48939"/>
                  <a:pt x="91274" y="48927"/>
                </a:cubicBezTo>
                <a:cubicBezTo>
                  <a:pt x="91272" y="48919"/>
                  <a:pt x="91269" y="48909"/>
                  <a:pt x="91267" y="48900"/>
                </a:cubicBezTo>
                <a:cubicBezTo>
                  <a:pt x="91258" y="48881"/>
                  <a:pt x="91246" y="48864"/>
                  <a:pt x="91229" y="48850"/>
                </a:cubicBezTo>
                <a:cubicBezTo>
                  <a:pt x="91215" y="48833"/>
                  <a:pt x="91197" y="48822"/>
                  <a:pt x="91175" y="48815"/>
                </a:cubicBezTo>
                <a:cubicBezTo>
                  <a:pt x="91160" y="48810"/>
                  <a:pt x="91147" y="48806"/>
                  <a:pt x="91132" y="48804"/>
                </a:cubicBezTo>
                <a:cubicBezTo>
                  <a:pt x="91130" y="48804"/>
                  <a:pt x="91130" y="48801"/>
                  <a:pt x="91129" y="48801"/>
                </a:cubicBezTo>
                <a:cubicBezTo>
                  <a:pt x="91125" y="48800"/>
                  <a:pt x="91104" y="48796"/>
                  <a:pt x="91102" y="48795"/>
                </a:cubicBezTo>
                <a:lnTo>
                  <a:pt x="91098" y="48795"/>
                </a:lnTo>
                <a:cubicBezTo>
                  <a:pt x="91094" y="48795"/>
                  <a:pt x="91090" y="48794"/>
                  <a:pt x="91087" y="48794"/>
                </a:cubicBezTo>
                <a:cubicBezTo>
                  <a:pt x="91078" y="48794"/>
                  <a:pt x="91069" y="48795"/>
                  <a:pt x="91060" y="48796"/>
                </a:cubicBezTo>
                <a:cubicBezTo>
                  <a:pt x="91045" y="48798"/>
                  <a:pt x="91031" y="48804"/>
                  <a:pt x="91015" y="48809"/>
                </a:cubicBezTo>
                <a:cubicBezTo>
                  <a:pt x="91000" y="48815"/>
                  <a:pt x="90987" y="48823"/>
                  <a:pt x="90973" y="48832"/>
                </a:cubicBezTo>
                <a:cubicBezTo>
                  <a:pt x="90960" y="48842"/>
                  <a:pt x="90949" y="48854"/>
                  <a:pt x="90938" y="48866"/>
                </a:cubicBezTo>
                <a:cubicBezTo>
                  <a:pt x="90935" y="48870"/>
                  <a:pt x="90933" y="48873"/>
                  <a:pt x="90932" y="48876"/>
                </a:cubicBezTo>
                <a:cubicBezTo>
                  <a:pt x="90924" y="48882"/>
                  <a:pt x="90917" y="48888"/>
                  <a:pt x="90912" y="48897"/>
                </a:cubicBezTo>
                <a:lnTo>
                  <a:pt x="90908" y="48905"/>
                </a:lnTo>
                <a:cubicBezTo>
                  <a:pt x="90901" y="48913"/>
                  <a:pt x="90895" y="48921"/>
                  <a:pt x="90891" y="48931"/>
                </a:cubicBezTo>
                <a:cubicBezTo>
                  <a:pt x="90883" y="48942"/>
                  <a:pt x="90879" y="48953"/>
                  <a:pt x="90878" y="48966"/>
                </a:cubicBezTo>
                <a:cubicBezTo>
                  <a:pt x="90871" y="48986"/>
                  <a:pt x="90871" y="49005"/>
                  <a:pt x="90873" y="49024"/>
                </a:cubicBezTo>
                <a:cubicBezTo>
                  <a:pt x="90878" y="49041"/>
                  <a:pt x="90882" y="49057"/>
                  <a:pt x="90889" y="49074"/>
                </a:cubicBezTo>
                <a:cubicBezTo>
                  <a:pt x="90890" y="49075"/>
                  <a:pt x="90890" y="49078"/>
                  <a:pt x="90891" y="49079"/>
                </a:cubicBezTo>
                <a:cubicBezTo>
                  <a:pt x="90891" y="49080"/>
                  <a:pt x="90893" y="49081"/>
                  <a:pt x="90893" y="49081"/>
                </a:cubicBezTo>
                <a:lnTo>
                  <a:pt x="90913" y="49114"/>
                </a:lnTo>
                <a:lnTo>
                  <a:pt x="90915" y="49117"/>
                </a:lnTo>
                <a:cubicBezTo>
                  <a:pt x="90923" y="49124"/>
                  <a:pt x="90933" y="49133"/>
                  <a:pt x="90940" y="49141"/>
                </a:cubicBezTo>
                <a:cubicBezTo>
                  <a:pt x="90944" y="49144"/>
                  <a:pt x="90948" y="49147"/>
                  <a:pt x="90950" y="49150"/>
                </a:cubicBezTo>
                <a:cubicBezTo>
                  <a:pt x="90951" y="49151"/>
                  <a:pt x="90955" y="49152"/>
                  <a:pt x="90956" y="49153"/>
                </a:cubicBezTo>
                <a:cubicBezTo>
                  <a:pt x="90968" y="49162"/>
                  <a:pt x="90982" y="49168"/>
                  <a:pt x="90995" y="49175"/>
                </a:cubicBezTo>
                <a:cubicBezTo>
                  <a:pt x="91015" y="49185"/>
                  <a:pt x="91039" y="49190"/>
                  <a:pt x="91060" y="49194"/>
                </a:cubicBezTo>
                <a:cubicBezTo>
                  <a:pt x="91065" y="49195"/>
                  <a:pt x="91069" y="49195"/>
                  <a:pt x="91074" y="49195"/>
                </a:cubicBezTo>
                <a:lnTo>
                  <a:pt x="91082" y="49195"/>
                </a:lnTo>
                <a:cubicBezTo>
                  <a:pt x="91094" y="49197"/>
                  <a:pt x="91106" y="49199"/>
                  <a:pt x="91118" y="49199"/>
                </a:cubicBezTo>
                <a:cubicBezTo>
                  <a:pt x="91129" y="49199"/>
                  <a:pt x="91140" y="49198"/>
                  <a:pt x="91151" y="49196"/>
                </a:cubicBezTo>
                <a:lnTo>
                  <a:pt x="91148" y="49196"/>
                </a:lnTo>
                <a:cubicBezTo>
                  <a:pt x="91149" y="49196"/>
                  <a:pt x="91149" y="49196"/>
                  <a:pt x="91151" y="49195"/>
                </a:cubicBezTo>
                <a:cubicBezTo>
                  <a:pt x="91158" y="49194"/>
                  <a:pt x="91163" y="49191"/>
                  <a:pt x="91169" y="49190"/>
                </a:cubicBezTo>
                <a:cubicBezTo>
                  <a:pt x="91174" y="49189"/>
                  <a:pt x="91179" y="49188"/>
                  <a:pt x="91182" y="49185"/>
                </a:cubicBezTo>
                <a:cubicBezTo>
                  <a:pt x="91185" y="49184"/>
                  <a:pt x="91188" y="49184"/>
                  <a:pt x="91191" y="49183"/>
                </a:cubicBezTo>
                <a:lnTo>
                  <a:pt x="91190" y="49183"/>
                </a:lnTo>
                <a:cubicBezTo>
                  <a:pt x="91191" y="49183"/>
                  <a:pt x="91192" y="49180"/>
                  <a:pt x="91195" y="49180"/>
                </a:cubicBezTo>
                <a:cubicBezTo>
                  <a:pt x="91223" y="49168"/>
                  <a:pt x="91248" y="49147"/>
                  <a:pt x="91264" y="49123"/>
                </a:cubicBezTo>
                <a:cubicBezTo>
                  <a:pt x="91274" y="49109"/>
                  <a:pt x="91280" y="49100"/>
                  <a:pt x="91284" y="49089"/>
                </a:cubicBezTo>
                <a:cubicBezTo>
                  <a:pt x="92219" y="49310"/>
                  <a:pt x="93152" y="49553"/>
                  <a:pt x="94056" y="49883"/>
                </a:cubicBezTo>
                <a:cubicBezTo>
                  <a:pt x="94186" y="49931"/>
                  <a:pt x="94314" y="49982"/>
                  <a:pt x="94444" y="50029"/>
                </a:cubicBezTo>
                <a:cubicBezTo>
                  <a:pt x="94508" y="50052"/>
                  <a:pt x="94573" y="50078"/>
                  <a:pt x="94639" y="50101"/>
                </a:cubicBezTo>
                <a:cubicBezTo>
                  <a:pt x="94702" y="50124"/>
                  <a:pt x="94770" y="50134"/>
                  <a:pt x="94836" y="50149"/>
                </a:cubicBezTo>
                <a:lnTo>
                  <a:pt x="94841" y="50149"/>
                </a:lnTo>
                <a:cubicBezTo>
                  <a:pt x="94952" y="50235"/>
                  <a:pt x="95061" y="50325"/>
                  <a:pt x="95166" y="50415"/>
                </a:cubicBezTo>
                <a:cubicBezTo>
                  <a:pt x="95357" y="50578"/>
                  <a:pt x="95536" y="50754"/>
                  <a:pt x="95727" y="50918"/>
                </a:cubicBezTo>
                <a:cubicBezTo>
                  <a:pt x="95725" y="51046"/>
                  <a:pt x="95721" y="51177"/>
                  <a:pt x="95718" y="51305"/>
                </a:cubicBezTo>
                <a:cubicBezTo>
                  <a:pt x="95497" y="51305"/>
                  <a:pt x="95275" y="51310"/>
                  <a:pt x="95053" y="51313"/>
                </a:cubicBezTo>
                <a:cubicBezTo>
                  <a:pt x="94244" y="51310"/>
                  <a:pt x="93433" y="51234"/>
                  <a:pt x="92642" y="51057"/>
                </a:cubicBezTo>
                <a:cubicBezTo>
                  <a:pt x="91731" y="50853"/>
                  <a:pt x="90850" y="50518"/>
                  <a:pt x="90029" y="50074"/>
                </a:cubicBezTo>
                <a:cubicBezTo>
                  <a:pt x="89670" y="49881"/>
                  <a:pt x="89324" y="49662"/>
                  <a:pt x="88991" y="49424"/>
                </a:cubicBezTo>
                <a:lnTo>
                  <a:pt x="88991" y="49424"/>
                </a:lnTo>
                <a:cubicBezTo>
                  <a:pt x="89874" y="49570"/>
                  <a:pt x="90757" y="49716"/>
                  <a:pt x="91641" y="49854"/>
                </a:cubicBezTo>
                <a:cubicBezTo>
                  <a:pt x="92436" y="49977"/>
                  <a:pt x="93238" y="50132"/>
                  <a:pt x="93970" y="50474"/>
                </a:cubicBezTo>
                <a:cubicBezTo>
                  <a:pt x="94305" y="50630"/>
                  <a:pt x="94622" y="50831"/>
                  <a:pt x="94894" y="51079"/>
                </a:cubicBezTo>
                <a:cubicBezTo>
                  <a:pt x="93992" y="50912"/>
                  <a:pt x="93115" y="50627"/>
                  <a:pt x="92280" y="50243"/>
                </a:cubicBezTo>
                <a:cubicBezTo>
                  <a:pt x="92024" y="50125"/>
                  <a:pt x="91764" y="50017"/>
                  <a:pt x="91506" y="49902"/>
                </a:cubicBezTo>
                <a:cubicBezTo>
                  <a:pt x="91500" y="49899"/>
                  <a:pt x="91495" y="49898"/>
                  <a:pt x="91490" y="49898"/>
                </a:cubicBezTo>
                <a:cubicBezTo>
                  <a:pt x="91454" y="49898"/>
                  <a:pt x="91432" y="49951"/>
                  <a:pt x="91467" y="49974"/>
                </a:cubicBezTo>
                <a:cubicBezTo>
                  <a:pt x="92300" y="50537"/>
                  <a:pt x="93283" y="50870"/>
                  <a:pt x="94257" y="51097"/>
                </a:cubicBezTo>
                <a:cubicBezTo>
                  <a:pt x="94537" y="51161"/>
                  <a:pt x="94819" y="51216"/>
                  <a:pt x="95103" y="51260"/>
                </a:cubicBezTo>
                <a:cubicBezTo>
                  <a:pt x="95106" y="51261"/>
                  <a:pt x="95109" y="51261"/>
                  <a:pt x="95112" y="51261"/>
                </a:cubicBezTo>
                <a:cubicBezTo>
                  <a:pt x="95166" y="51261"/>
                  <a:pt x="95207" y="51186"/>
                  <a:pt x="95166" y="51145"/>
                </a:cubicBezTo>
                <a:cubicBezTo>
                  <a:pt x="94596" y="50559"/>
                  <a:pt x="93839" y="50226"/>
                  <a:pt x="93062" y="50015"/>
                </a:cubicBezTo>
                <a:cubicBezTo>
                  <a:pt x="92665" y="49908"/>
                  <a:pt x="92262" y="49828"/>
                  <a:pt x="91857" y="49751"/>
                </a:cubicBezTo>
                <a:cubicBezTo>
                  <a:pt x="91374" y="49660"/>
                  <a:pt x="90890" y="49569"/>
                  <a:pt x="90405" y="49487"/>
                </a:cubicBezTo>
                <a:cubicBezTo>
                  <a:pt x="89824" y="49388"/>
                  <a:pt x="89243" y="49290"/>
                  <a:pt x="88662" y="49191"/>
                </a:cubicBezTo>
                <a:cubicBezTo>
                  <a:pt x="88657" y="49191"/>
                  <a:pt x="88652" y="49190"/>
                  <a:pt x="88648" y="49190"/>
                </a:cubicBezTo>
                <a:cubicBezTo>
                  <a:pt x="88569" y="49190"/>
                  <a:pt x="88541" y="49302"/>
                  <a:pt x="88601" y="49348"/>
                </a:cubicBezTo>
                <a:cubicBezTo>
                  <a:pt x="89354" y="49931"/>
                  <a:pt x="90190" y="50405"/>
                  <a:pt x="91077" y="50751"/>
                </a:cubicBezTo>
                <a:cubicBezTo>
                  <a:pt x="91215" y="50805"/>
                  <a:pt x="91356" y="50855"/>
                  <a:pt x="91497" y="50903"/>
                </a:cubicBezTo>
                <a:cubicBezTo>
                  <a:pt x="91070" y="50802"/>
                  <a:pt x="90646" y="50690"/>
                  <a:pt x="90226" y="50561"/>
                </a:cubicBezTo>
                <a:cubicBezTo>
                  <a:pt x="89644" y="50377"/>
                  <a:pt x="89071" y="50166"/>
                  <a:pt x="88510" y="49927"/>
                </a:cubicBezTo>
                <a:cubicBezTo>
                  <a:pt x="88123" y="49664"/>
                  <a:pt x="87739" y="49391"/>
                  <a:pt x="87377" y="49095"/>
                </a:cubicBezTo>
                <a:cubicBezTo>
                  <a:pt x="87185" y="48938"/>
                  <a:pt x="87000" y="48772"/>
                  <a:pt x="86816" y="48604"/>
                </a:cubicBezTo>
                <a:cubicBezTo>
                  <a:pt x="86639" y="48443"/>
                  <a:pt x="86457" y="48288"/>
                  <a:pt x="86284" y="48121"/>
                </a:cubicBezTo>
                <a:cubicBezTo>
                  <a:pt x="86289" y="48121"/>
                  <a:pt x="86293" y="48121"/>
                  <a:pt x="86297" y="48119"/>
                </a:cubicBezTo>
                <a:cubicBezTo>
                  <a:pt x="86298" y="48119"/>
                  <a:pt x="86300" y="48119"/>
                  <a:pt x="86303" y="48118"/>
                </a:cubicBezTo>
                <a:cubicBezTo>
                  <a:pt x="86312" y="48117"/>
                  <a:pt x="86323" y="48113"/>
                  <a:pt x="86333" y="48109"/>
                </a:cubicBezTo>
                <a:cubicBezTo>
                  <a:pt x="86364" y="48095"/>
                  <a:pt x="86385" y="48070"/>
                  <a:pt x="86400" y="48040"/>
                </a:cubicBezTo>
                <a:cubicBezTo>
                  <a:pt x="86405" y="48029"/>
                  <a:pt x="86408" y="48015"/>
                  <a:pt x="86409" y="48004"/>
                </a:cubicBezTo>
                <a:cubicBezTo>
                  <a:pt x="86413" y="47992"/>
                  <a:pt x="86411" y="47980"/>
                  <a:pt x="86409" y="47967"/>
                </a:cubicBezTo>
                <a:cubicBezTo>
                  <a:pt x="86409" y="47964"/>
                  <a:pt x="86409" y="47960"/>
                  <a:pt x="86408" y="47956"/>
                </a:cubicBezTo>
                <a:cubicBezTo>
                  <a:pt x="86405" y="47944"/>
                  <a:pt x="86402" y="47932"/>
                  <a:pt x="86397" y="47920"/>
                </a:cubicBezTo>
                <a:cubicBezTo>
                  <a:pt x="86392" y="47909"/>
                  <a:pt x="86385" y="47898"/>
                  <a:pt x="86378" y="47888"/>
                </a:cubicBezTo>
                <a:cubicBezTo>
                  <a:pt x="86375" y="47884"/>
                  <a:pt x="86374" y="47881"/>
                  <a:pt x="86371" y="47878"/>
                </a:cubicBezTo>
                <a:cubicBezTo>
                  <a:pt x="86363" y="47870"/>
                  <a:pt x="86353" y="47859"/>
                  <a:pt x="86344" y="47852"/>
                </a:cubicBezTo>
                <a:cubicBezTo>
                  <a:pt x="86333" y="47845"/>
                  <a:pt x="86322" y="47838"/>
                  <a:pt x="86309" y="47834"/>
                </a:cubicBezTo>
                <a:cubicBezTo>
                  <a:pt x="86289" y="47827"/>
                  <a:pt x="86273" y="47826"/>
                  <a:pt x="86255" y="47826"/>
                </a:cubicBezTo>
                <a:cubicBezTo>
                  <a:pt x="86246" y="47823"/>
                  <a:pt x="86238" y="47821"/>
                  <a:pt x="86228" y="47821"/>
                </a:cubicBezTo>
                <a:lnTo>
                  <a:pt x="86217" y="47821"/>
                </a:lnTo>
                <a:cubicBezTo>
                  <a:pt x="86204" y="47816"/>
                  <a:pt x="86192" y="47814"/>
                  <a:pt x="86179" y="47814"/>
                </a:cubicBezTo>
                <a:cubicBezTo>
                  <a:pt x="86172" y="47814"/>
                  <a:pt x="86164" y="47815"/>
                  <a:pt x="86156" y="47816"/>
                </a:cubicBezTo>
                <a:cubicBezTo>
                  <a:pt x="86144" y="47821"/>
                  <a:pt x="86129" y="47824"/>
                  <a:pt x="86117" y="47828"/>
                </a:cubicBezTo>
                <a:cubicBezTo>
                  <a:pt x="86092" y="47839"/>
                  <a:pt x="86072" y="47856"/>
                  <a:pt x="86056" y="47878"/>
                </a:cubicBezTo>
                <a:cubicBezTo>
                  <a:pt x="86050" y="47883"/>
                  <a:pt x="86046" y="47890"/>
                  <a:pt x="86040" y="47898"/>
                </a:cubicBezTo>
                <a:cubicBezTo>
                  <a:pt x="86029" y="47915"/>
                  <a:pt x="86020" y="47932"/>
                  <a:pt x="86012" y="47950"/>
                </a:cubicBezTo>
                <a:cubicBezTo>
                  <a:pt x="86003" y="47970"/>
                  <a:pt x="85999" y="47992"/>
                  <a:pt x="85995" y="48011"/>
                </a:cubicBezTo>
                <a:cubicBezTo>
                  <a:pt x="85993" y="48020"/>
                  <a:pt x="85992" y="48026"/>
                  <a:pt x="85992" y="48035"/>
                </a:cubicBezTo>
                <a:cubicBezTo>
                  <a:pt x="85992" y="48048"/>
                  <a:pt x="85993" y="48062"/>
                  <a:pt x="85993" y="48076"/>
                </a:cubicBezTo>
                <a:cubicBezTo>
                  <a:pt x="85996" y="48096"/>
                  <a:pt x="86003" y="48114"/>
                  <a:pt x="86015" y="48130"/>
                </a:cubicBezTo>
                <a:cubicBezTo>
                  <a:pt x="86021" y="48141"/>
                  <a:pt x="86028" y="48151"/>
                  <a:pt x="86039" y="48159"/>
                </a:cubicBezTo>
                <a:cubicBezTo>
                  <a:pt x="86040" y="48161"/>
                  <a:pt x="86042" y="48163"/>
                  <a:pt x="86043" y="48165"/>
                </a:cubicBezTo>
                <a:cubicBezTo>
                  <a:pt x="86045" y="48167"/>
                  <a:pt x="86046" y="48169"/>
                  <a:pt x="86047" y="48170"/>
                </a:cubicBezTo>
                <a:cubicBezTo>
                  <a:pt x="86051" y="48175"/>
                  <a:pt x="86057" y="48180"/>
                  <a:pt x="86062" y="48184"/>
                </a:cubicBezTo>
                <a:cubicBezTo>
                  <a:pt x="86069" y="48194"/>
                  <a:pt x="86079" y="48200"/>
                  <a:pt x="86090" y="48203"/>
                </a:cubicBezTo>
                <a:cubicBezTo>
                  <a:pt x="86095" y="48207"/>
                  <a:pt x="86100" y="48211"/>
                  <a:pt x="86106" y="48212"/>
                </a:cubicBezTo>
                <a:lnTo>
                  <a:pt x="86140" y="48219"/>
                </a:lnTo>
                <a:cubicBezTo>
                  <a:pt x="86145" y="48220"/>
                  <a:pt x="86150" y="48221"/>
                  <a:pt x="86155" y="48221"/>
                </a:cubicBezTo>
                <a:cubicBezTo>
                  <a:pt x="86167" y="48221"/>
                  <a:pt x="86179" y="48218"/>
                  <a:pt x="86191" y="48214"/>
                </a:cubicBezTo>
                <a:cubicBezTo>
                  <a:pt x="86202" y="48213"/>
                  <a:pt x="86212" y="48207"/>
                  <a:pt x="86222" y="48201"/>
                </a:cubicBezTo>
                <a:cubicBezTo>
                  <a:pt x="86229" y="48196"/>
                  <a:pt x="86237" y="48191"/>
                  <a:pt x="86244" y="48184"/>
                </a:cubicBezTo>
                <a:cubicBezTo>
                  <a:pt x="86391" y="48364"/>
                  <a:pt x="86537" y="48541"/>
                  <a:pt x="86706" y="48705"/>
                </a:cubicBezTo>
                <a:cubicBezTo>
                  <a:pt x="86888" y="48883"/>
                  <a:pt x="87084" y="49047"/>
                  <a:pt x="87282" y="49207"/>
                </a:cubicBezTo>
                <a:cubicBezTo>
                  <a:pt x="87474" y="49359"/>
                  <a:pt x="87671" y="49502"/>
                  <a:pt x="87874" y="49635"/>
                </a:cubicBezTo>
                <a:cubicBezTo>
                  <a:pt x="87617" y="49513"/>
                  <a:pt x="87364" y="49386"/>
                  <a:pt x="87112" y="49251"/>
                </a:cubicBezTo>
                <a:cubicBezTo>
                  <a:pt x="86831" y="49100"/>
                  <a:pt x="86553" y="48941"/>
                  <a:pt x="86278" y="48779"/>
                </a:cubicBezTo>
                <a:cubicBezTo>
                  <a:pt x="86003" y="48619"/>
                  <a:pt x="85735" y="48449"/>
                  <a:pt x="85454" y="48300"/>
                </a:cubicBezTo>
                <a:cubicBezTo>
                  <a:pt x="85446" y="48296"/>
                  <a:pt x="85439" y="48294"/>
                  <a:pt x="85432" y="48294"/>
                </a:cubicBezTo>
                <a:cubicBezTo>
                  <a:pt x="85391" y="48294"/>
                  <a:pt x="85370" y="48359"/>
                  <a:pt x="85405" y="48390"/>
                </a:cubicBezTo>
                <a:cubicBezTo>
                  <a:pt x="85834" y="48763"/>
                  <a:pt x="86338" y="49058"/>
                  <a:pt x="86833" y="49334"/>
                </a:cubicBezTo>
                <a:cubicBezTo>
                  <a:pt x="87046" y="49453"/>
                  <a:pt x="87264" y="49565"/>
                  <a:pt x="87480" y="49675"/>
                </a:cubicBezTo>
                <a:cubicBezTo>
                  <a:pt x="87308" y="49627"/>
                  <a:pt x="87133" y="49579"/>
                  <a:pt x="86962" y="49525"/>
                </a:cubicBezTo>
                <a:cubicBezTo>
                  <a:pt x="86531" y="49391"/>
                  <a:pt x="86101" y="49262"/>
                  <a:pt x="85677" y="49111"/>
                </a:cubicBezTo>
                <a:cubicBezTo>
                  <a:pt x="85673" y="49110"/>
                  <a:pt x="85669" y="49109"/>
                  <a:pt x="85665" y="49109"/>
                </a:cubicBezTo>
                <a:cubicBezTo>
                  <a:pt x="85635" y="49109"/>
                  <a:pt x="85613" y="49152"/>
                  <a:pt x="85645" y="49169"/>
                </a:cubicBezTo>
                <a:cubicBezTo>
                  <a:pt x="86042" y="49393"/>
                  <a:pt x="86448" y="49589"/>
                  <a:pt x="86883" y="49724"/>
                </a:cubicBezTo>
                <a:cubicBezTo>
                  <a:pt x="87100" y="49792"/>
                  <a:pt x="87320" y="49855"/>
                  <a:pt x="87542" y="49903"/>
                </a:cubicBezTo>
                <a:cubicBezTo>
                  <a:pt x="87650" y="49926"/>
                  <a:pt x="87759" y="49951"/>
                  <a:pt x="87869" y="49968"/>
                </a:cubicBezTo>
                <a:cubicBezTo>
                  <a:pt x="87933" y="49978"/>
                  <a:pt x="88001" y="49987"/>
                  <a:pt x="88067" y="49987"/>
                </a:cubicBezTo>
                <a:cubicBezTo>
                  <a:pt x="88088" y="49987"/>
                  <a:pt x="88108" y="49986"/>
                  <a:pt x="88128" y="49984"/>
                </a:cubicBezTo>
                <a:cubicBezTo>
                  <a:pt x="88210" y="50020"/>
                  <a:pt x="88292" y="50058"/>
                  <a:pt x="88375" y="50095"/>
                </a:cubicBezTo>
                <a:cubicBezTo>
                  <a:pt x="89423" y="50550"/>
                  <a:pt x="90517" y="50893"/>
                  <a:pt x="91635" y="51133"/>
                </a:cubicBezTo>
                <a:cubicBezTo>
                  <a:pt x="91948" y="51200"/>
                  <a:pt x="92263" y="51249"/>
                  <a:pt x="92580" y="51294"/>
                </a:cubicBezTo>
                <a:cubicBezTo>
                  <a:pt x="92662" y="51307"/>
                  <a:pt x="92745" y="51318"/>
                  <a:pt x="92827" y="51327"/>
                </a:cubicBezTo>
                <a:cubicBezTo>
                  <a:pt x="92300" y="51333"/>
                  <a:pt x="91772" y="51338"/>
                  <a:pt x="91245" y="51346"/>
                </a:cubicBezTo>
                <a:cubicBezTo>
                  <a:pt x="90884" y="51349"/>
                  <a:pt x="90525" y="51354"/>
                  <a:pt x="90166" y="51357"/>
                </a:cubicBezTo>
                <a:cubicBezTo>
                  <a:pt x="89858" y="51139"/>
                  <a:pt x="89548" y="50926"/>
                  <a:pt x="89210" y="50756"/>
                </a:cubicBezTo>
                <a:cubicBezTo>
                  <a:pt x="88859" y="50581"/>
                  <a:pt x="88496" y="50432"/>
                  <a:pt x="88123" y="50314"/>
                </a:cubicBezTo>
                <a:cubicBezTo>
                  <a:pt x="87378" y="50075"/>
                  <a:pt x="86601" y="49949"/>
                  <a:pt x="85819" y="49949"/>
                </a:cubicBezTo>
                <a:cubicBezTo>
                  <a:pt x="85815" y="49949"/>
                  <a:pt x="85812" y="49949"/>
                  <a:pt x="85809" y="49949"/>
                </a:cubicBezTo>
                <a:cubicBezTo>
                  <a:pt x="85365" y="49951"/>
                  <a:pt x="84931" y="50001"/>
                  <a:pt x="84494" y="50063"/>
                </a:cubicBezTo>
                <a:cubicBezTo>
                  <a:pt x="84438" y="50072"/>
                  <a:pt x="84415" y="50154"/>
                  <a:pt x="84466" y="50187"/>
                </a:cubicBezTo>
                <a:cubicBezTo>
                  <a:pt x="85188" y="50646"/>
                  <a:pt x="85980" y="50989"/>
                  <a:pt x="86804" y="51215"/>
                </a:cubicBezTo>
                <a:lnTo>
                  <a:pt x="86557" y="51190"/>
                </a:lnTo>
                <a:cubicBezTo>
                  <a:pt x="86168" y="51148"/>
                  <a:pt x="85781" y="51097"/>
                  <a:pt x="85397" y="51029"/>
                </a:cubicBezTo>
                <a:cubicBezTo>
                  <a:pt x="85194" y="50992"/>
                  <a:pt x="84992" y="50952"/>
                  <a:pt x="84791" y="50908"/>
                </a:cubicBezTo>
                <a:cubicBezTo>
                  <a:pt x="84754" y="50891"/>
                  <a:pt x="84717" y="50876"/>
                  <a:pt x="84681" y="50859"/>
                </a:cubicBezTo>
                <a:cubicBezTo>
                  <a:pt x="84591" y="50820"/>
                  <a:pt x="84502" y="50778"/>
                  <a:pt x="84412" y="50734"/>
                </a:cubicBezTo>
                <a:cubicBezTo>
                  <a:pt x="84227" y="50645"/>
                  <a:pt x="84044" y="50550"/>
                  <a:pt x="83867" y="50448"/>
                </a:cubicBezTo>
                <a:cubicBezTo>
                  <a:pt x="83520" y="50249"/>
                  <a:pt x="83196" y="50017"/>
                  <a:pt x="82857" y="49805"/>
                </a:cubicBezTo>
                <a:cubicBezTo>
                  <a:pt x="82851" y="49801"/>
                  <a:pt x="82844" y="49800"/>
                  <a:pt x="82838" y="49800"/>
                </a:cubicBezTo>
                <a:cubicBezTo>
                  <a:pt x="82812" y="49800"/>
                  <a:pt x="82794" y="49835"/>
                  <a:pt x="82818" y="49858"/>
                </a:cubicBezTo>
                <a:cubicBezTo>
                  <a:pt x="83116" y="50127"/>
                  <a:pt x="83470" y="50341"/>
                  <a:pt x="83818" y="50535"/>
                </a:cubicBezTo>
                <a:cubicBezTo>
                  <a:pt x="83986" y="50629"/>
                  <a:pt x="84156" y="50717"/>
                  <a:pt x="84328" y="50799"/>
                </a:cubicBezTo>
                <a:cubicBezTo>
                  <a:pt x="83915" y="50695"/>
                  <a:pt x="83505" y="50574"/>
                  <a:pt x="83102" y="50437"/>
                </a:cubicBezTo>
                <a:cubicBezTo>
                  <a:pt x="82893" y="50365"/>
                  <a:pt x="82684" y="50293"/>
                  <a:pt x="82477" y="50217"/>
                </a:cubicBezTo>
                <a:cubicBezTo>
                  <a:pt x="82269" y="50141"/>
                  <a:pt x="82058" y="50075"/>
                  <a:pt x="81851" y="50001"/>
                </a:cubicBezTo>
                <a:cubicBezTo>
                  <a:pt x="81848" y="49998"/>
                  <a:pt x="81845" y="49998"/>
                  <a:pt x="81842" y="49998"/>
                </a:cubicBezTo>
                <a:cubicBezTo>
                  <a:pt x="81862" y="49970"/>
                  <a:pt x="81870" y="49935"/>
                  <a:pt x="81864" y="49900"/>
                </a:cubicBezTo>
                <a:cubicBezTo>
                  <a:pt x="81861" y="49875"/>
                  <a:pt x="81850" y="49854"/>
                  <a:pt x="81836" y="49834"/>
                </a:cubicBezTo>
                <a:cubicBezTo>
                  <a:pt x="81815" y="49806"/>
                  <a:pt x="81785" y="49795"/>
                  <a:pt x="81753" y="49789"/>
                </a:cubicBezTo>
                <a:lnTo>
                  <a:pt x="81732" y="49768"/>
                </a:lnTo>
                <a:cubicBezTo>
                  <a:pt x="81731" y="49767"/>
                  <a:pt x="81730" y="49766"/>
                  <a:pt x="81727" y="49765"/>
                </a:cubicBezTo>
                <a:cubicBezTo>
                  <a:pt x="81718" y="49759"/>
                  <a:pt x="81707" y="49751"/>
                  <a:pt x="81696" y="49748"/>
                </a:cubicBezTo>
                <a:cubicBezTo>
                  <a:pt x="81694" y="49746"/>
                  <a:pt x="81693" y="49746"/>
                  <a:pt x="81691" y="49746"/>
                </a:cubicBezTo>
                <a:cubicBezTo>
                  <a:pt x="81680" y="49743"/>
                  <a:pt x="81665" y="49739"/>
                  <a:pt x="81654" y="49738"/>
                </a:cubicBezTo>
                <a:cubicBezTo>
                  <a:pt x="81648" y="49737"/>
                  <a:pt x="81642" y="49737"/>
                  <a:pt x="81636" y="49737"/>
                </a:cubicBezTo>
                <a:cubicBezTo>
                  <a:pt x="81578" y="49737"/>
                  <a:pt x="81526" y="49775"/>
                  <a:pt x="81502" y="49828"/>
                </a:cubicBezTo>
                <a:cubicBezTo>
                  <a:pt x="81491" y="49854"/>
                  <a:pt x="81490" y="49881"/>
                  <a:pt x="81493" y="49907"/>
                </a:cubicBezTo>
                <a:cubicBezTo>
                  <a:pt x="81494" y="49924"/>
                  <a:pt x="81499" y="49940"/>
                  <a:pt x="81507" y="49955"/>
                </a:cubicBezTo>
                <a:cubicBezTo>
                  <a:pt x="81524" y="49986"/>
                  <a:pt x="81548" y="50013"/>
                  <a:pt x="81582" y="50026"/>
                </a:cubicBezTo>
                <a:cubicBezTo>
                  <a:pt x="81583" y="50028"/>
                  <a:pt x="81586" y="50028"/>
                  <a:pt x="81587" y="50028"/>
                </a:cubicBezTo>
                <a:cubicBezTo>
                  <a:pt x="81598" y="50030"/>
                  <a:pt x="81609" y="50035"/>
                  <a:pt x="81620" y="50036"/>
                </a:cubicBezTo>
                <a:cubicBezTo>
                  <a:pt x="81622" y="50036"/>
                  <a:pt x="81625" y="50036"/>
                  <a:pt x="81627" y="50036"/>
                </a:cubicBezTo>
                <a:cubicBezTo>
                  <a:pt x="81631" y="50036"/>
                  <a:pt x="81636" y="50036"/>
                  <a:pt x="81642" y="50036"/>
                </a:cubicBezTo>
                <a:cubicBezTo>
                  <a:pt x="81647" y="50037"/>
                  <a:pt x="81649" y="50037"/>
                  <a:pt x="81653" y="50039"/>
                </a:cubicBezTo>
                <a:lnTo>
                  <a:pt x="81654" y="50039"/>
                </a:lnTo>
                <a:cubicBezTo>
                  <a:pt x="81659" y="50042"/>
                  <a:pt x="81661" y="50047"/>
                  <a:pt x="81666" y="50051"/>
                </a:cubicBezTo>
                <a:cubicBezTo>
                  <a:pt x="81674" y="50056"/>
                  <a:pt x="81682" y="50059"/>
                  <a:pt x="81691" y="50062"/>
                </a:cubicBezTo>
                <a:cubicBezTo>
                  <a:pt x="81704" y="50067"/>
                  <a:pt x="81716" y="50067"/>
                  <a:pt x="81731" y="50067"/>
                </a:cubicBezTo>
                <a:cubicBezTo>
                  <a:pt x="81763" y="50064"/>
                  <a:pt x="81792" y="50051"/>
                  <a:pt x="81815" y="50030"/>
                </a:cubicBezTo>
                <a:cubicBezTo>
                  <a:pt x="81817" y="50039"/>
                  <a:pt x="81820" y="50048"/>
                  <a:pt x="81830" y="50052"/>
                </a:cubicBezTo>
                <a:cubicBezTo>
                  <a:pt x="82011" y="50147"/>
                  <a:pt x="82191" y="50244"/>
                  <a:pt x="82379" y="50325"/>
                </a:cubicBezTo>
                <a:cubicBezTo>
                  <a:pt x="82559" y="50399"/>
                  <a:pt x="82740" y="50473"/>
                  <a:pt x="82924" y="50539"/>
                </a:cubicBezTo>
                <a:cubicBezTo>
                  <a:pt x="83300" y="50671"/>
                  <a:pt x="83682" y="50788"/>
                  <a:pt x="84068" y="50891"/>
                </a:cubicBezTo>
                <a:cubicBezTo>
                  <a:pt x="84828" y="51094"/>
                  <a:pt x="85606" y="51242"/>
                  <a:pt x="86387" y="51327"/>
                </a:cubicBezTo>
                <a:cubicBezTo>
                  <a:pt x="86607" y="51353"/>
                  <a:pt x="86827" y="51368"/>
                  <a:pt x="87047" y="51381"/>
                </a:cubicBezTo>
                <a:cubicBezTo>
                  <a:pt x="87089" y="51384"/>
                  <a:pt x="87129" y="51385"/>
                  <a:pt x="87170" y="51387"/>
                </a:cubicBezTo>
                <a:lnTo>
                  <a:pt x="86218" y="51395"/>
                </a:lnTo>
                <a:cubicBezTo>
                  <a:pt x="82884" y="51418"/>
                  <a:pt x="79551" y="51443"/>
                  <a:pt x="76217" y="51467"/>
                </a:cubicBezTo>
                <a:cubicBezTo>
                  <a:pt x="74772" y="51478"/>
                  <a:pt x="73326" y="51483"/>
                  <a:pt x="71879" y="51501"/>
                </a:cubicBezTo>
                <a:cubicBezTo>
                  <a:pt x="66890" y="51458"/>
                  <a:pt x="61904" y="51429"/>
                  <a:pt x="56916" y="51404"/>
                </a:cubicBezTo>
                <a:cubicBezTo>
                  <a:pt x="50058" y="51370"/>
                  <a:pt x="43200" y="51354"/>
                  <a:pt x="36343" y="51354"/>
                </a:cubicBezTo>
                <a:cubicBezTo>
                  <a:pt x="30576" y="51354"/>
                  <a:pt x="24809" y="51365"/>
                  <a:pt x="19042" y="51387"/>
                </a:cubicBezTo>
                <a:cubicBezTo>
                  <a:pt x="12694" y="51410"/>
                  <a:pt x="6348" y="51447"/>
                  <a:pt x="1" y="51495"/>
                </a:cubicBezTo>
                <a:cubicBezTo>
                  <a:pt x="6" y="51635"/>
                  <a:pt x="19" y="51774"/>
                  <a:pt x="39" y="51911"/>
                </a:cubicBezTo>
                <a:cubicBezTo>
                  <a:pt x="11927" y="51821"/>
                  <a:pt x="23813" y="51776"/>
                  <a:pt x="35701" y="51776"/>
                </a:cubicBezTo>
                <a:cubicBezTo>
                  <a:pt x="48324" y="51778"/>
                  <a:pt x="60947" y="51824"/>
                  <a:pt x="73570" y="51918"/>
                </a:cubicBezTo>
                <a:cubicBezTo>
                  <a:pt x="74021" y="51921"/>
                  <a:pt x="74472" y="51923"/>
                  <a:pt x="74922" y="51923"/>
                </a:cubicBezTo>
                <a:cubicBezTo>
                  <a:pt x="81579" y="51923"/>
                  <a:pt x="88052" y="51574"/>
                  <a:pt x="90659" y="51571"/>
                </a:cubicBezTo>
                <a:cubicBezTo>
                  <a:pt x="91599" y="51569"/>
                  <a:pt x="92538" y="51568"/>
                  <a:pt x="93479" y="51562"/>
                </a:cubicBezTo>
                <a:cubicBezTo>
                  <a:pt x="93941" y="51560"/>
                  <a:pt x="94402" y="51557"/>
                  <a:pt x="94864" y="51555"/>
                </a:cubicBezTo>
                <a:cubicBezTo>
                  <a:pt x="94932" y="51554"/>
                  <a:pt x="94999" y="51554"/>
                  <a:pt x="95067" y="51554"/>
                </a:cubicBezTo>
                <a:cubicBezTo>
                  <a:pt x="95160" y="51554"/>
                  <a:pt x="95254" y="51554"/>
                  <a:pt x="95347" y="51554"/>
                </a:cubicBezTo>
                <a:cubicBezTo>
                  <a:pt x="95471" y="51554"/>
                  <a:pt x="95596" y="51554"/>
                  <a:pt x="95721" y="51551"/>
                </a:cubicBezTo>
                <a:lnTo>
                  <a:pt x="95721" y="51551"/>
                </a:lnTo>
                <a:cubicBezTo>
                  <a:pt x="95718" y="51657"/>
                  <a:pt x="95715" y="51763"/>
                  <a:pt x="95712" y="51870"/>
                </a:cubicBezTo>
                <a:cubicBezTo>
                  <a:pt x="95709" y="51973"/>
                  <a:pt x="95794" y="52029"/>
                  <a:pt x="95874" y="52029"/>
                </a:cubicBezTo>
                <a:cubicBezTo>
                  <a:pt x="95941" y="52029"/>
                  <a:pt x="96004" y="51988"/>
                  <a:pt x="96006" y="51902"/>
                </a:cubicBezTo>
                <a:cubicBezTo>
                  <a:pt x="96009" y="51782"/>
                  <a:pt x="96012" y="51662"/>
                  <a:pt x="96016" y="51544"/>
                </a:cubicBezTo>
                <a:cubicBezTo>
                  <a:pt x="96104" y="51539"/>
                  <a:pt x="96192" y="51535"/>
                  <a:pt x="96280" y="51528"/>
                </a:cubicBezTo>
                <a:cubicBezTo>
                  <a:pt x="96398" y="51518"/>
                  <a:pt x="96392" y="51326"/>
                  <a:pt x="96272" y="51318"/>
                </a:cubicBezTo>
                <a:cubicBezTo>
                  <a:pt x="96189" y="51313"/>
                  <a:pt x="96105" y="51310"/>
                  <a:pt x="96022" y="51307"/>
                </a:cubicBezTo>
                <a:cubicBezTo>
                  <a:pt x="96031" y="50932"/>
                  <a:pt x="96039" y="50557"/>
                  <a:pt x="96049" y="50183"/>
                </a:cubicBezTo>
                <a:cubicBezTo>
                  <a:pt x="96565" y="49482"/>
                  <a:pt x="96953" y="48692"/>
                  <a:pt x="97202" y="47859"/>
                </a:cubicBezTo>
                <a:cubicBezTo>
                  <a:pt x="97455" y="47011"/>
                  <a:pt x="97566" y="46125"/>
                  <a:pt x="97527" y="45242"/>
                </a:cubicBezTo>
                <a:cubicBezTo>
                  <a:pt x="97505" y="44741"/>
                  <a:pt x="97433" y="44243"/>
                  <a:pt x="97310" y="43758"/>
                </a:cubicBezTo>
                <a:cubicBezTo>
                  <a:pt x="97302" y="43725"/>
                  <a:pt x="97273" y="43704"/>
                  <a:pt x="97244" y="43704"/>
                </a:cubicBezTo>
                <a:cubicBezTo>
                  <a:pt x="97226" y="43704"/>
                  <a:pt x="97208" y="43712"/>
                  <a:pt x="97195" y="43730"/>
                </a:cubicBezTo>
                <a:cubicBezTo>
                  <a:pt x="96721" y="44405"/>
                  <a:pt x="96360" y="45154"/>
                  <a:pt x="96124" y="45943"/>
                </a:cubicBezTo>
                <a:cubicBezTo>
                  <a:pt x="96126" y="45880"/>
                  <a:pt x="96126" y="45818"/>
                  <a:pt x="96127" y="45756"/>
                </a:cubicBezTo>
                <a:cubicBezTo>
                  <a:pt x="96194" y="45539"/>
                  <a:pt x="96234" y="45313"/>
                  <a:pt x="96275" y="45090"/>
                </a:cubicBezTo>
                <a:cubicBezTo>
                  <a:pt x="96324" y="44829"/>
                  <a:pt x="96379" y="44570"/>
                  <a:pt x="96436" y="44310"/>
                </a:cubicBezTo>
                <a:cubicBezTo>
                  <a:pt x="96550" y="43790"/>
                  <a:pt x="96687" y="43275"/>
                  <a:pt x="96845" y="42767"/>
                </a:cubicBezTo>
                <a:cubicBezTo>
                  <a:pt x="96890" y="42622"/>
                  <a:pt x="96937" y="42476"/>
                  <a:pt x="96984" y="42332"/>
                </a:cubicBezTo>
                <a:cubicBezTo>
                  <a:pt x="97006" y="42262"/>
                  <a:pt x="97030" y="42193"/>
                  <a:pt x="97052" y="42121"/>
                </a:cubicBezTo>
                <a:cubicBezTo>
                  <a:pt x="97062" y="42090"/>
                  <a:pt x="97067" y="42061"/>
                  <a:pt x="97073" y="42029"/>
                </a:cubicBezTo>
                <a:cubicBezTo>
                  <a:pt x="97079" y="41989"/>
                  <a:pt x="97070" y="41963"/>
                  <a:pt x="97062" y="41924"/>
                </a:cubicBezTo>
                <a:cubicBezTo>
                  <a:pt x="97061" y="41919"/>
                  <a:pt x="97058" y="41916"/>
                  <a:pt x="97054" y="41916"/>
                </a:cubicBezTo>
                <a:cubicBezTo>
                  <a:pt x="97052" y="41916"/>
                  <a:pt x="97050" y="41917"/>
                  <a:pt x="97049" y="41918"/>
                </a:cubicBezTo>
                <a:cubicBezTo>
                  <a:pt x="97000" y="41954"/>
                  <a:pt x="96975" y="41981"/>
                  <a:pt x="96946" y="42037"/>
                </a:cubicBezTo>
                <a:cubicBezTo>
                  <a:pt x="96915" y="42099"/>
                  <a:pt x="96895" y="42166"/>
                  <a:pt x="96870" y="42231"/>
                </a:cubicBezTo>
                <a:cubicBezTo>
                  <a:pt x="96823" y="42357"/>
                  <a:pt x="96777" y="42485"/>
                  <a:pt x="96737" y="42612"/>
                </a:cubicBezTo>
                <a:cubicBezTo>
                  <a:pt x="96653" y="42869"/>
                  <a:pt x="96574" y="43127"/>
                  <a:pt x="96502" y="43386"/>
                </a:cubicBezTo>
                <a:cubicBezTo>
                  <a:pt x="96357" y="43904"/>
                  <a:pt x="96234" y="44427"/>
                  <a:pt x="96137" y="44957"/>
                </a:cubicBezTo>
                <a:cubicBezTo>
                  <a:pt x="96148" y="43963"/>
                  <a:pt x="96156" y="42970"/>
                  <a:pt x="96160" y="41976"/>
                </a:cubicBezTo>
                <a:cubicBezTo>
                  <a:pt x="96160" y="41883"/>
                  <a:pt x="96160" y="41788"/>
                  <a:pt x="96161" y="41695"/>
                </a:cubicBezTo>
                <a:cubicBezTo>
                  <a:pt x="96162" y="41694"/>
                  <a:pt x="96166" y="41693"/>
                  <a:pt x="96167" y="41690"/>
                </a:cubicBezTo>
                <a:cubicBezTo>
                  <a:pt x="96307" y="41524"/>
                  <a:pt x="96402" y="41328"/>
                  <a:pt x="96499" y="41135"/>
                </a:cubicBezTo>
                <a:cubicBezTo>
                  <a:pt x="96596" y="40942"/>
                  <a:pt x="96688" y="40745"/>
                  <a:pt x="96774" y="40546"/>
                </a:cubicBezTo>
                <a:cubicBezTo>
                  <a:pt x="96946" y="40145"/>
                  <a:pt x="97095" y="39730"/>
                  <a:pt x="97217" y="39311"/>
                </a:cubicBezTo>
                <a:cubicBezTo>
                  <a:pt x="97460" y="38476"/>
                  <a:pt x="97611" y="37609"/>
                  <a:pt x="97642" y="36738"/>
                </a:cubicBezTo>
                <a:cubicBezTo>
                  <a:pt x="97649" y="36499"/>
                  <a:pt x="97649" y="36258"/>
                  <a:pt x="97643" y="36018"/>
                </a:cubicBezTo>
                <a:cubicBezTo>
                  <a:pt x="97625" y="35768"/>
                  <a:pt x="97615" y="35517"/>
                  <a:pt x="97578" y="35271"/>
                </a:cubicBezTo>
                <a:cubicBezTo>
                  <a:pt x="97572" y="35233"/>
                  <a:pt x="97544" y="35215"/>
                  <a:pt x="97515" y="35215"/>
                </a:cubicBezTo>
                <a:cubicBezTo>
                  <a:pt x="97488" y="35215"/>
                  <a:pt x="97460" y="35230"/>
                  <a:pt x="97445" y="35258"/>
                </a:cubicBezTo>
                <a:cubicBezTo>
                  <a:pt x="97348" y="35444"/>
                  <a:pt x="97243" y="35623"/>
                  <a:pt x="97148" y="35810"/>
                </a:cubicBezTo>
                <a:cubicBezTo>
                  <a:pt x="97054" y="35997"/>
                  <a:pt x="96964" y="36188"/>
                  <a:pt x="96882" y="36380"/>
                </a:cubicBezTo>
                <a:cubicBezTo>
                  <a:pt x="96716" y="36764"/>
                  <a:pt x="96572" y="37160"/>
                  <a:pt x="96451" y="37560"/>
                </a:cubicBezTo>
                <a:cubicBezTo>
                  <a:pt x="96325" y="37981"/>
                  <a:pt x="96225" y="38408"/>
                  <a:pt x="96150" y="38840"/>
                </a:cubicBezTo>
                <a:cubicBezTo>
                  <a:pt x="96149" y="38202"/>
                  <a:pt x="96147" y="37564"/>
                  <a:pt x="96143" y="36927"/>
                </a:cubicBezTo>
                <a:cubicBezTo>
                  <a:pt x="96167" y="36775"/>
                  <a:pt x="96188" y="36625"/>
                  <a:pt x="96215" y="36477"/>
                </a:cubicBezTo>
                <a:cubicBezTo>
                  <a:pt x="96302" y="36001"/>
                  <a:pt x="96406" y="35529"/>
                  <a:pt x="96529" y="35063"/>
                </a:cubicBezTo>
                <a:cubicBezTo>
                  <a:pt x="96563" y="34936"/>
                  <a:pt x="96599" y="34810"/>
                  <a:pt x="96633" y="34682"/>
                </a:cubicBezTo>
                <a:cubicBezTo>
                  <a:pt x="96651" y="34615"/>
                  <a:pt x="96676" y="34546"/>
                  <a:pt x="96688" y="34479"/>
                </a:cubicBezTo>
                <a:cubicBezTo>
                  <a:pt x="96694" y="34452"/>
                  <a:pt x="96689" y="34425"/>
                  <a:pt x="96693" y="34397"/>
                </a:cubicBezTo>
                <a:cubicBezTo>
                  <a:pt x="96695" y="34358"/>
                  <a:pt x="96704" y="34320"/>
                  <a:pt x="96709" y="34282"/>
                </a:cubicBezTo>
                <a:cubicBezTo>
                  <a:pt x="96712" y="34264"/>
                  <a:pt x="96699" y="34255"/>
                  <a:pt x="96686" y="34255"/>
                </a:cubicBezTo>
                <a:cubicBezTo>
                  <a:pt x="96676" y="34255"/>
                  <a:pt x="96665" y="34260"/>
                  <a:pt x="96660" y="34270"/>
                </a:cubicBezTo>
                <a:cubicBezTo>
                  <a:pt x="96631" y="34324"/>
                  <a:pt x="96599" y="34371"/>
                  <a:pt x="96569" y="34423"/>
                </a:cubicBezTo>
                <a:cubicBezTo>
                  <a:pt x="96538" y="34474"/>
                  <a:pt x="96523" y="34546"/>
                  <a:pt x="96503" y="34602"/>
                </a:cubicBezTo>
                <a:cubicBezTo>
                  <a:pt x="96463" y="34714"/>
                  <a:pt x="96429" y="34826"/>
                  <a:pt x="96395" y="34940"/>
                </a:cubicBezTo>
                <a:cubicBezTo>
                  <a:pt x="96325" y="35175"/>
                  <a:pt x="96259" y="35411"/>
                  <a:pt x="96200" y="35649"/>
                </a:cubicBezTo>
                <a:cubicBezTo>
                  <a:pt x="96177" y="35739"/>
                  <a:pt x="96156" y="35830"/>
                  <a:pt x="96135" y="35920"/>
                </a:cubicBezTo>
                <a:cubicBezTo>
                  <a:pt x="96124" y="34628"/>
                  <a:pt x="96106" y="33337"/>
                  <a:pt x="96084" y="32047"/>
                </a:cubicBezTo>
                <a:cubicBezTo>
                  <a:pt x="96068" y="31124"/>
                  <a:pt x="96044" y="30201"/>
                  <a:pt x="96016" y="29278"/>
                </a:cubicBezTo>
                <a:cubicBezTo>
                  <a:pt x="95990" y="28405"/>
                  <a:pt x="95981" y="27528"/>
                  <a:pt x="95929" y="26656"/>
                </a:cubicBezTo>
                <a:cubicBezTo>
                  <a:pt x="95978" y="24046"/>
                  <a:pt x="96017" y="21410"/>
                  <a:pt x="96027" y="19626"/>
                </a:cubicBezTo>
                <a:cubicBezTo>
                  <a:pt x="96051" y="14994"/>
                  <a:pt x="96058" y="10363"/>
                  <a:pt x="95996" y="5731"/>
                </a:cubicBezTo>
                <a:cubicBezTo>
                  <a:pt x="95979" y="4428"/>
                  <a:pt x="95958" y="3125"/>
                  <a:pt x="95931" y="1821"/>
                </a:cubicBezTo>
                <a:cubicBezTo>
                  <a:pt x="95919" y="1215"/>
                  <a:pt x="95904" y="608"/>
                  <a:pt x="95890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112;p15"/>
          <p:cNvGrpSpPr/>
          <p:nvPr/>
        </p:nvGrpSpPr>
        <p:grpSpPr>
          <a:xfrm>
            <a:off x="204120" y="388800"/>
            <a:ext cx="8197200" cy="4635360"/>
            <a:chOff x="204120" y="388800"/>
            <a:chExt cx="8197200" cy="4635360"/>
          </a:xfrm>
        </p:grpSpPr>
        <p:sp>
          <p:nvSpPr>
            <p:cNvPr id="22" name="Google Shape;113;p15"/>
            <p:cNvSpPr/>
            <p:nvPr/>
          </p:nvSpPr>
          <p:spPr>
            <a:xfrm>
              <a:off x="255960" y="909720"/>
              <a:ext cx="8145360" cy="4114440"/>
            </a:xfrm>
            <a:custGeom>
              <a:avLst/>
              <a:gdLst>
                <a:gd name="textAreaLeft" fmla="*/ 0 w 8145360"/>
                <a:gd name="textAreaRight" fmla="*/ 8145720 w 8145360"/>
                <a:gd name="textAreaTop" fmla="*/ 0 h 4114440"/>
                <a:gd name="textAreaBottom" fmla="*/ 4114800 h 4114440"/>
              </a:gdLst>
              <a:ahLst/>
              <a:cxnLst/>
              <a:rect l="textAreaLeft" t="textAreaTop" r="textAreaRight" b="textAreaBottom"/>
              <a:pathLst>
                <a:path w="97112" h="48862">
                  <a:moveTo>
                    <a:pt x="386" y="3780"/>
                  </a:moveTo>
                  <a:cubicBezTo>
                    <a:pt x="716" y="4528"/>
                    <a:pt x="988" y="5304"/>
                    <a:pt x="1199" y="6093"/>
                  </a:cubicBezTo>
                  <a:cubicBezTo>
                    <a:pt x="1351" y="6652"/>
                    <a:pt x="1471" y="7218"/>
                    <a:pt x="1562" y="7789"/>
                  </a:cubicBezTo>
                  <a:cubicBezTo>
                    <a:pt x="1534" y="7746"/>
                    <a:pt x="1506" y="7705"/>
                    <a:pt x="1476" y="7665"/>
                  </a:cubicBezTo>
                  <a:cubicBezTo>
                    <a:pt x="1259" y="7342"/>
                    <a:pt x="1084" y="6994"/>
                    <a:pt x="957" y="6626"/>
                  </a:cubicBezTo>
                  <a:cubicBezTo>
                    <a:pt x="883" y="6416"/>
                    <a:pt x="825" y="6199"/>
                    <a:pt x="784" y="5981"/>
                  </a:cubicBezTo>
                  <a:cubicBezTo>
                    <a:pt x="743" y="5764"/>
                    <a:pt x="725" y="5545"/>
                    <a:pt x="692" y="5329"/>
                  </a:cubicBezTo>
                  <a:cubicBezTo>
                    <a:pt x="689" y="5305"/>
                    <a:pt x="668" y="5293"/>
                    <a:pt x="648" y="5293"/>
                  </a:cubicBezTo>
                  <a:cubicBezTo>
                    <a:pt x="627" y="5293"/>
                    <a:pt x="607" y="5305"/>
                    <a:pt x="605" y="5331"/>
                  </a:cubicBezTo>
                  <a:cubicBezTo>
                    <a:pt x="593" y="5556"/>
                    <a:pt x="627" y="5780"/>
                    <a:pt x="669" y="6000"/>
                  </a:cubicBezTo>
                  <a:cubicBezTo>
                    <a:pt x="711" y="6225"/>
                    <a:pt x="771" y="6446"/>
                    <a:pt x="847" y="6663"/>
                  </a:cubicBezTo>
                  <a:cubicBezTo>
                    <a:pt x="914" y="6857"/>
                    <a:pt x="995" y="7047"/>
                    <a:pt x="1089" y="7231"/>
                  </a:cubicBezTo>
                  <a:cubicBezTo>
                    <a:pt x="840" y="6982"/>
                    <a:pt x="583" y="6738"/>
                    <a:pt x="413" y="6427"/>
                  </a:cubicBezTo>
                  <a:cubicBezTo>
                    <a:pt x="120" y="5887"/>
                    <a:pt x="117" y="5254"/>
                    <a:pt x="205" y="4661"/>
                  </a:cubicBezTo>
                  <a:cubicBezTo>
                    <a:pt x="248" y="4365"/>
                    <a:pt x="314" y="4071"/>
                    <a:pt x="386" y="3780"/>
                  </a:cubicBezTo>
                  <a:close/>
                  <a:moveTo>
                    <a:pt x="3313" y="6991"/>
                  </a:moveTo>
                  <a:lnTo>
                    <a:pt x="3313" y="6991"/>
                  </a:lnTo>
                  <a:cubicBezTo>
                    <a:pt x="3383" y="8269"/>
                    <a:pt x="3036" y="9585"/>
                    <a:pt x="2378" y="10678"/>
                  </a:cubicBezTo>
                  <a:cubicBezTo>
                    <a:pt x="2228" y="10928"/>
                    <a:pt x="2060" y="11167"/>
                    <a:pt x="1878" y="11393"/>
                  </a:cubicBezTo>
                  <a:cubicBezTo>
                    <a:pt x="1954" y="10973"/>
                    <a:pt x="2058" y="10561"/>
                    <a:pt x="2191" y="10154"/>
                  </a:cubicBezTo>
                  <a:cubicBezTo>
                    <a:pt x="2350" y="9673"/>
                    <a:pt x="2556" y="9216"/>
                    <a:pt x="2775" y="8761"/>
                  </a:cubicBezTo>
                  <a:cubicBezTo>
                    <a:pt x="2796" y="8718"/>
                    <a:pt x="2754" y="8678"/>
                    <a:pt x="2714" y="8678"/>
                  </a:cubicBezTo>
                  <a:cubicBezTo>
                    <a:pt x="2698" y="8678"/>
                    <a:pt x="2681" y="8685"/>
                    <a:pt x="2671" y="8702"/>
                  </a:cubicBezTo>
                  <a:cubicBezTo>
                    <a:pt x="2418" y="9149"/>
                    <a:pt x="2224" y="9633"/>
                    <a:pt x="2065" y="10118"/>
                  </a:cubicBezTo>
                  <a:cubicBezTo>
                    <a:pt x="1926" y="10540"/>
                    <a:pt x="1819" y="10970"/>
                    <a:pt x="1741" y="11407"/>
                  </a:cubicBezTo>
                  <a:cubicBezTo>
                    <a:pt x="1807" y="10389"/>
                    <a:pt x="1976" y="9371"/>
                    <a:pt x="2385" y="8431"/>
                  </a:cubicBezTo>
                  <a:cubicBezTo>
                    <a:pt x="2615" y="7905"/>
                    <a:pt x="2923" y="7412"/>
                    <a:pt x="3313" y="6991"/>
                  </a:cubicBezTo>
                  <a:close/>
                  <a:moveTo>
                    <a:pt x="2857" y="1"/>
                  </a:moveTo>
                  <a:cubicBezTo>
                    <a:pt x="2843" y="1"/>
                    <a:pt x="2829" y="7"/>
                    <a:pt x="2818" y="21"/>
                  </a:cubicBezTo>
                  <a:cubicBezTo>
                    <a:pt x="2291" y="736"/>
                    <a:pt x="1913" y="1558"/>
                    <a:pt x="1710" y="2422"/>
                  </a:cubicBezTo>
                  <a:cubicBezTo>
                    <a:pt x="1598" y="2903"/>
                    <a:pt x="1544" y="3394"/>
                    <a:pt x="1511" y="3886"/>
                  </a:cubicBezTo>
                  <a:cubicBezTo>
                    <a:pt x="1478" y="4388"/>
                    <a:pt x="1462" y="4892"/>
                    <a:pt x="1450" y="5395"/>
                  </a:cubicBezTo>
                  <a:cubicBezTo>
                    <a:pt x="1443" y="5680"/>
                    <a:pt x="1438" y="5966"/>
                    <a:pt x="1436" y="6249"/>
                  </a:cubicBezTo>
                  <a:cubicBezTo>
                    <a:pt x="1436" y="6369"/>
                    <a:pt x="1432" y="6491"/>
                    <a:pt x="1432" y="6614"/>
                  </a:cubicBezTo>
                  <a:cubicBezTo>
                    <a:pt x="1304" y="6060"/>
                    <a:pt x="1149" y="5512"/>
                    <a:pt x="967" y="4975"/>
                  </a:cubicBezTo>
                  <a:cubicBezTo>
                    <a:pt x="806" y="4503"/>
                    <a:pt x="622" y="4040"/>
                    <a:pt x="422" y="3583"/>
                  </a:cubicBezTo>
                  <a:cubicBezTo>
                    <a:pt x="412" y="3561"/>
                    <a:pt x="387" y="3549"/>
                    <a:pt x="364" y="3549"/>
                  </a:cubicBezTo>
                  <a:cubicBezTo>
                    <a:pt x="341" y="3549"/>
                    <a:pt x="320" y="3560"/>
                    <a:pt x="313" y="3585"/>
                  </a:cubicBezTo>
                  <a:cubicBezTo>
                    <a:pt x="149" y="4195"/>
                    <a:pt x="0" y="4824"/>
                    <a:pt x="29" y="5461"/>
                  </a:cubicBezTo>
                  <a:cubicBezTo>
                    <a:pt x="43" y="5764"/>
                    <a:pt x="103" y="6067"/>
                    <a:pt x="228" y="6346"/>
                  </a:cubicBezTo>
                  <a:cubicBezTo>
                    <a:pt x="357" y="6632"/>
                    <a:pt x="556" y="6873"/>
                    <a:pt x="774" y="7097"/>
                  </a:cubicBezTo>
                  <a:cubicBezTo>
                    <a:pt x="1018" y="7346"/>
                    <a:pt x="1282" y="7583"/>
                    <a:pt x="1473" y="7880"/>
                  </a:cubicBezTo>
                  <a:cubicBezTo>
                    <a:pt x="1485" y="7897"/>
                    <a:pt x="1501" y="7904"/>
                    <a:pt x="1516" y="7904"/>
                  </a:cubicBezTo>
                  <a:cubicBezTo>
                    <a:pt x="1539" y="7904"/>
                    <a:pt x="1560" y="7889"/>
                    <a:pt x="1571" y="7867"/>
                  </a:cubicBezTo>
                  <a:cubicBezTo>
                    <a:pt x="1611" y="8131"/>
                    <a:pt x="1648" y="8398"/>
                    <a:pt x="1677" y="8664"/>
                  </a:cubicBezTo>
                  <a:cubicBezTo>
                    <a:pt x="1731" y="9146"/>
                    <a:pt x="1762" y="9629"/>
                    <a:pt x="1776" y="10114"/>
                  </a:cubicBezTo>
                  <a:cubicBezTo>
                    <a:pt x="1718" y="10450"/>
                    <a:pt x="1677" y="10789"/>
                    <a:pt x="1650" y="11129"/>
                  </a:cubicBezTo>
                  <a:cubicBezTo>
                    <a:pt x="1592" y="10866"/>
                    <a:pt x="1507" y="10606"/>
                    <a:pt x="1416" y="10356"/>
                  </a:cubicBezTo>
                  <a:cubicBezTo>
                    <a:pt x="1328" y="10119"/>
                    <a:pt x="1227" y="9887"/>
                    <a:pt x="1115" y="9661"/>
                  </a:cubicBezTo>
                  <a:cubicBezTo>
                    <a:pt x="1038" y="9505"/>
                    <a:pt x="957" y="9349"/>
                    <a:pt x="863" y="9201"/>
                  </a:cubicBezTo>
                  <a:cubicBezTo>
                    <a:pt x="896" y="9184"/>
                    <a:pt x="927" y="9145"/>
                    <a:pt x="946" y="9124"/>
                  </a:cubicBezTo>
                  <a:cubicBezTo>
                    <a:pt x="988" y="9079"/>
                    <a:pt x="1018" y="9011"/>
                    <a:pt x="1046" y="8955"/>
                  </a:cubicBezTo>
                  <a:cubicBezTo>
                    <a:pt x="1072" y="8899"/>
                    <a:pt x="1097" y="8841"/>
                    <a:pt x="1117" y="8783"/>
                  </a:cubicBezTo>
                  <a:cubicBezTo>
                    <a:pt x="1141" y="8714"/>
                    <a:pt x="1154" y="8643"/>
                    <a:pt x="1167" y="8574"/>
                  </a:cubicBezTo>
                  <a:cubicBezTo>
                    <a:pt x="1180" y="8503"/>
                    <a:pt x="1172" y="8432"/>
                    <a:pt x="1164" y="8362"/>
                  </a:cubicBezTo>
                  <a:cubicBezTo>
                    <a:pt x="1162" y="8342"/>
                    <a:pt x="1144" y="8331"/>
                    <a:pt x="1127" y="8331"/>
                  </a:cubicBezTo>
                  <a:cubicBezTo>
                    <a:pt x="1112" y="8331"/>
                    <a:pt x="1097" y="8338"/>
                    <a:pt x="1092" y="8354"/>
                  </a:cubicBezTo>
                  <a:cubicBezTo>
                    <a:pt x="1072" y="8411"/>
                    <a:pt x="1048" y="8467"/>
                    <a:pt x="1031" y="8526"/>
                  </a:cubicBezTo>
                  <a:cubicBezTo>
                    <a:pt x="1015" y="8586"/>
                    <a:pt x="994" y="8643"/>
                    <a:pt x="973" y="8702"/>
                  </a:cubicBezTo>
                  <a:cubicBezTo>
                    <a:pt x="962" y="8731"/>
                    <a:pt x="952" y="8758"/>
                    <a:pt x="941" y="8786"/>
                  </a:cubicBezTo>
                  <a:cubicBezTo>
                    <a:pt x="939" y="8750"/>
                    <a:pt x="935" y="8712"/>
                    <a:pt x="928" y="8675"/>
                  </a:cubicBezTo>
                  <a:cubicBezTo>
                    <a:pt x="913" y="8591"/>
                    <a:pt x="891" y="8505"/>
                    <a:pt x="859" y="8427"/>
                  </a:cubicBezTo>
                  <a:cubicBezTo>
                    <a:pt x="845" y="8388"/>
                    <a:pt x="824" y="8350"/>
                    <a:pt x="802" y="8314"/>
                  </a:cubicBezTo>
                  <a:cubicBezTo>
                    <a:pt x="780" y="8278"/>
                    <a:pt x="751" y="8258"/>
                    <a:pt x="726" y="8226"/>
                  </a:cubicBezTo>
                  <a:cubicBezTo>
                    <a:pt x="722" y="8220"/>
                    <a:pt x="716" y="8218"/>
                    <a:pt x="711" y="8218"/>
                  </a:cubicBezTo>
                  <a:cubicBezTo>
                    <a:pt x="698" y="8218"/>
                    <a:pt x="686" y="8232"/>
                    <a:pt x="691" y="8248"/>
                  </a:cubicBezTo>
                  <a:cubicBezTo>
                    <a:pt x="699" y="8273"/>
                    <a:pt x="694" y="8281"/>
                    <a:pt x="697" y="8305"/>
                  </a:cubicBezTo>
                  <a:cubicBezTo>
                    <a:pt x="697" y="8324"/>
                    <a:pt x="705" y="8345"/>
                    <a:pt x="711" y="8365"/>
                  </a:cubicBezTo>
                  <a:cubicBezTo>
                    <a:pt x="721" y="8400"/>
                    <a:pt x="729" y="8437"/>
                    <a:pt x="738" y="8472"/>
                  </a:cubicBezTo>
                  <a:cubicBezTo>
                    <a:pt x="758" y="8548"/>
                    <a:pt x="774" y="8623"/>
                    <a:pt x="782" y="8700"/>
                  </a:cubicBezTo>
                  <a:cubicBezTo>
                    <a:pt x="791" y="8775"/>
                    <a:pt x="796" y="8852"/>
                    <a:pt x="795" y="8928"/>
                  </a:cubicBezTo>
                  <a:cubicBezTo>
                    <a:pt x="795" y="8966"/>
                    <a:pt x="788" y="9005"/>
                    <a:pt x="791" y="9044"/>
                  </a:cubicBezTo>
                  <a:cubicBezTo>
                    <a:pt x="792" y="9063"/>
                    <a:pt x="795" y="9079"/>
                    <a:pt x="799" y="9096"/>
                  </a:cubicBezTo>
                  <a:cubicBezTo>
                    <a:pt x="799" y="9097"/>
                    <a:pt x="798" y="9098"/>
                    <a:pt x="798" y="9099"/>
                  </a:cubicBezTo>
                  <a:cubicBezTo>
                    <a:pt x="776" y="9068"/>
                    <a:pt x="754" y="9037"/>
                    <a:pt x="731" y="9008"/>
                  </a:cubicBezTo>
                  <a:cubicBezTo>
                    <a:pt x="727" y="9004"/>
                    <a:pt x="725" y="9002"/>
                    <a:pt x="722" y="9000"/>
                  </a:cubicBezTo>
                  <a:cubicBezTo>
                    <a:pt x="718" y="8959"/>
                    <a:pt x="709" y="8918"/>
                    <a:pt x="702" y="8879"/>
                  </a:cubicBezTo>
                  <a:cubicBezTo>
                    <a:pt x="686" y="8800"/>
                    <a:pt x="656" y="8722"/>
                    <a:pt x="625" y="8646"/>
                  </a:cubicBezTo>
                  <a:cubicBezTo>
                    <a:pt x="594" y="8574"/>
                    <a:pt x="563" y="8499"/>
                    <a:pt x="521" y="8433"/>
                  </a:cubicBezTo>
                  <a:cubicBezTo>
                    <a:pt x="500" y="8400"/>
                    <a:pt x="477" y="8367"/>
                    <a:pt x="452" y="8339"/>
                  </a:cubicBezTo>
                  <a:cubicBezTo>
                    <a:pt x="441" y="8325"/>
                    <a:pt x="429" y="8308"/>
                    <a:pt x="414" y="8297"/>
                  </a:cubicBezTo>
                  <a:cubicBezTo>
                    <a:pt x="401" y="8286"/>
                    <a:pt x="385" y="8284"/>
                    <a:pt x="369" y="8275"/>
                  </a:cubicBezTo>
                  <a:cubicBezTo>
                    <a:pt x="368" y="8275"/>
                    <a:pt x="368" y="8275"/>
                    <a:pt x="367" y="8275"/>
                  </a:cubicBezTo>
                  <a:cubicBezTo>
                    <a:pt x="362" y="8275"/>
                    <a:pt x="358" y="8279"/>
                    <a:pt x="359" y="8284"/>
                  </a:cubicBezTo>
                  <a:cubicBezTo>
                    <a:pt x="362" y="8299"/>
                    <a:pt x="358" y="8316"/>
                    <a:pt x="363" y="8330"/>
                  </a:cubicBezTo>
                  <a:cubicBezTo>
                    <a:pt x="368" y="8347"/>
                    <a:pt x="378" y="8365"/>
                    <a:pt x="385" y="8382"/>
                  </a:cubicBezTo>
                  <a:cubicBezTo>
                    <a:pt x="400" y="8416"/>
                    <a:pt x="416" y="8449"/>
                    <a:pt x="431" y="8483"/>
                  </a:cubicBezTo>
                  <a:cubicBezTo>
                    <a:pt x="463" y="8553"/>
                    <a:pt x="497" y="8621"/>
                    <a:pt x="524" y="8692"/>
                  </a:cubicBezTo>
                  <a:cubicBezTo>
                    <a:pt x="550" y="8761"/>
                    <a:pt x="570" y="8829"/>
                    <a:pt x="590" y="8898"/>
                  </a:cubicBezTo>
                  <a:cubicBezTo>
                    <a:pt x="549" y="8851"/>
                    <a:pt x="508" y="8805"/>
                    <a:pt x="466" y="8758"/>
                  </a:cubicBezTo>
                  <a:cubicBezTo>
                    <a:pt x="373" y="8656"/>
                    <a:pt x="270" y="8559"/>
                    <a:pt x="164" y="8471"/>
                  </a:cubicBezTo>
                  <a:cubicBezTo>
                    <a:pt x="158" y="8466"/>
                    <a:pt x="153" y="8464"/>
                    <a:pt x="148" y="8464"/>
                  </a:cubicBezTo>
                  <a:cubicBezTo>
                    <a:pt x="128" y="8464"/>
                    <a:pt x="113" y="8491"/>
                    <a:pt x="125" y="8510"/>
                  </a:cubicBezTo>
                  <a:cubicBezTo>
                    <a:pt x="200" y="8626"/>
                    <a:pt x="286" y="8734"/>
                    <a:pt x="378" y="8837"/>
                  </a:cubicBezTo>
                  <a:cubicBezTo>
                    <a:pt x="423" y="8888"/>
                    <a:pt x="469" y="8937"/>
                    <a:pt x="515" y="8988"/>
                  </a:cubicBezTo>
                  <a:lnTo>
                    <a:pt x="516" y="8989"/>
                  </a:lnTo>
                  <a:cubicBezTo>
                    <a:pt x="478" y="8971"/>
                    <a:pt x="438" y="8955"/>
                    <a:pt x="400" y="8936"/>
                  </a:cubicBezTo>
                  <a:cubicBezTo>
                    <a:pt x="299" y="8887"/>
                    <a:pt x="208" y="8822"/>
                    <a:pt x="112" y="8764"/>
                  </a:cubicBezTo>
                  <a:cubicBezTo>
                    <a:pt x="107" y="8760"/>
                    <a:pt x="101" y="8759"/>
                    <a:pt x="95" y="8759"/>
                  </a:cubicBezTo>
                  <a:cubicBezTo>
                    <a:pt x="72" y="8759"/>
                    <a:pt x="51" y="8785"/>
                    <a:pt x="71" y="8810"/>
                  </a:cubicBezTo>
                  <a:cubicBezTo>
                    <a:pt x="149" y="8904"/>
                    <a:pt x="247" y="8967"/>
                    <a:pt x="356" y="9024"/>
                  </a:cubicBezTo>
                  <a:cubicBezTo>
                    <a:pt x="408" y="9049"/>
                    <a:pt x="460" y="9071"/>
                    <a:pt x="516" y="9088"/>
                  </a:cubicBezTo>
                  <a:cubicBezTo>
                    <a:pt x="545" y="9097"/>
                    <a:pt x="576" y="9107"/>
                    <a:pt x="605" y="9112"/>
                  </a:cubicBezTo>
                  <a:cubicBezTo>
                    <a:pt x="620" y="9114"/>
                    <a:pt x="633" y="9114"/>
                    <a:pt x="645" y="9115"/>
                  </a:cubicBezTo>
                  <a:cubicBezTo>
                    <a:pt x="648" y="9119"/>
                    <a:pt x="653" y="9119"/>
                    <a:pt x="655" y="9121"/>
                  </a:cubicBezTo>
                  <a:cubicBezTo>
                    <a:pt x="638" y="9126"/>
                    <a:pt x="621" y="9132"/>
                    <a:pt x="604" y="9139"/>
                  </a:cubicBezTo>
                  <a:cubicBezTo>
                    <a:pt x="550" y="9158"/>
                    <a:pt x="491" y="9168"/>
                    <a:pt x="435" y="9174"/>
                  </a:cubicBezTo>
                  <a:cubicBezTo>
                    <a:pt x="414" y="9176"/>
                    <a:pt x="394" y="9177"/>
                    <a:pt x="373" y="9177"/>
                  </a:cubicBezTo>
                  <a:cubicBezTo>
                    <a:pt x="281" y="9177"/>
                    <a:pt x="190" y="9155"/>
                    <a:pt x="107" y="9113"/>
                  </a:cubicBezTo>
                  <a:cubicBezTo>
                    <a:pt x="100" y="9110"/>
                    <a:pt x="94" y="9108"/>
                    <a:pt x="88" y="9108"/>
                  </a:cubicBezTo>
                  <a:cubicBezTo>
                    <a:pt x="47" y="9108"/>
                    <a:pt x="17" y="9176"/>
                    <a:pt x="60" y="9200"/>
                  </a:cubicBezTo>
                  <a:cubicBezTo>
                    <a:pt x="159" y="9256"/>
                    <a:pt x="269" y="9285"/>
                    <a:pt x="382" y="9285"/>
                  </a:cubicBezTo>
                  <a:cubicBezTo>
                    <a:pt x="402" y="9285"/>
                    <a:pt x="422" y="9284"/>
                    <a:pt x="442" y="9282"/>
                  </a:cubicBezTo>
                  <a:cubicBezTo>
                    <a:pt x="508" y="9277"/>
                    <a:pt x="568" y="9257"/>
                    <a:pt x="627" y="9228"/>
                  </a:cubicBezTo>
                  <a:cubicBezTo>
                    <a:pt x="656" y="9214"/>
                    <a:pt x="683" y="9200"/>
                    <a:pt x="707" y="9176"/>
                  </a:cubicBezTo>
                  <a:cubicBezTo>
                    <a:pt x="715" y="9168"/>
                    <a:pt x="725" y="9161"/>
                    <a:pt x="733" y="9153"/>
                  </a:cubicBezTo>
                  <a:cubicBezTo>
                    <a:pt x="830" y="9334"/>
                    <a:pt x="938" y="9511"/>
                    <a:pt x="1028" y="9696"/>
                  </a:cubicBezTo>
                  <a:cubicBezTo>
                    <a:pt x="1137" y="9916"/>
                    <a:pt x="1232" y="10142"/>
                    <a:pt x="1317" y="10372"/>
                  </a:cubicBezTo>
                  <a:cubicBezTo>
                    <a:pt x="1402" y="10606"/>
                    <a:pt x="1477" y="10843"/>
                    <a:pt x="1538" y="11084"/>
                  </a:cubicBezTo>
                  <a:cubicBezTo>
                    <a:pt x="1570" y="11211"/>
                    <a:pt x="1597" y="11338"/>
                    <a:pt x="1626" y="11464"/>
                  </a:cubicBezTo>
                  <a:cubicBezTo>
                    <a:pt x="1594" y="12029"/>
                    <a:pt x="1361" y="22502"/>
                    <a:pt x="1336" y="27150"/>
                  </a:cubicBezTo>
                  <a:cubicBezTo>
                    <a:pt x="1311" y="31762"/>
                    <a:pt x="1304" y="36371"/>
                    <a:pt x="1366" y="40982"/>
                  </a:cubicBezTo>
                  <a:cubicBezTo>
                    <a:pt x="1384" y="42279"/>
                    <a:pt x="1405" y="43576"/>
                    <a:pt x="1432" y="44874"/>
                  </a:cubicBezTo>
                  <a:cubicBezTo>
                    <a:pt x="1445" y="45533"/>
                    <a:pt x="1461" y="46190"/>
                    <a:pt x="1476" y="46849"/>
                  </a:cubicBezTo>
                  <a:cubicBezTo>
                    <a:pt x="1290" y="46852"/>
                    <a:pt x="1103" y="46853"/>
                    <a:pt x="916" y="46854"/>
                  </a:cubicBezTo>
                  <a:cubicBezTo>
                    <a:pt x="724" y="46857"/>
                    <a:pt x="689" y="47155"/>
                    <a:pt x="883" y="47155"/>
                  </a:cubicBezTo>
                  <a:cubicBezTo>
                    <a:pt x="884" y="47155"/>
                    <a:pt x="884" y="47155"/>
                    <a:pt x="884" y="47155"/>
                  </a:cubicBezTo>
                  <a:cubicBezTo>
                    <a:pt x="1083" y="47154"/>
                    <a:pt x="1282" y="47153"/>
                    <a:pt x="1480" y="47151"/>
                  </a:cubicBezTo>
                  <a:lnTo>
                    <a:pt x="1480" y="47151"/>
                  </a:lnTo>
                  <a:cubicBezTo>
                    <a:pt x="1484" y="47703"/>
                    <a:pt x="1474" y="48265"/>
                    <a:pt x="1589" y="48801"/>
                  </a:cubicBezTo>
                  <a:cubicBezTo>
                    <a:pt x="1598" y="48841"/>
                    <a:pt x="1631" y="48861"/>
                    <a:pt x="1663" y="48861"/>
                  </a:cubicBezTo>
                  <a:cubicBezTo>
                    <a:pt x="1697" y="48861"/>
                    <a:pt x="1731" y="48840"/>
                    <a:pt x="1738" y="48797"/>
                  </a:cubicBezTo>
                  <a:cubicBezTo>
                    <a:pt x="1760" y="48657"/>
                    <a:pt x="1789" y="48518"/>
                    <a:pt x="1792" y="48378"/>
                  </a:cubicBezTo>
                  <a:cubicBezTo>
                    <a:pt x="1796" y="48237"/>
                    <a:pt x="1786" y="48094"/>
                    <a:pt x="1782" y="47952"/>
                  </a:cubicBezTo>
                  <a:cubicBezTo>
                    <a:pt x="1775" y="47686"/>
                    <a:pt x="1768" y="47418"/>
                    <a:pt x="1763" y="47150"/>
                  </a:cubicBezTo>
                  <a:cubicBezTo>
                    <a:pt x="14183" y="47050"/>
                    <a:pt x="26604" y="46964"/>
                    <a:pt x="39024" y="46931"/>
                  </a:cubicBezTo>
                  <a:cubicBezTo>
                    <a:pt x="43671" y="46919"/>
                    <a:pt x="48318" y="46912"/>
                    <a:pt x="52964" y="46912"/>
                  </a:cubicBezTo>
                  <a:cubicBezTo>
                    <a:pt x="60909" y="46912"/>
                    <a:pt x="68853" y="46931"/>
                    <a:pt x="76798" y="46967"/>
                  </a:cubicBezTo>
                  <a:cubicBezTo>
                    <a:pt x="80333" y="46984"/>
                    <a:pt x="83867" y="47002"/>
                    <a:pt x="87401" y="47027"/>
                  </a:cubicBezTo>
                  <a:cubicBezTo>
                    <a:pt x="89206" y="47039"/>
                    <a:pt x="91012" y="47051"/>
                    <a:pt x="92817" y="47066"/>
                  </a:cubicBezTo>
                  <a:cubicBezTo>
                    <a:pt x="93853" y="47074"/>
                    <a:pt x="94889" y="47098"/>
                    <a:pt x="95926" y="47098"/>
                  </a:cubicBezTo>
                  <a:cubicBezTo>
                    <a:pt x="96283" y="47098"/>
                    <a:pt x="96641" y="47095"/>
                    <a:pt x="96998" y="47088"/>
                  </a:cubicBezTo>
                  <a:cubicBezTo>
                    <a:pt x="97006" y="47069"/>
                    <a:pt x="97013" y="47053"/>
                    <a:pt x="97020" y="47034"/>
                  </a:cubicBezTo>
                  <a:cubicBezTo>
                    <a:pt x="97046" y="46962"/>
                    <a:pt x="97070" y="46889"/>
                    <a:pt x="97091" y="46815"/>
                  </a:cubicBezTo>
                  <a:cubicBezTo>
                    <a:pt x="97098" y="46789"/>
                    <a:pt x="97105" y="46763"/>
                    <a:pt x="97112" y="46736"/>
                  </a:cubicBezTo>
                  <a:cubicBezTo>
                    <a:pt x="95824" y="46686"/>
                    <a:pt x="94533" y="46702"/>
                    <a:pt x="93246" y="46693"/>
                  </a:cubicBezTo>
                  <a:cubicBezTo>
                    <a:pt x="91633" y="46682"/>
                    <a:pt x="90020" y="46672"/>
                    <a:pt x="88409" y="46662"/>
                  </a:cubicBezTo>
                  <a:cubicBezTo>
                    <a:pt x="85258" y="46643"/>
                    <a:pt x="82108" y="46627"/>
                    <a:pt x="78956" y="46613"/>
                  </a:cubicBezTo>
                  <a:cubicBezTo>
                    <a:pt x="72683" y="46585"/>
                    <a:pt x="66409" y="46569"/>
                    <a:pt x="60136" y="46563"/>
                  </a:cubicBezTo>
                  <a:cubicBezTo>
                    <a:pt x="58631" y="46562"/>
                    <a:pt x="57126" y="46561"/>
                    <a:pt x="55620" y="46561"/>
                  </a:cubicBezTo>
                  <a:cubicBezTo>
                    <a:pt x="44535" y="46561"/>
                    <a:pt x="33449" y="46597"/>
                    <a:pt x="22364" y="46665"/>
                  </a:cubicBezTo>
                  <a:cubicBezTo>
                    <a:pt x="15494" y="46708"/>
                    <a:pt x="8626" y="46765"/>
                    <a:pt x="1758" y="46845"/>
                  </a:cubicBezTo>
                  <a:cubicBezTo>
                    <a:pt x="1746" y="46327"/>
                    <a:pt x="1734" y="45810"/>
                    <a:pt x="1723" y="45291"/>
                  </a:cubicBezTo>
                  <a:cubicBezTo>
                    <a:pt x="1698" y="44123"/>
                    <a:pt x="1675" y="42955"/>
                    <a:pt x="1654" y="41786"/>
                  </a:cubicBezTo>
                  <a:cubicBezTo>
                    <a:pt x="1611" y="39479"/>
                    <a:pt x="1582" y="37170"/>
                    <a:pt x="1564" y="34861"/>
                  </a:cubicBezTo>
                  <a:cubicBezTo>
                    <a:pt x="1527" y="30248"/>
                    <a:pt x="1529" y="25635"/>
                    <a:pt x="1595" y="21022"/>
                  </a:cubicBezTo>
                  <a:cubicBezTo>
                    <a:pt x="1632" y="18422"/>
                    <a:pt x="1704" y="12266"/>
                    <a:pt x="1720" y="11821"/>
                  </a:cubicBezTo>
                  <a:cubicBezTo>
                    <a:pt x="1723" y="11823"/>
                    <a:pt x="1727" y="11823"/>
                    <a:pt x="1730" y="11823"/>
                  </a:cubicBezTo>
                  <a:cubicBezTo>
                    <a:pt x="1737" y="11823"/>
                    <a:pt x="1743" y="11820"/>
                    <a:pt x="1743" y="11809"/>
                  </a:cubicBezTo>
                  <a:cubicBezTo>
                    <a:pt x="1742" y="11765"/>
                    <a:pt x="1740" y="11722"/>
                    <a:pt x="1736" y="11678"/>
                  </a:cubicBezTo>
                  <a:lnTo>
                    <a:pt x="1736" y="11678"/>
                  </a:lnTo>
                  <a:cubicBezTo>
                    <a:pt x="1747" y="11684"/>
                    <a:pt x="1759" y="11687"/>
                    <a:pt x="1771" y="11687"/>
                  </a:cubicBezTo>
                  <a:cubicBezTo>
                    <a:pt x="1791" y="11687"/>
                    <a:pt x="1811" y="11679"/>
                    <a:pt x="1825" y="11663"/>
                  </a:cubicBezTo>
                  <a:cubicBezTo>
                    <a:pt x="2728" y="10645"/>
                    <a:pt x="3296" y="9333"/>
                    <a:pt x="3423" y="7978"/>
                  </a:cubicBezTo>
                  <a:cubicBezTo>
                    <a:pt x="3460" y="7598"/>
                    <a:pt x="3454" y="7219"/>
                    <a:pt x="3425" y="6839"/>
                  </a:cubicBezTo>
                  <a:cubicBezTo>
                    <a:pt x="3423" y="6809"/>
                    <a:pt x="3392" y="6788"/>
                    <a:pt x="3363" y="6788"/>
                  </a:cubicBezTo>
                  <a:cubicBezTo>
                    <a:pt x="3351" y="6788"/>
                    <a:pt x="3338" y="6792"/>
                    <a:pt x="3329" y="6801"/>
                  </a:cubicBezTo>
                  <a:cubicBezTo>
                    <a:pt x="2548" y="7597"/>
                    <a:pt x="2098" y="8638"/>
                    <a:pt x="1858" y="9714"/>
                  </a:cubicBezTo>
                  <a:cubicBezTo>
                    <a:pt x="1855" y="9732"/>
                    <a:pt x="1852" y="9749"/>
                    <a:pt x="1847" y="9767"/>
                  </a:cubicBezTo>
                  <a:cubicBezTo>
                    <a:pt x="1836" y="9384"/>
                    <a:pt x="1812" y="9003"/>
                    <a:pt x="1773" y="8624"/>
                  </a:cubicBezTo>
                  <a:lnTo>
                    <a:pt x="1773" y="8624"/>
                  </a:lnTo>
                  <a:cubicBezTo>
                    <a:pt x="1776" y="8651"/>
                    <a:pt x="1780" y="8676"/>
                    <a:pt x="1786" y="8702"/>
                  </a:cubicBezTo>
                  <a:cubicBezTo>
                    <a:pt x="1788" y="8714"/>
                    <a:pt x="1797" y="8720"/>
                    <a:pt x="1807" y="8720"/>
                  </a:cubicBezTo>
                  <a:cubicBezTo>
                    <a:pt x="1816" y="8720"/>
                    <a:pt x="1826" y="8714"/>
                    <a:pt x="1828" y="8701"/>
                  </a:cubicBezTo>
                  <a:cubicBezTo>
                    <a:pt x="1852" y="8478"/>
                    <a:pt x="1863" y="8253"/>
                    <a:pt x="1897" y="8032"/>
                  </a:cubicBezTo>
                  <a:cubicBezTo>
                    <a:pt x="1930" y="7816"/>
                    <a:pt x="1984" y="7602"/>
                    <a:pt x="2055" y="7394"/>
                  </a:cubicBezTo>
                  <a:cubicBezTo>
                    <a:pt x="2126" y="7187"/>
                    <a:pt x="2217" y="6984"/>
                    <a:pt x="2327" y="6795"/>
                  </a:cubicBezTo>
                  <a:cubicBezTo>
                    <a:pt x="2439" y="6599"/>
                    <a:pt x="2575" y="6419"/>
                    <a:pt x="2687" y="6225"/>
                  </a:cubicBezTo>
                  <a:cubicBezTo>
                    <a:pt x="2694" y="6216"/>
                    <a:pt x="2687" y="6206"/>
                    <a:pt x="2678" y="6206"/>
                  </a:cubicBezTo>
                  <a:cubicBezTo>
                    <a:pt x="2676" y="6206"/>
                    <a:pt x="2673" y="6207"/>
                    <a:pt x="2671" y="6208"/>
                  </a:cubicBezTo>
                  <a:cubicBezTo>
                    <a:pt x="2490" y="6345"/>
                    <a:pt x="2355" y="6538"/>
                    <a:pt x="2239" y="6730"/>
                  </a:cubicBezTo>
                  <a:cubicBezTo>
                    <a:pt x="2122" y="6928"/>
                    <a:pt x="2023" y="7136"/>
                    <a:pt x="1945" y="7352"/>
                  </a:cubicBezTo>
                  <a:cubicBezTo>
                    <a:pt x="1823" y="7695"/>
                    <a:pt x="1732" y="8083"/>
                    <a:pt x="1753" y="8455"/>
                  </a:cubicBezTo>
                  <a:cubicBezTo>
                    <a:pt x="1741" y="8343"/>
                    <a:pt x="1725" y="8230"/>
                    <a:pt x="1710" y="8118"/>
                  </a:cubicBezTo>
                  <a:lnTo>
                    <a:pt x="1710" y="8118"/>
                  </a:lnTo>
                  <a:cubicBezTo>
                    <a:pt x="1715" y="8125"/>
                    <a:pt x="1719" y="8132"/>
                    <a:pt x="1724" y="8140"/>
                  </a:cubicBezTo>
                  <a:cubicBezTo>
                    <a:pt x="1726" y="8142"/>
                    <a:pt x="1727" y="8143"/>
                    <a:pt x="1729" y="8143"/>
                  </a:cubicBezTo>
                  <a:cubicBezTo>
                    <a:pt x="1732" y="8143"/>
                    <a:pt x="1736" y="8139"/>
                    <a:pt x="1736" y="8136"/>
                  </a:cubicBezTo>
                  <a:cubicBezTo>
                    <a:pt x="1752" y="8004"/>
                    <a:pt x="1708" y="7868"/>
                    <a:pt x="1691" y="7737"/>
                  </a:cubicBezTo>
                  <a:cubicBezTo>
                    <a:pt x="1674" y="7592"/>
                    <a:pt x="1666" y="7446"/>
                    <a:pt x="1668" y="7301"/>
                  </a:cubicBezTo>
                  <a:cubicBezTo>
                    <a:pt x="1672" y="7017"/>
                    <a:pt x="1712" y="6732"/>
                    <a:pt x="1775" y="6456"/>
                  </a:cubicBezTo>
                  <a:cubicBezTo>
                    <a:pt x="1902" y="5897"/>
                    <a:pt x="2138" y="5367"/>
                    <a:pt x="2406" y="4862"/>
                  </a:cubicBezTo>
                  <a:cubicBezTo>
                    <a:pt x="2528" y="4631"/>
                    <a:pt x="2659" y="4406"/>
                    <a:pt x="2778" y="4173"/>
                  </a:cubicBezTo>
                  <a:cubicBezTo>
                    <a:pt x="2786" y="4168"/>
                    <a:pt x="2795" y="4163"/>
                    <a:pt x="2805" y="4155"/>
                  </a:cubicBezTo>
                  <a:cubicBezTo>
                    <a:pt x="2808" y="4160"/>
                    <a:pt x="2816" y="4165"/>
                    <a:pt x="2823" y="4166"/>
                  </a:cubicBezTo>
                  <a:cubicBezTo>
                    <a:pt x="2827" y="4166"/>
                    <a:pt x="2830" y="4167"/>
                    <a:pt x="2834" y="4167"/>
                  </a:cubicBezTo>
                  <a:cubicBezTo>
                    <a:pt x="2845" y="4167"/>
                    <a:pt x="2855" y="4164"/>
                    <a:pt x="2869" y="4161"/>
                  </a:cubicBezTo>
                  <a:cubicBezTo>
                    <a:pt x="2883" y="4160"/>
                    <a:pt x="2894" y="4160"/>
                    <a:pt x="2907" y="4157"/>
                  </a:cubicBezTo>
                  <a:cubicBezTo>
                    <a:pt x="2938" y="4150"/>
                    <a:pt x="2966" y="4139"/>
                    <a:pt x="2995" y="4130"/>
                  </a:cubicBezTo>
                  <a:cubicBezTo>
                    <a:pt x="3053" y="4110"/>
                    <a:pt x="3110" y="4089"/>
                    <a:pt x="3167" y="4066"/>
                  </a:cubicBezTo>
                  <a:cubicBezTo>
                    <a:pt x="3223" y="4042"/>
                    <a:pt x="3281" y="4022"/>
                    <a:pt x="3335" y="3994"/>
                  </a:cubicBezTo>
                  <a:cubicBezTo>
                    <a:pt x="3363" y="3980"/>
                    <a:pt x="3390" y="3967"/>
                    <a:pt x="3417" y="3952"/>
                  </a:cubicBezTo>
                  <a:cubicBezTo>
                    <a:pt x="3444" y="3936"/>
                    <a:pt x="3467" y="3915"/>
                    <a:pt x="3495" y="3902"/>
                  </a:cubicBezTo>
                  <a:cubicBezTo>
                    <a:pt x="3509" y="3896"/>
                    <a:pt x="3504" y="3873"/>
                    <a:pt x="3491" y="3873"/>
                  </a:cubicBezTo>
                  <a:cubicBezTo>
                    <a:pt x="3489" y="3873"/>
                    <a:pt x="3488" y="3873"/>
                    <a:pt x="3487" y="3874"/>
                  </a:cubicBezTo>
                  <a:cubicBezTo>
                    <a:pt x="3456" y="3880"/>
                    <a:pt x="3428" y="3880"/>
                    <a:pt x="3398" y="3887"/>
                  </a:cubicBezTo>
                  <a:cubicBezTo>
                    <a:pt x="3367" y="3892"/>
                    <a:pt x="3339" y="3901"/>
                    <a:pt x="3310" y="3909"/>
                  </a:cubicBezTo>
                  <a:cubicBezTo>
                    <a:pt x="3250" y="3925"/>
                    <a:pt x="3189" y="3947"/>
                    <a:pt x="3130" y="3968"/>
                  </a:cubicBezTo>
                  <a:cubicBezTo>
                    <a:pt x="3072" y="3987"/>
                    <a:pt x="3015" y="4011"/>
                    <a:pt x="2957" y="4033"/>
                  </a:cubicBezTo>
                  <a:lnTo>
                    <a:pt x="2924" y="4045"/>
                  </a:lnTo>
                  <a:cubicBezTo>
                    <a:pt x="2968" y="3998"/>
                    <a:pt x="3008" y="3947"/>
                    <a:pt x="3048" y="3898"/>
                  </a:cubicBezTo>
                  <a:cubicBezTo>
                    <a:pt x="3092" y="3842"/>
                    <a:pt x="3130" y="3784"/>
                    <a:pt x="3167" y="3723"/>
                  </a:cubicBezTo>
                  <a:cubicBezTo>
                    <a:pt x="3186" y="3694"/>
                    <a:pt x="3207" y="3662"/>
                    <a:pt x="3222" y="3629"/>
                  </a:cubicBezTo>
                  <a:cubicBezTo>
                    <a:pt x="3237" y="3596"/>
                    <a:pt x="3251" y="3563"/>
                    <a:pt x="3266" y="3530"/>
                  </a:cubicBezTo>
                  <a:cubicBezTo>
                    <a:pt x="3271" y="3521"/>
                    <a:pt x="3262" y="3513"/>
                    <a:pt x="3253" y="3513"/>
                  </a:cubicBezTo>
                  <a:cubicBezTo>
                    <a:pt x="3249" y="3513"/>
                    <a:pt x="3245" y="3514"/>
                    <a:pt x="3242" y="3518"/>
                  </a:cubicBezTo>
                  <a:cubicBezTo>
                    <a:pt x="3200" y="3572"/>
                    <a:pt x="3154" y="3623"/>
                    <a:pt x="3112" y="3677"/>
                  </a:cubicBezTo>
                  <a:cubicBezTo>
                    <a:pt x="3069" y="3732"/>
                    <a:pt x="3022" y="3787"/>
                    <a:pt x="2979" y="3842"/>
                  </a:cubicBezTo>
                  <a:cubicBezTo>
                    <a:pt x="2940" y="3890"/>
                    <a:pt x="2899" y="3937"/>
                    <a:pt x="2858" y="3984"/>
                  </a:cubicBezTo>
                  <a:cubicBezTo>
                    <a:pt x="2854" y="3980"/>
                    <a:pt x="2850" y="3978"/>
                    <a:pt x="2845" y="3978"/>
                  </a:cubicBezTo>
                  <a:cubicBezTo>
                    <a:pt x="2843" y="3978"/>
                    <a:pt x="2840" y="3979"/>
                    <a:pt x="2838" y="3980"/>
                  </a:cubicBezTo>
                  <a:cubicBezTo>
                    <a:pt x="2856" y="3956"/>
                    <a:pt x="2871" y="3929"/>
                    <a:pt x="2885" y="3902"/>
                  </a:cubicBezTo>
                  <a:cubicBezTo>
                    <a:pt x="2913" y="3850"/>
                    <a:pt x="2935" y="3792"/>
                    <a:pt x="2955" y="3738"/>
                  </a:cubicBezTo>
                  <a:cubicBezTo>
                    <a:pt x="2976" y="3682"/>
                    <a:pt x="2994" y="3624"/>
                    <a:pt x="3008" y="3566"/>
                  </a:cubicBezTo>
                  <a:cubicBezTo>
                    <a:pt x="3015" y="3537"/>
                    <a:pt x="3022" y="3508"/>
                    <a:pt x="3025" y="3479"/>
                  </a:cubicBezTo>
                  <a:cubicBezTo>
                    <a:pt x="3025" y="3452"/>
                    <a:pt x="3022" y="3425"/>
                    <a:pt x="3021" y="3397"/>
                  </a:cubicBezTo>
                  <a:cubicBezTo>
                    <a:pt x="3021" y="3388"/>
                    <a:pt x="3015" y="3384"/>
                    <a:pt x="3008" y="3384"/>
                  </a:cubicBezTo>
                  <a:cubicBezTo>
                    <a:pt x="3001" y="3384"/>
                    <a:pt x="2994" y="3387"/>
                    <a:pt x="2992" y="3394"/>
                  </a:cubicBezTo>
                  <a:cubicBezTo>
                    <a:pt x="2979" y="3420"/>
                    <a:pt x="2962" y="3447"/>
                    <a:pt x="2951" y="3474"/>
                  </a:cubicBezTo>
                  <a:cubicBezTo>
                    <a:pt x="2942" y="3497"/>
                    <a:pt x="2937" y="3523"/>
                    <a:pt x="2928" y="3548"/>
                  </a:cubicBezTo>
                  <a:cubicBezTo>
                    <a:pt x="2910" y="3600"/>
                    <a:pt x="2893" y="3654"/>
                    <a:pt x="2872" y="3706"/>
                  </a:cubicBezTo>
                  <a:cubicBezTo>
                    <a:pt x="2851" y="3758"/>
                    <a:pt x="2828" y="3809"/>
                    <a:pt x="2806" y="3859"/>
                  </a:cubicBezTo>
                  <a:cubicBezTo>
                    <a:pt x="2785" y="3908"/>
                    <a:pt x="2758" y="3962"/>
                    <a:pt x="2759" y="4013"/>
                  </a:cubicBezTo>
                  <a:cubicBezTo>
                    <a:pt x="2759" y="4023"/>
                    <a:pt x="2768" y="4035"/>
                    <a:pt x="2778" y="4035"/>
                  </a:cubicBezTo>
                  <a:cubicBezTo>
                    <a:pt x="2781" y="4035"/>
                    <a:pt x="2783" y="4034"/>
                    <a:pt x="2785" y="4033"/>
                  </a:cubicBezTo>
                  <a:cubicBezTo>
                    <a:pt x="2801" y="4024"/>
                    <a:pt x="2813" y="4012"/>
                    <a:pt x="2825" y="4000"/>
                  </a:cubicBezTo>
                  <a:lnTo>
                    <a:pt x="2825" y="4000"/>
                  </a:lnTo>
                  <a:cubicBezTo>
                    <a:pt x="2803" y="4033"/>
                    <a:pt x="2781" y="4064"/>
                    <a:pt x="2759" y="4097"/>
                  </a:cubicBezTo>
                  <a:cubicBezTo>
                    <a:pt x="2748" y="4085"/>
                    <a:pt x="2737" y="4074"/>
                    <a:pt x="2728" y="4061"/>
                  </a:cubicBezTo>
                  <a:cubicBezTo>
                    <a:pt x="2719" y="4050"/>
                    <a:pt x="2713" y="4040"/>
                    <a:pt x="2704" y="4029"/>
                  </a:cubicBezTo>
                  <a:cubicBezTo>
                    <a:pt x="2713" y="4012"/>
                    <a:pt x="2718" y="3994"/>
                    <a:pt x="2724" y="3979"/>
                  </a:cubicBezTo>
                  <a:cubicBezTo>
                    <a:pt x="2740" y="3931"/>
                    <a:pt x="2752" y="3881"/>
                    <a:pt x="2764" y="3831"/>
                  </a:cubicBezTo>
                  <a:cubicBezTo>
                    <a:pt x="2789" y="3733"/>
                    <a:pt x="2805" y="3634"/>
                    <a:pt x="2803" y="3534"/>
                  </a:cubicBezTo>
                  <a:cubicBezTo>
                    <a:pt x="2803" y="3518"/>
                    <a:pt x="2796" y="3503"/>
                    <a:pt x="2781" y="3495"/>
                  </a:cubicBezTo>
                  <a:cubicBezTo>
                    <a:pt x="2780" y="3484"/>
                    <a:pt x="2779" y="3473"/>
                    <a:pt x="2775" y="3462"/>
                  </a:cubicBezTo>
                  <a:cubicBezTo>
                    <a:pt x="2775" y="3456"/>
                    <a:pt x="2769" y="3453"/>
                    <a:pt x="2764" y="3453"/>
                  </a:cubicBezTo>
                  <a:cubicBezTo>
                    <a:pt x="2760" y="3453"/>
                    <a:pt x="2757" y="3454"/>
                    <a:pt x="2756" y="3459"/>
                  </a:cubicBezTo>
                  <a:cubicBezTo>
                    <a:pt x="2752" y="3470"/>
                    <a:pt x="2750" y="3481"/>
                    <a:pt x="2746" y="3492"/>
                  </a:cubicBezTo>
                  <a:cubicBezTo>
                    <a:pt x="2730" y="3497"/>
                    <a:pt x="2723" y="3509"/>
                    <a:pt x="2718" y="3526"/>
                  </a:cubicBezTo>
                  <a:cubicBezTo>
                    <a:pt x="2701" y="3619"/>
                    <a:pt x="2686" y="3714"/>
                    <a:pt x="2663" y="3808"/>
                  </a:cubicBezTo>
                  <a:cubicBezTo>
                    <a:pt x="2653" y="3846"/>
                    <a:pt x="2642" y="3882"/>
                    <a:pt x="2631" y="3920"/>
                  </a:cubicBezTo>
                  <a:cubicBezTo>
                    <a:pt x="2624" y="3904"/>
                    <a:pt x="2614" y="3891"/>
                    <a:pt x="2607" y="3875"/>
                  </a:cubicBezTo>
                  <a:cubicBezTo>
                    <a:pt x="2567" y="3787"/>
                    <a:pt x="2550" y="3684"/>
                    <a:pt x="2559" y="3588"/>
                  </a:cubicBezTo>
                  <a:cubicBezTo>
                    <a:pt x="2561" y="3560"/>
                    <a:pt x="2542" y="3546"/>
                    <a:pt x="2522" y="3546"/>
                  </a:cubicBezTo>
                  <a:cubicBezTo>
                    <a:pt x="2505" y="3546"/>
                    <a:pt x="2486" y="3557"/>
                    <a:pt x="2481" y="3579"/>
                  </a:cubicBezTo>
                  <a:cubicBezTo>
                    <a:pt x="2454" y="3695"/>
                    <a:pt x="2470" y="3809"/>
                    <a:pt x="2516" y="3915"/>
                  </a:cubicBezTo>
                  <a:cubicBezTo>
                    <a:pt x="2538" y="3967"/>
                    <a:pt x="2567" y="4022"/>
                    <a:pt x="2605" y="4060"/>
                  </a:cubicBezTo>
                  <a:lnTo>
                    <a:pt x="2607" y="4061"/>
                  </a:lnTo>
                  <a:cubicBezTo>
                    <a:pt x="2608" y="4067"/>
                    <a:pt x="2610" y="4072"/>
                    <a:pt x="2613" y="4077"/>
                  </a:cubicBezTo>
                  <a:cubicBezTo>
                    <a:pt x="2618" y="4086"/>
                    <a:pt x="2626" y="4092"/>
                    <a:pt x="2635" y="4092"/>
                  </a:cubicBezTo>
                  <a:cubicBezTo>
                    <a:pt x="2637" y="4092"/>
                    <a:pt x="2639" y="4091"/>
                    <a:pt x="2640" y="4091"/>
                  </a:cubicBezTo>
                  <a:cubicBezTo>
                    <a:pt x="2666" y="4114"/>
                    <a:pt x="2695" y="4133"/>
                    <a:pt x="2726" y="4145"/>
                  </a:cubicBezTo>
                  <a:cubicBezTo>
                    <a:pt x="2440" y="4580"/>
                    <a:pt x="2197" y="5052"/>
                    <a:pt x="1993" y="5530"/>
                  </a:cubicBezTo>
                  <a:cubicBezTo>
                    <a:pt x="1765" y="6066"/>
                    <a:pt x="1605" y="6637"/>
                    <a:pt x="1588" y="7220"/>
                  </a:cubicBezTo>
                  <a:cubicBezTo>
                    <a:pt x="1587" y="7262"/>
                    <a:pt x="1587" y="7301"/>
                    <a:pt x="1587" y="7342"/>
                  </a:cubicBezTo>
                  <a:cubicBezTo>
                    <a:pt x="1565" y="7225"/>
                    <a:pt x="1543" y="7110"/>
                    <a:pt x="1518" y="6995"/>
                  </a:cubicBezTo>
                  <a:cubicBezTo>
                    <a:pt x="1539" y="6782"/>
                    <a:pt x="1529" y="6566"/>
                    <a:pt x="1531" y="6352"/>
                  </a:cubicBezTo>
                  <a:cubicBezTo>
                    <a:pt x="1533" y="6104"/>
                    <a:pt x="1538" y="5854"/>
                    <a:pt x="1543" y="5606"/>
                  </a:cubicBezTo>
                  <a:cubicBezTo>
                    <a:pt x="1554" y="5106"/>
                    <a:pt x="1571" y="4605"/>
                    <a:pt x="1599" y="4107"/>
                  </a:cubicBezTo>
                  <a:cubicBezTo>
                    <a:pt x="1627" y="3619"/>
                    <a:pt x="1671" y="3132"/>
                    <a:pt x="1765" y="2653"/>
                  </a:cubicBezTo>
                  <a:cubicBezTo>
                    <a:pt x="1852" y="2217"/>
                    <a:pt x="1985" y="1789"/>
                    <a:pt x="2159" y="1381"/>
                  </a:cubicBezTo>
                  <a:cubicBezTo>
                    <a:pt x="2334" y="971"/>
                    <a:pt x="2550" y="582"/>
                    <a:pt x="2805" y="219"/>
                  </a:cubicBezTo>
                  <a:lnTo>
                    <a:pt x="2805" y="219"/>
                  </a:lnTo>
                  <a:cubicBezTo>
                    <a:pt x="2783" y="769"/>
                    <a:pt x="2770" y="1323"/>
                    <a:pt x="2724" y="1872"/>
                  </a:cubicBezTo>
                  <a:cubicBezTo>
                    <a:pt x="2698" y="2164"/>
                    <a:pt x="2651" y="2453"/>
                    <a:pt x="2548" y="2728"/>
                  </a:cubicBezTo>
                  <a:cubicBezTo>
                    <a:pt x="2451" y="2985"/>
                    <a:pt x="2316" y="3224"/>
                    <a:pt x="2163" y="3451"/>
                  </a:cubicBezTo>
                  <a:cubicBezTo>
                    <a:pt x="2029" y="3646"/>
                    <a:pt x="1884" y="3833"/>
                    <a:pt x="1735" y="4019"/>
                  </a:cubicBezTo>
                  <a:cubicBezTo>
                    <a:pt x="1889" y="3270"/>
                    <a:pt x="2142" y="2551"/>
                    <a:pt x="2459" y="1854"/>
                  </a:cubicBezTo>
                  <a:cubicBezTo>
                    <a:pt x="2475" y="1819"/>
                    <a:pt x="2445" y="1793"/>
                    <a:pt x="2415" y="1793"/>
                  </a:cubicBezTo>
                  <a:cubicBezTo>
                    <a:pt x="2399" y="1793"/>
                    <a:pt x="2382" y="1801"/>
                    <a:pt x="2372" y="1820"/>
                  </a:cubicBezTo>
                  <a:cubicBezTo>
                    <a:pt x="1999" y="2567"/>
                    <a:pt x="1751" y="3381"/>
                    <a:pt x="1598" y="4199"/>
                  </a:cubicBezTo>
                  <a:cubicBezTo>
                    <a:pt x="1592" y="4231"/>
                    <a:pt x="1619" y="4250"/>
                    <a:pt x="1646" y="4250"/>
                  </a:cubicBezTo>
                  <a:cubicBezTo>
                    <a:pt x="1661" y="4250"/>
                    <a:pt x="1676" y="4245"/>
                    <a:pt x="1686" y="4233"/>
                  </a:cubicBezTo>
                  <a:cubicBezTo>
                    <a:pt x="2031" y="3810"/>
                    <a:pt x="2380" y="3380"/>
                    <a:pt x="2596" y="2874"/>
                  </a:cubicBezTo>
                  <a:cubicBezTo>
                    <a:pt x="2830" y="2322"/>
                    <a:pt x="2835" y="1718"/>
                    <a:pt x="2861" y="1129"/>
                  </a:cubicBezTo>
                  <a:cubicBezTo>
                    <a:pt x="2877" y="772"/>
                    <a:pt x="2894" y="414"/>
                    <a:pt x="2910" y="58"/>
                  </a:cubicBezTo>
                  <a:cubicBezTo>
                    <a:pt x="2912" y="25"/>
                    <a:pt x="2885" y="1"/>
                    <a:pt x="285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14;p15"/>
            <p:cNvSpPr/>
            <p:nvPr/>
          </p:nvSpPr>
          <p:spPr>
            <a:xfrm>
              <a:off x="204120" y="689760"/>
              <a:ext cx="143640" cy="41040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1717" h="4878">
                  <a:moveTo>
                    <a:pt x="649" y="829"/>
                  </a:moveTo>
                  <a:lnTo>
                    <a:pt x="649" y="829"/>
                  </a:lnTo>
                  <a:cubicBezTo>
                    <a:pt x="643" y="833"/>
                    <a:pt x="637" y="840"/>
                    <a:pt x="634" y="851"/>
                  </a:cubicBezTo>
                  <a:cubicBezTo>
                    <a:pt x="624" y="853"/>
                    <a:pt x="616" y="854"/>
                    <a:pt x="606" y="855"/>
                  </a:cubicBezTo>
                  <a:cubicBezTo>
                    <a:pt x="605" y="849"/>
                    <a:pt x="604" y="843"/>
                    <a:pt x="602" y="836"/>
                  </a:cubicBezTo>
                  <a:cubicBezTo>
                    <a:pt x="618" y="836"/>
                    <a:pt x="635" y="834"/>
                    <a:pt x="649" y="829"/>
                  </a:cubicBezTo>
                  <a:close/>
                  <a:moveTo>
                    <a:pt x="624" y="963"/>
                  </a:moveTo>
                  <a:cubicBezTo>
                    <a:pt x="626" y="964"/>
                    <a:pt x="627" y="965"/>
                    <a:pt x="627" y="966"/>
                  </a:cubicBezTo>
                  <a:cubicBezTo>
                    <a:pt x="623" y="966"/>
                    <a:pt x="618" y="965"/>
                    <a:pt x="614" y="965"/>
                  </a:cubicBezTo>
                  <a:cubicBezTo>
                    <a:pt x="617" y="965"/>
                    <a:pt x="621" y="964"/>
                    <a:pt x="624" y="963"/>
                  </a:cubicBezTo>
                  <a:close/>
                  <a:moveTo>
                    <a:pt x="566" y="0"/>
                  </a:moveTo>
                  <a:cubicBezTo>
                    <a:pt x="562" y="0"/>
                    <a:pt x="557" y="3"/>
                    <a:pt x="556" y="10"/>
                  </a:cubicBezTo>
                  <a:cubicBezTo>
                    <a:pt x="550" y="47"/>
                    <a:pt x="549" y="85"/>
                    <a:pt x="540" y="122"/>
                  </a:cubicBezTo>
                  <a:cubicBezTo>
                    <a:pt x="534" y="151"/>
                    <a:pt x="531" y="179"/>
                    <a:pt x="530" y="207"/>
                  </a:cubicBezTo>
                  <a:cubicBezTo>
                    <a:pt x="528" y="275"/>
                    <a:pt x="530" y="346"/>
                    <a:pt x="532" y="413"/>
                  </a:cubicBezTo>
                  <a:cubicBezTo>
                    <a:pt x="535" y="481"/>
                    <a:pt x="538" y="547"/>
                    <a:pt x="544" y="614"/>
                  </a:cubicBezTo>
                  <a:cubicBezTo>
                    <a:pt x="545" y="637"/>
                    <a:pt x="546" y="659"/>
                    <a:pt x="550" y="682"/>
                  </a:cubicBezTo>
                  <a:cubicBezTo>
                    <a:pt x="532" y="632"/>
                    <a:pt x="511" y="583"/>
                    <a:pt x="492" y="533"/>
                  </a:cubicBezTo>
                  <a:cubicBezTo>
                    <a:pt x="453" y="421"/>
                    <a:pt x="426" y="303"/>
                    <a:pt x="397" y="186"/>
                  </a:cubicBezTo>
                  <a:cubicBezTo>
                    <a:pt x="392" y="167"/>
                    <a:pt x="374" y="156"/>
                    <a:pt x="356" y="156"/>
                  </a:cubicBezTo>
                  <a:cubicBezTo>
                    <a:pt x="339" y="156"/>
                    <a:pt x="323" y="167"/>
                    <a:pt x="321" y="190"/>
                  </a:cubicBezTo>
                  <a:cubicBezTo>
                    <a:pt x="310" y="323"/>
                    <a:pt x="337" y="446"/>
                    <a:pt x="380" y="572"/>
                  </a:cubicBezTo>
                  <a:cubicBezTo>
                    <a:pt x="398" y="625"/>
                    <a:pt x="420" y="675"/>
                    <a:pt x="446" y="723"/>
                  </a:cubicBezTo>
                  <a:cubicBezTo>
                    <a:pt x="419" y="712"/>
                    <a:pt x="392" y="698"/>
                    <a:pt x="368" y="685"/>
                  </a:cubicBezTo>
                  <a:cubicBezTo>
                    <a:pt x="276" y="634"/>
                    <a:pt x="196" y="560"/>
                    <a:pt x="133" y="476"/>
                  </a:cubicBezTo>
                  <a:cubicBezTo>
                    <a:pt x="127" y="468"/>
                    <a:pt x="119" y="465"/>
                    <a:pt x="111" y="465"/>
                  </a:cubicBezTo>
                  <a:cubicBezTo>
                    <a:pt x="91" y="465"/>
                    <a:pt x="71" y="486"/>
                    <a:pt x="83" y="508"/>
                  </a:cubicBezTo>
                  <a:cubicBezTo>
                    <a:pt x="139" y="610"/>
                    <a:pt x="223" y="695"/>
                    <a:pt x="326" y="753"/>
                  </a:cubicBezTo>
                  <a:cubicBezTo>
                    <a:pt x="379" y="784"/>
                    <a:pt x="431" y="806"/>
                    <a:pt x="489" y="819"/>
                  </a:cubicBezTo>
                  <a:cubicBezTo>
                    <a:pt x="498" y="822"/>
                    <a:pt x="509" y="823"/>
                    <a:pt x="519" y="827"/>
                  </a:cubicBezTo>
                  <a:cubicBezTo>
                    <a:pt x="527" y="838"/>
                    <a:pt x="535" y="849"/>
                    <a:pt x="545" y="860"/>
                  </a:cubicBezTo>
                  <a:cubicBezTo>
                    <a:pt x="515" y="861"/>
                    <a:pt x="485" y="863"/>
                    <a:pt x="456" y="863"/>
                  </a:cubicBezTo>
                  <a:cubicBezTo>
                    <a:pt x="440" y="863"/>
                    <a:pt x="423" y="862"/>
                    <a:pt x="407" y="861"/>
                  </a:cubicBezTo>
                  <a:cubicBezTo>
                    <a:pt x="344" y="856"/>
                    <a:pt x="288" y="841"/>
                    <a:pt x="229" y="824"/>
                  </a:cubicBezTo>
                  <a:cubicBezTo>
                    <a:pt x="200" y="817"/>
                    <a:pt x="171" y="808"/>
                    <a:pt x="143" y="796"/>
                  </a:cubicBezTo>
                  <a:cubicBezTo>
                    <a:pt x="108" y="783"/>
                    <a:pt x="89" y="779"/>
                    <a:pt x="57" y="767"/>
                  </a:cubicBezTo>
                  <a:cubicBezTo>
                    <a:pt x="54" y="766"/>
                    <a:pt x="50" y="765"/>
                    <a:pt x="47" y="765"/>
                  </a:cubicBezTo>
                  <a:cubicBezTo>
                    <a:pt x="22" y="765"/>
                    <a:pt x="1" y="796"/>
                    <a:pt x="20" y="817"/>
                  </a:cubicBezTo>
                  <a:cubicBezTo>
                    <a:pt x="44" y="841"/>
                    <a:pt x="63" y="866"/>
                    <a:pt x="94" y="884"/>
                  </a:cubicBezTo>
                  <a:cubicBezTo>
                    <a:pt x="124" y="903"/>
                    <a:pt x="156" y="921"/>
                    <a:pt x="190" y="936"/>
                  </a:cubicBezTo>
                  <a:cubicBezTo>
                    <a:pt x="255" y="964"/>
                    <a:pt x="331" y="976"/>
                    <a:pt x="399" y="981"/>
                  </a:cubicBezTo>
                  <a:cubicBezTo>
                    <a:pt x="416" y="983"/>
                    <a:pt x="432" y="984"/>
                    <a:pt x="449" y="984"/>
                  </a:cubicBezTo>
                  <a:cubicBezTo>
                    <a:pt x="463" y="984"/>
                    <a:pt x="476" y="984"/>
                    <a:pt x="490" y="983"/>
                  </a:cubicBezTo>
                  <a:lnTo>
                    <a:pt x="490" y="983"/>
                  </a:lnTo>
                  <a:cubicBezTo>
                    <a:pt x="487" y="991"/>
                    <a:pt x="487" y="999"/>
                    <a:pt x="491" y="1008"/>
                  </a:cubicBezTo>
                  <a:cubicBezTo>
                    <a:pt x="506" y="1043"/>
                    <a:pt x="550" y="1057"/>
                    <a:pt x="584" y="1070"/>
                  </a:cubicBezTo>
                  <a:cubicBezTo>
                    <a:pt x="606" y="1079"/>
                    <a:pt x="627" y="1087"/>
                    <a:pt x="649" y="1095"/>
                  </a:cubicBezTo>
                  <a:cubicBezTo>
                    <a:pt x="655" y="1149"/>
                    <a:pt x="662" y="1200"/>
                    <a:pt x="670" y="1249"/>
                  </a:cubicBezTo>
                  <a:cubicBezTo>
                    <a:pt x="688" y="1383"/>
                    <a:pt x="706" y="1520"/>
                    <a:pt x="727" y="1655"/>
                  </a:cubicBezTo>
                  <a:cubicBezTo>
                    <a:pt x="770" y="1924"/>
                    <a:pt x="821" y="2191"/>
                    <a:pt x="880" y="2457"/>
                  </a:cubicBezTo>
                  <a:cubicBezTo>
                    <a:pt x="997" y="2985"/>
                    <a:pt x="1146" y="3505"/>
                    <a:pt x="1323" y="4016"/>
                  </a:cubicBezTo>
                  <a:cubicBezTo>
                    <a:pt x="1423" y="4305"/>
                    <a:pt x="1527" y="4594"/>
                    <a:pt x="1673" y="4865"/>
                  </a:cubicBezTo>
                  <a:cubicBezTo>
                    <a:pt x="1678" y="4873"/>
                    <a:pt x="1685" y="4877"/>
                    <a:pt x="1692" y="4877"/>
                  </a:cubicBezTo>
                  <a:cubicBezTo>
                    <a:pt x="1705" y="4877"/>
                    <a:pt x="1717" y="4864"/>
                    <a:pt x="1711" y="4847"/>
                  </a:cubicBezTo>
                  <a:cubicBezTo>
                    <a:pt x="1633" y="4590"/>
                    <a:pt x="1532" y="4341"/>
                    <a:pt x="1442" y="4087"/>
                  </a:cubicBezTo>
                  <a:cubicBezTo>
                    <a:pt x="1352" y="3829"/>
                    <a:pt x="1270" y="3569"/>
                    <a:pt x="1194" y="3307"/>
                  </a:cubicBezTo>
                  <a:cubicBezTo>
                    <a:pt x="1047" y="2795"/>
                    <a:pt x="930" y="2276"/>
                    <a:pt x="840" y="1751"/>
                  </a:cubicBezTo>
                  <a:cubicBezTo>
                    <a:pt x="815" y="1605"/>
                    <a:pt x="792" y="1458"/>
                    <a:pt x="771" y="1310"/>
                  </a:cubicBezTo>
                  <a:cubicBezTo>
                    <a:pt x="761" y="1245"/>
                    <a:pt x="756" y="1178"/>
                    <a:pt x="749" y="1111"/>
                  </a:cubicBezTo>
                  <a:lnTo>
                    <a:pt x="749" y="1111"/>
                  </a:lnTo>
                  <a:cubicBezTo>
                    <a:pt x="753" y="1111"/>
                    <a:pt x="758" y="1111"/>
                    <a:pt x="762" y="1111"/>
                  </a:cubicBezTo>
                  <a:cubicBezTo>
                    <a:pt x="817" y="1111"/>
                    <a:pt x="872" y="1104"/>
                    <a:pt x="924" y="1089"/>
                  </a:cubicBezTo>
                  <a:cubicBezTo>
                    <a:pt x="1001" y="1067"/>
                    <a:pt x="1065" y="1034"/>
                    <a:pt x="1129" y="986"/>
                  </a:cubicBezTo>
                  <a:cubicBezTo>
                    <a:pt x="1160" y="963"/>
                    <a:pt x="1177" y="933"/>
                    <a:pt x="1204" y="906"/>
                  </a:cubicBezTo>
                  <a:cubicBezTo>
                    <a:pt x="1230" y="877"/>
                    <a:pt x="1249" y="845"/>
                    <a:pt x="1272" y="815"/>
                  </a:cubicBezTo>
                  <a:cubicBezTo>
                    <a:pt x="1280" y="804"/>
                    <a:pt x="1271" y="793"/>
                    <a:pt x="1261" y="793"/>
                  </a:cubicBezTo>
                  <a:cubicBezTo>
                    <a:pt x="1257" y="793"/>
                    <a:pt x="1253" y="794"/>
                    <a:pt x="1250" y="798"/>
                  </a:cubicBezTo>
                  <a:cubicBezTo>
                    <a:pt x="1230" y="820"/>
                    <a:pt x="1204" y="836"/>
                    <a:pt x="1179" y="853"/>
                  </a:cubicBezTo>
                  <a:cubicBezTo>
                    <a:pt x="1168" y="861"/>
                    <a:pt x="1154" y="872"/>
                    <a:pt x="1142" y="876"/>
                  </a:cubicBezTo>
                  <a:cubicBezTo>
                    <a:pt x="1128" y="880"/>
                    <a:pt x="1116" y="880"/>
                    <a:pt x="1101" y="887"/>
                  </a:cubicBezTo>
                  <a:cubicBezTo>
                    <a:pt x="1054" y="908"/>
                    <a:pt x="1007" y="924"/>
                    <a:pt x="958" y="939"/>
                  </a:cubicBezTo>
                  <a:cubicBezTo>
                    <a:pt x="919" y="950"/>
                    <a:pt x="880" y="955"/>
                    <a:pt x="841" y="961"/>
                  </a:cubicBezTo>
                  <a:cubicBezTo>
                    <a:pt x="939" y="925"/>
                    <a:pt x="1029" y="860"/>
                    <a:pt x="1099" y="787"/>
                  </a:cubicBezTo>
                  <a:cubicBezTo>
                    <a:pt x="1146" y="739"/>
                    <a:pt x="1188" y="686"/>
                    <a:pt x="1222" y="630"/>
                  </a:cubicBezTo>
                  <a:cubicBezTo>
                    <a:pt x="1259" y="573"/>
                    <a:pt x="1276" y="505"/>
                    <a:pt x="1292" y="439"/>
                  </a:cubicBezTo>
                  <a:cubicBezTo>
                    <a:pt x="1297" y="417"/>
                    <a:pt x="1276" y="394"/>
                    <a:pt x="1255" y="388"/>
                  </a:cubicBezTo>
                  <a:cubicBezTo>
                    <a:pt x="1251" y="388"/>
                    <a:pt x="1248" y="387"/>
                    <a:pt x="1244" y="387"/>
                  </a:cubicBezTo>
                  <a:cubicBezTo>
                    <a:pt x="1225" y="387"/>
                    <a:pt x="1210" y="398"/>
                    <a:pt x="1200" y="416"/>
                  </a:cubicBezTo>
                  <a:cubicBezTo>
                    <a:pt x="1175" y="465"/>
                    <a:pt x="1139" y="508"/>
                    <a:pt x="1107" y="554"/>
                  </a:cubicBezTo>
                  <a:cubicBezTo>
                    <a:pt x="1077" y="598"/>
                    <a:pt x="1045" y="637"/>
                    <a:pt x="1007" y="672"/>
                  </a:cubicBezTo>
                  <a:cubicBezTo>
                    <a:pt x="948" y="727"/>
                    <a:pt x="888" y="766"/>
                    <a:pt x="822" y="804"/>
                  </a:cubicBezTo>
                  <a:cubicBezTo>
                    <a:pt x="842" y="739"/>
                    <a:pt x="862" y="675"/>
                    <a:pt x="879" y="611"/>
                  </a:cubicBezTo>
                  <a:cubicBezTo>
                    <a:pt x="919" y="452"/>
                    <a:pt x="956" y="296"/>
                    <a:pt x="956" y="131"/>
                  </a:cubicBezTo>
                  <a:cubicBezTo>
                    <a:pt x="956" y="114"/>
                    <a:pt x="943" y="104"/>
                    <a:pt x="929" y="104"/>
                  </a:cubicBezTo>
                  <a:cubicBezTo>
                    <a:pt x="920" y="104"/>
                    <a:pt x="910" y="109"/>
                    <a:pt x="904" y="119"/>
                  </a:cubicBezTo>
                  <a:cubicBezTo>
                    <a:pt x="825" y="263"/>
                    <a:pt x="781" y="417"/>
                    <a:pt x="741" y="575"/>
                  </a:cubicBezTo>
                  <a:cubicBezTo>
                    <a:pt x="722" y="652"/>
                    <a:pt x="706" y="728"/>
                    <a:pt x="690" y="805"/>
                  </a:cubicBezTo>
                  <a:cubicBezTo>
                    <a:pt x="689" y="812"/>
                    <a:pt x="688" y="820"/>
                    <a:pt x="687" y="828"/>
                  </a:cubicBezTo>
                  <a:cubicBezTo>
                    <a:pt x="680" y="824"/>
                    <a:pt x="672" y="823"/>
                    <a:pt x="665" y="823"/>
                  </a:cubicBezTo>
                  <a:cubicBezTo>
                    <a:pt x="663" y="823"/>
                    <a:pt x="661" y="823"/>
                    <a:pt x="659" y="823"/>
                  </a:cubicBezTo>
                  <a:cubicBezTo>
                    <a:pt x="668" y="818"/>
                    <a:pt x="672" y="800"/>
                    <a:pt x="660" y="795"/>
                  </a:cubicBezTo>
                  <a:cubicBezTo>
                    <a:pt x="650" y="789"/>
                    <a:pt x="640" y="786"/>
                    <a:pt x="629" y="784"/>
                  </a:cubicBezTo>
                  <a:cubicBezTo>
                    <a:pt x="633" y="758"/>
                    <a:pt x="633" y="734"/>
                    <a:pt x="637" y="709"/>
                  </a:cubicBezTo>
                  <a:cubicBezTo>
                    <a:pt x="640" y="681"/>
                    <a:pt x="640" y="651"/>
                    <a:pt x="639" y="620"/>
                  </a:cubicBezTo>
                  <a:cubicBezTo>
                    <a:pt x="639" y="552"/>
                    <a:pt x="637" y="483"/>
                    <a:pt x="634" y="413"/>
                  </a:cubicBezTo>
                  <a:cubicBezTo>
                    <a:pt x="632" y="346"/>
                    <a:pt x="626" y="280"/>
                    <a:pt x="621" y="213"/>
                  </a:cubicBezTo>
                  <a:cubicBezTo>
                    <a:pt x="617" y="181"/>
                    <a:pt x="612" y="151"/>
                    <a:pt x="602" y="120"/>
                  </a:cubicBezTo>
                  <a:cubicBezTo>
                    <a:pt x="591" y="85"/>
                    <a:pt x="586" y="47"/>
                    <a:pt x="578" y="10"/>
                  </a:cubicBezTo>
                  <a:cubicBezTo>
                    <a:pt x="576" y="3"/>
                    <a:pt x="571" y="0"/>
                    <a:pt x="56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15;p15"/>
            <p:cNvSpPr/>
            <p:nvPr/>
          </p:nvSpPr>
          <p:spPr>
            <a:xfrm>
              <a:off x="487800" y="1260360"/>
              <a:ext cx="46800" cy="24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563" h="295">
                  <a:moveTo>
                    <a:pt x="41" y="1"/>
                  </a:moveTo>
                  <a:cubicBezTo>
                    <a:pt x="18" y="1"/>
                    <a:pt x="0" y="33"/>
                    <a:pt x="16" y="55"/>
                  </a:cubicBezTo>
                  <a:cubicBezTo>
                    <a:pt x="22" y="62"/>
                    <a:pt x="30" y="72"/>
                    <a:pt x="35" y="82"/>
                  </a:cubicBezTo>
                  <a:cubicBezTo>
                    <a:pt x="39" y="101"/>
                    <a:pt x="54" y="115"/>
                    <a:pt x="69" y="131"/>
                  </a:cubicBezTo>
                  <a:cubicBezTo>
                    <a:pt x="89" y="150"/>
                    <a:pt x="107" y="167"/>
                    <a:pt x="129" y="182"/>
                  </a:cubicBezTo>
                  <a:cubicBezTo>
                    <a:pt x="171" y="210"/>
                    <a:pt x="215" y="234"/>
                    <a:pt x="261" y="253"/>
                  </a:cubicBezTo>
                  <a:cubicBezTo>
                    <a:pt x="304" y="272"/>
                    <a:pt x="351" y="285"/>
                    <a:pt x="400" y="291"/>
                  </a:cubicBezTo>
                  <a:cubicBezTo>
                    <a:pt x="416" y="292"/>
                    <a:pt x="433" y="294"/>
                    <a:pt x="451" y="294"/>
                  </a:cubicBezTo>
                  <a:cubicBezTo>
                    <a:pt x="460" y="294"/>
                    <a:pt x="469" y="294"/>
                    <a:pt x="478" y="292"/>
                  </a:cubicBezTo>
                  <a:cubicBezTo>
                    <a:pt x="498" y="287"/>
                    <a:pt x="529" y="282"/>
                    <a:pt x="546" y="271"/>
                  </a:cubicBezTo>
                  <a:cubicBezTo>
                    <a:pt x="563" y="261"/>
                    <a:pt x="563" y="241"/>
                    <a:pt x="545" y="232"/>
                  </a:cubicBezTo>
                  <a:cubicBezTo>
                    <a:pt x="528" y="223"/>
                    <a:pt x="506" y="220"/>
                    <a:pt x="486" y="212"/>
                  </a:cubicBezTo>
                  <a:cubicBezTo>
                    <a:pt x="467" y="204"/>
                    <a:pt x="443" y="204"/>
                    <a:pt x="423" y="198"/>
                  </a:cubicBezTo>
                  <a:cubicBezTo>
                    <a:pt x="381" y="187"/>
                    <a:pt x="338" y="173"/>
                    <a:pt x="297" y="157"/>
                  </a:cubicBezTo>
                  <a:cubicBezTo>
                    <a:pt x="259" y="142"/>
                    <a:pt x="222" y="123"/>
                    <a:pt x="188" y="100"/>
                  </a:cubicBezTo>
                  <a:cubicBezTo>
                    <a:pt x="171" y="87"/>
                    <a:pt x="153" y="73"/>
                    <a:pt x="135" y="61"/>
                  </a:cubicBezTo>
                  <a:cubicBezTo>
                    <a:pt x="117" y="49"/>
                    <a:pt x="103" y="35"/>
                    <a:pt x="85" y="30"/>
                  </a:cubicBezTo>
                  <a:cubicBezTo>
                    <a:pt x="76" y="27"/>
                    <a:pt x="67" y="14"/>
                    <a:pt x="59" y="8"/>
                  </a:cubicBezTo>
                  <a:cubicBezTo>
                    <a:pt x="53" y="3"/>
                    <a:pt x="47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16;p15"/>
            <p:cNvSpPr/>
            <p:nvPr/>
          </p:nvSpPr>
          <p:spPr>
            <a:xfrm>
              <a:off x="477360" y="714960"/>
              <a:ext cx="14400" cy="1656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78" h="200">
                  <a:moveTo>
                    <a:pt x="132" y="108"/>
                  </a:moveTo>
                  <a:cubicBezTo>
                    <a:pt x="130" y="109"/>
                    <a:pt x="128" y="109"/>
                    <a:pt x="127" y="109"/>
                  </a:cubicBezTo>
                  <a:cubicBezTo>
                    <a:pt x="130" y="109"/>
                    <a:pt x="131" y="108"/>
                    <a:pt x="132" y="108"/>
                  </a:cubicBezTo>
                  <a:close/>
                  <a:moveTo>
                    <a:pt x="116" y="1"/>
                  </a:moveTo>
                  <a:cubicBezTo>
                    <a:pt x="113" y="1"/>
                    <a:pt x="109" y="1"/>
                    <a:pt x="106" y="2"/>
                  </a:cubicBezTo>
                  <a:cubicBezTo>
                    <a:pt x="86" y="4"/>
                    <a:pt x="70" y="15"/>
                    <a:pt x="55" y="30"/>
                  </a:cubicBezTo>
                  <a:lnTo>
                    <a:pt x="51" y="30"/>
                  </a:lnTo>
                  <a:cubicBezTo>
                    <a:pt x="37" y="33"/>
                    <a:pt x="22" y="40"/>
                    <a:pt x="13" y="53"/>
                  </a:cubicBezTo>
                  <a:cubicBezTo>
                    <a:pt x="7" y="62"/>
                    <a:pt x="2" y="73"/>
                    <a:pt x="2" y="82"/>
                  </a:cubicBezTo>
                  <a:cubicBezTo>
                    <a:pt x="0" y="96"/>
                    <a:pt x="5" y="112"/>
                    <a:pt x="13" y="120"/>
                  </a:cubicBezTo>
                  <a:lnTo>
                    <a:pt x="22" y="130"/>
                  </a:lnTo>
                  <a:cubicBezTo>
                    <a:pt x="22" y="130"/>
                    <a:pt x="24" y="130"/>
                    <a:pt x="24" y="131"/>
                  </a:cubicBezTo>
                  <a:lnTo>
                    <a:pt x="28" y="148"/>
                  </a:lnTo>
                  <a:cubicBezTo>
                    <a:pt x="28" y="149"/>
                    <a:pt x="29" y="152"/>
                    <a:pt x="31" y="153"/>
                  </a:cubicBezTo>
                  <a:cubicBezTo>
                    <a:pt x="33" y="159"/>
                    <a:pt x="38" y="167"/>
                    <a:pt x="42" y="170"/>
                  </a:cubicBezTo>
                  <a:cubicBezTo>
                    <a:pt x="56" y="186"/>
                    <a:pt x="80" y="199"/>
                    <a:pt x="103" y="199"/>
                  </a:cubicBezTo>
                  <a:cubicBezTo>
                    <a:pt x="112" y="199"/>
                    <a:pt x="121" y="197"/>
                    <a:pt x="130" y="193"/>
                  </a:cubicBezTo>
                  <a:cubicBezTo>
                    <a:pt x="154" y="181"/>
                    <a:pt x="171" y="160"/>
                    <a:pt x="175" y="133"/>
                  </a:cubicBezTo>
                  <a:cubicBezTo>
                    <a:pt x="177" y="115"/>
                    <a:pt x="172" y="98"/>
                    <a:pt x="163" y="83"/>
                  </a:cubicBezTo>
                  <a:cubicBezTo>
                    <a:pt x="170" y="72"/>
                    <a:pt x="174" y="59"/>
                    <a:pt x="171" y="47"/>
                  </a:cubicBezTo>
                  <a:cubicBezTo>
                    <a:pt x="168" y="33"/>
                    <a:pt x="160" y="19"/>
                    <a:pt x="149" y="11"/>
                  </a:cubicBezTo>
                  <a:cubicBezTo>
                    <a:pt x="139" y="5"/>
                    <a:pt x="128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17;p15"/>
            <p:cNvSpPr/>
            <p:nvPr/>
          </p:nvSpPr>
          <p:spPr>
            <a:xfrm>
              <a:off x="254520" y="388800"/>
              <a:ext cx="277560" cy="8503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850320"/>
                <a:gd name="textAreaBottom" fmla="*/ 850680 h 850320"/>
              </a:gdLst>
              <a:ahLst/>
              <a:cxnLst/>
              <a:rect l="textAreaLeft" t="textAreaTop" r="textAreaRight" b="textAreaBottom"/>
              <a:pathLst>
                <a:path w="3315" h="10100">
                  <a:moveTo>
                    <a:pt x="2518" y="2559"/>
                  </a:moveTo>
                  <a:cubicBezTo>
                    <a:pt x="2511" y="2600"/>
                    <a:pt x="2511" y="2644"/>
                    <a:pt x="2507" y="2684"/>
                  </a:cubicBezTo>
                  <a:cubicBezTo>
                    <a:pt x="2507" y="2691"/>
                    <a:pt x="2506" y="2697"/>
                    <a:pt x="2506" y="2703"/>
                  </a:cubicBezTo>
                  <a:cubicBezTo>
                    <a:pt x="2505" y="2703"/>
                    <a:pt x="2505" y="2704"/>
                    <a:pt x="2504" y="2704"/>
                  </a:cubicBezTo>
                  <a:cubicBezTo>
                    <a:pt x="2499" y="2700"/>
                    <a:pt x="2496" y="2696"/>
                    <a:pt x="2493" y="2692"/>
                  </a:cubicBezTo>
                  <a:cubicBezTo>
                    <a:pt x="2490" y="2691"/>
                    <a:pt x="2490" y="2689"/>
                    <a:pt x="2489" y="2688"/>
                  </a:cubicBezTo>
                  <a:cubicBezTo>
                    <a:pt x="2493" y="2688"/>
                    <a:pt x="2495" y="2685"/>
                    <a:pt x="2495" y="2682"/>
                  </a:cubicBezTo>
                  <a:cubicBezTo>
                    <a:pt x="2501" y="2641"/>
                    <a:pt x="2511" y="2600"/>
                    <a:pt x="2518" y="2559"/>
                  </a:cubicBezTo>
                  <a:close/>
                  <a:moveTo>
                    <a:pt x="1112" y="0"/>
                  </a:moveTo>
                  <a:cubicBezTo>
                    <a:pt x="1108" y="0"/>
                    <a:pt x="1103" y="2"/>
                    <a:pt x="1101" y="7"/>
                  </a:cubicBezTo>
                  <a:cubicBezTo>
                    <a:pt x="1018" y="206"/>
                    <a:pt x="998" y="429"/>
                    <a:pt x="969" y="641"/>
                  </a:cubicBezTo>
                  <a:cubicBezTo>
                    <a:pt x="942" y="847"/>
                    <a:pt x="913" y="1056"/>
                    <a:pt x="919" y="1263"/>
                  </a:cubicBezTo>
                  <a:cubicBezTo>
                    <a:pt x="909" y="1254"/>
                    <a:pt x="898" y="1247"/>
                    <a:pt x="888" y="1238"/>
                  </a:cubicBezTo>
                  <a:cubicBezTo>
                    <a:pt x="890" y="1234"/>
                    <a:pt x="891" y="1230"/>
                    <a:pt x="891" y="1226"/>
                  </a:cubicBezTo>
                  <a:cubicBezTo>
                    <a:pt x="885" y="1051"/>
                    <a:pt x="852" y="879"/>
                    <a:pt x="826" y="705"/>
                  </a:cubicBezTo>
                  <a:cubicBezTo>
                    <a:pt x="813" y="619"/>
                    <a:pt x="800" y="533"/>
                    <a:pt x="789" y="446"/>
                  </a:cubicBezTo>
                  <a:cubicBezTo>
                    <a:pt x="780" y="359"/>
                    <a:pt x="776" y="272"/>
                    <a:pt x="760" y="187"/>
                  </a:cubicBezTo>
                  <a:cubicBezTo>
                    <a:pt x="754" y="158"/>
                    <a:pt x="729" y="144"/>
                    <a:pt x="704" y="144"/>
                  </a:cubicBezTo>
                  <a:cubicBezTo>
                    <a:pt x="680" y="144"/>
                    <a:pt x="656" y="158"/>
                    <a:pt x="655" y="189"/>
                  </a:cubicBezTo>
                  <a:cubicBezTo>
                    <a:pt x="650" y="281"/>
                    <a:pt x="661" y="375"/>
                    <a:pt x="671" y="467"/>
                  </a:cubicBezTo>
                  <a:cubicBezTo>
                    <a:pt x="679" y="553"/>
                    <a:pt x="689" y="641"/>
                    <a:pt x="704" y="726"/>
                  </a:cubicBezTo>
                  <a:cubicBezTo>
                    <a:pt x="728" y="877"/>
                    <a:pt x="760" y="1034"/>
                    <a:pt x="817" y="1176"/>
                  </a:cubicBezTo>
                  <a:lnTo>
                    <a:pt x="772" y="1139"/>
                  </a:lnTo>
                  <a:cubicBezTo>
                    <a:pt x="710" y="1083"/>
                    <a:pt x="650" y="1025"/>
                    <a:pt x="596" y="961"/>
                  </a:cubicBezTo>
                  <a:cubicBezTo>
                    <a:pt x="544" y="897"/>
                    <a:pt x="497" y="831"/>
                    <a:pt x="458" y="759"/>
                  </a:cubicBezTo>
                  <a:cubicBezTo>
                    <a:pt x="438" y="723"/>
                    <a:pt x="418" y="688"/>
                    <a:pt x="398" y="650"/>
                  </a:cubicBezTo>
                  <a:cubicBezTo>
                    <a:pt x="391" y="634"/>
                    <a:pt x="383" y="612"/>
                    <a:pt x="372" y="600"/>
                  </a:cubicBezTo>
                  <a:cubicBezTo>
                    <a:pt x="363" y="589"/>
                    <a:pt x="348" y="588"/>
                    <a:pt x="338" y="577"/>
                  </a:cubicBezTo>
                  <a:cubicBezTo>
                    <a:pt x="331" y="569"/>
                    <a:pt x="327" y="553"/>
                    <a:pt x="323" y="545"/>
                  </a:cubicBezTo>
                  <a:cubicBezTo>
                    <a:pt x="320" y="540"/>
                    <a:pt x="316" y="538"/>
                    <a:pt x="311" y="538"/>
                  </a:cubicBezTo>
                  <a:cubicBezTo>
                    <a:pt x="304" y="538"/>
                    <a:pt x="297" y="543"/>
                    <a:pt x="299" y="552"/>
                  </a:cubicBezTo>
                  <a:cubicBezTo>
                    <a:pt x="303" y="561"/>
                    <a:pt x="306" y="575"/>
                    <a:pt x="306" y="586"/>
                  </a:cubicBezTo>
                  <a:cubicBezTo>
                    <a:pt x="306" y="604"/>
                    <a:pt x="294" y="616"/>
                    <a:pt x="297" y="634"/>
                  </a:cubicBezTo>
                  <a:cubicBezTo>
                    <a:pt x="298" y="654"/>
                    <a:pt x="310" y="677"/>
                    <a:pt x="317" y="694"/>
                  </a:cubicBezTo>
                  <a:cubicBezTo>
                    <a:pt x="332" y="736"/>
                    <a:pt x="349" y="774"/>
                    <a:pt x="370" y="813"/>
                  </a:cubicBezTo>
                  <a:cubicBezTo>
                    <a:pt x="413" y="890"/>
                    <a:pt x="462" y="963"/>
                    <a:pt x="519" y="1033"/>
                  </a:cubicBezTo>
                  <a:cubicBezTo>
                    <a:pt x="572" y="1095"/>
                    <a:pt x="629" y="1156"/>
                    <a:pt x="694" y="1206"/>
                  </a:cubicBezTo>
                  <a:cubicBezTo>
                    <a:pt x="650" y="1194"/>
                    <a:pt x="605" y="1181"/>
                    <a:pt x="562" y="1165"/>
                  </a:cubicBezTo>
                  <a:cubicBezTo>
                    <a:pt x="497" y="1143"/>
                    <a:pt x="435" y="1120"/>
                    <a:pt x="371" y="1093"/>
                  </a:cubicBezTo>
                  <a:cubicBezTo>
                    <a:pt x="341" y="1079"/>
                    <a:pt x="310" y="1068"/>
                    <a:pt x="281" y="1056"/>
                  </a:cubicBezTo>
                  <a:cubicBezTo>
                    <a:pt x="246" y="1040"/>
                    <a:pt x="211" y="1033"/>
                    <a:pt x="174" y="1018"/>
                  </a:cubicBezTo>
                  <a:cubicBezTo>
                    <a:pt x="172" y="1017"/>
                    <a:pt x="170" y="1017"/>
                    <a:pt x="168" y="1017"/>
                  </a:cubicBezTo>
                  <a:cubicBezTo>
                    <a:pt x="151" y="1017"/>
                    <a:pt x="141" y="1041"/>
                    <a:pt x="157" y="1051"/>
                  </a:cubicBezTo>
                  <a:cubicBezTo>
                    <a:pt x="187" y="1074"/>
                    <a:pt x="213" y="1098"/>
                    <a:pt x="246" y="1118"/>
                  </a:cubicBezTo>
                  <a:cubicBezTo>
                    <a:pt x="278" y="1137"/>
                    <a:pt x="309" y="1154"/>
                    <a:pt x="342" y="1170"/>
                  </a:cubicBezTo>
                  <a:cubicBezTo>
                    <a:pt x="407" y="1198"/>
                    <a:pt x="471" y="1226"/>
                    <a:pt x="539" y="1247"/>
                  </a:cubicBezTo>
                  <a:cubicBezTo>
                    <a:pt x="641" y="1277"/>
                    <a:pt x="753" y="1305"/>
                    <a:pt x="863" y="1310"/>
                  </a:cubicBezTo>
                  <a:cubicBezTo>
                    <a:pt x="886" y="1321"/>
                    <a:pt x="910" y="1332"/>
                    <a:pt x="934" y="1336"/>
                  </a:cubicBezTo>
                  <a:cubicBezTo>
                    <a:pt x="936" y="1336"/>
                    <a:pt x="938" y="1335"/>
                    <a:pt x="940" y="1335"/>
                  </a:cubicBezTo>
                  <a:cubicBezTo>
                    <a:pt x="938" y="1336"/>
                    <a:pt x="938" y="1337"/>
                    <a:pt x="936" y="1338"/>
                  </a:cubicBezTo>
                  <a:cubicBezTo>
                    <a:pt x="931" y="1351"/>
                    <a:pt x="942" y="1361"/>
                    <a:pt x="952" y="1361"/>
                  </a:cubicBezTo>
                  <a:cubicBezTo>
                    <a:pt x="957" y="1361"/>
                    <a:pt x="962" y="1359"/>
                    <a:pt x="965" y="1354"/>
                  </a:cubicBezTo>
                  <a:cubicBezTo>
                    <a:pt x="990" y="1326"/>
                    <a:pt x="1013" y="1297"/>
                    <a:pt x="1036" y="1266"/>
                  </a:cubicBezTo>
                  <a:lnTo>
                    <a:pt x="1036" y="1266"/>
                  </a:lnTo>
                  <a:cubicBezTo>
                    <a:pt x="1024" y="1352"/>
                    <a:pt x="1017" y="1437"/>
                    <a:pt x="1009" y="1523"/>
                  </a:cubicBezTo>
                  <a:cubicBezTo>
                    <a:pt x="997" y="1665"/>
                    <a:pt x="985" y="1808"/>
                    <a:pt x="975" y="1950"/>
                  </a:cubicBezTo>
                  <a:cubicBezTo>
                    <a:pt x="953" y="2246"/>
                    <a:pt x="934" y="2544"/>
                    <a:pt x="920" y="2841"/>
                  </a:cubicBezTo>
                  <a:cubicBezTo>
                    <a:pt x="893" y="3433"/>
                    <a:pt x="880" y="4023"/>
                    <a:pt x="888" y="4615"/>
                  </a:cubicBezTo>
                  <a:cubicBezTo>
                    <a:pt x="903" y="5784"/>
                    <a:pt x="980" y="6953"/>
                    <a:pt x="1119" y="8114"/>
                  </a:cubicBezTo>
                  <a:cubicBezTo>
                    <a:pt x="1159" y="8445"/>
                    <a:pt x="1204" y="8776"/>
                    <a:pt x="1254" y="9106"/>
                  </a:cubicBezTo>
                  <a:cubicBezTo>
                    <a:pt x="1278" y="9270"/>
                    <a:pt x="1304" y="9431"/>
                    <a:pt x="1332" y="9594"/>
                  </a:cubicBezTo>
                  <a:cubicBezTo>
                    <a:pt x="1349" y="9704"/>
                    <a:pt x="1366" y="9815"/>
                    <a:pt x="1390" y="9923"/>
                  </a:cubicBezTo>
                  <a:cubicBezTo>
                    <a:pt x="1190" y="9523"/>
                    <a:pt x="954" y="9139"/>
                    <a:pt x="731" y="8751"/>
                  </a:cubicBezTo>
                  <a:cubicBezTo>
                    <a:pt x="616" y="8552"/>
                    <a:pt x="503" y="8352"/>
                    <a:pt x="391" y="8150"/>
                  </a:cubicBezTo>
                  <a:cubicBezTo>
                    <a:pt x="282" y="7954"/>
                    <a:pt x="183" y="7749"/>
                    <a:pt x="45" y="7573"/>
                  </a:cubicBezTo>
                  <a:cubicBezTo>
                    <a:pt x="39" y="7567"/>
                    <a:pt x="33" y="7564"/>
                    <a:pt x="27" y="7564"/>
                  </a:cubicBezTo>
                  <a:cubicBezTo>
                    <a:pt x="13" y="7564"/>
                    <a:pt x="1" y="7580"/>
                    <a:pt x="6" y="7596"/>
                  </a:cubicBezTo>
                  <a:cubicBezTo>
                    <a:pt x="73" y="7815"/>
                    <a:pt x="195" y="8017"/>
                    <a:pt x="304" y="8217"/>
                  </a:cubicBezTo>
                  <a:cubicBezTo>
                    <a:pt x="424" y="8424"/>
                    <a:pt x="535" y="8626"/>
                    <a:pt x="649" y="8826"/>
                  </a:cubicBezTo>
                  <a:cubicBezTo>
                    <a:pt x="873" y="9222"/>
                    <a:pt x="1101" y="9617"/>
                    <a:pt x="1379" y="9978"/>
                  </a:cubicBezTo>
                  <a:cubicBezTo>
                    <a:pt x="1383" y="9983"/>
                    <a:pt x="1388" y="9985"/>
                    <a:pt x="1393" y="9985"/>
                  </a:cubicBezTo>
                  <a:cubicBezTo>
                    <a:pt x="1399" y="9985"/>
                    <a:pt x="1405" y="9983"/>
                    <a:pt x="1409" y="9978"/>
                  </a:cubicBezTo>
                  <a:cubicBezTo>
                    <a:pt x="1417" y="10012"/>
                    <a:pt x="1425" y="10046"/>
                    <a:pt x="1436" y="10079"/>
                  </a:cubicBezTo>
                  <a:cubicBezTo>
                    <a:pt x="1441" y="10094"/>
                    <a:pt x="1451" y="10099"/>
                    <a:pt x="1462" y="10099"/>
                  </a:cubicBezTo>
                  <a:cubicBezTo>
                    <a:pt x="1481" y="10099"/>
                    <a:pt x="1501" y="10082"/>
                    <a:pt x="1500" y="10061"/>
                  </a:cubicBezTo>
                  <a:cubicBezTo>
                    <a:pt x="1491" y="9914"/>
                    <a:pt x="1458" y="9770"/>
                    <a:pt x="1434" y="9626"/>
                  </a:cubicBezTo>
                  <a:cubicBezTo>
                    <a:pt x="1409" y="9481"/>
                    <a:pt x="1386" y="9336"/>
                    <a:pt x="1364" y="9190"/>
                  </a:cubicBezTo>
                  <a:cubicBezTo>
                    <a:pt x="1319" y="8901"/>
                    <a:pt x="1278" y="8610"/>
                    <a:pt x="1242" y="8319"/>
                  </a:cubicBezTo>
                  <a:cubicBezTo>
                    <a:pt x="1184" y="7859"/>
                    <a:pt x="1135" y="7398"/>
                    <a:pt x="1096" y="6936"/>
                  </a:cubicBezTo>
                  <a:cubicBezTo>
                    <a:pt x="1123" y="6828"/>
                    <a:pt x="1138" y="6716"/>
                    <a:pt x="1160" y="6607"/>
                  </a:cubicBezTo>
                  <a:cubicBezTo>
                    <a:pt x="1189" y="6459"/>
                    <a:pt x="1220" y="6310"/>
                    <a:pt x="1253" y="6162"/>
                  </a:cubicBezTo>
                  <a:cubicBezTo>
                    <a:pt x="1320" y="5866"/>
                    <a:pt x="1401" y="5571"/>
                    <a:pt x="1489" y="5280"/>
                  </a:cubicBezTo>
                  <a:cubicBezTo>
                    <a:pt x="1523" y="5257"/>
                    <a:pt x="1539" y="5218"/>
                    <a:pt x="1563" y="5178"/>
                  </a:cubicBezTo>
                  <a:cubicBezTo>
                    <a:pt x="1600" y="5120"/>
                    <a:pt x="1637" y="5064"/>
                    <a:pt x="1676" y="5008"/>
                  </a:cubicBezTo>
                  <a:cubicBezTo>
                    <a:pt x="1759" y="4888"/>
                    <a:pt x="1849" y="4773"/>
                    <a:pt x="1947" y="4664"/>
                  </a:cubicBezTo>
                  <a:cubicBezTo>
                    <a:pt x="2142" y="4446"/>
                    <a:pt x="2370" y="4263"/>
                    <a:pt x="2583" y="4066"/>
                  </a:cubicBezTo>
                  <a:cubicBezTo>
                    <a:pt x="2592" y="4056"/>
                    <a:pt x="2585" y="4040"/>
                    <a:pt x="2574" y="4040"/>
                  </a:cubicBezTo>
                  <a:cubicBezTo>
                    <a:pt x="2572" y="4040"/>
                    <a:pt x="2570" y="4040"/>
                    <a:pt x="2567" y="4042"/>
                  </a:cubicBezTo>
                  <a:cubicBezTo>
                    <a:pt x="2299" y="4169"/>
                    <a:pt x="2080" y="4374"/>
                    <a:pt x="1882" y="4593"/>
                  </a:cubicBezTo>
                  <a:cubicBezTo>
                    <a:pt x="1782" y="4704"/>
                    <a:pt x="1689" y="4821"/>
                    <a:pt x="1604" y="4943"/>
                  </a:cubicBezTo>
                  <a:lnTo>
                    <a:pt x="1588" y="4967"/>
                  </a:lnTo>
                  <a:cubicBezTo>
                    <a:pt x="1749" y="4484"/>
                    <a:pt x="1941" y="4012"/>
                    <a:pt x="2165" y="3554"/>
                  </a:cubicBezTo>
                  <a:cubicBezTo>
                    <a:pt x="2283" y="3311"/>
                    <a:pt x="2420" y="3078"/>
                    <a:pt x="2541" y="2837"/>
                  </a:cubicBezTo>
                  <a:cubicBezTo>
                    <a:pt x="2554" y="2837"/>
                    <a:pt x="2567" y="2830"/>
                    <a:pt x="2574" y="2817"/>
                  </a:cubicBezTo>
                  <a:cubicBezTo>
                    <a:pt x="2574" y="2815"/>
                    <a:pt x="2574" y="2815"/>
                    <a:pt x="2576" y="2814"/>
                  </a:cubicBezTo>
                  <a:cubicBezTo>
                    <a:pt x="2672" y="2859"/>
                    <a:pt x="2777" y="2886"/>
                    <a:pt x="2881" y="2906"/>
                  </a:cubicBezTo>
                  <a:cubicBezTo>
                    <a:pt x="2935" y="2915"/>
                    <a:pt x="2990" y="2920"/>
                    <a:pt x="3045" y="2920"/>
                  </a:cubicBezTo>
                  <a:cubicBezTo>
                    <a:pt x="3056" y="2920"/>
                    <a:pt x="3067" y="2920"/>
                    <a:pt x="3078" y="2919"/>
                  </a:cubicBezTo>
                  <a:cubicBezTo>
                    <a:pt x="3142" y="2918"/>
                    <a:pt x="3211" y="2917"/>
                    <a:pt x="3269" y="2891"/>
                  </a:cubicBezTo>
                  <a:cubicBezTo>
                    <a:pt x="3287" y="2883"/>
                    <a:pt x="3290" y="2851"/>
                    <a:pt x="3268" y="2846"/>
                  </a:cubicBezTo>
                  <a:cubicBezTo>
                    <a:pt x="3212" y="2831"/>
                    <a:pt x="3151" y="2834"/>
                    <a:pt x="3093" y="2829"/>
                  </a:cubicBezTo>
                  <a:cubicBezTo>
                    <a:pt x="3031" y="2825"/>
                    <a:pt x="2967" y="2814"/>
                    <a:pt x="2905" y="2804"/>
                  </a:cubicBezTo>
                  <a:cubicBezTo>
                    <a:pt x="2867" y="2798"/>
                    <a:pt x="2831" y="2790"/>
                    <a:pt x="2795" y="2780"/>
                  </a:cubicBezTo>
                  <a:cubicBezTo>
                    <a:pt x="2853" y="2762"/>
                    <a:pt x="2911" y="2741"/>
                    <a:pt x="2967" y="2714"/>
                  </a:cubicBezTo>
                  <a:cubicBezTo>
                    <a:pt x="3027" y="2685"/>
                    <a:pt x="3088" y="2653"/>
                    <a:pt x="3143" y="2616"/>
                  </a:cubicBezTo>
                  <a:cubicBezTo>
                    <a:pt x="3169" y="2599"/>
                    <a:pt x="3195" y="2582"/>
                    <a:pt x="3218" y="2561"/>
                  </a:cubicBezTo>
                  <a:cubicBezTo>
                    <a:pt x="3239" y="2544"/>
                    <a:pt x="3262" y="2526"/>
                    <a:pt x="3269" y="2501"/>
                  </a:cubicBezTo>
                  <a:cubicBezTo>
                    <a:pt x="3276" y="2494"/>
                    <a:pt x="3283" y="2489"/>
                    <a:pt x="3290" y="2482"/>
                  </a:cubicBezTo>
                  <a:cubicBezTo>
                    <a:pt x="3314" y="2459"/>
                    <a:pt x="3298" y="2413"/>
                    <a:pt x="3267" y="2413"/>
                  </a:cubicBezTo>
                  <a:cubicBezTo>
                    <a:pt x="3262" y="2413"/>
                    <a:pt x="3256" y="2414"/>
                    <a:pt x="3250" y="2417"/>
                  </a:cubicBezTo>
                  <a:cubicBezTo>
                    <a:pt x="3239" y="2423"/>
                    <a:pt x="3228" y="2428"/>
                    <a:pt x="3218" y="2434"/>
                  </a:cubicBezTo>
                  <a:cubicBezTo>
                    <a:pt x="3218" y="2434"/>
                    <a:pt x="3217" y="2434"/>
                    <a:pt x="3216" y="2434"/>
                  </a:cubicBezTo>
                  <a:cubicBezTo>
                    <a:pt x="3170" y="2434"/>
                    <a:pt x="3117" y="2471"/>
                    <a:pt x="3078" y="2490"/>
                  </a:cubicBezTo>
                  <a:cubicBezTo>
                    <a:pt x="3020" y="2517"/>
                    <a:pt x="2961" y="2548"/>
                    <a:pt x="2902" y="2572"/>
                  </a:cubicBezTo>
                  <a:cubicBezTo>
                    <a:pt x="2845" y="2597"/>
                    <a:pt x="2787" y="2622"/>
                    <a:pt x="2729" y="2642"/>
                  </a:cubicBezTo>
                  <a:cubicBezTo>
                    <a:pt x="2719" y="2645"/>
                    <a:pt x="2710" y="2649"/>
                    <a:pt x="2701" y="2653"/>
                  </a:cubicBezTo>
                  <a:cubicBezTo>
                    <a:pt x="2748" y="2608"/>
                    <a:pt x="2797" y="2562"/>
                    <a:pt x="2842" y="2515"/>
                  </a:cubicBezTo>
                  <a:cubicBezTo>
                    <a:pt x="2896" y="2457"/>
                    <a:pt x="2948" y="2397"/>
                    <a:pt x="3001" y="2337"/>
                  </a:cubicBezTo>
                  <a:cubicBezTo>
                    <a:pt x="3027" y="2308"/>
                    <a:pt x="3054" y="2279"/>
                    <a:pt x="3077" y="2247"/>
                  </a:cubicBezTo>
                  <a:cubicBezTo>
                    <a:pt x="3088" y="2232"/>
                    <a:pt x="3104" y="2216"/>
                    <a:pt x="3114" y="2200"/>
                  </a:cubicBezTo>
                  <a:cubicBezTo>
                    <a:pt x="3125" y="2181"/>
                    <a:pt x="3135" y="2164"/>
                    <a:pt x="3149" y="2145"/>
                  </a:cubicBezTo>
                  <a:cubicBezTo>
                    <a:pt x="3158" y="2135"/>
                    <a:pt x="3148" y="2122"/>
                    <a:pt x="3137" y="2122"/>
                  </a:cubicBezTo>
                  <a:cubicBezTo>
                    <a:pt x="3134" y="2122"/>
                    <a:pt x="3130" y="2123"/>
                    <a:pt x="3127" y="2125"/>
                  </a:cubicBezTo>
                  <a:cubicBezTo>
                    <a:pt x="3111" y="2138"/>
                    <a:pt x="3092" y="2147"/>
                    <a:pt x="3076" y="2159"/>
                  </a:cubicBezTo>
                  <a:cubicBezTo>
                    <a:pt x="3060" y="2169"/>
                    <a:pt x="3045" y="2182"/>
                    <a:pt x="3032" y="2193"/>
                  </a:cubicBezTo>
                  <a:cubicBezTo>
                    <a:pt x="3000" y="2219"/>
                    <a:pt x="2970" y="2243"/>
                    <a:pt x="2941" y="2269"/>
                  </a:cubicBezTo>
                  <a:cubicBezTo>
                    <a:pt x="2880" y="2324"/>
                    <a:pt x="2819" y="2376"/>
                    <a:pt x="2758" y="2433"/>
                  </a:cubicBezTo>
                  <a:cubicBezTo>
                    <a:pt x="2724" y="2466"/>
                    <a:pt x="2690" y="2500"/>
                    <a:pt x="2657" y="2534"/>
                  </a:cubicBezTo>
                  <a:cubicBezTo>
                    <a:pt x="2675" y="2473"/>
                    <a:pt x="2692" y="2413"/>
                    <a:pt x="2712" y="2353"/>
                  </a:cubicBezTo>
                  <a:cubicBezTo>
                    <a:pt x="2759" y="2202"/>
                    <a:pt x="2837" y="2056"/>
                    <a:pt x="2875" y="1902"/>
                  </a:cubicBezTo>
                  <a:cubicBezTo>
                    <a:pt x="2879" y="1883"/>
                    <a:pt x="2860" y="1869"/>
                    <a:pt x="2843" y="1869"/>
                  </a:cubicBezTo>
                  <a:cubicBezTo>
                    <a:pt x="2837" y="1869"/>
                    <a:pt x="2830" y="1871"/>
                    <a:pt x="2825" y="1876"/>
                  </a:cubicBezTo>
                  <a:cubicBezTo>
                    <a:pt x="2704" y="1986"/>
                    <a:pt x="2633" y="2159"/>
                    <a:pt x="2580" y="2310"/>
                  </a:cubicBezTo>
                  <a:cubicBezTo>
                    <a:pt x="2553" y="2384"/>
                    <a:pt x="2535" y="2459"/>
                    <a:pt x="2521" y="2536"/>
                  </a:cubicBezTo>
                  <a:lnTo>
                    <a:pt x="2521" y="2536"/>
                  </a:lnTo>
                  <a:cubicBezTo>
                    <a:pt x="2524" y="2514"/>
                    <a:pt x="2527" y="2493"/>
                    <a:pt x="2528" y="2471"/>
                  </a:cubicBezTo>
                  <a:cubicBezTo>
                    <a:pt x="2532" y="2395"/>
                    <a:pt x="2532" y="2321"/>
                    <a:pt x="2531" y="2247"/>
                  </a:cubicBezTo>
                  <a:cubicBezTo>
                    <a:pt x="2529" y="2111"/>
                    <a:pt x="2543" y="1953"/>
                    <a:pt x="2476" y="1831"/>
                  </a:cubicBezTo>
                  <a:cubicBezTo>
                    <a:pt x="2474" y="1829"/>
                    <a:pt x="2472" y="1828"/>
                    <a:pt x="2470" y="1828"/>
                  </a:cubicBezTo>
                  <a:cubicBezTo>
                    <a:pt x="2468" y="1828"/>
                    <a:pt x="2466" y="1829"/>
                    <a:pt x="2465" y="1831"/>
                  </a:cubicBezTo>
                  <a:cubicBezTo>
                    <a:pt x="2397" y="1955"/>
                    <a:pt x="2412" y="2114"/>
                    <a:pt x="2410" y="2252"/>
                  </a:cubicBezTo>
                  <a:cubicBezTo>
                    <a:pt x="2408" y="2324"/>
                    <a:pt x="2408" y="2394"/>
                    <a:pt x="2412" y="2467"/>
                  </a:cubicBezTo>
                  <a:cubicBezTo>
                    <a:pt x="2415" y="2515"/>
                    <a:pt x="2424" y="2562"/>
                    <a:pt x="2433" y="2611"/>
                  </a:cubicBezTo>
                  <a:lnTo>
                    <a:pt x="2424" y="2599"/>
                  </a:lnTo>
                  <a:cubicBezTo>
                    <a:pt x="2378" y="2533"/>
                    <a:pt x="2334" y="2461"/>
                    <a:pt x="2296" y="2390"/>
                  </a:cubicBezTo>
                  <a:cubicBezTo>
                    <a:pt x="2259" y="2320"/>
                    <a:pt x="2226" y="2247"/>
                    <a:pt x="2198" y="2172"/>
                  </a:cubicBezTo>
                  <a:cubicBezTo>
                    <a:pt x="2171" y="2096"/>
                    <a:pt x="2149" y="2019"/>
                    <a:pt x="2115" y="1946"/>
                  </a:cubicBezTo>
                  <a:cubicBezTo>
                    <a:pt x="2109" y="1936"/>
                    <a:pt x="2098" y="1930"/>
                    <a:pt x="2087" y="1930"/>
                  </a:cubicBezTo>
                  <a:cubicBezTo>
                    <a:pt x="2074" y="1930"/>
                    <a:pt x="2061" y="1939"/>
                    <a:pt x="2060" y="1955"/>
                  </a:cubicBezTo>
                  <a:cubicBezTo>
                    <a:pt x="2046" y="2120"/>
                    <a:pt x="2121" y="2291"/>
                    <a:pt x="2196" y="2435"/>
                  </a:cubicBezTo>
                  <a:cubicBezTo>
                    <a:pt x="2234" y="2511"/>
                    <a:pt x="2280" y="2581"/>
                    <a:pt x="2333" y="2647"/>
                  </a:cubicBezTo>
                  <a:cubicBezTo>
                    <a:pt x="2359" y="2680"/>
                    <a:pt x="2389" y="2705"/>
                    <a:pt x="2418" y="2735"/>
                  </a:cubicBezTo>
                  <a:cubicBezTo>
                    <a:pt x="2430" y="2747"/>
                    <a:pt x="2444" y="2760"/>
                    <a:pt x="2457" y="2773"/>
                  </a:cubicBezTo>
                  <a:lnTo>
                    <a:pt x="2445" y="2793"/>
                  </a:lnTo>
                  <a:cubicBezTo>
                    <a:pt x="2441" y="2801"/>
                    <a:pt x="2443" y="2808"/>
                    <a:pt x="2448" y="2815"/>
                  </a:cubicBezTo>
                  <a:cubicBezTo>
                    <a:pt x="2327" y="3005"/>
                    <a:pt x="2226" y="3208"/>
                    <a:pt x="2126" y="3408"/>
                  </a:cubicBezTo>
                  <a:cubicBezTo>
                    <a:pt x="1986" y="3686"/>
                    <a:pt x="1859" y="3970"/>
                    <a:pt x="1744" y="4257"/>
                  </a:cubicBezTo>
                  <a:cubicBezTo>
                    <a:pt x="1513" y="4829"/>
                    <a:pt x="1327" y="5420"/>
                    <a:pt x="1195" y="6022"/>
                  </a:cubicBezTo>
                  <a:cubicBezTo>
                    <a:pt x="1157" y="6190"/>
                    <a:pt x="1124" y="6357"/>
                    <a:pt x="1095" y="6526"/>
                  </a:cubicBezTo>
                  <a:cubicBezTo>
                    <a:pt x="1086" y="6568"/>
                    <a:pt x="1079" y="6612"/>
                    <a:pt x="1072" y="6657"/>
                  </a:cubicBezTo>
                  <a:cubicBezTo>
                    <a:pt x="1069" y="6631"/>
                    <a:pt x="1067" y="6604"/>
                    <a:pt x="1064" y="6578"/>
                  </a:cubicBezTo>
                  <a:cubicBezTo>
                    <a:pt x="979" y="5406"/>
                    <a:pt x="959" y="4229"/>
                    <a:pt x="995" y="3055"/>
                  </a:cubicBezTo>
                  <a:cubicBezTo>
                    <a:pt x="1003" y="2726"/>
                    <a:pt x="1019" y="2398"/>
                    <a:pt x="1039" y="2068"/>
                  </a:cubicBezTo>
                  <a:cubicBezTo>
                    <a:pt x="1047" y="1909"/>
                    <a:pt x="1058" y="1749"/>
                    <a:pt x="1072" y="1589"/>
                  </a:cubicBezTo>
                  <a:cubicBezTo>
                    <a:pt x="1075" y="1527"/>
                    <a:pt x="1082" y="1464"/>
                    <a:pt x="1086" y="1402"/>
                  </a:cubicBezTo>
                  <a:cubicBezTo>
                    <a:pt x="1093" y="1403"/>
                    <a:pt x="1100" y="1403"/>
                    <a:pt x="1108" y="1403"/>
                  </a:cubicBezTo>
                  <a:cubicBezTo>
                    <a:pt x="1136" y="1403"/>
                    <a:pt x="1164" y="1396"/>
                    <a:pt x="1190" y="1393"/>
                  </a:cubicBezTo>
                  <a:cubicBezTo>
                    <a:pt x="1234" y="1387"/>
                    <a:pt x="1275" y="1381"/>
                    <a:pt x="1316" y="1368"/>
                  </a:cubicBezTo>
                  <a:cubicBezTo>
                    <a:pt x="1404" y="1341"/>
                    <a:pt x="1489" y="1307"/>
                    <a:pt x="1571" y="1265"/>
                  </a:cubicBezTo>
                  <a:cubicBezTo>
                    <a:pt x="1734" y="1184"/>
                    <a:pt x="1871" y="1072"/>
                    <a:pt x="1999" y="943"/>
                  </a:cubicBezTo>
                  <a:cubicBezTo>
                    <a:pt x="2019" y="922"/>
                    <a:pt x="2004" y="892"/>
                    <a:pt x="1981" y="892"/>
                  </a:cubicBezTo>
                  <a:cubicBezTo>
                    <a:pt x="1976" y="892"/>
                    <a:pt x="1970" y="894"/>
                    <a:pt x="1963" y="899"/>
                  </a:cubicBezTo>
                  <a:cubicBezTo>
                    <a:pt x="1827" y="1001"/>
                    <a:pt x="1676" y="1082"/>
                    <a:pt x="1520" y="1151"/>
                  </a:cubicBezTo>
                  <a:cubicBezTo>
                    <a:pt x="1445" y="1186"/>
                    <a:pt x="1365" y="1216"/>
                    <a:pt x="1287" y="1242"/>
                  </a:cubicBezTo>
                  <a:cubicBezTo>
                    <a:pt x="1248" y="1254"/>
                    <a:pt x="1210" y="1266"/>
                    <a:pt x="1173" y="1282"/>
                  </a:cubicBezTo>
                  <a:cubicBezTo>
                    <a:pt x="1148" y="1293"/>
                    <a:pt x="1118" y="1298"/>
                    <a:pt x="1091" y="1308"/>
                  </a:cubicBezTo>
                  <a:cubicBezTo>
                    <a:pt x="1091" y="1296"/>
                    <a:pt x="1093" y="1282"/>
                    <a:pt x="1093" y="1270"/>
                  </a:cubicBezTo>
                  <a:lnTo>
                    <a:pt x="1097" y="1270"/>
                  </a:lnTo>
                  <a:cubicBezTo>
                    <a:pt x="1140" y="1254"/>
                    <a:pt x="1179" y="1245"/>
                    <a:pt x="1220" y="1223"/>
                  </a:cubicBezTo>
                  <a:cubicBezTo>
                    <a:pt x="1260" y="1199"/>
                    <a:pt x="1300" y="1178"/>
                    <a:pt x="1338" y="1150"/>
                  </a:cubicBezTo>
                  <a:cubicBezTo>
                    <a:pt x="1415" y="1094"/>
                    <a:pt x="1487" y="1034"/>
                    <a:pt x="1555" y="967"/>
                  </a:cubicBezTo>
                  <a:cubicBezTo>
                    <a:pt x="1621" y="899"/>
                    <a:pt x="1679" y="827"/>
                    <a:pt x="1734" y="753"/>
                  </a:cubicBezTo>
                  <a:cubicBezTo>
                    <a:pt x="1791" y="673"/>
                    <a:pt x="1830" y="590"/>
                    <a:pt x="1869" y="502"/>
                  </a:cubicBezTo>
                  <a:cubicBezTo>
                    <a:pt x="1873" y="492"/>
                    <a:pt x="1864" y="483"/>
                    <a:pt x="1855" y="483"/>
                  </a:cubicBezTo>
                  <a:cubicBezTo>
                    <a:pt x="1851" y="483"/>
                    <a:pt x="1847" y="485"/>
                    <a:pt x="1844" y="489"/>
                  </a:cubicBezTo>
                  <a:cubicBezTo>
                    <a:pt x="1785" y="557"/>
                    <a:pt x="1721" y="622"/>
                    <a:pt x="1659" y="689"/>
                  </a:cubicBezTo>
                  <a:cubicBezTo>
                    <a:pt x="1599" y="756"/>
                    <a:pt x="1534" y="820"/>
                    <a:pt x="1468" y="880"/>
                  </a:cubicBezTo>
                  <a:cubicBezTo>
                    <a:pt x="1403" y="940"/>
                    <a:pt x="1336" y="997"/>
                    <a:pt x="1267" y="1052"/>
                  </a:cubicBezTo>
                  <a:cubicBezTo>
                    <a:pt x="1231" y="1082"/>
                    <a:pt x="1198" y="1112"/>
                    <a:pt x="1160" y="1140"/>
                  </a:cubicBezTo>
                  <a:cubicBezTo>
                    <a:pt x="1137" y="1159"/>
                    <a:pt x="1118" y="1179"/>
                    <a:pt x="1097" y="1199"/>
                  </a:cubicBezTo>
                  <a:cubicBezTo>
                    <a:pt x="1122" y="1165"/>
                    <a:pt x="1146" y="1131"/>
                    <a:pt x="1168" y="1094"/>
                  </a:cubicBezTo>
                  <a:cubicBezTo>
                    <a:pt x="1225" y="1000"/>
                    <a:pt x="1278" y="904"/>
                    <a:pt x="1324" y="804"/>
                  </a:cubicBezTo>
                  <a:cubicBezTo>
                    <a:pt x="1370" y="703"/>
                    <a:pt x="1414" y="600"/>
                    <a:pt x="1447" y="492"/>
                  </a:cubicBezTo>
                  <a:cubicBezTo>
                    <a:pt x="1464" y="442"/>
                    <a:pt x="1480" y="392"/>
                    <a:pt x="1492" y="341"/>
                  </a:cubicBezTo>
                  <a:cubicBezTo>
                    <a:pt x="1498" y="315"/>
                    <a:pt x="1507" y="286"/>
                    <a:pt x="1511" y="259"/>
                  </a:cubicBezTo>
                  <a:cubicBezTo>
                    <a:pt x="1512" y="239"/>
                    <a:pt x="1506" y="220"/>
                    <a:pt x="1511" y="198"/>
                  </a:cubicBezTo>
                  <a:cubicBezTo>
                    <a:pt x="1512" y="188"/>
                    <a:pt x="1504" y="183"/>
                    <a:pt x="1496" y="183"/>
                  </a:cubicBezTo>
                  <a:cubicBezTo>
                    <a:pt x="1491" y="183"/>
                    <a:pt x="1486" y="185"/>
                    <a:pt x="1483" y="190"/>
                  </a:cubicBezTo>
                  <a:cubicBezTo>
                    <a:pt x="1473" y="211"/>
                    <a:pt x="1457" y="225"/>
                    <a:pt x="1446" y="243"/>
                  </a:cubicBezTo>
                  <a:cubicBezTo>
                    <a:pt x="1432" y="266"/>
                    <a:pt x="1421" y="295"/>
                    <a:pt x="1410" y="319"/>
                  </a:cubicBezTo>
                  <a:cubicBezTo>
                    <a:pt x="1387" y="369"/>
                    <a:pt x="1366" y="421"/>
                    <a:pt x="1343" y="472"/>
                  </a:cubicBezTo>
                  <a:cubicBezTo>
                    <a:pt x="1300" y="568"/>
                    <a:pt x="1259" y="665"/>
                    <a:pt x="1214" y="759"/>
                  </a:cubicBezTo>
                  <a:cubicBezTo>
                    <a:pt x="1170" y="854"/>
                    <a:pt x="1124" y="948"/>
                    <a:pt x="1078" y="1041"/>
                  </a:cubicBezTo>
                  <a:cubicBezTo>
                    <a:pt x="1036" y="1122"/>
                    <a:pt x="1002" y="1204"/>
                    <a:pt x="964" y="1286"/>
                  </a:cubicBezTo>
                  <a:cubicBezTo>
                    <a:pt x="1029" y="1083"/>
                    <a:pt x="1056" y="866"/>
                    <a:pt x="1084" y="655"/>
                  </a:cubicBezTo>
                  <a:cubicBezTo>
                    <a:pt x="1111" y="442"/>
                    <a:pt x="1151" y="223"/>
                    <a:pt x="1122" y="9"/>
                  </a:cubicBezTo>
                  <a:cubicBezTo>
                    <a:pt x="1121" y="3"/>
                    <a:pt x="1117" y="0"/>
                    <a:pt x="111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18;p15"/>
            <p:cNvSpPr/>
            <p:nvPr/>
          </p:nvSpPr>
          <p:spPr>
            <a:xfrm>
              <a:off x="242280" y="10137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1" y="1"/>
                  </a:moveTo>
                  <a:cubicBezTo>
                    <a:pt x="10" y="1"/>
                    <a:pt x="10" y="1"/>
                    <a:pt x="10" y="1"/>
                  </a:cubicBezTo>
                  <a:lnTo>
                    <a:pt x="10" y="1"/>
                  </a:lnTo>
                  <a:cubicBezTo>
                    <a:pt x="10" y="1"/>
                    <a:pt x="10" y="1"/>
                    <a:pt x="11" y="1"/>
                  </a:cubicBezTo>
                  <a:close/>
                  <a:moveTo>
                    <a:pt x="10" y="1"/>
                  </a:moveTo>
                  <a:cubicBezTo>
                    <a:pt x="6" y="1"/>
                    <a:pt x="4" y="3"/>
                    <a:pt x="1" y="4"/>
                  </a:cubicBezTo>
                  <a:cubicBezTo>
                    <a:pt x="4" y="4"/>
                    <a:pt x="5" y="3"/>
                    <a:pt x="6" y="3"/>
                  </a:cubicBezTo>
                  <a:cubicBezTo>
                    <a:pt x="8" y="1"/>
                    <a:pt x="9" y="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119;p15"/>
            <p:cNvSpPr/>
            <p:nvPr/>
          </p:nvSpPr>
          <p:spPr>
            <a:xfrm>
              <a:off x="228960" y="995040"/>
              <a:ext cx="18720" cy="19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29" h="230">
                  <a:moveTo>
                    <a:pt x="147" y="25"/>
                  </a:moveTo>
                  <a:cubicBezTo>
                    <a:pt x="152" y="28"/>
                    <a:pt x="156" y="31"/>
                    <a:pt x="160" y="34"/>
                  </a:cubicBezTo>
                  <a:lnTo>
                    <a:pt x="160" y="34"/>
                  </a:lnTo>
                  <a:cubicBezTo>
                    <a:pt x="158" y="32"/>
                    <a:pt x="155" y="31"/>
                    <a:pt x="153" y="29"/>
                  </a:cubicBezTo>
                  <a:cubicBezTo>
                    <a:pt x="151" y="28"/>
                    <a:pt x="149" y="27"/>
                    <a:pt x="147" y="25"/>
                  </a:cubicBezTo>
                  <a:close/>
                  <a:moveTo>
                    <a:pt x="98" y="1"/>
                  </a:moveTo>
                  <a:cubicBezTo>
                    <a:pt x="96" y="1"/>
                    <a:pt x="93" y="1"/>
                    <a:pt x="91" y="1"/>
                  </a:cubicBezTo>
                  <a:cubicBezTo>
                    <a:pt x="54" y="3"/>
                    <a:pt x="27" y="33"/>
                    <a:pt x="11" y="62"/>
                  </a:cubicBezTo>
                  <a:cubicBezTo>
                    <a:pt x="4" y="79"/>
                    <a:pt x="0" y="100"/>
                    <a:pt x="4" y="117"/>
                  </a:cubicBezTo>
                  <a:cubicBezTo>
                    <a:pt x="5" y="135"/>
                    <a:pt x="15" y="151"/>
                    <a:pt x="27" y="165"/>
                  </a:cubicBezTo>
                  <a:cubicBezTo>
                    <a:pt x="33" y="173"/>
                    <a:pt x="42" y="183"/>
                    <a:pt x="52" y="190"/>
                  </a:cubicBezTo>
                  <a:cubicBezTo>
                    <a:pt x="55" y="198"/>
                    <a:pt x="61" y="204"/>
                    <a:pt x="69" y="208"/>
                  </a:cubicBezTo>
                  <a:cubicBezTo>
                    <a:pt x="75" y="214"/>
                    <a:pt x="82" y="216"/>
                    <a:pt x="88" y="221"/>
                  </a:cubicBezTo>
                  <a:cubicBezTo>
                    <a:pt x="101" y="226"/>
                    <a:pt x="115" y="229"/>
                    <a:pt x="128" y="229"/>
                  </a:cubicBezTo>
                  <a:cubicBezTo>
                    <a:pt x="141" y="229"/>
                    <a:pt x="153" y="227"/>
                    <a:pt x="164" y="223"/>
                  </a:cubicBezTo>
                  <a:cubicBezTo>
                    <a:pt x="182" y="219"/>
                    <a:pt x="197" y="211"/>
                    <a:pt x="209" y="198"/>
                  </a:cubicBezTo>
                  <a:cubicBezTo>
                    <a:pt x="223" y="182"/>
                    <a:pt x="229" y="161"/>
                    <a:pt x="228" y="140"/>
                  </a:cubicBezTo>
                  <a:cubicBezTo>
                    <a:pt x="226" y="124"/>
                    <a:pt x="218" y="104"/>
                    <a:pt x="204" y="93"/>
                  </a:cubicBezTo>
                  <a:cubicBezTo>
                    <a:pt x="203" y="89"/>
                    <a:pt x="203" y="84"/>
                    <a:pt x="200" y="80"/>
                  </a:cubicBezTo>
                  <a:cubicBezTo>
                    <a:pt x="196" y="71"/>
                    <a:pt x="190" y="62"/>
                    <a:pt x="184" y="55"/>
                  </a:cubicBezTo>
                  <a:cubicBezTo>
                    <a:pt x="181" y="50"/>
                    <a:pt x="176" y="47"/>
                    <a:pt x="174" y="45"/>
                  </a:cubicBezTo>
                  <a:cubicBezTo>
                    <a:pt x="169" y="34"/>
                    <a:pt x="162" y="24"/>
                    <a:pt x="151" y="17"/>
                  </a:cubicBezTo>
                  <a:cubicBezTo>
                    <a:pt x="134" y="5"/>
                    <a:pt x="117" y="1"/>
                    <a:pt x="9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120;p15"/>
            <p:cNvSpPr/>
            <p:nvPr/>
          </p:nvSpPr>
          <p:spPr>
            <a:xfrm>
              <a:off x="482400" y="1399680"/>
              <a:ext cx="16920" cy="194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205" h="236">
                  <a:moveTo>
                    <a:pt x="100" y="0"/>
                  </a:moveTo>
                  <a:cubicBezTo>
                    <a:pt x="79" y="0"/>
                    <a:pt x="59" y="7"/>
                    <a:pt x="44" y="20"/>
                  </a:cubicBezTo>
                  <a:cubicBezTo>
                    <a:pt x="15" y="45"/>
                    <a:pt x="1" y="87"/>
                    <a:pt x="16" y="123"/>
                  </a:cubicBezTo>
                  <a:cubicBezTo>
                    <a:pt x="21" y="132"/>
                    <a:pt x="27" y="139"/>
                    <a:pt x="35" y="145"/>
                  </a:cubicBezTo>
                  <a:cubicBezTo>
                    <a:pt x="35" y="146"/>
                    <a:pt x="37" y="149"/>
                    <a:pt x="37" y="150"/>
                  </a:cubicBezTo>
                  <a:cubicBezTo>
                    <a:pt x="45" y="163"/>
                    <a:pt x="57" y="171"/>
                    <a:pt x="71" y="174"/>
                  </a:cubicBezTo>
                  <a:cubicBezTo>
                    <a:pt x="71" y="176"/>
                    <a:pt x="70" y="177"/>
                    <a:pt x="70" y="178"/>
                  </a:cubicBezTo>
                  <a:cubicBezTo>
                    <a:pt x="67" y="179"/>
                    <a:pt x="66" y="183"/>
                    <a:pt x="62" y="185"/>
                  </a:cubicBezTo>
                  <a:cubicBezTo>
                    <a:pt x="55" y="196"/>
                    <a:pt x="55" y="215"/>
                    <a:pt x="65" y="223"/>
                  </a:cubicBezTo>
                  <a:cubicBezTo>
                    <a:pt x="71" y="231"/>
                    <a:pt x="80" y="235"/>
                    <a:pt x="91" y="235"/>
                  </a:cubicBezTo>
                  <a:cubicBezTo>
                    <a:pt x="95" y="235"/>
                    <a:pt x="99" y="234"/>
                    <a:pt x="103" y="233"/>
                  </a:cubicBezTo>
                  <a:cubicBezTo>
                    <a:pt x="105" y="232"/>
                    <a:pt x="108" y="232"/>
                    <a:pt x="110" y="231"/>
                  </a:cubicBezTo>
                  <a:cubicBezTo>
                    <a:pt x="116" y="231"/>
                    <a:pt x="122" y="229"/>
                    <a:pt x="128" y="227"/>
                  </a:cubicBezTo>
                  <a:cubicBezTo>
                    <a:pt x="133" y="224"/>
                    <a:pt x="137" y="222"/>
                    <a:pt x="143" y="221"/>
                  </a:cubicBezTo>
                  <a:cubicBezTo>
                    <a:pt x="158" y="212"/>
                    <a:pt x="170" y="200"/>
                    <a:pt x="178" y="187"/>
                  </a:cubicBezTo>
                  <a:cubicBezTo>
                    <a:pt x="196" y="160"/>
                    <a:pt x="204" y="124"/>
                    <a:pt x="192" y="94"/>
                  </a:cubicBezTo>
                  <a:cubicBezTo>
                    <a:pt x="189" y="86"/>
                    <a:pt x="185" y="81"/>
                    <a:pt x="181" y="75"/>
                  </a:cubicBezTo>
                  <a:cubicBezTo>
                    <a:pt x="180" y="52"/>
                    <a:pt x="169" y="31"/>
                    <a:pt x="149" y="16"/>
                  </a:cubicBezTo>
                  <a:cubicBezTo>
                    <a:pt x="134" y="5"/>
                    <a:pt x="117" y="0"/>
                    <a:pt x="1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04160" y="457200"/>
            <a:ext cx="7703640" cy="4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0000" y="2571840"/>
            <a:ext cx="23360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3403800" y="2571840"/>
            <a:ext cx="23360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6087600" y="2571840"/>
            <a:ext cx="23360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702360" y="457200"/>
            <a:ext cx="77036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6" name="Google Shape;130;p16"/>
          <p:cNvGrpSpPr/>
          <p:nvPr/>
        </p:nvGrpSpPr>
        <p:grpSpPr>
          <a:xfrm>
            <a:off x="204120" y="388800"/>
            <a:ext cx="8197200" cy="4635360"/>
            <a:chOff x="204120" y="388800"/>
            <a:chExt cx="8197200" cy="4635360"/>
          </a:xfrm>
        </p:grpSpPr>
        <p:sp>
          <p:nvSpPr>
            <p:cNvPr id="37" name="Google Shape;131;p16"/>
            <p:cNvSpPr/>
            <p:nvPr/>
          </p:nvSpPr>
          <p:spPr>
            <a:xfrm>
              <a:off x="255960" y="909720"/>
              <a:ext cx="8145360" cy="4114440"/>
            </a:xfrm>
            <a:custGeom>
              <a:avLst/>
              <a:gdLst>
                <a:gd name="textAreaLeft" fmla="*/ 0 w 8145360"/>
                <a:gd name="textAreaRight" fmla="*/ 8145720 w 8145360"/>
                <a:gd name="textAreaTop" fmla="*/ 0 h 4114440"/>
                <a:gd name="textAreaBottom" fmla="*/ 4114800 h 4114440"/>
              </a:gdLst>
              <a:ahLst/>
              <a:cxnLst/>
              <a:rect l="textAreaLeft" t="textAreaTop" r="textAreaRight" b="textAreaBottom"/>
              <a:pathLst>
                <a:path w="97112" h="48862">
                  <a:moveTo>
                    <a:pt x="386" y="3780"/>
                  </a:moveTo>
                  <a:cubicBezTo>
                    <a:pt x="716" y="4528"/>
                    <a:pt x="988" y="5304"/>
                    <a:pt x="1199" y="6093"/>
                  </a:cubicBezTo>
                  <a:cubicBezTo>
                    <a:pt x="1351" y="6652"/>
                    <a:pt x="1471" y="7218"/>
                    <a:pt x="1562" y="7789"/>
                  </a:cubicBezTo>
                  <a:cubicBezTo>
                    <a:pt x="1534" y="7746"/>
                    <a:pt x="1506" y="7705"/>
                    <a:pt x="1476" y="7665"/>
                  </a:cubicBezTo>
                  <a:cubicBezTo>
                    <a:pt x="1259" y="7342"/>
                    <a:pt x="1084" y="6994"/>
                    <a:pt x="957" y="6626"/>
                  </a:cubicBezTo>
                  <a:cubicBezTo>
                    <a:pt x="883" y="6416"/>
                    <a:pt x="825" y="6199"/>
                    <a:pt x="784" y="5981"/>
                  </a:cubicBezTo>
                  <a:cubicBezTo>
                    <a:pt x="743" y="5764"/>
                    <a:pt x="725" y="5545"/>
                    <a:pt x="692" y="5329"/>
                  </a:cubicBezTo>
                  <a:cubicBezTo>
                    <a:pt x="689" y="5305"/>
                    <a:pt x="668" y="5293"/>
                    <a:pt x="648" y="5293"/>
                  </a:cubicBezTo>
                  <a:cubicBezTo>
                    <a:pt x="627" y="5293"/>
                    <a:pt x="607" y="5305"/>
                    <a:pt x="605" y="5331"/>
                  </a:cubicBezTo>
                  <a:cubicBezTo>
                    <a:pt x="593" y="5556"/>
                    <a:pt x="627" y="5780"/>
                    <a:pt x="669" y="6000"/>
                  </a:cubicBezTo>
                  <a:cubicBezTo>
                    <a:pt x="711" y="6225"/>
                    <a:pt x="771" y="6446"/>
                    <a:pt x="847" y="6663"/>
                  </a:cubicBezTo>
                  <a:cubicBezTo>
                    <a:pt x="914" y="6857"/>
                    <a:pt x="995" y="7047"/>
                    <a:pt x="1089" y="7231"/>
                  </a:cubicBezTo>
                  <a:cubicBezTo>
                    <a:pt x="840" y="6982"/>
                    <a:pt x="583" y="6738"/>
                    <a:pt x="413" y="6427"/>
                  </a:cubicBezTo>
                  <a:cubicBezTo>
                    <a:pt x="120" y="5887"/>
                    <a:pt x="117" y="5254"/>
                    <a:pt x="205" y="4661"/>
                  </a:cubicBezTo>
                  <a:cubicBezTo>
                    <a:pt x="248" y="4365"/>
                    <a:pt x="314" y="4071"/>
                    <a:pt x="386" y="3780"/>
                  </a:cubicBezTo>
                  <a:close/>
                  <a:moveTo>
                    <a:pt x="3313" y="6991"/>
                  </a:moveTo>
                  <a:lnTo>
                    <a:pt x="3313" y="6991"/>
                  </a:lnTo>
                  <a:cubicBezTo>
                    <a:pt x="3383" y="8269"/>
                    <a:pt x="3036" y="9585"/>
                    <a:pt x="2378" y="10678"/>
                  </a:cubicBezTo>
                  <a:cubicBezTo>
                    <a:pt x="2228" y="10928"/>
                    <a:pt x="2060" y="11167"/>
                    <a:pt x="1878" y="11393"/>
                  </a:cubicBezTo>
                  <a:cubicBezTo>
                    <a:pt x="1954" y="10973"/>
                    <a:pt x="2058" y="10561"/>
                    <a:pt x="2191" y="10154"/>
                  </a:cubicBezTo>
                  <a:cubicBezTo>
                    <a:pt x="2350" y="9673"/>
                    <a:pt x="2556" y="9216"/>
                    <a:pt x="2775" y="8761"/>
                  </a:cubicBezTo>
                  <a:cubicBezTo>
                    <a:pt x="2796" y="8718"/>
                    <a:pt x="2754" y="8678"/>
                    <a:pt x="2714" y="8678"/>
                  </a:cubicBezTo>
                  <a:cubicBezTo>
                    <a:pt x="2698" y="8678"/>
                    <a:pt x="2681" y="8685"/>
                    <a:pt x="2671" y="8702"/>
                  </a:cubicBezTo>
                  <a:cubicBezTo>
                    <a:pt x="2418" y="9149"/>
                    <a:pt x="2224" y="9633"/>
                    <a:pt x="2065" y="10118"/>
                  </a:cubicBezTo>
                  <a:cubicBezTo>
                    <a:pt x="1926" y="10540"/>
                    <a:pt x="1819" y="10970"/>
                    <a:pt x="1741" y="11407"/>
                  </a:cubicBezTo>
                  <a:cubicBezTo>
                    <a:pt x="1807" y="10389"/>
                    <a:pt x="1976" y="9371"/>
                    <a:pt x="2385" y="8431"/>
                  </a:cubicBezTo>
                  <a:cubicBezTo>
                    <a:pt x="2615" y="7905"/>
                    <a:pt x="2923" y="7412"/>
                    <a:pt x="3313" y="6991"/>
                  </a:cubicBezTo>
                  <a:close/>
                  <a:moveTo>
                    <a:pt x="2857" y="1"/>
                  </a:moveTo>
                  <a:cubicBezTo>
                    <a:pt x="2843" y="1"/>
                    <a:pt x="2829" y="7"/>
                    <a:pt x="2818" y="21"/>
                  </a:cubicBezTo>
                  <a:cubicBezTo>
                    <a:pt x="2291" y="736"/>
                    <a:pt x="1913" y="1558"/>
                    <a:pt x="1710" y="2422"/>
                  </a:cubicBezTo>
                  <a:cubicBezTo>
                    <a:pt x="1598" y="2903"/>
                    <a:pt x="1544" y="3394"/>
                    <a:pt x="1511" y="3886"/>
                  </a:cubicBezTo>
                  <a:cubicBezTo>
                    <a:pt x="1478" y="4388"/>
                    <a:pt x="1462" y="4892"/>
                    <a:pt x="1450" y="5395"/>
                  </a:cubicBezTo>
                  <a:cubicBezTo>
                    <a:pt x="1443" y="5680"/>
                    <a:pt x="1438" y="5966"/>
                    <a:pt x="1436" y="6249"/>
                  </a:cubicBezTo>
                  <a:cubicBezTo>
                    <a:pt x="1436" y="6369"/>
                    <a:pt x="1432" y="6491"/>
                    <a:pt x="1432" y="6614"/>
                  </a:cubicBezTo>
                  <a:cubicBezTo>
                    <a:pt x="1304" y="6060"/>
                    <a:pt x="1149" y="5512"/>
                    <a:pt x="967" y="4975"/>
                  </a:cubicBezTo>
                  <a:cubicBezTo>
                    <a:pt x="806" y="4503"/>
                    <a:pt x="622" y="4040"/>
                    <a:pt x="422" y="3583"/>
                  </a:cubicBezTo>
                  <a:cubicBezTo>
                    <a:pt x="412" y="3561"/>
                    <a:pt x="387" y="3549"/>
                    <a:pt x="364" y="3549"/>
                  </a:cubicBezTo>
                  <a:cubicBezTo>
                    <a:pt x="341" y="3549"/>
                    <a:pt x="320" y="3560"/>
                    <a:pt x="313" y="3585"/>
                  </a:cubicBezTo>
                  <a:cubicBezTo>
                    <a:pt x="149" y="4195"/>
                    <a:pt x="0" y="4824"/>
                    <a:pt x="29" y="5461"/>
                  </a:cubicBezTo>
                  <a:cubicBezTo>
                    <a:pt x="43" y="5764"/>
                    <a:pt x="103" y="6067"/>
                    <a:pt x="228" y="6346"/>
                  </a:cubicBezTo>
                  <a:cubicBezTo>
                    <a:pt x="357" y="6632"/>
                    <a:pt x="556" y="6873"/>
                    <a:pt x="774" y="7097"/>
                  </a:cubicBezTo>
                  <a:cubicBezTo>
                    <a:pt x="1018" y="7346"/>
                    <a:pt x="1282" y="7583"/>
                    <a:pt x="1473" y="7880"/>
                  </a:cubicBezTo>
                  <a:cubicBezTo>
                    <a:pt x="1485" y="7897"/>
                    <a:pt x="1501" y="7904"/>
                    <a:pt x="1516" y="7904"/>
                  </a:cubicBezTo>
                  <a:cubicBezTo>
                    <a:pt x="1539" y="7904"/>
                    <a:pt x="1560" y="7889"/>
                    <a:pt x="1571" y="7867"/>
                  </a:cubicBezTo>
                  <a:cubicBezTo>
                    <a:pt x="1611" y="8131"/>
                    <a:pt x="1648" y="8398"/>
                    <a:pt x="1677" y="8664"/>
                  </a:cubicBezTo>
                  <a:cubicBezTo>
                    <a:pt x="1731" y="9146"/>
                    <a:pt x="1762" y="9629"/>
                    <a:pt x="1776" y="10114"/>
                  </a:cubicBezTo>
                  <a:cubicBezTo>
                    <a:pt x="1718" y="10450"/>
                    <a:pt x="1677" y="10789"/>
                    <a:pt x="1650" y="11129"/>
                  </a:cubicBezTo>
                  <a:cubicBezTo>
                    <a:pt x="1592" y="10866"/>
                    <a:pt x="1507" y="10606"/>
                    <a:pt x="1416" y="10356"/>
                  </a:cubicBezTo>
                  <a:cubicBezTo>
                    <a:pt x="1328" y="10119"/>
                    <a:pt x="1227" y="9887"/>
                    <a:pt x="1115" y="9661"/>
                  </a:cubicBezTo>
                  <a:cubicBezTo>
                    <a:pt x="1038" y="9505"/>
                    <a:pt x="957" y="9349"/>
                    <a:pt x="863" y="9201"/>
                  </a:cubicBezTo>
                  <a:cubicBezTo>
                    <a:pt x="896" y="9184"/>
                    <a:pt x="927" y="9145"/>
                    <a:pt x="946" y="9124"/>
                  </a:cubicBezTo>
                  <a:cubicBezTo>
                    <a:pt x="988" y="9079"/>
                    <a:pt x="1018" y="9011"/>
                    <a:pt x="1046" y="8955"/>
                  </a:cubicBezTo>
                  <a:cubicBezTo>
                    <a:pt x="1072" y="8899"/>
                    <a:pt x="1097" y="8841"/>
                    <a:pt x="1117" y="8783"/>
                  </a:cubicBezTo>
                  <a:cubicBezTo>
                    <a:pt x="1141" y="8714"/>
                    <a:pt x="1154" y="8643"/>
                    <a:pt x="1167" y="8574"/>
                  </a:cubicBezTo>
                  <a:cubicBezTo>
                    <a:pt x="1180" y="8503"/>
                    <a:pt x="1172" y="8432"/>
                    <a:pt x="1164" y="8362"/>
                  </a:cubicBezTo>
                  <a:cubicBezTo>
                    <a:pt x="1162" y="8342"/>
                    <a:pt x="1144" y="8331"/>
                    <a:pt x="1127" y="8331"/>
                  </a:cubicBezTo>
                  <a:cubicBezTo>
                    <a:pt x="1112" y="8331"/>
                    <a:pt x="1097" y="8338"/>
                    <a:pt x="1092" y="8354"/>
                  </a:cubicBezTo>
                  <a:cubicBezTo>
                    <a:pt x="1072" y="8411"/>
                    <a:pt x="1048" y="8467"/>
                    <a:pt x="1031" y="8526"/>
                  </a:cubicBezTo>
                  <a:cubicBezTo>
                    <a:pt x="1015" y="8586"/>
                    <a:pt x="994" y="8643"/>
                    <a:pt x="973" y="8702"/>
                  </a:cubicBezTo>
                  <a:cubicBezTo>
                    <a:pt x="962" y="8731"/>
                    <a:pt x="952" y="8758"/>
                    <a:pt x="941" y="8786"/>
                  </a:cubicBezTo>
                  <a:cubicBezTo>
                    <a:pt x="939" y="8750"/>
                    <a:pt x="935" y="8712"/>
                    <a:pt x="928" y="8675"/>
                  </a:cubicBezTo>
                  <a:cubicBezTo>
                    <a:pt x="913" y="8591"/>
                    <a:pt x="891" y="8505"/>
                    <a:pt x="859" y="8427"/>
                  </a:cubicBezTo>
                  <a:cubicBezTo>
                    <a:pt x="845" y="8388"/>
                    <a:pt x="824" y="8350"/>
                    <a:pt x="802" y="8314"/>
                  </a:cubicBezTo>
                  <a:cubicBezTo>
                    <a:pt x="780" y="8278"/>
                    <a:pt x="751" y="8258"/>
                    <a:pt x="726" y="8226"/>
                  </a:cubicBezTo>
                  <a:cubicBezTo>
                    <a:pt x="722" y="8220"/>
                    <a:pt x="716" y="8218"/>
                    <a:pt x="711" y="8218"/>
                  </a:cubicBezTo>
                  <a:cubicBezTo>
                    <a:pt x="698" y="8218"/>
                    <a:pt x="686" y="8232"/>
                    <a:pt x="691" y="8248"/>
                  </a:cubicBezTo>
                  <a:cubicBezTo>
                    <a:pt x="699" y="8273"/>
                    <a:pt x="694" y="8281"/>
                    <a:pt x="697" y="8305"/>
                  </a:cubicBezTo>
                  <a:cubicBezTo>
                    <a:pt x="697" y="8324"/>
                    <a:pt x="705" y="8345"/>
                    <a:pt x="711" y="8365"/>
                  </a:cubicBezTo>
                  <a:cubicBezTo>
                    <a:pt x="721" y="8400"/>
                    <a:pt x="729" y="8437"/>
                    <a:pt x="738" y="8472"/>
                  </a:cubicBezTo>
                  <a:cubicBezTo>
                    <a:pt x="758" y="8548"/>
                    <a:pt x="774" y="8623"/>
                    <a:pt x="782" y="8700"/>
                  </a:cubicBezTo>
                  <a:cubicBezTo>
                    <a:pt x="791" y="8775"/>
                    <a:pt x="796" y="8852"/>
                    <a:pt x="795" y="8928"/>
                  </a:cubicBezTo>
                  <a:cubicBezTo>
                    <a:pt x="795" y="8966"/>
                    <a:pt x="788" y="9005"/>
                    <a:pt x="791" y="9044"/>
                  </a:cubicBezTo>
                  <a:cubicBezTo>
                    <a:pt x="792" y="9063"/>
                    <a:pt x="795" y="9079"/>
                    <a:pt x="799" y="9096"/>
                  </a:cubicBezTo>
                  <a:cubicBezTo>
                    <a:pt x="799" y="9097"/>
                    <a:pt x="798" y="9098"/>
                    <a:pt x="798" y="9099"/>
                  </a:cubicBezTo>
                  <a:cubicBezTo>
                    <a:pt x="776" y="9068"/>
                    <a:pt x="754" y="9037"/>
                    <a:pt x="731" y="9008"/>
                  </a:cubicBezTo>
                  <a:cubicBezTo>
                    <a:pt x="727" y="9004"/>
                    <a:pt x="725" y="9002"/>
                    <a:pt x="722" y="9000"/>
                  </a:cubicBezTo>
                  <a:cubicBezTo>
                    <a:pt x="718" y="8959"/>
                    <a:pt x="709" y="8918"/>
                    <a:pt x="702" y="8879"/>
                  </a:cubicBezTo>
                  <a:cubicBezTo>
                    <a:pt x="686" y="8800"/>
                    <a:pt x="656" y="8722"/>
                    <a:pt x="625" y="8646"/>
                  </a:cubicBezTo>
                  <a:cubicBezTo>
                    <a:pt x="594" y="8574"/>
                    <a:pt x="563" y="8499"/>
                    <a:pt x="521" y="8433"/>
                  </a:cubicBezTo>
                  <a:cubicBezTo>
                    <a:pt x="500" y="8400"/>
                    <a:pt x="477" y="8367"/>
                    <a:pt x="452" y="8339"/>
                  </a:cubicBezTo>
                  <a:cubicBezTo>
                    <a:pt x="441" y="8325"/>
                    <a:pt x="429" y="8308"/>
                    <a:pt x="414" y="8297"/>
                  </a:cubicBezTo>
                  <a:cubicBezTo>
                    <a:pt x="401" y="8286"/>
                    <a:pt x="385" y="8284"/>
                    <a:pt x="369" y="8275"/>
                  </a:cubicBezTo>
                  <a:cubicBezTo>
                    <a:pt x="368" y="8275"/>
                    <a:pt x="368" y="8275"/>
                    <a:pt x="367" y="8275"/>
                  </a:cubicBezTo>
                  <a:cubicBezTo>
                    <a:pt x="362" y="8275"/>
                    <a:pt x="358" y="8279"/>
                    <a:pt x="359" y="8284"/>
                  </a:cubicBezTo>
                  <a:cubicBezTo>
                    <a:pt x="362" y="8299"/>
                    <a:pt x="358" y="8316"/>
                    <a:pt x="363" y="8330"/>
                  </a:cubicBezTo>
                  <a:cubicBezTo>
                    <a:pt x="368" y="8347"/>
                    <a:pt x="378" y="8365"/>
                    <a:pt x="385" y="8382"/>
                  </a:cubicBezTo>
                  <a:cubicBezTo>
                    <a:pt x="400" y="8416"/>
                    <a:pt x="416" y="8449"/>
                    <a:pt x="431" y="8483"/>
                  </a:cubicBezTo>
                  <a:cubicBezTo>
                    <a:pt x="463" y="8553"/>
                    <a:pt x="497" y="8621"/>
                    <a:pt x="524" y="8692"/>
                  </a:cubicBezTo>
                  <a:cubicBezTo>
                    <a:pt x="550" y="8761"/>
                    <a:pt x="570" y="8829"/>
                    <a:pt x="590" y="8898"/>
                  </a:cubicBezTo>
                  <a:cubicBezTo>
                    <a:pt x="549" y="8851"/>
                    <a:pt x="508" y="8805"/>
                    <a:pt x="466" y="8758"/>
                  </a:cubicBezTo>
                  <a:cubicBezTo>
                    <a:pt x="373" y="8656"/>
                    <a:pt x="270" y="8559"/>
                    <a:pt x="164" y="8471"/>
                  </a:cubicBezTo>
                  <a:cubicBezTo>
                    <a:pt x="158" y="8466"/>
                    <a:pt x="153" y="8464"/>
                    <a:pt x="148" y="8464"/>
                  </a:cubicBezTo>
                  <a:cubicBezTo>
                    <a:pt x="128" y="8464"/>
                    <a:pt x="113" y="8491"/>
                    <a:pt x="125" y="8510"/>
                  </a:cubicBezTo>
                  <a:cubicBezTo>
                    <a:pt x="200" y="8626"/>
                    <a:pt x="286" y="8734"/>
                    <a:pt x="378" y="8837"/>
                  </a:cubicBezTo>
                  <a:cubicBezTo>
                    <a:pt x="423" y="8888"/>
                    <a:pt x="469" y="8937"/>
                    <a:pt x="515" y="8988"/>
                  </a:cubicBezTo>
                  <a:lnTo>
                    <a:pt x="516" y="8989"/>
                  </a:lnTo>
                  <a:cubicBezTo>
                    <a:pt x="478" y="8971"/>
                    <a:pt x="438" y="8955"/>
                    <a:pt x="400" y="8936"/>
                  </a:cubicBezTo>
                  <a:cubicBezTo>
                    <a:pt x="299" y="8887"/>
                    <a:pt x="208" y="8822"/>
                    <a:pt x="112" y="8764"/>
                  </a:cubicBezTo>
                  <a:cubicBezTo>
                    <a:pt x="107" y="8760"/>
                    <a:pt x="101" y="8759"/>
                    <a:pt x="95" y="8759"/>
                  </a:cubicBezTo>
                  <a:cubicBezTo>
                    <a:pt x="72" y="8759"/>
                    <a:pt x="51" y="8785"/>
                    <a:pt x="71" y="8810"/>
                  </a:cubicBezTo>
                  <a:cubicBezTo>
                    <a:pt x="149" y="8904"/>
                    <a:pt x="247" y="8967"/>
                    <a:pt x="356" y="9024"/>
                  </a:cubicBezTo>
                  <a:cubicBezTo>
                    <a:pt x="408" y="9049"/>
                    <a:pt x="460" y="9071"/>
                    <a:pt x="516" y="9088"/>
                  </a:cubicBezTo>
                  <a:cubicBezTo>
                    <a:pt x="545" y="9097"/>
                    <a:pt x="576" y="9107"/>
                    <a:pt x="605" y="9112"/>
                  </a:cubicBezTo>
                  <a:cubicBezTo>
                    <a:pt x="620" y="9114"/>
                    <a:pt x="633" y="9114"/>
                    <a:pt x="645" y="9115"/>
                  </a:cubicBezTo>
                  <a:cubicBezTo>
                    <a:pt x="648" y="9119"/>
                    <a:pt x="653" y="9119"/>
                    <a:pt x="655" y="9121"/>
                  </a:cubicBezTo>
                  <a:cubicBezTo>
                    <a:pt x="638" y="9126"/>
                    <a:pt x="621" y="9132"/>
                    <a:pt x="604" y="9139"/>
                  </a:cubicBezTo>
                  <a:cubicBezTo>
                    <a:pt x="550" y="9158"/>
                    <a:pt x="491" y="9168"/>
                    <a:pt x="435" y="9174"/>
                  </a:cubicBezTo>
                  <a:cubicBezTo>
                    <a:pt x="414" y="9176"/>
                    <a:pt x="394" y="9177"/>
                    <a:pt x="373" y="9177"/>
                  </a:cubicBezTo>
                  <a:cubicBezTo>
                    <a:pt x="281" y="9177"/>
                    <a:pt x="190" y="9155"/>
                    <a:pt x="107" y="9113"/>
                  </a:cubicBezTo>
                  <a:cubicBezTo>
                    <a:pt x="100" y="9110"/>
                    <a:pt x="94" y="9108"/>
                    <a:pt x="88" y="9108"/>
                  </a:cubicBezTo>
                  <a:cubicBezTo>
                    <a:pt x="47" y="9108"/>
                    <a:pt x="17" y="9176"/>
                    <a:pt x="60" y="9200"/>
                  </a:cubicBezTo>
                  <a:cubicBezTo>
                    <a:pt x="159" y="9256"/>
                    <a:pt x="269" y="9285"/>
                    <a:pt x="382" y="9285"/>
                  </a:cubicBezTo>
                  <a:cubicBezTo>
                    <a:pt x="402" y="9285"/>
                    <a:pt x="422" y="9284"/>
                    <a:pt x="442" y="9282"/>
                  </a:cubicBezTo>
                  <a:cubicBezTo>
                    <a:pt x="508" y="9277"/>
                    <a:pt x="568" y="9257"/>
                    <a:pt x="627" y="9228"/>
                  </a:cubicBezTo>
                  <a:cubicBezTo>
                    <a:pt x="656" y="9214"/>
                    <a:pt x="683" y="9200"/>
                    <a:pt x="707" y="9176"/>
                  </a:cubicBezTo>
                  <a:cubicBezTo>
                    <a:pt x="715" y="9168"/>
                    <a:pt x="725" y="9161"/>
                    <a:pt x="733" y="9153"/>
                  </a:cubicBezTo>
                  <a:cubicBezTo>
                    <a:pt x="830" y="9334"/>
                    <a:pt x="938" y="9511"/>
                    <a:pt x="1028" y="9696"/>
                  </a:cubicBezTo>
                  <a:cubicBezTo>
                    <a:pt x="1137" y="9916"/>
                    <a:pt x="1232" y="10142"/>
                    <a:pt x="1317" y="10372"/>
                  </a:cubicBezTo>
                  <a:cubicBezTo>
                    <a:pt x="1402" y="10606"/>
                    <a:pt x="1477" y="10843"/>
                    <a:pt x="1538" y="11084"/>
                  </a:cubicBezTo>
                  <a:cubicBezTo>
                    <a:pt x="1570" y="11211"/>
                    <a:pt x="1597" y="11338"/>
                    <a:pt x="1626" y="11464"/>
                  </a:cubicBezTo>
                  <a:cubicBezTo>
                    <a:pt x="1594" y="12029"/>
                    <a:pt x="1361" y="22502"/>
                    <a:pt x="1336" y="27150"/>
                  </a:cubicBezTo>
                  <a:cubicBezTo>
                    <a:pt x="1311" y="31762"/>
                    <a:pt x="1304" y="36371"/>
                    <a:pt x="1366" y="40982"/>
                  </a:cubicBezTo>
                  <a:cubicBezTo>
                    <a:pt x="1384" y="42279"/>
                    <a:pt x="1405" y="43576"/>
                    <a:pt x="1432" y="44874"/>
                  </a:cubicBezTo>
                  <a:cubicBezTo>
                    <a:pt x="1445" y="45533"/>
                    <a:pt x="1461" y="46190"/>
                    <a:pt x="1476" y="46849"/>
                  </a:cubicBezTo>
                  <a:cubicBezTo>
                    <a:pt x="1290" y="46852"/>
                    <a:pt x="1103" y="46853"/>
                    <a:pt x="916" y="46854"/>
                  </a:cubicBezTo>
                  <a:cubicBezTo>
                    <a:pt x="724" y="46857"/>
                    <a:pt x="689" y="47155"/>
                    <a:pt x="883" y="47155"/>
                  </a:cubicBezTo>
                  <a:cubicBezTo>
                    <a:pt x="884" y="47155"/>
                    <a:pt x="884" y="47155"/>
                    <a:pt x="884" y="47155"/>
                  </a:cubicBezTo>
                  <a:cubicBezTo>
                    <a:pt x="1083" y="47154"/>
                    <a:pt x="1282" y="47153"/>
                    <a:pt x="1480" y="47151"/>
                  </a:cubicBezTo>
                  <a:lnTo>
                    <a:pt x="1480" y="47151"/>
                  </a:lnTo>
                  <a:cubicBezTo>
                    <a:pt x="1484" y="47703"/>
                    <a:pt x="1474" y="48265"/>
                    <a:pt x="1589" y="48801"/>
                  </a:cubicBezTo>
                  <a:cubicBezTo>
                    <a:pt x="1598" y="48841"/>
                    <a:pt x="1631" y="48861"/>
                    <a:pt x="1663" y="48861"/>
                  </a:cubicBezTo>
                  <a:cubicBezTo>
                    <a:pt x="1697" y="48861"/>
                    <a:pt x="1731" y="48840"/>
                    <a:pt x="1738" y="48797"/>
                  </a:cubicBezTo>
                  <a:cubicBezTo>
                    <a:pt x="1760" y="48657"/>
                    <a:pt x="1789" y="48518"/>
                    <a:pt x="1792" y="48378"/>
                  </a:cubicBezTo>
                  <a:cubicBezTo>
                    <a:pt x="1796" y="48237"/>
                    <a:pt x="1786" y="48094"/>
                    <a:pt x="1782" y="47952"/>
                  </a:cubicBezTo>
                  <a:cubicBezTo>
                    <a:pt x="1775" y="47686"/>
                    <a:pt x="1768" y="47418"/>
                    <a:pt x="1763" y="47150"/>
                  </a:cubicBezTo>
                  <a:cubicBezTo>
                    <a:pt x="14183" y="47050"/>
                    <a:pt x="26604" y="46964"/>
                    <a:pt x="39024" y="46931"/>
                  </a:cubicBezTo>
                  <a:cubicBezTo>
                    <a:pt x="43671" y="46919"/>
                    <a:pt x="48318" y="46912"/>
                    <a:pt x="52964" y="46912"/>
                  </a:cubicBezTo>
                  <a:cubicBezTo>
                    <a:pt x="60909" y="46912"/>
                    <a:pt x="68853" y="46931"/>
                    <a:pt x="76798" y="46967"/>
                  </a:cubicBezTo>
                  <a:cubicBezTo>
                    <a:pt x="80333" y="46984"/>
                    <a:pt x="83867" y="47002"/>
                    <a:pt x="87401" y="47027"/>
                  </a:cubicBezTo>
                  <a:cubicBezTo>
                    <a:pt x="89206" y="47039"/>
                    <a:pt x="91012" y="47051"/>
                    <a:pt x="92817" y="47066"/>
                  </a:cubicBezTo>
                  <a:cubicBezTo>
                    <a:pt x="93853" y="47074"/>
                    <a:pt x="94889" y="47098"/>
                    <a:pt x="95926" y="47098"/>
                  </a:cubicBezTo>
                  <a:cubicBezTo>
                    <a:pt x="96283" y="47098"/>
                    <a:pt x="96641" y="47095"/>
                    <a:pt x="96998" y="47088"/>
                  </a:cubicBezTo>
                  <a:cubicBezTo>
                    <a:pt x="97006" y="47069"/>
                    <a:pt x="97013" y="47053"/>
                    <a:pt x="97020" y="47034"/>
                  </a:cubicBezTo>
                  <a:cubicBezTo>
                    <a:pt x="97046" y="46962"/>
                    <a:pt x="97070" y="46889"/>
                    <a:pt x="97091" y="46815"/>
                  </a:cubicBezTo>
                  <a:cubicBezTo>
                    <a:pt x="97098" y="46789"/>
                    <a:pt x="97105" y="46763"/>
                    <a:pt x="97112" y="46736"/>
                  </a:cubicBezTo>
                  <a:cubicBezTo>
                    <a:pt x="95824" y="46686"/>
                    <a:pt x="94533" y="46702"/>
                    <a:pt x="93246" y="46693"/>
                  </a:cubicBezTo>
                  <a:cubicBezTo>
                    <a:pt x="91633" y="46682"/>
                    <a:pt x="90020" y="46672"/>
                    <a:pt x="88409" y="46662"/>
                  </a:cubicBezTo>
                  <a:cubicBezTo>
                    <a:pt x="85258" y="46643"/>
                    <a:pt x="82108" y="46627"/>
                    <a:pt x="78956" y="46613"/>
                  </a:cubicBezTo>
                  <a:cubicBezTo>
                    <a:pt x="72683" y="46585"/>
                    <a:pt x="66409" y="46569"/>
                    <a:pt x="60136" y="46563"/>
                  </a:cubicBezTo>
                  <a:cubicBezTo>
                    <a:pt x="58631" y="46562"/>
                    <a:pt x="57126" y="46561"/>
                    <a:pt x="55620" y="46561"/>
                  </a:cubicBezTo>
                  <a:cubicBezTo>
                    <a:pt x="44535" y="46561"/>
                    <a:pt x="33449" y="46597"/>
                    <a:pt x="22364" y="46665"/>
                  </a:cubicBezTo>
                  <a:cubicBezTo>
                    <a:pt x="15494" y="46708"/>
                    <a:pt x="8626" y="46765"/>
                    <a:pt x="1758" y="46845"/>
                  </a:cubicBezTo>
                  <a:cubicBezTo>
                    <a:pt x="1746" y="46327"/>
                    <a:pt x="1734" y="45810"/>
                    <a:pt x="1723" y="45291"/>
                  </a:cubicBezTo>
                  <a:cubicBezTo>
                    <a:pt x="1698" y="44123"/>
                    <a:pt x="1675" y="42955"/>
                    <a:pt x="1654" y="41786"/>
                  </a:cubicBezTo>
                  <a:cubicBezTo>
                    <a:pt x="1611" y="39479"/>
                    <a:pt x="1582" y="37170"/>
                    <a:pt x="1564" y="34861"/>
                  </a:cubicBezTo>
                  <a:cubicBezTo>
                    <a:pt x="1527" y="30248"/>
                    <a:pt x="1529" y="25635"/>
                    <a:pt x="1595" y="21022"/>
                  </a:cubicBezTo>
                  <a:cubicBezTo>
                    <a:pt x="1632" y="18422"/>
                    <a:pt x="1704" y="12266"/>
                    <a:pt x="1720" y="11821"/>
                  </a:cubicBezTo>
                  <a:cubicBezTo>
                    <a:pt x="1723" y="11823"/>
                    <a:pt x="1727" y="11823"/>
                    <a:pt x="1730" y="11823"/>
                  </a:cubicBezTo>
                  <a:cubicBezTo>
                    <a:pt x="1737" y="11823"/>
                    <a:pt x="1743" y="11820"/>
                    <a:pt x="1743" y="11809"/>
                  </a:cubicBezTo>
                  <a:cubicBezTo>
                    <a:pt x="1742" y="11765"/>
                    <a:pt x="1740" y="11722"/>
                    <a:pt x="1736" y="11678"/>
                  </a:cubicBezTo>
                  <a:lnTo>
                    <a:pt x="1736" y="11678"/>
                  </a:lnTo>
                  <a:cubicBezTo>
                    <a:pt x="1747" y="11684"/>
                    <a:pt x="1759" y="11687"/>
                    <a:pt x="1771" y="11687"/>
                  </a:cubicBezTo>
                  <a:cubicBezTo>
                    <a:pt x="1791" y="11687"/>
                    <a:pt x="1811" y="11679"/>
                    <a:pt x="1825" y="11663"/>
                  </a:cubicBezTo>
                  <a:cubicBezTo>
                    <a:pt x="2728" y="10645"/>
                    <a:pt x="3296" y="9333"/>
                    <a:pt x="3423" y="7978"/>
                  </a:cubicBezTo>
                  <a:cubicBezTo>
                    <a:pt x="3460" y="7598"/>
                    <a:pt x="3454" y="7219"/>
                    <a:pt x="3425" y="6839"/>
                  </a:cubicBezTo>
                  <a:cubicBezTo>
                    <a:pt x="3423" y="6809"/>
                    <a:pt x="3392" y="6788"/>
                    <a:pt x="3363" y="6788"/>
                  </a:cubicBezTo>
                  <a:cubicBezTo>
                    <a:pt x="3351" y="6788"/>
                    <a:pt x="3338" y="6792"/>
                    <a:pt x="3329" y="6801"/>
                  </a:cubicBezTo>
                  <a:cubicBezTo>
                    <a:pt x="2548" y="7597"/>
                    <a:pt x="2098" y="8638"/>
                    <a:pt x="1858" y="9714"/>
                  </a:cubicBezTo>
                  <a:cubicBezTo>
                    <a:pt x="1855" y="9732"/>
                    <a:pt x="1852" y="9749"/>
                    <a:pt x="1847" y="9767"/>
                  </a:cubicBezTo>
                  <a:cubicBezTo>
                    <a:pt x="1836" y="9384"/>
                    <a:pt x="1812" y="9003"/>
                    <a:pt x="1773" y="8624"/>
                  </a:cubicBezTo>
                  <a:lnTo>
                    <a:pt x="1773" y="8624"/>
                  </a:lnTo>
                  <a:cubicBezTo>
                    <a:pt x="1776" y="8651"/>
                    <a:pt x="1780" y="8676"/>
                    <a:pt x="1786" y="8702"/>
                  </a:cubicBezTo>
                  <a:cubicBezTo>
                    <a:pt x="1788" y="8714"/>
                    <a:pt x="1797" y="8720"/>
                    <a:pt x="1807" y="8720"/>
                  </a:cubicBezTo>
                  <a:cubicBezTo>
                    <a:pt x="1816" y="8720"/>
                    <a:pt x="1826" y="8714"/>
                    <a:pt x="1828" y="8701"/>
                  </a:cubicBezTo>
                  <a:cubicBezTo>
                    <a:pt x="1852" y="8478"/>
                    <a:pt x="1863" y="8253"/>
                    <a:pt x="1897" y="8032"/>
                  </a:cubicBezTo>
                  <a:cubicBezTo>
                    <a:pt x="1930" y="7816"/>
                    <a:pt x="1984" y="7602"/>
                    <a:pt x="2055" y="7394"/>
                  </a:cubicBezTo>
                  <a:cubicBezTo>
                    <a:pt x="2126" y="7187"/>
                    <a:pt x="2217" y="6984"/>
                    <a:pt x="2327" y="6795"/>
                  </a:cubicBezTo>
                  <a:cubicBezTo>
                    <a:pt x="2439" y="6599"/>
                    <a:pt x="2575" y="6419"/>
                    <a:pt x="2687" y="6225"/>
                  </a:cubicBezTo>
                  <a:cubicBezTo>
                    <a:pt x="2694" y="6216"/>
                    <a:pt x="2687" y="6206"/>
                    <a:pt x="2678" y="6206"/>
                  </a:cubicBezTo>
                  <a:cubicBezTo>
                    <a:pt x="2676" y="6206"/>
                    <a:pt x="2673" y="6207"/>
                    <a:pt x="2671" y="6208"/>
                  </a:cubicBezTo>
                  <a:cubicBezTo>
                    <a:pt x="2490" y="6345"/>
                    <a:pt x="2355" y="6538"/>
                    <a:pt x="2239" y="6730"/>
                  </a:cubicBezTo>
                  <a:cubicBezTo>
                    <a:pt x="2122" y="6928"/>
                    <a:pt x="2023" y="7136"/>
                    <a:pt x="1945" y="7352"/>
                  </a:cubicBezTo>
                  <a:cubicBezTo>
                    <a:pt x="1823" y="7695"/>
                    <a:pt x="1732" y="8083"/>
                    <a:pt x="1753" y="8455"/>
                  </a:cubicBezTo>
                  <a:cubicBezTo>
                    <a:pt x="1741" y="8343"/>
                    <a:pt x="1725" y="8230"/>
                    <a:pt x="1710" y="8118"/>
                  </a:cubicBezTo>
                  <a:lnTo>
                    <a:pt x="1710" y="8118"/>
                  </a:lnTo>
                  <a:cubicBezTo>
                    <a:pt x="1715" y="8125"/>
                    <a:pt x="1719" y="8132"/>
                    <a:pt x="1724" y="8140"/>
                  </a:cubicBezTo>
                  <a:cubicBezTo>
                    <a:pt x="1726" y="8142"/>
                    <a:pt x="1727" y="8143"/>
                    <a:pt x="1729" y="8143"/>
                  </a:cubicBezTo>
                  <a:cubicBezTo>
                    <a:pt x="1732" y="8143"/>
                    <a:pt x="1736" y="8139"/>
                    <a:pt x="1736" y="8136"/>
                  </a:cubicBezTo>
                  <a:cubicBezTo>
                    <a:pt x="1752" y="8004"/>
                    <a:pt x="1708" y="7868"/>
                    <a:pt x="1691" y="7737"/>
                  </a:cubicBezTo>
                  <a:cubicBezTo>
                    <a:pt x="1674" y="7592"/>
                    <a:pt x="1666" y="7446"/>
                    <a:pt x="1668" y="7301"/>
                  </a:cubicBezTo>
                  <a:cubicBezTo>
                    <a:pt x="1672" y="7017"/>
                    <a:pt x="1712" y="6732"/>
                    <a:pt x="1775" y="6456"/>
                  </a:cubicBezTo>
                  <a:cubicBezTo>
                    <a:pt x="1902" y="5897"/>
                    <a:pt x="2138" y="5367"/>
                    <a:pt x="2406" y="4862"/>
                  </a:cubicBezTo>
                  <a:cubicBezTo>
                    <a:pt x="2528" y="4631"/>
                    <a:pt x="2659" y="4406"/>
                    <a:pt x="2778" y="4173"/>
                  </a:cubicBezTo>
                  <a:cubicBezTo>
                    <a:pt x="2786" y="4168"/>
                    <a:pt x="2795" y="4163"/>
                    <a:pt x="2805" y="4155"/>
                  </a:cubicBezTo>
                  <a:cubicBezTo>
                    <a:pt x="2808" y="4160"/>
                    <a:pt x="2816" y="4165"/>
                    <a:pt x="2823" y="4166"/>
                  </a:cubicBezTo>
                  <a:cubicBezTo>
                    <a:pt x="2827" y="4166"/>
                    <a:pt x="2830" y="4167"/>
                    <a:pt x="2834" y="4167"/>
                  </a:cubicBezTo>
                  <a:cubicBezTo>
                    <a:pt x="2845" y="4167"/>
                    <a:pt x="2855" y="4164"/>
                    <a:pt x="2869" y="4161"/>
                  </a:cubicBezTo>
                  <a:cubicBezTo>
                    <a:pt x="2883" y="4160"/>
                    <a:pt x="2894" y="4160"/>
                    <a:pt x="2907" y="4157"/>
                  </a:cubicBezTo>
                  <a:cubicBezTo>
                    <a:pt x="2938" y="4150"/>
                    <a:pt x="2966" y="4139"/>
                    <a:pt x="2995" y="4130"/>
                  </a:cubicBezTo>
                  <a:cubicBezTo>
                    <a:pt x="3053" y="4110"/>
                    <a:pt x="3110" y="4089"/>
                    <a:pt x="3167" y="4066"/>
                  </a:cubicBezTo>
                  <a:cubicBezTo>
                    <a:pt x="3223" y="4042"/>
                    <a:pt x="3281" y="4022"/>
                    <a:pt x="3335" y="3994"/>
                  </a:cubicBezTo>
                  <a:cubicBezTo>
                    <a:pt x="3363" y="3980"/>
                    <a:pt x="3390" y="3967"/>
                    <a:pt x="3417" y="3952"/>
                  </a:cubicBezTo>
                  <a:cubicBezTo>
                    <a:pt x="3444" y="3936"/>
                    <a:pt x="3467" y="3915"/>
                    <a:pt x="3495" y="3902"/>
                  </a:cubicBezTo>
                  <a:cubicBezTo>
                    <a:pt x="3509" y="3896"/>
                    <a:pt x="3504" y="3873"/>
                    <a:pt x="3491" y="3873"/>
                  </a:cubicBezTo>
                  <a:cubicBezTo>
                    <a:pt x="3489" y="3873"/>
                    <a:pt x="3488" y="3873"/>
                    <a:pt x="3487" y="3874"/>
                  </a:cubicBezTo>
                  <a:cubicBezTo>
                    <a:pt x="3456" y="3880"/>
                    <a:pt x="3428" y="3880"/>
                    <a:pt x="3398" y="3887"/>
                  </a:cubicBezTo>
                  <a:cubicBezTo>
                    <a:pt x="3367" y="3892"/>
                    <a:pt x="3339" y="3901"/>
                    <a:pt x="3310" y="3909"/>
                  </a:cubicBezTo>
                  <a:cubicBezTo>
                    <a:pt x="3250" y="3925"/>
                    <a:pt x="3189" y="3947"/>
                    <a:pt x="3130" y="3968"/>
                  </a:cubicBezTo>
                  <a:cubicBezTo>
                    <a:pt x="3072" y="3987"/>
                    <a:pt x="3015" y="4011"/>
                    <a:pt x="2957" y="4033"/>
                  </a:cubicBezTo>
                  <a:lnTo>
                    <a:pt x="2924" y="4045"/>
                  </a:lnTo>
                  <a:cubicBezTo>
                    <a:pt x="2968" y="3998"/>
                    <a:pt x="3008" y="3947"/>
                    <a:pt x="3048" y="3898"/>
                  </a:cubicBezTo>
                  <a:cubicBezTo>
                    <a:pt x="3092" y="3842"/>
                    <a:pt x="3130" y="3784"/>
                    <a:pt x="3167" y="3723"/>
                  </a:cubicBezTo>
                  <a:cubicBezTo>
                    <a:pt x="3186" y="3694"/>
                    <a:pt x="3207" y="3662"/>
                    <a:pt x="3222" y="3629"/>
                  </a:cubicBezTo>
                  <a:cubicBezTo>
                    <a:pt x="3237" y="3596"/>
                    <a:pt x="3251" y="3563"/>
                    <a:pt x="3266" y="3530"/>
                  </a:cubicBezTo>
                  <a:cubicBezTo>
                    <a:pt x="3271" y="3521"/>
                    <a:pt x="3262" y="3513"/>
                    <a:pt x="3253" y="3513"/>
                  </a:cubicBezTo>
                  <a:cubicBezTo>
                    <a:pt x="3249" y="3513"/>
                    <a:pt x="3245" y="3514"/>
                    <a:pt x="3242" y="3518"/>
                  </a:cubicBezTo>
                  <a:cubicBezTo>
                    <a:pt x="3200" y="3572"/>
                    <a:pt x="3154" y="3623"/>
                    <a:pt x="3112" y="3677"/>
                  </a:cubicBezTo>
                  <a:cubicBezTo>
                    <a:pt x="3069" y="3732"/>
                    <a:pt x="3022" y="3787"/>
                    <a:pt x="2979" y="3842"/>
                  </a:cubicBezTo>
                  <a:cubicBezTo>
                    <a:pt x="2940" y="3890"/>
                    <a:pt x="2899" y="3937"/>
                    <a:pt x="2858" y="3984"/>
                  </a:cubicBezTo>
                  <a:cubicBezTo>
                    <a:pt x="2854" y="3980"/>
                    <a:pt x="2850" y="3978"/>
                    <a:pt x="2845" y="3978"/>
                  </a:cubicBezTo>
                  <a:cubicBezTo>
                    <a:pt x="2843" y="3978"/>
                    <a:pt x="2840" y="3979"/>
                    <a:pt x="2838" y="3980"/>
                  </a:cubicBezTo>
                  <a:cubicBezTo>
                    <a:pt x="2856" y="3956"/>
                    <a:pt x="2871" y="3929"/>
                    <a:pt x="2885" y="3902"/>
                  </a:cubicBezTo>
                  <a:cubicBezTo>
                    <a:pt x="2913" y="3850"/>
                    <a:pt x="2935" y="3792"/>
                    <a:pt x="2955" y="3738"/>
                  </a:cubicBezTo>
                  <a:cubicBezTo>
                    <a:pt x="2976" y="3682"/>
                    <a:pt x="2994" y="3624"/>
                    <a:pt x="3008" y="3566"/>
                  </a:cubicBezTo>
                  <a:cubicBezTo>
                    <a:pt x="3015" y="3537"/>
                    <a:pt x="3022" y="3508"/>
                    <a:pt x="3025" y="3479"/>
                  </a:cubicBezTo>
                  <a:cubicBezTo>
                    <a:pt x="3025" y="3452"/>
                    <a:pt x="3022" y="3425"/>
                    <a:pt x="3021" y="3397"/>
                  </a:cubicBezTo>
                  <a:cubicBezTo>
                    <a:pt x="3021" y="3388"/>
                    <a:pt x="3015" y="3384"/>
                    <a:pt x="3008" y="3384"/>
                  </a:cubicBezTo>
                  <a:cubicBezTo>
                    <a:pt x="3001" y="3384"/>
                    <a:pt x="2994" y="3387"/>
                    <a:pt x="2992" y="3394"/>
                  </a:cubicBezTo>
                  <a:cubicBezTo>
                    <a:pt x="2979" y="3420"/>
                    <a:pt x="2962" y="3447"/>
                    <a:pt x="2951" y="3474"/>
                  </a:cubicBezTo>
                  <a:cubicBezTo>
                    <a:pt x="2942" y="3497"/>
                    <a:pt x="2937" y="3523"/>
                    <a:pt x="2928" y="3548"/>
                  </a:cubicBezTo>
                  <a:cubicBezTo>
                    <a:pt x="2910" y="3600"/>
                    <a:pt x="2893" y="3654"/>
                    <a:pt x="2872" y="3706"/>
                  </a:cubicBezTo>
                  <a:cubicBezTo>
                    <a:pt x="2851" y="3758"/>
                    <a:pt x="2828" y="3809"/>
                    <a:pt x="2806" y="3859"/>
                  </a:cubicBezTo>
                  <a:cubicBezTo>
                    <a:pt x="2785" y="3908"/>
                    <a:pt x="2758" y="3962"/>
                    <a:pt x="2759" y="4013"/>
                  </a:cubicBezTo>
                  <a:cubicBezTo>
                    <a:pt x="2759" y="4023"/>
                    <a:pt x="2768" y="4035"/>
                    <a:pt x="2778" y="4035"/>
                  </a:cubicBezTo>
                  <a:cubicBezTo>
                    <a:pt x="2781" y="4035"/>
                    <a:pt x="2783" y="4034"/>
                    <a:pt x="2785" y="4033"/>
                  </a:cubicBezTo>
                  <a:cubicBezTo>
                    <a:pt x="2801" y="4024"/>
                    <a:pt x="2813" y="4012"/>
                    <a:pt x="2825" y="4000"/>
                  </a:cubicBezTo>
                  <a:lnTo>
                    <a:pt x="2825" y="4000"/>
                  </a:lnTo>
                  <a:cubicBezTo>
                    <a:pt x="2803" y="4033"/>
                    <a:pt x="2781" y="4064"/>
                    <a:pt x="2759" y="4097"/>
                  </a:cubicBezTo>
                  <a:cubicBezTo>
                    <a:pt x="2748" y="4085"/>
                    <a:pt x="2737" y="4074"/>
                    <a:pt x="2728" y="4061"/>
                  </a:cubicBezTo>
                  <a:cubicBezTo>
                    <a:pt x="2719" y="4050"/>
                    <a:pt x="2713" y="4040"/>
                    <a:pt x="2704" y="4029"/>
                  </a:cubicBezTo>
                  <a:cubicBezTo>
                    <a:pt x="2713" y="4012"/>
                    <a:pt x="2718" y="3994"/>
                    <a:pt x="2724" y="3979"/>
                  </a:cubicBezTo>
                  <a:cubicBezTo>
                    <a:pt x="2740" y="3931"/>
                    <a:pt x="2752" y="3881"/>
                    <a:pt x="2764" y="3831"/>
                  </a:cubicBezTo>
                  <a:cubicBezTo>
                    <a:pt x="2789" y="3733"/>
                    <a:pt x="2805" y="3634"/>
                    <a:pt x="2803" y="3534"/>
                  </a:cubicBezTo>
                  <a:cubicBezTo>
                    <a:pt x="2803" y="3518"/>
                    <a:pt x="2796" y="3503"/>
                    <a:pt x="2781" y="3495"/>
                  </a:cubicBezTo>
                  <a:cubicBezTo>
                    <a:pt x="2780" y="3484"/>
                    <a:pt x="2779" y="3473"/>
                    <a:pt x="2775" y="3462"/>
                  </a:cubicBezTo>
                  <a:cubicBezTo>
                    <a:pt x="2775" y="3456"/>
                    <a:pt x="2769" y="3453"/>
                    <a:pt x="2764" y="3453"/>
                  </a:cubicBezTo>
                  <a:cubicBezTo>
                    <a:pt x="2760" y="3453"/>
                    <a:pt x="2757" y="3454"/>
                    <a:pt x="2756" y="3459"/>
                  </a:cubicBezTo>
                  <a:cubicBezTo>
                    <a:pt x="2752" y="3470"/>
                    <a:pt x="2750" y="3481"/>
                    <a:pt x="2746" y="3492"/>
                  </a:cubicBezTo>
                  <a:cubicBezTo>
                    <a:pt x="2730" y="3497"/>
                    <a:pt x="2723" y="3509"/>
                    <a:pt x="2718" y="3526"/>
                  </a:cubicBezTo>
                  <a:cubicBezTo>
                    <a:pt x="2701" y="3619"/>
                    <a:pt x="2686" y="3714"/>
                    <a:pt x="2663" y="3808"/>
                  </a:cubicBezTo>
                  <a:cubicBezTo>
                    <a:pt x="2653" y="3846"/>
                    <a:pt x="2642" y="3882"/>
                    <a:pt x="2631" y="3920"/>
                  </a:cubicBezTo>
                  <a:cubicBezTo>
                    <a:pt x="2624" y="3904"/>
                    <a:pt x="2614" y="3891"/>
                    <a:pt x="2607" y="3875"/>
                  </a:cubicBezTo>
                  <a:cubicBezTo>
                    <a:pt x="2567" y="3787"/>
                    <a:pt x="2550" y="3684"/>
                    <a:pt x="2559" y="3588"/>
                  </a:cubicBezTo>
                  <a:cubicBezTo>
                    <a:pt x="2561" y="3560"/>
                    <a:pt x="2542" y="3546"/>
                    <a:pt x="2522" y="3546"/>
                  </a:cubicBezTo>
                  <a:cubicBezTo>
                    <a:pt x="2505" y="3546"/>
                    <a:pt x="2486" y="3557"/>
                    <a:pt x="2481" y="3579"/>
                  </a:cubicBezTo>
                  <a:cubicBezTo>
                    <a:pt x="2454" y="3695"/>
                    <a:pt x="2470" y="3809"/>
                    <a:pt x="2516" y="3915"/>
                  </a:cubicBezTo>
                  <a:cubicBezTo>
                    <a:pt x="2538" y="3967"/>
                    <a:pt x="2567" y="4022"/>
                    <a:pt x="2605" y="4060"/>
                  </a:cubicBezTo>
                  <a:lnTo>
                    <a:pt x="2607" y="4061"/>
                  </a:lnTo>
                  <a:cubicBezTo>
                    <a:pt x="2608" y="4067"/>
                    <a:pt x="2610" y="4072"/>
                    <a:pt x="2613" y="4077"/>
                  </a:cubicBezTo>
                  <a:cubicBezTo>
                    <a:pt x="2618" y="4086"/>
                    <a:pt x="2626" y="4092"/>
                    <a:pt x="2635" y="4092"/>
                  </a:cubicBezTo>
                  <a:cubicBezTo>
                    <a:pt x="2637" y="4092"/>
                    <a:pt x="2639" y="4091"/>
                    <a:pt x="2640" y="4091"/>
                  </a:cubicBezTo>
                  <a:cubicBezTo>
                    <a:pt x="2666" y="4114"/>
                    <a:pt x="2695" y="4133"/>
                    <a:pt x="2726" y="4145"/>
                  </a:cubicBezTo>
                  <a:cubicBezTo>
                    <a:pt x="2440" y="4580"/>
                    <a:pt x="2197" y="5052"/>
                    <a:pt x="1993" y="5530"/>
                  </a:cubicBezTo>
                  <a:cubicBezTo>
                    <a:pt x="1765" y="6066"/>
                    <a:pt x="1605" y="6637"/>
                    <a:pt x="1588" y="7220"/>
                  </a:cubicBezTo>
                  <a:cubicBezTo>
                    <a:pt x="1587" y="7262"/>
                    <a:pt x="1587" y="7301"/>
                    <a:pt x="1587" y="7342"/>
                  </a:cubicBezTo>
                  <a:cubicBezTo>
                    <a:pt x="1565" y="7225"/>
                    <a:pt x="1543" y="7110"/>
                    <a:pt x="1518" y="6995"/>
                  </a:cubicBezTo>
                  <a:cubicBezTo>
                    <a:pt x="1539" y="6782"/>
                    <a:pt x="1529" y="6566"/>
                    <a:pt x="1531" y="6352"/>
                  </a:cubicBezTo>
                  <a:cubicBezTo>
                    <a:pt x="1533" y="6104"/>
                    <a:pt x="1538" y="5854"/>
                    <a:pt x="1543" y="5606"/>
                  </a:cubicBezTo>
                  <a:cubicBezTo>
                    <a:pt x="1554" y="5106"/>
                    <a:pt x="1571" y="4605"/>
                    <a:pt x="1599" y="4107"/>
                  </a:cubicBezTo>
                  <a:cubicBezTo>
                    <a:pt x="1627" y="3619"/>
                    <a:pt x="1671" y="3132"/>
                    <a:pt x="1765" y="2653"/>
                  </a:cubicBezTo>
                  <a:cubicBezTo>
                    <a:pt x="1852" y="2217"/>
                    <a:pt x="1985" y="1789"/>
                    <a:pt x="2159" y="1381"/>
                  </a:cubicBezTo>
                  <a:cubicBezTo>
                    <a:pt x="2334" y="971"/>
                    <a:pt x="2550" y="582"/>
                    <a:pt x="2805" y="219"/>
                  </a:cubicBezTo>
                  <a:lnTo>
                    <a:pt x="2805" y="219"/>
                  </a:lnTo>
                  <a:cubicBezTo>
                    <a:pt x="2783" y="769"/>
                    <a:pt x="2770" y="1323"/>
                    <a:pt x="2724" y="1872"/>
                  </a:cubicBezTo>
                  <a:cubicBezTo>
                    <a:pt x="2698" y="2164"/>
                    <a:pt x="2651" y="2453"/>
                    <a:pt x="2548" y="2728"/>
                  </a:cubicBezTo>
                  <a:cubicBezTo>
                    <a:pt x="2451" y="2985"/>
                    <a:pt x="2316" y="3224"/>
                    <a:pt x="2163" y="3451"/>
                  </a:cubicBezTo>
                  <a:cubicBezTo>
                    <a:pt x="2029" y="3646"/>
                    <a:pt x="1884" y="3833"/>
                    <a:pt x="1735" y="4019"/>
                  </a:cubicBezTo>
                  <a:cubicBezTo>
                    <a:pt x="1889" y="3270"/>
                    <a:pt x="2142" y="2551"/>
                    <a:pt x="2459" y="1854"/>
                  </a:cubicBezTo>
                  <a:cubicBezTo>
                    <a:pt x="2475" y="1819"/>
                    <a:pt x="2445" y="1793"/>
                    <a:pt x="2415" y="1793"/>
                  </a:cubicBezTo>
                  <a:cubicBezTo>
                    <a:pt x="2399" y="1793"/>
                    <a:pt x="2382" y="1801"/>
                    <a:pt x="2372" y="1820"/>
                  </a:cubicBezTo>
                  <a:cubicBezTo>
                    <a:pt x="1999" y="2567"/>
                    <a:pt x="1751" y="3381"/>
                    <a:pt x="1598" y="4199"/>
                  </a:cubicBezTo>
                  <a:cubicBezTo>
                    <a:pt x="1592" y="4231"/>
                    <a:pt x="1619" y="4250"/>
                    <a:pt x="1646" y="4250"/>
                  </a:cubicBezTo>
                  <a:cubicBezTo>
                    <a:pt x="1661" y="4250"/>
                    <a:pt x="1676" y="4245"/>
                    <a:pt x="1686" y="4233"/>
                  </a:cubicBezTo>
                  <a:cubicBezTo>
                    <a:pt x="2031" y="3810"/>
                    <a:pt x="2380" y="3380"/>
                    <a:pt x="2596" y="2874"/>
                  </a:cubicBezTo>
                  <a:cubicBezTo>
                    <a:pt x="2830" y="2322"/>
                    <a:pt x="2835" y="1718"/>
                    <a:pt x="2861" y="1129"/>
                  </a:cubicBezTo>
                  <a:cubicBezTo>
                    <a:pt x="2877" y="772"/>
                    <a:pt x="2894" y="414"/>
                    <a:pt x="2910" y="58"/>
                  </a:cubicBezTo>
                  <a:cubicBezTo>
                    <a:pt x="2912" y="25"/>
                    <a:pt x="2885" y="1"/>
                    <a:pt x="285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132;p16"/>
            <p:cNvSpPr/>
            <p:nvPr/>
          </p:nvSpPr>
          <p:spPr>
            <a:xfrm>
              <a:off x="204120" y="689760"/>
              <a:ext cx="143640" cy="41040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1717" h="4878">
                  <a:moveTo>
                    <a:pt x="649" y="829"/>
                  </a:moveTo>
                  <a:lnTo>
                    <a:pt x="649" y="829"/>
                  </a:lnTo>
                  <a:cubicBezTo>
                    <a:pt x="643" y="833"/>
                    <a:pt x="637" y="840"/>
                    <a:pt x="634" y="851"/>
                  </a:cubicBezTo>
                  <a:cubicBezTo>
                    <a:pt x="624" y="853"/>
                    <a:pt x="616" y="854"/>
                    <a:pt x="606" y="855"/>
                  </a:cubicBezTo>
                  <a:cubicBezTo>
                    <a:pt x="605" y="849"/>
                    <a:pt x="604" y="843"/>
                    <a:pt x="602" y="836"/>
                  </a:cubicBezTo>
                  <a:cubicBezTo>
                    <a:pt x="618" y="836"/>
                    <a:pt x="635" y="834"/>
                    <a:pt x="649" y="829"/>
                  </a:cubicBezTo>
                  <a:close/>
                  <a:moveTo>
                    <a:pt x="624" y="963"/>
                  </a:moveTo>
                  <a:cubicBezTo>
                    <a:pt x="626" y="964"/>
                    <a:pt x="627" y="965"/>
                    <a:pt x="627" y="966"/>
                  </a:cubicBezTo>
                  <a:cubicBezTo>
                    <a:pt x="623" y="966"/>
                    <a:pt x="618" y="965"/>
                    <a:pt x="614" y="965"/>
                  </a:cubicBezTo>
                  <a:cubicBezTo>
                    <a:pt x="617" y="965"/>
                    <a:pt x="621" y="964"/>
                    <a:pt x="624" y="963"/>
                  </a:cubicBezTo>
                  <a:close/>
                  <a:moveTo>
                    <a:pt x="566" y="0"/>
                  </a:moveTo>
                  <a:cubicBezTo>
                    <a:pt x="562" y="0"/>
                    <a:pt x="557" y="3"/>
                    <a:pt x="556" y="10"/>
                  </a:cubicBezTo>
                  <a:cubicBezTo>
                    <a:pt x="550" y="47"/>
                    <a:pt x="549" y="85"/>
                    <a:pt x="540" y="122"/>
                  </a:cubicBezTo>
                  <a:cubicBezTo>
                    <a:pt x="534" y="151"/>
                    <a:pt x="531" y="179"/>
                    <a:pt x="530" y="207"/>
                  </a:cubicBezTo>
                  <a:cubicBezTo>
                    <a:pt x="528" y="275"/>
                    <a:pt x="530" y="346"/>
                    <a:pt x="532" y="413"/>
                  </a:cubicBezTo>
                  <a:cubicBezTo>
                    <a:pt x="535" y="481"/>
                    <a:pt x="538" y="547"/>
                    <a:pt x="544" y="614"/>
                  </a:cubicBezTo>
                  <a:cubicBezTo>
                    <a:pt x="545" y="637"/>
                    <a:pt x="546" y="659"/>
                    <a:pt x="550" y="682"/>
                  </a:cubicBezTo>
                  <a:cubicBezTo>
                    <a:pt x="532" y="632"/>
                    <a:pt x="511" y="583"/>
                    <a:pt x="492" y="533"/>
                  </a:cubicBezTo>
                  <a:cubicBezTo>
                    <a:pt x="453" y="421"/>
                    <a:pt x="426" y="303"/>
                    <a:pt x="397" y="186"/>
                  </a:cubicBezTo>
                  <a:cubicBezTo>
                    <a:pt x="392" y="167"/>
                    <a:pt x="374" y="156"/>
                    <a:pt x="356" y="156"/>
                  </a:cubicBezTo>
                  <a:cubicBezTo>
                    <a:pt x="339" y="156"/>
                    <a:pt x="323" y="167"/>
                    <a:pt x="321" y="190"/>
                  </a:cubicBezTo>
                  <a:cubicBezTo>
                    <a:pt x="310" y="323"/>
                    <a:pt x="337" y="446"/>
                    <a:pt x="380" y="572"/>
                  </a:cubicBezTo>
                  <a:cubicBezTo>
                    <a:pt x="398" y="625"/>
                    <a:pt x="420" y="675"/>
                    <a:pt x="446" y="723"/>
                  </a:cubicBezTo>
                  <a:cubicBezTo>
                    <a:pt x="419" y="712"/>
                    <a:pt x="392" y="698"/>
                    <a:pt x="368" y="685"/>
                  </a:cubicBezTo>
                  <a:cubicBezTo>
                    <a:pt x="276" y="634"/>
                    <a:pt x="196" y="560"/>
                    <a:pt x="133" y="476"/>
                  </a:cubicBezTo>
                  <a:cubicBezTo>
                    <a:pt x="127" y="468"/>
                    <a:pt x="119" y="465"/>
                    <a:pt x="111" y="465"/>
                  </a:cubicBezTo>
                  <a:cubicBezTo>
                    <a:pt x="91" y="465"/>
                    <a:pt x="71" y="486"/>
                    <a:pt x="83" y="508"/>
                  </a:cubicBezTo>
                  <a:cubicBezTo>
                    <a:pt x="139" y="610"/>
                    <a:pt x="223" y="695"/>
                    <a:pt x="326" y="753"/>
                  </a:cubicBezTo>
                  <a:cubicBezTo>
                    <a:pt x="379" y="784"/>
                    <a:pt x="431" y="806"/>
                    <a:pt x="489" y="819"/>
                  </a:cubicBezTo>
                  <a:cubicBezTo>
                    <a:pt x="498" y="822"/>
                    <a:pt x="509" y="823"/>
                    <a:pt x="519" y="827"/>
                  </a:cubicBezTo>
                  <a:cubicBezTo>
                    <a:pt x="527" y="838"/>
                    <a:pt x="535" y="849"/>
                    <a:pt x="545" y="860"/>
                  </a:cubicBezTo>
                  <a:cubicBezTo>
                    <a:pt x="515" y="861"/>
                    <a:pt x="485" y="863"/>
                    <a:pt x="456" y="863"/>
                  </a:cubicBezTo>
                  <a:cubicBezTo>
                    <a:pt x="440" y="863"/>
                    <a:pt x="423" y="862"/>
                    <a:pt x="407" y="861"/>
                  </a:cubicBezTo>
                  <a:cubicBezTo>
                    <a:pt x="344" y="856"/>
                    <a:pt x="288" y="841"/>
                    <a:pt x="229" y="824"/>
                  </a:cubicBezTo>
                  <a:cubicBezTo>
                    <a:pt x="200" y="817"/>
                    <a:pt x="171" y="808"/>
                    <a:pt x="143" y="796"/>
                  </a:cubicBezTo>
                  <a:cubicBezTo>
                    <a:pt x="108" y="783"/>
                    <a:pt x="89" y="779"/>
                    <a:pt x="57" y="767"/>
                  </a:cubicBezTo>
                  <a:cubicBezTo>
                    <a:pt x="54" y="766"/>
                    <a:pt x="50" y="765"/>
                    <a:pt x="47" y="765"/>
                  </a:cubicBezTo>
                  <a:cubicBezTo>
                    <a:pt x="22" y="765"/>
                    <a:pt x="1" y="796"/>
                    <a:pt x="20" y="817"/>
                  </a:cubicBezTo>
                  <a:cubicBezTo>
                    <a:pt x="44" y="841"/>
                    <a:pt x="63" y="866"/>
                    <a:pt x="94" y="884"/>
                  </a:cubicBezTo>
                  <a:cubicBezTo>
                    <a:pt x="124" y="903"/>
                    <a:pt x="156" y="921"/>
                    <a:pt x="190" y="936"/>
                  </a:cubicBezTo>
                  <a:cubicBezTo>
                    <a:pt x="255" y="964"/>
                    <a:pt x="331" y="976"/>
                    <a:pt x="399" y="981"/>
                  </a:cubicBezTo>
                  <a:cubicBezTo>
                    <a:pt x="416" y="983"/>
                    <a:pt x="432" y="984"/>
                    <a:pt x="449" y="984"/>
                  </a:cubicBezTo>
                  <a:cubicBezTo>
                    <a:pt x="463" y="984"/>
                    <a:pt x="476" y="984"/>
                    <a:pt x="490" y="983"/>
                  </a:cubicBezTo>
                  <a:lnTo>
                    <a:pt x="490" y="983"/>
                  </a:lnTo>
                  <a:cubicBezTo>
                    <a:pt x="487" y="991"/>
                    <a:pt x="487" y="999"/>
                    <a:pt x="491" y="1008"/>
                  </a:cubicBezTo>
                  <a:cubicBezTo>
                    <a:pt x="506" y="1043"/>
                    <a:pt x="550" y="1057"/>
                    <a:pt x="584" y="1070"/>
                  </a:cubicBezTo>
                  <a:cubicBezTo>
                    <a:pt x="606" y="1079"/>
                    <a:pt x="627" y="1087"/>
                    <a:pt x="649" y="1095"/>
                  </a:cubicBezTo>
                  <a:cubicBezTo>
                    <a:pt x="655" y="1149"/>
                    <a:pt x="662" y="1200"/>
                    <a:pt x="670" y="1249"/>
                  </a:cubicBezTo>
                  <a:cubicBezTo>
                    <a:pt x="688" y="1383"/>
                    <a:pt x="706" y="1520"/>
                    <a:pt x="727" y="1655"/>
                  </a:cubicBezTo>
                  <a:cubicBezTo>
                    <a:pt x="770" y="1924"/>
                    <a:pt x="821" y="2191"/>
                    <a:pt x="880" y="2457"/>
                  </a:cubicBezTo>
                  <a:cubicBezTo>
                    <a:pt x="997" y="2985"/>
                    <a:pt x="1146" y="3505"/>
                    <a:pt x="1323" y="4016"/>
                  </a:cubicBezTo>
                  <a:cubicBezTo>
                    <a:pt x="1423" y="4305"/>
                    <a:pt x="1527" y="4594"/>
                    <a:pt x="1673" y="4865"/>
                  </a:cubicBezTo>
                  <a:cubicBezTo>
                    <a:pt x="1678" y="4873"/>
                    <a:pt x="1685" y="4877"/>
                    <a:pt x="1692" y="4877"/>
                  </a:cubicBezTo>
                  <a:cubicBezTo>
                    <a:pt x="1705" y="4877"/>
                    <a:pt x="1717" y="4864"/>
                    <a:pt x="1711" y="4847"/>
                  </a:cubicBezTo>
                  <a:cubicBezTo>
                    <a:pt x="1633" y="4590"/>
                    <a:pt x="1532" y="4341"/>
                    <a:pt x="1442" y="4087"/>
                  </a:cubicBezTo>
                  <a:cubicBezTo>
                    <a:pt x="1352" y="3829"/>
                    <a:pt x="1270" y="3569"/>
                    <a:pt x="1194" y="3307"/>
                  </a:cubicBezTo>
                  <a:cubicBezTo>
                    <a:pt x="1047" y="2795"/>
                    <a:pt x="930" y="2276"/>
                    <a:pt x="840" y="1751"/>
                  </a:cubicBezTo>
                  <a:cubicBezTo>
                    <a:pt x="815" y="1605"/>
                    <a:pt x="792" y="1458"/>
                    <a:pt x="771" y="1310"/>
                  </a:cubicBezTo>
                  <a:cubicBezTo>
                    <a:pt x="761" y="1245"/>
                    <a:pt x="756" y="1178"/>
                    <a:pt x="749" y="1111"/>
                  </a:cubicBezTo>
                  <a:lnTo>
                    <a:pt x="749" y="1111"/>
                  </a:lnTo>
                  <a:cubicBezTo>
                    <a:pt x="753" y="1111"/>
                    <a:pt x="758" y="1111"/>
                    <a:pt x="762" y="1111"/>
                  </a:cubicBezTo>
                  <a:cubicBezTo>
                    <a:pt x="817" y="1111"/>
                    <a:pt x="872" y="1104"/>
                    <a:pt x="924" y="1089"/>
                  </a:cubicBezTo>
                  <a:cubicBezTo>
                    <a:pt x="1001" y="1067"/>
                    <a:pt x="1065" y="1034"/>
                    <a:pt x="1129" y="986"/>
                  </a:cubicBezTo>
                  <a:cubicBezTo>
                    <a:pt x="1160" y="963"/>
                    <a:pt x="1177" y="933"/>
                    <a:pt x="1204" y="906"/>
                  </a:cubicBezTo>
                  <a:cubicBezTo>
                    <a:pt x="1230" y="877"/>
                    <a:pt x="1249" y="845"/>
                    <a:pt x="1272" y="815"/>
                  </a:cubicBezTo>
                  <a:cubicBezTo>
                    <a:pt x="1280" y="804"/>
                    <a:pt x="1271" y="793"/>
                    <a:pt x="1261" y="793"/>
                  </a:cubicBezTo>
                  <a:cubicBezTo>
                    <a:pt x="1257" y="793"/>
                    <a:pt x="1253" y="794"/>
                    <a:pt x="1250" y="798"/>
                  </a:cubicBezTo>
                  <a:cubicBezTo>
                    <a:pt x="1230" y="820"/>
                    <a:pt x="1204" y="836"/>
                    <a:pt x="1179" y="853"/>
                  </a:cubicBezTo>
                  <a:cubicBezTo>
                    <a:pt x="1168" y="861"/>
                    <a:pt x="1154" y="872"/>
                    <a:pt x="1142" y="876"/>
                  </a:cubicBezTo>
                  <a:cubicBezTo>
                    <a:pt x="1128" y="880"/>
                    <a:pt x="1116" y="880"/>
                    <a:pt x="1101" y="887"/>
                  </a:cubicBezTo>
                  <a:cubicBezTo>
                    <a:pt x="1054" y="908"/>
                    <a:pt x="1007" y="924"/>
                    <a:pt x="958" y="939"/>
                  </a:cubicBezTo>
                  <a:cubicBezTo>
                    <a:pt x="919" y="950"/>
                    <a:pt x="880" y="955"/>
                    <a:pt x="841" y="961"/>
                  </a:cubicBezTo>
                  <a:cubicBezTo>
                    <a:pt x="939" y="925"/>
                    <a:pt x="1029" y="860"/>
                    <a:pt x="1099" y="787"/>
                  </a:cubicBezTo>
                  <a:cubicBezTo>
                    <a:pt x="1146" y="739"/>
                    <a:pt x="1188" y="686"/>
                    <a:pt x="1222" y="630"/>
                  </a:cubicBezTo>
                  <a:cubicBezTo>
                    <a:pt x="1259" y="573"/>
                    <a:pt x="1276" y="505"/>
                    <a:pt x="1292" y="439"/>
                  </a:cubicBezTo>
                  <a:cubicBezTo>
                    <a:pt x="1297" y="417"/>
                    <a:pt x="1276" y="394"/>
                    <a:pt x="1255" y="388"/>
                  </a:cubicBezTo>
                  <a:cubicBezTo>
                    <a:pt x="1251" y="388"/>
                    <a:pt x="1248" y="387"/>
                    <a:pt x="1244" y="387"/>
                  </a:cubicBezTo>
                  <a:cubicBezTo>
                    <a:pt x="1225" y="387"/>
                    <a:pt x="1210" y="398"/>
                    <a:pt x="1200" y="416"/>
                  </a:cubicBezTo>
                  <a:cubicBezTo>
                    <a:pt x="1175" y="465"/>
                    <a:pt x="1139" y="508"/>
                    <a:pt x="1107" y="554"/>
                  </a:cubicBezTo>
                  <a:cubicBezTo>
                    <a:pt x="1077" y="598"/>
                    <a:pt x="1045" y="637"/>
                    <a:pt x="1007" y="672"/>
                  </a:cubicBezTo>
                  <a:cubicBezTo>
                    <a:pt x="948" y="727"/>
                    <a:pt x="888" y="766"/>
                    <a:pt x="822" y="804"/>
                  </a:cubicBezTo>
                  <a:cubicBezTo>
                    <a:pt x="842" y="739"/>
                    <a:pt x="862" y="675"/>
                    <a:pt x="879" y="611"/>
                  </a:cubicBezTo>
                  <a:cubicBezTo>
                    <a:pt x="919" y="452"/>
                    <a:pt x="956" y="296"/>
                    <a:pt x="956" y="131"/>
                  </a:cubicBezTo>
                  <a:cubicBezTo>
                    <a:pt x="956" y="114"/>
                    <a:pt x="943" y="104"/>
                    <a:pt x="929" y="104"/>
                  </a:cubicBezTo>
                  <a:cubicBezTo>
                    <a:pt x="920" y="104"/>
                    <a:pt x="910" y="109"/>
                    <a:pt x="904" y="119"/>
                  </a:cubicBezTo>
                  <a:cubicBezTo>
                    <a:pt x="825" y="263"/>
                    <a:pt x="781" y="417"/>
                    <a:pt x="741" y="575"/>
                  </a:cubicBezTo>
                  <a:cubicBezTo>
                    <a:pt x="722" y="652"/>
                    <a:pt x="706" y="728"/>
                    <a:pt x="690" y="805"/>
                  </a:cubicBezTo>
                  <a:cubicBezTo>
                    <a:pt x="689" y="812"/>
                    <a:pt x="688" y="820"/>
                    <a:pt x="687" y="828"/>
                  </a:cubicBezTo>
                  <a:cubicBezTo>
                    <a:pt x="680" y="824"/>
                    <a:pt x="672" y="823"/>
                    <a:pt x="665" y="823"/>
                  </a:cubicBezTo>
                  <a:cubicBezTo>
                    <a:pt x="663" y="823"/>
                    <a:pt x="661" y="823"/>
                    <a:pt x="659" y="823"/>
                  </a:cubicBezTo>
                  <a:cubicBezTo>
                    <a:pt x="668" y="818"/>
                    <a:pt x="672" y="800"/>
                    <a:pt x="660" y="795"/>
                  </a:cubicBezTo>
                  <a:cubicBezTo>
                    <a:pt x="650" y="789"/>
                    <a:pt x="640" y="786"/>
                    <a:pt x="629" y="784"/>
                  </a:cubicBezTo>
                  <a:cubicBezTo>
                    <a:pt x="633" y="758"/>
                    <a:pt x="633" y="734"/>
                    <a:pt x="637" y="709"/>
                  </a:cubicBezTo>
                  <a:cubicBezTo>
                    <a:pt x="640" y="681"/>
                    <a:pt x="640" y="651"/>
                    <a:pt x="639" y="620"/>
                  </a:cubicBezTo>
                  <a:cubicBezTo>
                    <a:pt x="639" y="552"/>
                    <a:pt x="637" y="483"/>
                    <a:pt x="634" y="413"/>
                  </a:cubicBezTo>
                  <a:cubicBezTo>
                    <a:pt x="632" y="346"/>
                    <a:pt x="626" y="280"/>
                    <a:pt x="621" y="213"/>
                  </a:cubicBezTo>
                  <a:cubicBezTo>
                    <a:pt x="617" y="181"/>
                    <a:pt x="612" y="151"/>
                    <a:pt x="602" y="120"/>
                  </a:cubicBezTo>
                  <a:cubicBezTo>
                    <a:pt x="591" y="85"/>
                    <a:pt x="586" y="47"/>
                    <a:pt x="578" y="10"/>
                  </a:cubicBezTo>
                  <a:cubicBezTo>
                    <a:pt x="576" y="3"/>
                    <a:pt x="571" y="0"/>
                    <a:pt x="56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133;p16"/>
            <p:cNvSpPr/>
            <p:nvPr/>
          </p:nvSpPr>
          <p:spPr>
            <a:xfrm>
              <a:off x="487800" y="1260360"/>
              <a:ext cx="46800" cy="24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563" h="295">
                  <a:moveTo>
                    <a:pt x="41" y="1"/>
                  </a:moveTo>
                  <a:cubicBezTo>
                    <a:pt x="18" y="1"/>
                    <a:pt x="0" y="33"/>
                    <a:pt x="16" y="55"/>
                  </a:cubicBezTo>
                  <a:cubicBezTo>
                    <a:pt x="22" y="62"/>
                    <a:pt x="30" y="72"/>
                    <a:pt x="35" y="82"/>
                  </a:cubicBezTo>
                  <a:cubicBezTo>
                    <a:pt x="39" y="101"/>
                    <a:pt x="54" y="115"/>
                    <a:pt x="69" y="131"/>
                  </a:cubicBezTo>
                  <a:cubicBezTo>
                    <a:pt x="89" y="150"/>
                    <a:pt x="107" y="167"/>
                    <a:pt x="129" y="182"/>
                  </a:cubicBezTo>
                  <a:cubicBezTo>
                    <a:pt x="171" y="210"/>
                    <a:pt x="215" y="234"/>
                    <a:pt x="261" y="253"/>
                  </a:cubicBezTo>
                  <a:cubicBezTo>
                    <a:pt x="304" y="272"/>
                    <a:pt x="351" y="285"/>
                    <a:pt x="400" y="291"/>
                  </a:cubicBezTo>
                  <a:cubicBezTo>
                    <a:pt x="416" y="292"/>
                    <a:pt x="433" y="294"/>
                    <a:pt x="451" y="294"/>
                  </a:cubicBezTo>
                  <a:cubicBezTo>
                    <a:pt x="460" y="294"/>
                    <a:pt x="469" y="294"/>
                    <a:pt x="478" y="292"/>
                  </a:cubicBezTo>
                  <a:cubicBezTo>
                    <a:pt x="498" y="287"/>
                    <a:pt x="529" y="282"/>
                    <a:pt x="546" y="271"/>
                  </a:cubicBezTo>
                  <a:cubicBezTo>
                    <a:pt x="563" y="261"/>
                    <a:pt x="563" y="241"/>
                    <a:pt x="545" y="232"/>
                  </a:cubicBezTo>
                  <a:cubicBezTo>
                    <a:pt x="528" y="223"/>
                    <a:pt x="506" y="220"/>
                    <a:pt x="486" y="212"/>
                  </a:cubicBezTo>
                  <a:cubicBezTo>
                    <a:pt x="467" y="204"/>
                    <a:pt x="443" y="204"/>
                    <a:pt x="423" y="198"/>
                  </a:cubicBezTo>
                  <a:cubicBezTo>
                    <a:pt x="381" y="187"/>
                    <a:pt x="338" y="173"/>
                    <a:pt x="297" y="157"/>
                  </a:cubicBezTo>
                  <a:cubicBezTo>
                    <a:pt x="259" y="142"/>
                    <a:pt x="222" y="123"/>
                    <a:pt x="188" y="100"/>
                  </a:cubicBezTo>
                  <a:cubicBezTo>
                    <a:pt x="171" y="87"/>
                    <a:pt x="153" y="73"/>
                    <a:pt x="135" y="61"/>
                  </a:cubicBezTo>
                  <a:cubicBezTo>
                    <a:pt x="117" y="49"/>
                    <a:pt x="103" y="35"/>
                    <a:pt x="85" y="30"/>
                  </a:cubicBezTo>
                  <a:cubicBezTo>
                    <a:pt x="76" y="27"/>
                    <a:pt x="67" y="14"/>
                    <a:pt x="59" y="8"/>
                  </a:cubicBezTo>
                  <a:cubicBezTo>
                    <a:pt x="53" y="3"/>
                    <a:pt x="47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134;p16"/>
            <p:cNvSpPr/>
            <p:nvPr/>
          </p:nvSpPr>
          <p:spPr>
            <a:xfrm>
              <a:off x="477360" y="714960"/>
              <a:ext cx="14400" cy="1656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78" h="200">
                  <a:moveTo>
                    <a:pt x="132" y="108"/>
                  </a:moveTo>
                  <a:cubicBezTo>
                    <a:pt x="130" y="109"/>
                    <a:pt x="128" y="109"/>
                    <a:pt x="127" y="109"/>
                  </a:cubicBezTo>
                  <a:cubicBezTo>
                    <a:pt x="130" y="109"/>
                    <a:pt x="131" y="108"/>
                    <a:pt x="132" y="108"/>
                  </a:cubicBezTo>
                  <a:close/>
                  <a:moveTo>
                    <a:pt x="116" y="1"/>
                  </a:moveTo>
                  <a:cubicBezTo>
                    <a:pt x="113" y="1"/>
                    <a:pt x="109" y="1"/>
                    <a:pt x="106" y="2"/>
                  </a:cubicBezTo>
                  <a:cubicBezTo>
                    <a:pt x="86" y="4"/>
                    <a:pt x="70" y="15"/>
                    <a:pt x="55" y="30"/>
                  </a:cubicBezTo>
                  <a:lnTo>
                    <a:pt x="51" y="30"/>
                  </a:lnTo>
                  <a:cubicBezTo>
                    <a:pt x="37" y="33"/>
                    <a:pt x="22" y="40"/>
                    <a:pt x="13" y="53"/>
                  </a:cubicBezTo>
                  <a:cubicBezTo>
                    <a:pt x="7" y="62"/>
                    <a:pt x="2" y="73"/>
                    <a:pt x="2" y="82"/>
                  </a:cubicBezTo>
                  <a:cubicBezTo>
                    <a:pt x="0" y="96"/>
                    <a:pt x="5" y="112"/>
                    <a:pt x="13" y="120"/>
                  </a:cubicBezTo>
                  <a:lnTo>
                    <a:pt x="22" y="130"/>
                  </a:lnTo>
                  <a:cubicBezTo>
                    <a:pt x="22" y="130"/>
                    <a:pt x="24" y="130"/>
                    <a:pt x="24" y="131"/>
                  </a:cubicBezTo>
                  <a:lnTo>
                    <a:pt x="28" y="148"/>
                  </a:lnTo>
                  <a:cubicBezTo>
                    <a:pt x="28" y="149"/>
                    <a:pt x="29" y="152"/>
                    <a:pt x="31" y="153"/>
                  </a:cubicBezTo>
                  <a:cubicBezTo>
                    <a:pt x="33" y="159"/>
                    <a:pt x="38" y="167"/>
                    <a:pt x="42" y="170"/>
                  </a:cubicBezTo>
                  <a:cubicBezTo>
                    <a:pt x="56" y="186"/>
                    <a:pt x="80" y="199"/>
                    <a:pt x="103" y="199"/>
                  </a:cubicBezTo>
                  <a:cubicBezTo>
                    <a:pt x="112" y="199"/>
                    <a:pt x="121" y="197"/>
                    <a:pt x="130" y="193"/>
                  </a:cubicBezTo>
                  <a:cubicBezTo>
                    <a:pt x="154" y="181"/>
                    <a:pt x="171" y="160"/>
                    <a:pt x="175" y="133"/>
                  </a:cubicBezTo>
                  <a:cubicBezTo>
                    <a:pt x="177" y="115"/>
                    <a:pt x="172" y="98"/>
                    <a:pt x="163" y="83"/>
                  </a:cubicBezTo>
                  <a:cubicBezTo>
                    <a:pt x="170" y="72"/>
                    <a:pt x="174" y="59"/>
                    <a:pt x="171" y="47"/>
                  </a:cubicBezTo>
                  <a:cubicBezTo>
                    <a:pt x="168" y="33"/>
                    <a:pt x="160" y="19"/>
                    <a:pt x="149" y="11"/>
                  </a:cubicBezTo>
                  <a:cubicBezTo>
                    <a:pt x="139" y="5"/>
                    <a:pt x="128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135;p16"/>
            <p:cNvSpPr/>
            <p:nvPr/>
          </p:nvSpPr>
          <p:spPr>
            <a:xfrm>
              <a:off x="254520" y="388800"/>
              <a:ext cx="277560" cy="8503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850320"/>
                <a:gd name="textAreaBottom" fmla="*/ 850680 h 850320"/>
              </a:gdLst>
              <a:ahLst/>
              <a:cxnLst/>
              <a:rect l="textAreaLeft" t="textAreaTop" r="textAreaRight" b="textAreaBottom"/>
              <a:pathLst>
                <a:path w="3315" h="10100">
                  <a:moveTo>
                    <a:pt x="2518" y="2559"/>
                  </a:moveTo>
                  <a:cubicBezTo>
                    <a:pt x="2511" y="2600"/>
                    <a:pt x="2511" y="2644"/>
                    <a:pt x="2507" y="2684"/>
                  </a:cubicBezTo>
                  <a:cubicBezTo>
                    <a:pt x="2507" y="2691"/>
                    <a:pt x="2506" y="2697"/>
                    <a:pt x="2506" y="2703"/>
                  </a:cubicBezTo>
                  <a:cubicBezTo>
                    <a:pt x="2505" y="2703"/>
                    <a:pt x="2505" y="2704"/>
                    <a:pt x="2504" y="2704"/>
                  </a:cubicBezTo>
                  <a:cubicBezTo>
                    <a:pt x="2499" y="2700"/>
                    <a:pt x="2496" y="2696"/>
                    <a:pt x="2493" y="2692"/>
                  </a:cubicBezTo>
                  <a:cubicBezTo>
                    <a:pt x="2490" y="2691"/>
                    <a:pt x="2490" y="2689"/>
                    <a:pt x="2489" y="2688"/>
                  </a:cubicBezTo>
                  <a:cubicBezTo>
                    <a:pt x="2493" y="2688"/>
                    <a:pt x="2495" y="2685"/>
                    <a:pt x="2495" y="2682"/>
                  </a:cubicBezTo>
                  <a:cubicBezTo>
                    <a:pt x="2501" y="2641"/>
                    <a:pt x="2511" y="2600"/>
                    <a:pt x="2518" y="2559"/>
                  </a:cubicBezTo>
                  <a:close/>
                  <a:moveTo>
                    <a:pt x="1112" y="0"/>
                  </a:moveTo>
                  <a:cubicBezTo>
                    <a:pt x="1108" y="0"/>
                    <a:pt x="1103" y="2"/>
                    <a:pt x="1101" y="7"/>
                  </a:cubicBezTo>
                  <a:cubicBezTo>
                    <a:pt x="1018" y="206"/>
                    <a:pt x="998" y="429"/>
                    <a:pt x="969" y="641"/>
                  </a:cubicBezTo>
                  <a:cubicBezTo>
                    <a:pt x="942" y="847"/>
                    <a:pt x="913" y="1056"/>
                    <a:pt x="919" y="1263"/>
                  </a:cubicBezTo>
                  <a:cubicBezTo>
                    <a:pt x="909" y="1254"/>
                    <a:pt x="898" y="1247"/>
                    <a:pt x="888" y="1238"/>
                  </a:cubicBezTo>
                  <a:cubicBezTo>
                    <a:pt x="890" y="1234"/>
                    <a:pt x="891" y="1230"/>
                    <a:pt x="891" y="1226"/>
                  </a:cubicBezTo>
                  <a:cubicBezTo>
                    <a:pt x="885" y="1051"/>
                    <a:pt x="852" y="879"/>
                    <a:pt x="826" y="705"/>
                  </a:cubicBezTo>
                  <a:cubicBezTo>
                    <a:pt x="813" y="619"/>
                    <a:pt x="800" y="533"/>
                    <a:pt x="789" y="446"/>
                  </a:cubicBezTo>
                  <a:cubicBezTo>
                    <a:pt x="780" y="359"/>
                    <a:pt x="776" y="272"/>
                    <a:pt x="760" y="187"/>
                  </a:cubicBezTo>
                  <a:cubicBezTo>
                    <a:pt x="754" y="158"/>
                    <a:pt x="729" y="144"/>
                    <a:pt x="704" y="144"/>
                  </a:cubicBezTo>
                  <a:cubicBezTo>
                    <a:pt x="680" y="144"/>
                    <a:pt x="656" y="158"/>
                    <a:pt x="655" y="189"/>
                  </a:cubicBezTo>
                  <a:cubicBezTo>
                    <a:pt x="650" y="281"/>
                    <a:pt x="661" y="375"/>
                    <a:pt x="671" y="467"/>
                  </a:cubicBezTo>
                  <a:cubicBezTo>
                    <a:pt x="679" y="553"/>
                    <a:pt x="689" y="641"/>
                    <a:pt x="704" y="726"/>
                  </a:cubicBezTo>
                  <a:cubicBezTo>
                    <a:pt x="728" y="877"/>
                    <a:pt x="760" y="1034"/>
                    <a:pt x="817" y="1176"/>
                  </a:cubicBezTo>
                  <a:lnTo>
                    <a:pt x="772" y="1139"/>
                  </a:lnTo>
                  <a:cubicBezTo>
                    <a:pt x="710" y="1083"/>
                    <a:pt x="650" y="1025"/>
                    <a:pt x="596" y="961"/>
                  </a:cubicBezTo>
                  <a:cubicBezTo>
                    <a:pt x="544" y="897"/>
                    <a:pt x="497" y="831"/>
                    <a:pt x="458" y="759"/>
                  </a:cubicBezTo>
                  <a:cubicBezTo>
                    <a:pt x="438" y="723"/>
                    <a:pt x="418" y="688"/>
                    <a:pt x="398" y="650"/>
                  </a:cubicBezTo>
                  <a:cubicBezTo>
                    <a:pt x="391" y="634"/>
                    <a:pt x="383" y="612"/>
                    <a:pt x="372" y="600"/>
                  </a:cubicBezTo>
                  <a:cubicBezTo>
                    <a:pt x="363" y="589"/>
                    <a:pt x="348" y="588"/>
                    <a:pt x="338" y="577"/>
                  </a:cubicBezTo>
                  <a:cubicBezTo>
                    <a:pt x="331" y="569"/>
                    <a:pt x="327" y="553"/>
                    <a:pt x="323" y="545"/>
                  </a:cubicBezTo>
                  <a:cubicBezTo>
                    <a:pt x="320" y="540"/>
                    <a:pt x="316" y="538"/>
                    <a:pt x="311" y="538"/>
                  </a:cubicBezTo>
                  <a:cubicBezTo>
                    <a:pt x="304" y="538"/>
                    <a:pt x="297" y="543"/>
                    <a:pt x="299" y="552"/>
                  </a:cubicBezTo>
                  <a:cubicBezTo>
                    <a:pt x="303" y="561"/>
                    <a:pt x="306" y="575"/>
                    <a:pt x="306" y="586"/>
                  </a:cubicBezTo>
                  <a:cubicBezTo>
                    <a:pt x="306" y="604"/>
                    <a:pt x="294" y="616"/>
                    <a:pt x="297" y="634"/>
                  </a:cubicBezTo>
                  <a:cubicBezTo>
                    <a:pt x="298" y="654"/>
                    <a:pt x="310" y="677"/>
                    <a:pt x="317" y="694"/>
                  </a:cubicBezTo>
                  <a:cubicBezTo>
                    <a:pt x="332" y="736"/>
                    <a:pt x="349" y="774"/>
                    <a:pt x="370" y="813"/>
                  </a:cubicBezTo>
                  <a:cubicBezTo>
                    <a:pt x="413" y="890"/>
                    <a:pt x="462" y="963"/>
                    <a:pt x="519" y="1033"/>
                  </a:cubicBezTo>
                  <a:cubicBezTo>
                    <a:pt x="572" y="1095"/>
                    <a:pt x="629" y="1156"/>
                    <a:pt x="694" y="1206"/>
                  </a:cubicBezTo>
                  <a:cubicBezTo>
                    <a:pt x="650" y="1194"/>
                    <a:pt x="605" y="1181"/>
                    <a:pt x="562" y="1165"/>
                  </a:cubicBezTo>
                  <a:cubicBezTo>
                    <a:pt x="497" y="1143"/>
                    <a:pt x="435" y="1120"/>
                    <a:pt x="371" y="1093"/>
                  </a:cubicBezTo>
                  <a:cubicBezTo>
                    <a:pt x="341" y="1079"/>
                    <a:pt x="310" y="1068"/>
                    <a:pt x="281" y="1056"/>
                  </a:cubicBezTo>
                  <a:cubicBezTo>
                    <a:pt x="246" y="1040"/>
                    <a:pt x="211" y="1033"/>
                    <a:pt x="174" y="1018"/>
                  </a:cubicBezTo>
                  <a:cubicBezTo>
                    <a:pt x="172" y="1017"/>
                    <a:pt x="170" y="1017"/>
                    <a:pt x="168" y="1017"/>
                  </a:cubicBezTo>
                  <a:cubicBezTo>
                    <a:pt x="151" y="1017"/>
                    <a:pt x="141" y="1041"/>
                    <a:pt x="157" y="1051"/>
                  </a:cubicBezTo>
                  <a:cubicBezTo>
                    <a:pt x="187" y="1074"/>
                    <a:pt x="213" y="1098"/>
                    <a:pt x="246" y="1118"/>
                  </a:cubicBezTo>
                  <a:cubicBezTo>
                    <a:pt x="278" y="1137"/>
                    <a:pt x="309" y="1154"/>
                    <a:pt x="342" y="1170"/>
                  </a:cubicBezTo>
                  <a:cubicBezTo>
                    <a:pt x="407" y="1198"/>
                    <a:pt x="471" y="1226"/>
                    <a:pt x="539" y="1247"/>
                  </a:cubicBezTo>
                  <a:cubicBezTo>
                    <a:pt x="641" y="1277"/>
                    <a:pt x="753" y="1305"/>
                    <a:pt x="863" y="1310"/>
                  </a:cubicBezTo>
                  <a:cubicBezTo>
                    <a:pt x="886" y="1321"/>
                    <a:pt x="910" y="1332"/>
                    <a:pt x="934" y="1336"/>
                  </a:cubicBezTo>
                  <a:cubicBezTo>
                    <a:pt x="936" y="1336"/>
                    <a:pt x="938" y="1335"/>
                    <a:pt x="940" y="1335"/>
                  </a:cubicBezTo>
                  <a:cubicBezTo>
                    <a:pt x="938" y="1336"/>
                    <a:pt x="938" y="1337"/>
                    <a:pt x="936" y="1338"/>
                  </a:cubicBezTo>
                  <a:cubicBezTo>
                    <a:pt x="931" y="1351"/>
                    <a:pt x="942" y="1361"/>
                    <a:pt x="952" y="1361"/>
                  </a:cubicBezTo>
                  <a:cubicBezTo>
                    <a:pt x="957" y="1361"/>
                    <a:pt x="962" y="1359"/>
                    <a:pt x="965" y="1354"/>
                  </a:cubicBezTo>
                  <a:cubicBezTo>
                    <a:pt x="990" y="1326"/>
                    <a:pt x="1013" y="1297"/>
                    <a:pt x="1036" y="1266"/>
                  </a:cubicBezTo>
                  <a:lnTo>
                    <a:pt x="1036" y="1266"/>
                  </a:lnTo>
                  <a:cubicBezTo>
                    <a:pt x="1024" y="1352"/>
                    <a:pt x="1017" y="1437"/>
                    <a:pt x="1009" y="1523"/>
                  </a:cubicBezTo>
                  <a:cubicBezTo>
                    <a:pt x="997" y="1665"/>
                    <a:pt x="985" y="1808"/>
                    <a:pt x="975" y="1950"/>
                  </a:cubicBezTo>
                  <a:cubicBezTo>
                    <a:pt x="953" y="2246"/>
                    <a:pt x="934" y="2544"/>
                    <a:pt x="920" y="2841"/>
                  </a:cubicBezTo>
                  <a:cubicBezTo>
                    <a:pt x="893" y="3433"/>
                    <a:pt x="880" y="4023"/>
                    <a:pt x="888" y="4615"/>
                  </a:cubicBezTo>
                  <a:cubicBezTo>
                    <a:pt x="903" y="5784"/>
                    <a:pt x="980" y="6953"/>
                    <a:pt x="1119" y="8114"/>
                  </a:cubicBezTo>
                  <a:cubicBezTo>
                    <a:pt x="1159" y="8445"/>
                    <a:pt x="1204" y="8776"/>
                    <a:pt x="1254" y="9106"/>
                  </a:cubicBezTo>
                  <a:cubicBezTo>
                    <a:pt x="1278" y="9270"/>
                    <a:pt x="1304" y="9431"/>
                    <a:pt x="1332" y="9594"/>
                  </a:cubicBezTo>
                  <a:cubicBezTo>
                    <a:pt x="1349" y="9704"/>
                    <a:pt x="1366" y="9815"/>
                    <a:pt x="1390" y="9923"/>
                  </a:cubicBezTo>
                  <a:cubicBezTo>
                    <a:pt x="1190" y="9523"/>
                    <a:pt x="954" y="9139"/>
                    <a:pt x="731" y="8751"/>
                  </a:cubicBezTo>
                  <a:cubicBezTo>
                    <a:pt x="616" y="8552"/>
                    <a:pt x="503" y="8352"/>
                    <a:pt x="391" y="8150"/>
                  </a:cubicBezTo>
                  <a:cubicBezTo>
                    <a:pt x="282" y="7954"/>
                    <a:pt x="183" y="7749"/>
                    <a:pt x="45" y="7573"/>
                  </a:cubicBezTo>
                  <a:cubicBezTo>
                    <a:pt x="39" y="7567"/>
                    <a:pt x="33" y="7564"/>
                    <a:pt x="27" y="7564"/>
                  </a:cubicBezTo>
                  <a:cubicBezTo>
                    <a:pt x="13" y="7564"/>
                    <a:pt x="1" y="7580"/>
                    <a:pt x="6" y="7596"/>
                  </a:cubicBezTo>
                  <a:cubicBezTo>
                    <a:pt x="73" y="7815"/>
                    <a:pt x="195" y="8017"/>
                    <a:pt x="304" y="8217"/>
                  </a:cubicBezTo>
                  <a:cubicBezTo>
                    <a:pt x="424" y="8424"/>
                    <a:pt x="535" y="8626"/>
                    <a:pt x="649" y="8826"/>
                  </a:cubicBezTo>
                  <a:cubicBezTo>
                    <a:pt x="873" y="9222"/>
                    <a:pt x="1101" y="9617"/>
                    <a:pt x="1379" y="9978"/>
                  </a:cubicBezTo>
                  <a:cubicBezTo>
                    <a:pt x="1383" y="9983"/>
                    <a:pt x="1388" y="9985"/>
                    <a:pt x="1393" y="9985"/>
                  </a:cubicBezTo>
                  <a:cubicBezTo>
                    <a:pt x="1399" y="9985"/>
                    <a:pt x="1405" y="9983"/>
                    <a:pt x="1409" y="9978"/>
                  </a:cubicBezTo>
                  <a:cubicBezTo>
                    <a:pt x="1417" y="10012"/>
                    <a:pt x="1425" y="10046"/>
                    <a:pt x="1436" y="10079"/>
                  </a:cubicBezTo>
                  <a:cubicBezTo>
                    <a:pt x="1441" y="10094"/>
                    <a:pt x="1451" y="10099"/>
                    <a:pt x="1462" y="10099"/>
                  </a:cubicBezTo>
                  <a:cubicBezTo>
                    <a:pt x="1481" y="10099"/>
                    <a:pt x="1501" y="10082"/>
                    <a:pt x="1500" y="10061"/>
                  </a:cubicBezTo>
                  <a:cubicBezTo>
                    <a:pt x="1491" y="9914"/>
                    <a:pt x="1458" y="9770"/>
                    <a:pt x="1434" y="9626"/>
                  </a:cubicBezTo>
                  <a:cubicBezTo>
                    <a:pt x="1409" y="9481"/>
                    <a:pt x="1386" y="9336"/>
                    <a:pt x="1364" y="9190"/>
                  </a:cubicBezTo>
                  <a:cubicBezTo>
                    <a:pt x="1319" y="8901"/>
                    <a:pt x="1278" y="8610"/>
                    <a:pt x="1242" y="8319"/>
                  </a:cubicBezTo>
                  <a:cubicBezTo>
                    <a:pt x="1184" y="7859"/>
                    <a:pt x="1135" y="7398"/>
                    <a:pt x="1096" y="6936"/>
                  </a:cubicBezTo>
                  <a:cubicBezTo>
                    <a:pt x="1123" y="6828"/>
                    <a:pt x="1138" y="6716"/>
                    <a:pt x="1160" y="6607"/>
                  </a:cubicBezTo>
                  <a:cubicBezTo>
                    <a:pt x="1189" y="6459"/>
                    <a:pt x="1220" y="6310"/>
                    <a:pt x="1253" y="6162"/>
                  </a:cubicBezTo>
                  <a:cubicBezTo>
                    <a:pt x="1320" y="5866"/>
                    <a:pt x="1401" y="5571"/>
                    <a:pt x="1489" y="5280"/>
                  </a:cubicBezTo>
                  <a:cubicBezTo>
                    <a:pt x="1523" y="5257"/>
                    <a:pt x="1539" y="5218"/>
                    <a:pt x="1563" y="5178"/>
                  </a:cubicBezTo>
                  <a:cubicBezTo>
                    <a:pt x="1600" y="5120"/>
                    <a:pt x="1637" y="5064"/>
                    <a:pt x="1676" y="5008"/>
                  </a:cubicBezTo>
                  <a:cubicBezTo>
                    <a:pt x="1759" y="4888"/>
                    <a:pt x="1849" y="4773"/>
                    <a:pt x="1947" y="4664"/>
                  </a:cubicBezTo>
                  <a:cubicBezTo>
                    <a:pt x="2142" y="4446"/>
                    <a:pt x="2370" y="4263"/>
                    <a:pt x="2583" y="4066"/>
                  </a:cubicBezTo>
                  <a:cubicBezTo>
                    <a:pt x="2592" y="4056"/>
                    <a:pt x="2585" y="4040"/>
                    <a:pt x="2574" y="4040"/>
                  </a:cubicBezTo>
                  <a:cubicBezTo>
                    <a:pt x="2572" y="4040"/>
                    <a:pt x="2570" y="4040"/>
                    <a:pt x="2567" y="4042"/>
                  </a:cubicBezTo>
                  <a:cubicBezTo>
                    <a:pt x="2299" y="4169"/>
                    <a:pt x="2080" y="4374"/>
                    <a:pt x="1882" y="4593"/>
                  </a:cubicBezTo>
                  <a:cubicBezTo>
                    <a:pt x="1782" y="4704"/>
                    <a:pt x="1689" y="4821"/>
                    <a:pt x="1604" y="4943"/>
                  </a:cubicBezTo>
                  <a:lnTo>
                    <a:pt x="1588" y="4967"/>
                  </a:lnTo>
                  <a:cubicBezTo>
                    <a:pt x="1749" y="4484"/>
                    <a:pt x="1941" y="4012"/>
                    <a:pt x="2165" y="3554"/>
                  </a:cubicBezTo>
                  <a:cubicBezTo>
                    <a:pt x="2283" y="3311"/>
                    <a:pt x="2420" y="3078"/>
                    <a:pt x="2541" y="2837"/>
                  </a:cubicBezTo>
                  <a:cubicBezTo>
                    <a:pt x="2554" y="2837"/>
                    <a:pt x="2567" y="2830"/>
                    <a:pt x="2574" y="2817"/>
                  </a:cubicBezTo>
                  <a:cubicBezTo>
                    <a:pt x="2574" y="2815"/>
                    <a:pt x="2574" y="2815"/>
                    <a:pt x="2576" y="2814"/>
                  </a:cubicBezTo>
                  <a:cubicBezTo>
                    <a:pt x="2672" y="2859"/>
                    <a:pt x="2777" y="2886"/>
                    <a:pt x="2881" y="2906"/>
                  </a:cubicBezTo>
                  <a:cubicBezTo>
                    <a:pt x="2935" y="2915"/>
                    <a:pt x="2990" y="2920"/>
                    <a:pt x="3045" y="2920"/>
                  </a:cubicBezTo>
                  <a:cubicBezTo>
                    <a:pt x="3056" y="2920"/>
                    <a:pt x="3067" y="2920"/>
                    <a:pt x="3078" y="2919"/>
                  </a:cubicBezTo>
                  <a:cubicBezTo>
                    <a:pt x="3142" y="2918"/>
                    <a:pt x="3211" y="2917"/>
                    <a:pt x="3269" y="2891"/>
                  </a:cubicBezTo>
                  <a:cubicBezTo>
                    <a:pt x="3287" y="2883"/>
                    <a:pt x="3290" y="2851"/>
                    <a:pt x="3268" y="2846"/>
                  </a:cubicBezTo>
                  <a:cubicBezTo>
                    <a:pt x="3212" y="2831"/>
                    <a:pt x="3151" y="2834"/>
                    <a:pt x="3093" y="2829"/>
                  </a:cubicBezTo>
                  <a:cubicBezTo>
                    <a:pt x="3031" y="2825"/>
                    <a:pt x="2967" y="2814"/>
                    <a:pt x="2905" y="2804"/>
                  </a:cubicBezTo>
                  <a:cubicBezTo>
                    <a:pt x="2867" y="2798"/>
                    <a:pt x="2831" y="2790"/>
                    <a:pt x="2795" y="2780"/>
                  </a:cubicBezTo>
                  <a:cubicBezTo>
                    <a:pt x="2853" y="2762"/>
                    <a:pt x="2911" y="2741"/>
                    <a:pt x="2967" y="2714"/>
                  </a:cubicBezTo>
                  <a:cubicBezTo>
                    <a:pt x="3027" y="2685"/>
                    <a:pt x="3088" y="2653"/>
                    <a:pt x="3143" y="2616"/>
                  </a:cubicBezTo>
                  <a:cubicBezTo>
                    <a:pt x="3169" y="2599"/>
                    <a:pt x="3195" y="2582"/>
                    <a:pt x="3218" y="2561"/>
                  </a:cubicBezTo>
                  <a:cubicBezTo>
                    <a:pt x="3239" y="2544"/>
                    <a:pt x="3262" y="2526"/>
                    <a:pt x="3269" y="2501"/>
                  </a:cubicBezTo>
                  <a:cubicBezTo>
                    <a:pt x="3276" y="2494"/>
                    <a:pt x="3283" y="2489"/>
                    <a:pt x="3290" y="2482"/>
                  </a:cubicBezTo>
                  <a:cubicBezTo>
                    <a:pt x="3314" y="2459"/>
                    <a:pt x="3298" y="2413"/>
                    <a:pt x="3267" y="2413"/>
                  </a:cubicBezTo>
                  <a:cubicBezTo>
                    <a:pt x="3262" y="2413"/>
                    <a:pt x="3256" y="2414"/>
                    <a:pt x="3250" y="2417"/>
                  </a:cubicBezTo>
                  <a:cubicBezTo>
                    <a:pt x="3239" y="2423"/>
                    <a:pt x="3228" y="2428"/>
                    <a:pt x="3218" y="2434"/>
                  </a:cubicBezTo>
                  <a:cubicBezTo>
                    <a:pt x="3218" y="2434"/>
                    <a:pt x="3217" y="2434"/>
                    <a:pt x="3216" y="2434"/>
                  </a:cubicBezTo>
                  <a:cubicBezTo>
                    <a:pt x="3170" y="2434"/>
                    <a:pt x="3117" y="2471"/>
                    <a:pt x="3078" y="2490"/>
                  </a:cubicBezTo>
                  <a:cubicBezTo>
                    <a:pt x="3020" y="2517"/>
                    <a:pt x="2961" y="2548"/>
                    <a:pt x="2902" y="2572"/>
                  </a:cubicBezTo>
                  <a:cubicBezTo>
                    <a:pt x="2845" y="2597"/>
                    <a:pt x="2787" y="2622"/>
                    <a:pt x="2729" y="2642"/>
                  </a:cubicBezTo>
                  <a:cubicBezTo>
                    <a:pt x="2719" y="2645"/>
                    <a:pt x="2710" y="2649"/>
                    <a:pt x="2701" y="2653"/>
                  </a:cubicBezTo>
                  <a:cubicBezTo>
                    <a:pt x="2748" y="2608"/>
                    <a:pt x="2797" y="2562"/>
                    <a:pt x="2842" y="2515"/>
                  </a:cubicBezTo>
                  <a:cubicBezTo>
                    <a:pt x="2896" y="2457"/>
                    <a:pt x="2948" y="2397"/>
                    <a:pt x="3001" y="2337"/>
                  </a:cubicBezTo>
                  <a:cubicBezTo>
                    <a:pt x="3027" y="2308"/>
                    <a:pt x="3054" y="2279"/>
                    <a:pt x="3077" y="2247"/>
                  </a:cubicBezTo>
                  <a:cubicBezTo>
                    <a:pt x="3088" y="2232"/>
                    <a:pt x="3104" y="2216"/>
                    <a:pt x="3114" y="2200"/>
                  </a:cubicBezTo>
                  <a:cubicBezTo>
                    <a:pt x="3125" y="2181"/>
                    <a:pt x="3135" y="2164"/>
                    <a:pt x="3149" y="2145"/>
                  </a:cubicBezTo>
                  <a:cubicBezTo>
                    <a:pt x="3158" y="2135"/>
                    <a:pt x="3148" y="2122"/>
                    <a:pt x="3137" y="2122"/>
                  </a:cubicBezTo>
                  <a:cubicBezTo>
                    <a:pt x="3134" y="2122"/>
                    <a:pt x="3130" y="2123"/>
                    <a:pt x="3127" y="2125"/>
                  </a:cubicBezTo>
                  <a:cubicBezTo>
                    <a:pt x="3111" y="2138"/>
                    <a:pt x="3092" y="2147"/>
                    <a:pt x="3076" y="2159"/>
                  </a:cubicBezTo>
                  <a:cubicBezTo>
                    <a:pt x="3060" y="2169"/>
                    <a:pt x="3045" y="2182"/>
                    <a:pt x="3032" y="2193"/>
                  </a:cubicBezTo>
                  <a:cubicBezTo>
                    <a:pt x="3000" y="2219"/>
                    <a:pt x="2970" y="2243"/>
                    <a:pt x="2941" y="2269"/>
                  </a:cubicBezTo>
                  <a:cubicBezTo>
                    <a:pt x="2880" y="2324"/>
                    <a:pt x="2819" y="2376"/>
                    <a:pt x="2758" y="2433"/>
                  </a:cubicBezTo>
                  <a:cubicBezTo>
                    <a:pt x="2724" y="2466"/>
                    <a:pt x="2690" y="2500"/>
                    <a:pt x="2657" y="2534"/>
                  </a:cubicBezTo>
                  <a:cubicBezTo>
                    <a:pt x="2675" y="2473"/>
                    <a:pt x="2692" y="2413"/>
                    <a:pt x="2712" y="2353"/>
                  </a:cubicBezTo>
                  <a:cubicBezTo>
                    <a:pt x="2759" y="2202"/>
                    <a:pt x="2837" y="2056"/>
                    <a:pt x="2875" y="1902"/>
                  </a:cubicBezTo>
                  <a:cubicBezTo>
                    <a:pt x="2879" y="1883"/>
                    <a:pt x="2860" y="1869"/>
                    <a:pt x="2843" y="1869"/>
                  </a:cubicBezTo>
                  <a:cubicBezTo>
                    <a:pt x="2837" y="1869"/>
                    <a:pt x="2830" y="1871"/>
                    <a:pt x="2825" y="1876"/>
                  </a:cubicBezTo>
                  <a:cubicBezTo>
                    <a:pt x="2704" y="1986"/>
                    <a:pt x="2633" y="2159"/>
                    <a:pt x="2580" y="2310"/>
                  </a:cubicBezTo>
                  <a:cubicBezTo>
                    <a:pt x="2553" y="2384"/>
                    <a:pt x="2535" y="2459"/>
                    <a:pt x="2521" y="2536"/>
                  </a:cubicBezTo>
                  <a:lnTo>
                    <a:pt x="2521" y="2536"/>
                  </a:lnTo>
                  <a:cubicBezTo>
                    <a:pt x="2524" y="2514"/>
                    <a:pt x="2527" y="2493"/>
                    <a:pt x="2528" y="2471"/>
                  </a:cubicBezTo>
                  <a:cubicBezTo>
                    <a:pt x="2532" y="2395"/>
                    <a:pt x="2532" y="2321"/>
                    <a:pt x="2531" y="2247"/>
                  </a:cubicBezTo>
                  <a:cubicBezTo>
                    <a:pt x="2529" y="2111"/>
                    <a:pt x="2543" y="1953"/>
                    <a:pt x="2476" y="1831"/>
                  </a:cubicBezTo>
                  <a:cubicBezTo>
                    <a:pt x="2474" y="1829"/>
                    <a:pt x="2472" y="1828"/>
                    <a:pt x="2470" y="1828"/>
                  </a:cubicBezTo>
                  <a:cubicBezTo>
                    <a:pt x="2468" y="1828"/>
                    <a:pt x="2466" y="1829"/>
                    <a:pt x="2465" y="1831"/>
                  </a:cubicBezTo>
                  <a:cubicBezTo>
                    <a:pt x="2397" y="1955"/>
                    <a:pt x="2412" y="2114"/>
                    <a:pt x="2410" y="2252"/>
                  </a:cubicBezTo>
                  <a:cubicBezTo>
                    <a:pt x="2408" y="2324"/>
                    <a:pt x="2408" y="2394"/>
                    <a:pt x="2412" y="2467"/>
                  </a:cubicBezTo>
                  <a:cubicBezTo>
                    <a:pt x="2415" y="2515"/>
                    <a:pt x="2424" y="2562"/>
                    <a:pt x="2433" y="2611"/>
                  </a:cubicBezTo>
                  <a:lnTo>
                    <a:pt x="2424" y="2599"/>
                  </a:lnTo>
                  <a:cubicBezTo>
                    <a:pt x="2378" y="2533"/>
                    <a:pt x="2334" y="2461"/>
                    <a:pt x="2296" y="2390"/>
                  </a:cubicBezTo>
                  <a:cubicBezTo>
                    <a:pt x="2259" y="2320"/>
                    <a:pt x="2226" y="2247"/>
                    <a:pt x="2198" y="2172"/>
                  </a:cubicBezTo>
                  <a:cubicBezTo>
                    <a:pt x="2171" y="2096"/>
                    <a:pt x="2149" y="2019"/>
                    <a:pt x="2115" y="1946"/>
                  </a:cubicBezTo>
                  <a:cubicBezTo>
                    <a:pt x="2109" y="1936"/>
                    <a:pt x="2098" y="1930"/>
                    <a:pt x="2087" y="1930"/>
                  </a:cubicBezTo>
                  <a:cubicBezTo>
                    <a:pt x="2074" y="1930"/>
                    <a:pt x="2061" y="1939"/>
                    <a:pt x="2060" y="1955"/>
                  </a:cubicBezTo>
                  <a:cubicBezTo>
                    <a:pt x="2046" y="2120"/>
                    <a:pt x="2121" y="2291"/>
                    <a:pt x="2196" y="2435"/>
                  </a:cubicBezTo>
                  <a:cubicBezTo>
                    <a:pt x="2234" y="2511"/>
                    <a:pt x="2280" y="2581"/>
                    <a:pt x="2333" y="2647"/>
                  </a:cubicBezTo>
                  <a:cubicBezTo>
                    <a:pt x="2359" y="2680"/>
                    <a:pt x="2389" y="2705"/>
                    <a:pt x="2418" y="2735"/>
                  </a:cubicBezTo>
                  <a:cubicBezTo>
                    <a:pt x="2430" y="2747"/>
                    <a:pt x="2444" y="2760"/>
                    <a:pt x="2457" y="2773"/>
                  </a:cubicBezTo>
                  <a:lnTo>
                    <a:pt x="2445" y="2793"/>
                  </a:lnTo>
                  <a:cubicBezTo>
                    <a:pt x="2441" y="2801"/>
                    <a:pt x="2443" y="2808"/>
                    <a:pt x="2448" y="2815"/>
                  </a:cubicBezTo>
                  <a:cubicBezTo>
                    <a:pt x="2327" y="3005"/>
                    <a:pt x="2226" y="3208"/>
                    <a:pt x="2126" y="3408"/>
                  </a:cubicBezTo>
                  <a:cubicBezTo>
                    <a:pt x="1986" y="3686"/>
                    <a:pt x="1859" y="3970"/>
                    <a:pt x="1744" y="4257"/>
                  </a:cubicBezTo>
                  <a:cubicBezTo>
                    <a:pt x="1513" y="4829"/>
                    <a:pt x="1327" y="5420"/>
                    <a:pt x="1195" y="6022"/>
                  </a:cubicBezTo>
                  <a:cubicBezTo>
                    <a:pt x="1157" y="6190"/>
                    <a:pt x="1124" y="6357"/>
                    <a:pt x="1095" y="6526"/>
                  </a:cubicBezTo>
                  <a:cubicBezTo>
                    <a:pt x="1086" y="6568"/>
                    <a:pt x="1079" y="6612"/>
                    <a:pt x="1072" y="6657"/>
                  </a:cubicBezTo>
                  <a:cubicBezTo>
                    <a:pt x="1069" y="6631"/>
                    <a:pt x="1067" y="6604"/>
                    <a:pt x="1064" y="6578"/>
                  </a:cubicBezTo>
                  <a:cubicBezTo>
                    <a:pt x="979" y="5406"/>
                    <a:pt x="959" y="4229"/>
                    <a:pt x="995" y="3055"/>
                  </a:cubicBezTo>
                  <a:cubicBezTo>
                    <a:pt x="1003" y="2726"/>
                    <a:pt x="1019" y="2398"/>
                    <a:pt x="1039" y="2068"/>
                  </a:cubicBezTo>
                  <a:cubicBezTo>
                    <a:pt x="1047" y="1909"/>
                    <a:pt x="1058" y="1749"/>
                    <a:pt x="1072" y="1589"/>
                  </a:cubicBezTo>
                  <a:cubicBezTo>
                    <a:pt x="1075" y="1527"/>
                    <a:pt x="1082" y="1464"/>
                    <a:pt x="1086" y="1402"/>
                  </a:cubicBezTo>
                  <a:cubicBezTo>
                    <a:pt x="1093" y="1403"/>
                    <a:pt x="1100" y="1403"/>
                    <a:pt x="1108" y="1403"/>
                  </a:cubicBezTo>
                  <a:cubicBezTo>
                    <a:pt x="1136" y="1403"/>
                    <a:pt x="1164" y="1396"/>
                    <a:pt x="1190" y="1393"/>
                  </a:cubicBezTo>
                  <a:cubicBezTo>
                    <a:pt x="1234" y="1387"/>
                    <a:pt x="1275" y="1381"/>
                    <a:pt x="1316" y="1368"/>
                  </a:cubicBezTo>
                  <a:cubicBezTo>
                    <a:pt x="1404" y="1341"/>
                    <a:pt x="1489" y="1307"/>
                    <a:pt x="1571" y="1265"/>
                  </a:cubicBezTo>
                  <a:cubicBezTo>
                    <a:pt x="1734" y="1184"/>
                    <a:pt x="1871" y="1072"/>
                    <a:pt x="1999" y="943"/>
                  </a:cubicBezTo>
                  <a:cubicBezTo>
                    <a:pt x="2019" y="922"/>
                    <a:pt x="2004" y="892"/>
                    <a:pt x="1981" y="892"/>
                  </a:cubicBezTo>
                  <a:cubicBezTo>
                    <a:pt x="1976" y="892"/>
                    <a:pt x="1970" y="894"/>
                    <a:pt x="1963" y="899"/>
                  </a:cubicBezTo>
                  <a:cubicBezTo>
                    <a:pt x="1827" y="1001"/>
                    <a:pt x="1676" y="1082"/>
                    <a:pt x="1520" y="1151"/>
                  </a:cubicBezTo>
                  <a:cubicBezTo>
                    <a:pt x="1445" y="1186"/>
                    <a:pt x="1365" y="1216"/>
                    <a:pt x="1287" y="1242"/>
                  </a:cubicBezTo>
                  <a:cubicBezTo>
                    <a:pt x="1248" y="1254"/>
                    <a:pt x="1210" y="1266"/>
                    <a:pt x="1173" y="1282"/>
                  </a:cubicBezTo>
                  <a:cubicBezTo>
                    <a:pt x="1148" y="1293"/>
                    <a:pt x="1118" y="1298"/>
                    <a:pt x="1091" y="1308"/>
                  </a:cubicBezTo>
                  <a:cubicBezTo>
                    <a:pt x="1091" y="1296"/>
                    <a:pt x="1093" y="1282"/>
                    <a:pt x="1093" y="1270"/>
                  </a:cubicBezTo>
                  <a:lnTo>
                    <a:pt x="1097" y="1270"/>
                  </a:lnTo>
                  <a:cubicBezTo>
                    <a:pt x="1140" y="1254"/>
                    <a:pt x="1179" y="1245"/>
                    <a:pt x="1220" y="1223"/>
                  </a:cubicBezTo>
                  <a:cubicBezTo>
                    <a:pt x="1260" y="1199"/>
                    <a:pt x="1300" y="1178"/>
                    <a:pt x="1338" y="1150"/>
                  </a:cubicBezTo>
                  <a:cubicBezTo>
                    <a:pt x="1415" y="1094"/>
                    <a:pt x="1487" y="1034"/>
                    <a:pt x="1555" y="967"/>
                  </a:cubicBezTo>
                  <a:cubicBezTo>
                    <a:pt x="1621" y="899"/>
                    <a:pt x="1679" y="827"/>
                    <a:pt x="1734" y="753"/>
                  </a:cubicBezTo>
                  <a:cubicBezTo>
                    <a:pt x="1791" y="673"/>
                    <a:pt x="1830" y="590"/>
                    <a:pt x="1869" y="502"/>
                  </a:cubicBezTo>
                  <a:cubicBezTo>
                    <a:pt x="1873" y="492"/>
                    <a:pt x="1864" y="483"/>
                    <a:pt x="1855" y="483"/>
                  </a:cubicBezTo>
                  <a:cubicBezTo>
                    <a:pt x="1851" y="483"/>
                    <a:pt x="1847" y="485"/>
                    <a:pt x="1844" y="489"/>
                  </a:cubicBezTo>
                  <a:cubicBezTo>
                    <a:pt x="1785" y="557"/>
                    <a:pt x="1721" y="622"/>
                    <a:pt x="1659" y="689"/>
                  </a:cubicBezTo>
                  <a:cubicBezTo>
                    <a:pt x="1599" y="756"/>
                    <a:pt x="1534" y="820"/>
                    <a:pt x="1468" y="880"/>
                  </a:cubicBezTo>
                  <a:cubicBezTo>
                    <a:pt x="1403" y="940"/>
                    <a:pt x="1336" y="997"/>
                    <a:pt x="1267" y="1052"/>
                  </a:cubicBezTo>
                  <a:cubicBezTo>
                    <a:pt x="1231" y="1082"/>
                    <a:pt x="1198" y="1112"/>
                    <a:pt x="1160" y="1140"/>
                  </a:cubicBezTo>
                  <a:cubicBezTo>
                    <a:pt x="1137" y="1159"/>
                    <a:pt x="1118" y="1179"/>
                    <a:pt x="1097" y="1199"/>
                  </a:cubicBezTo>
                  <a:cubicBezTo>
                    <a:pt x="1122" y="1165"/>
                    <a:pt x="1146" y="1131"/>
                    <a:pt x="1168" y="1094"/>
                  </a:cubicBezTo>
                  <a:cubicBezTo>
                    <a:pt x="1225" y="1000"/>
                    <a:pt x="1278" y="904"/>
                    <a:pt x="1324" y="804"/>
                  </a:cubicBezTo>
                  <a:cubicBezTo>
                    <a:pt x="1370" y="703"/>
                    <a:pt x="1414" y="600"/>
                    <a:pt x="1447" y="492"/>
                  </a:cubicBezTo>
                  <a:cubicBezTo>
                    <a:pt x="1464" y="442"/>
                    <a:pt x="1480" y="392"/>
                    <a:pt x="1492" y="341"/>
                  </a:cubicBezTo>
                  <a:cubicBezTo>
                    <a:pt x="1498" y="315"/>
                    <a:pt x="1507" y="286"/>
                    <a:pt x="1511" y="259"/>
                  </a:cubicBezTo>
                  <a:cubicBezTo>
                    <a:pt x="1512" y="239"/>
                    <a:pt x="1506" y="220"/>
                    <a:pt x="1511" y="198"/>
                  </a:cubicBezTo>
                  <a:cubicBezTo>
                    <a:pt x="1512" y="188"/>
                    <a:pt x="1504" y="183"/>
                    <a:pt x="1496" y="183"/>
                  </a:cubicBezTo>
                  <a:cubicBezTo>
                    <a:pt x="1491" y="183"/>
                    <a:pt x="1486" y="185"/>
                    <a:pt x="1483" y="190"/>
                  </a:cubicBezTo>
                  <a:cubicBezTo>
                    <a:pt x="1473" y="211"/>
                    <a:pt x="1457" y="225"/>
                    <a:pt x="1446" y="243"/>
                  </a:cubicBezTo>
                  <a:cubicBezTo>
                    <a:pt x="1432" y="266"/>
                    <a:pt x="1421" y="295"/>
                    <a:pt x="1410" y="319"/>
                  </a:cubicBezTo>
                  <a:cubicBezTo>
                    <a:pt x="1387" y="369"/>
                    <a:pt x="1366" y="421"/>
                    <a:pt x="1343" y="472"/>
                  </a:cubicBezTo>
                  <a:cubicBezTo>
                    <a:pt x="1300" y="568"/>
                    <a:pt x="1259" y="665"/>
                    <a:pt x="1214" y="759"/>
                  </a:cubicBezTo>
                  <a:cubicBezTo>
                    <a:pt x="1170" y="854"/>
                    <a:pt x="1124" y="948"/>
                    <a:pt x="1078" y="1041"/>
                  </a:cubicBezTo>
                  <a:cubicBezTo>
                    <a:pt x="1036" y="1122"/>
                    <a:pt x="1002" y="1204"/>
                    <a:pt x="964" y="1286"/>
                  </a:cubicBezTo>
                  <a:cubicBezTo>
                    <a:pt x="1029" y="1083"/>
                    <a:pt x="1056" y="866"/>
                    <a:pt x="1084" y="655"/>
                  </a:cubicBezTo>
                  <a:cubicBezTo>
                    <a:pt x="1111" y="442"/>
                    <a:pt x="1151" y="223"/>
                    <a:pt x="1122" y="9"/>
                  </a:cubicBezTo>
                  <a:cubicBezTo>
                    <a:pt x="1121" y="3"/>
                    <a:pt x="1117" y="0"/>
                    <a:pt x="111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136;p16"/>
            <p:cNvSpPr/>
            <p:nvPr/>
          </p:nvSpPr>
          <p:spPr>
            <a:xfrm>
              <a:off x="242280" y="10137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1" y="1"/>
                  </a:moveTo>
                  <a:cubicBezTo>
                    <a:pt x="10" y="1"/>
                    <a:pt x="10" y="1"/>
                    <a:pt x="10" y="1"/>
                  </a:cubicBezTo>
                  <a:lnTo>
                    <a:pt x="10" y="1"/>
                  </a:lnTo>
                  <a:cubicBezTo>
                    <a:pt x="10" y="1"/>
                    <a:pt x="10" y="1"/>
                    <a:pt x="11" y="1"/>
                  </a:cubicBezTo>
                  <a:close/>
                  <a:moveTo>
                    <a:pt x="10" y="1"/>
                  </a:moveTo>
                  <a:cubicBezTo>
                    <a:pt x="6" y="1"/>
                    <a:pt x="4" y="3"/>
                    <a:pt x="1" y="4"/>
                  </a:cubicBezTo>
                  <a:cubicBezTo>
                    <a:pt x="4" y="4"/>
                    <a:pt x="5" y="3"/>
                    <a:pt x="6" y="3"/>
                  </a:cubicBezTo>
                  <a:cubicBezTo>
                    <a:pt x="8" y="1"/>
                    <a:pt x="9" y="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37;p16"/>
            <p:cNvSpPr/>
            <p:nvPr/>
          </p:nvSpPr>
          <p:spPr>
            <a:xfrm>
              <a:off x="228960" y="995040"/>
              <a:ext cx="18720" cy="19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29" h="230">
                  <a:moveTo>
                    <a:pt x="147" y="25"/>
                  </a:moveTo>
                  <a:cubicBezTo>
                    <a:pt x="152" y="28"/>
                    <a:pt x="156" y="31"/>
                    <a:pt x="160" y="34"/>
                  </a:cubicBezTo>
                  <a:lnTo>
                    <a:pt x="160" y="34"/>
                  </a:lnTo>
                  <a:cubicBezTo>
                    <a:pt x="158" y="32"/>
                    <a:pt x="155" y="31"/>
                    <a:pt x="153" y="29"/>
                  </a:cubicBezTo>
                  <a:cubicBezTo>
                    <a:pt x="151" y="28"/>
                    <a:pt x="149" y="27"/>
                    <a:pt x="147" y="25"/>
                  </a:cubicBezTo>
                  <a:close/>
                  <a:moveTo>
                    <a:pt x="98" y="1"/>
                  </a:moveTo>
                  <a:cubicBezTo>
                    <a:pt x="96" y="1"/>
                    <a:pt x="93" y="1"/>
                    <a:pt x="91" y="1"/>
                  </a:cubicBezTo>
                  <a:cubicBezTo>
                    <a:pt x="54" y="3"/>
                    <a:pt x="27" y="33"/>
                    <a:pt x="11" y="62"/>
                  </a:cubicBezTo>
                  <a:cubicBezTo>
                    <a:pt x="4" y="79"/>
                    <a:pt x="0" y="100"/>
                    <a:pt x="4" y="117"/>
                  </a:cubicBezTo>
                  <a:cubicBezTo>
                    <a:pt x="5" y="135"/>
                    <a:pt x="15" y="151"/>
                    <a:pt x="27" y="165"/>
                  </a:cubicBezTo>
                  <a:cubicBezTo>
                    <a:pt x="33" y="173"/>
                    <a:pt x="42" y="183"/>
                    <a:pt x="52" y="190"/>
                  </a:cubicBezTo>
                  <a:cubicBezTo>
                    <a:pt x="55" y="198"/>
                    <a:pt x="61" y="204"/>
                    <a:pt x="69" y="208"/>
                  </a:cubicBezTo>
                  <a:cubicBezTo>
                    <a:pt x="75" y="214"/>
                    <a:pt x="82" y="216"/>
                    <a:pt x="88" y="221"/>
                  </a:cubicBezTo>
                  <a:cubicBezTo>
                    <a:pt x="101" y="226"/>
                    <a:pt x="115" y="229"/>
                    <a:pt x="128" y="229"/>
                  </a:cubicBezTo>
                  <a:cubicBezTo>
                    <a:pt x="141" y="229"/>
                    <a:pt x="153" y="227"/>
                    <a:pt x="164" y="223"/>
                  </a:cubicBezTo>
                  <a:cubicBezTo>
                    <a:pt x="182" y="219"/>
                    <a:pt x="197" y="211"/>
                    <a:pt x="209" y="198"/>
                  </a:cubicBezTo>
                  <a:cubicBezTo>
                    <a:pt x="223" y="182"/>
                    <a:pt x="229" y="161"/>
                    <a:pt x="228" y="140"/>
                  </a:cubicBezTo>
                  <a:cubicBezTo>
                    <a:pt x="226" y="124"/>
                    <a:pt x="218" y="104"/>
                    <a:pt x="204" y="93"/>
                  </a:cubicBezTo>
                  <a:cubicBezTo>
                    <a:pt x="203" y="89"/>
                    <a:pt x="203" y="84"/>
                    <a:pt x="200" y="80"/>
                  </a:cubicBezTo>
                  <a:cubicBezTo>
                    <a:pt x="196" y="71"/>
                    <a:pt x="190" y="62"/>
                    <a:pt x="184" y="55"/>
                  </a:cubicBezTo>
                  <a:cubicBezTo>
                    <a:pt x="181" y="50"/>
                    <a:pt x="176" y="47"/>
                    <a:pt x="174" y="45"/>
                  </a:cubicBezTo>
                  <a:cubicBezTo>
                    <a:pt x="169" y="34"/>
                    <a:pt x="162" y="24"/>
                    <a:pt x="151" y="17"/>
                  </a:cubicBezTo>
                  <a:cubicBezTo>
                    <a:pt x="134" y="5"/>
                    <a:pt x="117" y="1"/>
                    <a:pt x="9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38;p16"/>
            <p:cNvSpPr/>
            <p:nvPr/>
          </p:nvSpPr>
          <p:spPr>
            <a:xfrm>
              <a:off x="482400" y="1399680"/>
              <a:ext cx="16920" cy="194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205" h="236">
                  <a:moveTo>
                    <a:pt x="100" y="0"/>
                  </a:moveTo>
                  <a:cubicBezTo>
                    <a:pt x="79" y="0"/>
                    <a:pt x="59" y="7"/>
                    <a:pt x="44" y="20"/>
                  </a:cubicBezTo>
                  <a:cubicBezTo>
                    <a:pt x="15" y="45"/>
                    <a:pt x="1" y="87"/>
                    <a:pt x="16" y="123"/>
                  </a:cubicBezTo>
                  <a:cubicBezTo>
                    <a:pt x="21" y="132"/>
                    <a:pt x="27" y="139"/>
                    <a:pt x="35" y="145"/>
                  </a:cubicBezTo>
                  <a:cubicBezTo>
                    <a:pt x="35" y="146"/>
                    <a:pt x="37" y="149"/>
                    <a:pt x="37" y="150"/>
                  </a:cubicBezTo>
                  <a:cubicBezTo>
                    <a:pt x="45" y="163"/>
                    <a:pt x="57" y="171"/>
                    <a:pt x="71" y="174"/>
                  </a:cubicBezTo>
                  <a:cubicBezTo>
                    <a:pt x="71" y="176"/>
                    <a:pt x="70" y="177"/>
                    <a:pt x="70" y="178"/>
                  </a:cubicBezTo>
                  <a:cubicBezTo>
                    <a:pt x="67" y="179"/>
                    <a:pt x="66" y="183"/>
                    <a:pt x="62" y="185"/>
                  </a:cubicBezTo>
                  <a:cubicBezTo>
                    <a:pt x="55" y="196"/>
                    <a:pt x="55" y="215"/>
                    <a:pt x="65" y="223"/>
                  </a:cubicBezTo>
                  <a:cubicBezTo>
                    <a:pt x="71" y="231"/>
                    <a:pt x="80" y="235"/>
                    <a:pt x="91" y="235"/>
                  </a:cubicBezTo>
                  <a:cubicBezTo>
                    <a:pt x="95" y="235"/>
                    <a:pt x="99" y="234"/>
                    <a:pt x="103" y="233"/>
                  </a:cubicBezTo>
                  <a:cubicBezTo>
                    <a:pt x="105" y="232"/>
                    <a:pt x="108" y="232"/>
                    <a:pt x="110" y="231"/>
                  </a:cubicBezTo>
                  <a:cubicBezTo>
                    <a:pt x="116" y="231"/>
                    <a:pt x="122" y="229"/>
                    <a:pt x="128" y="227"/>
                  </a:cubicBezTo>
                  <a:cubicBezTo>
                    <a:pt x="133" y="224"/>
                    <a:pt x="137" y="222"/>
                    <a:pt x="143" y="221"/>
                  </a:cubicBezTo>
                  <a:cubicBezTo>
                    <a:pt x="158" y="212"/>
                    <a:pt x="170" y="200"/>
                    <a:pt x="178" y="187"/>
                  </a:cubicBezTo>
                  <a:cubicBezTo>
                    <a:pt x="196" y="160"/>
                    <a:pt x="204" y="124"/>
                    <a:pt x="192" y="94"/>
                  </a:cubicBezTo>
                  <a:cubicBezTo>
                    <a:pt x="189" y="86"/>
                    <a:pt x="185" y="81"/>
                    <a:pt x="181" y="75"/>
                  </a:cubicBezTo>
                  <a:cubicBezTo>
                    <a:pt x="180" y="52"/>
                    <a:pt x="169" y="31"/>
                    <a:pt x="149" y="16"/>
                  </a:cubicBezTo>
                  <a:cubicBezTo>
                    <a:pt x="134" y="5"/>
                    <a:pt x="117" y="0"/>
                    <a:pt x="1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2571840"/>
            <a:ext cx="16455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4758840" y="2571840"/>
            <a:ext cx="16455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2739240" y="2571840"/>
            <a:ext cx="16455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6778080" y="2571840"/>
            <a:ext cx="164556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title"/>
          </p:nvPr>
        </p:nvSpPr>
        <p:spPr>
          <a:xfrm>
            <a:off x="702360" y="457200"/>
            <a:ext cx="77036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149;p17"/>
          <p:cNvSpPr/>
          <p:nvPr/>
        </p:nvSpPr>
        <p:spPr>
          <a:xfrm>
            <a:off x="720000" y="538920"/>
            <a:ext cx="8173080" cy="4354560"/>
          </a:xfrm>
          <a:custGeom>
            <a:avLst/>
            <a:gdLst>
              <a:gd name="textAreaLeft" fmla="*/ 0 w 8173080"/>
              <a:gd name="textAreaRight" fmla="*/ 8173440 w 8173080"/>
              <a:gd name="textAreaTop" fmla="*/ 0 h 4354560"/>
              <a:gd name="textAreaBottom" fmla="*/ 4354920 h 4354560"/>
            </a:gdLst>
            <a:ahLst/>
            <a:cxnLst/>
            <a:rect l="textAreaLeft" t="textAreaTop" r="textAreaRight" b="textAreaBottom"/>
            <a:pathLst>
              <a:path w="97650" h="52029">
                <a:moveTo>
                  <a:pt x="97449" y="35510"/>
                </a:moveTo>
                <a:cubicBezTo>
                  <a:pt x="97465" y="35868"/>
                  <a:pt x="97481" y="36220"/>
                  <a:pt x="97467" y="36573"/>
                </a:cubicBezTo>
                <a:cubicBezTo>
                  <a:pt x="97450" y="37004"/>
                  <a:pt x="97412" y="37432"/>
                  <a:pt x="97347" y="37856"/>
                </a:cubicBezTo>
                <a:cubicBezTo>
                  <a:pt x="97219" y="38702"/>
                  <a:pt x="96989" y="39532"/>
                  <a:pt x="96662" y="40322"/>
                </a:cubicBezTo>
                <a:cubicBezTo>
                  <a:pt x="96572" y="40542"/>
                  <a:pt x="96474" y="40757"/>
                  <a:pt x="96370" y="40970"/>
                </a:cubicBezTo>
                <a:cubicBezTo>
                  <a:pt x="96301" y="41112"/>
                  <a:pt x="96222" y="41249"/>
                  <a:pt x="96150" y="41391"/>
                </a:cubicBezTo>
                <a:cubicBezTo>
                  <a:pt x="96150" y="41244"/>
                  <a:pt x="96152" y="41098"/>
                  <a:pt x="96152" y="40952"/>
                </a:cubicBezTo>
                <a:cubicBezTo>
                  <a:pt x="96160" y="40937"/>
                  <a:pt x="96169" y="40924"/>
                  <a:pt x="96175" y="40909"/>
                </a:cubicBezTo>
                <a:cubicBezTo>
                  <a:pt x="96191" y="40877"/>
                  <a:pt x="96197" y="40839"/>
                  <a:pt x="96207" y="40805"/>
                </a:cubicBezTo>
                <a:cubicBezTo>
                  <a:pt x="96229" y="40734"/>
                  <a:pt x="96251" y="40666"/>
                  <a:pt x="96269" y="40595"/>
                </a:cubicBezTo>
                <a:cubicBezTo>
                  <a:pt x="96303" y="40453"/>
                  <a:pt x="96337" y="40310"/>
                  <a:pt x="96370" y="40168"/>
                </a:cubicBezTo>
                <a:cubicBezTo>
                  <a:pt x="96438" y="39882"/>
                  <a:pt x="96504" y="39598"/>
                  <a:pt x="96568" y="39311"/>
                </a:cubicBezTo>
                <a:cubicBezTo>
                  <a:pt x="96632" y="39025"/>
                  <a:pt x="96699" y="38741"/>
                  <a:pt x="96762" y="38454"/>
                </a:cubicBezTo>
                <a:cubicBezTo>
                  <a:pt x="96792" y="38312"/>
                  <a:pt x="96819" y="38169"/>
                  <a:pt x="96850" y="38025"/>
                </a:cubicBezTo>
                <a:cubicBezTo>
                  <a:pt x="96864" y="37954"/>
                  <a:pt x="96877" y="37882"/>
                  <a:pt x="96885" y="37809"/>
                </a:cubicBezTo>
                <a:cubicBezTo>
                  <a:pt x="96889" y="37775"/>
                  <a:pt x="96899" y="37735"/>
                  <a:pt x="96896" y="37701"/>
                </a:cubicBezTo>
                <a:cubicBezTo>
                  <a:pt x="96893" y="37664"/>
                  <a:pt x="96884" y="37627"/>
                  <a:pt x="96884" y="37589"/>
                </a:cubicBezTo>
                <a:cubicBezTo>
                  <a:pt x="96884" y="37579"/>
                  <a:pt x="96877" y="37574"/>
                  <a:pt x="96870" y="37574"/>
                </a:cubicBezTo>
                <a:cubicBezTo>
                  <a:pt x="96865" y="37574"/>
                  <a:pt x="96860" y="37577"/>
                  <a:pt x="96856" y="37582"/>
                </a:cubicBezTo>
                <a:cubicBezTo>
                  <a:pt x="96840" y="37617"/>
                  <a:pt x="96815" y="37644"/>
                  <a:pt x="96796" y="37676"/>
                </a:cubicBezTo>
                <a:cubicBezTo>
                  <a:pt x="96778" y="37704"/>
                  <a:pt x="96770" y="37746"/>
                  <a:pt x="96758" y="37778"/>
                </a:cubicBezTo>
                <a:cubicBezTo>
                  <a:pt x="96731" y="37846"/>
                  <a:pt x="96712" y="37915"/>
                  <a:pt x="96694" y="37987"/>
                </a:cubicBezTo>
                <a:cubicBezTo>
                  <a:pt x="96658" y="38127"/>
                  <a:pt x="96619" y="38268"/>
                  <a:pt x="96583" y="38409"/>
                </a:cubicBezTo>
                <a:cubicBezTo>
                  <a:pt x="96512" y="38693"/>
                  <a:pt x="96446" y="38977"/>
                  <a:pt x="96379" y="39262"/>
                </a:cubicBezTo>
                <a:cubicBezTo>
                  <a:pt x="96309" y="39547"/>
                  <a:pt x="96242" y="39832"/>
                  <a:pt x="96177" y="40117"/>
                </a:cubicBezTo>
                <a:cubicBezTo>
                  <a:pt x="96168" y="40152"/>
                  <a:pt x="96160" y="40186"/>
                  <a:pt x="96152" y="40222"/>
                </a:cubicBezTo>
                <a:lnTo>
                  <a:pt x="96152" y="39750"/>
                </a:lnTo>
                <a:cubicBezTo>
                  <a:pt x="96175" y="39487"/>
                  <a:pt x="96207" y="39224"/>
                  <a:pt x="96249" y="38964"/>
                </a:cubicBezTo>
                <a:cubicBezTo>
                  <a:pt x="96384" y="38146"/>
                  <a:pt x="96615" y="37344"/>
                  <a:pt x="96933" y="36578"/>
                </a:cubicBezTo>
                <a:cubicBezTo>
                  <a:pt x="97023" y="36362"/>
                  <a:pt x="97120" y="36149"/>
                  <a:pt x="97224" y="35940"/>
                </a:cubicBezTo>
                <a:cubicBezTo>
                  <a:pt x="97296" y="35796"/>
                  <a:pt x="97368" y="35650"/>
                  <a:pt x="97449" y="35510"/>
                </a:cubicBezTo>
                <a:close/>
                <a:moveTo>
                  <a:pt x="94791" y="39097"/>
                </a:moveTo>
                <a:lnTo>
                  <a:pt x="94791" y="39097"/>
                </a:lnTo>
                <a:cubicBezTo>
                  <a:pt x="95242" y="39730"/>
                  <a:pt x="95524" y="40488"/>
                  <a:pt x="95698" y="41243"/>
                </a:cubicBezTo>
                <a:cubicBezTo>
                  <a:pt x="95769" y="41550"/>
                  <a:pt x="95820" y="41860"/>
                  <a:pt x="95858" y="42172"/>
                </a:cubicBezTo>
                <a:cubicBezTo>
                  <a:pt x="95856" y="42687"/>
                  <a:pt x="95852" y="43199"/>
                  <a:pt x="95846" y="43711"/>
                </a:cubicBezTo>
                <a:cubicBezTo>
                  <a:pt x="95733" y="43096"/>
                  <a:pt x="95630" y="42479"/>
                  <a:pt x="95540" y="41860"/>
                </a:cubicBezTo>
                <a:cubicBezTo>
                  <a:pt x="95517" y="41700"/>
                  <a:pt x="95497" y="41539"/>
                  <a:pt x="95472" y="41378"/>
                </a:cubicBezTo>
                <a:cubicBezTo>
                  <a:pt x="95444" y="41210"/>
                  <a:pt x="95399" y="41043"/>
                  <a:pt x="95358" y="40877"/>
                </a:cubicBezTo>
                <a:cubicBezTo>
                  <a:pt x="95353" y="40858"/>
                  <a:pt x="95335" y="40847"/>
                  <a:pt x="95318" y="40847"/>
                </a:cubicBezTo>
                <a:cubicBezTo>
                  <a:pt x="95301" y="40847"/>
                  <a:pt x="95286" y="40858"/>
                  <a:pt x="95286" y="40880"/>
                </a:cubicBezTo>
                <a:cubicBezTo>
                  <a:pt x="95286" y="41024"/>
                  <a:pt x="95283" y="41169"/>
                  <a:pt x="95296" y="41312"/>
                </a:cubicBezTo>
                <a:cubicBezTo>
                  <a:pt x="95308" y="41460"/>
                  <a:pt x="95330" y="41607"/>
                  <a:pt x="95351" y="41754"/>
                </a:cubicBezTo>
                <a:cubicBezTo>
                  <a:pt x="95390" y="42048"/>
                  <a:pt x="95434" y="42343"/>
                  <a:pt x="95479" y="42637"/>
                </a:cubicBezTo>
                <a:cubicBezTo>
                  <a:pt x="95541" y="43033"/>
                  <a:pt x="95607" y="43426"/>
                  <a:pt x="95677" y="43819"/>
                </a:cubicBezTo>
                <a:cubicBezTo>
                  <a:pt x="95552" y="43528"/>
                  <a:pt x="95425" y="43238"/>
                  <a:pt x="95323" y="42942"/>
                </a:cubicBezTo>
                <a:cubicBezTo>
                  <a:pt x="95039" y="42127"/>
                  <a:pt x="94865" y="41268"/>
                  <a:pt x="94799" y="40406"/>
                </a:cubicBezTo>
                <a:cubicBezTo>
                  <a:pt x="94767" y="39970"/>
                  <a:pt x="94770" y="39533"/>
                  <a:pt x="94791" y="39097"/>
                </a:cubicBezTo>
                <a:close/>
                <a:moveTo>
                  <a:pt x="94288" y="42013"/>
                </a:moveTo>
                <a:lnTo>
                  <a:pt x="94288" y="42013"/>
                </a:lnTo>
                <a:cubicBezTo>
                  <a:pt x="94393" y="42189"/>
                  <a:pt x="94489" y="42377"/>
                  <a:pt x="94582" y="42558"/>
                </a:cubicBezTo>
                <a:cubicBezTo>
                  <a:pt x="94704" y="42794"/>
                  <a:pt x="94818" y="43036"/>
                  <a:pt x="94924" y="43281"/>
                </a:cubicBezTo>
                <a:cubicBezTo>
                  <a:pt x="95139" y="43776"/>
                  <a:pt x="95323" y="44286"/>
                  <a:pt x="95472" y="44804"/>
                </a:cubicBezTo>
                <a:cubicBezTo>
                  <a:pt x="95618" y="45319"/>
                  <a:pt x="95733" y="45845"/>
                  <a:pt x="95815" y="46374"/>
                </a:cubicBezTo>
                <a:cubicBezTo>
                  <a:pt x="95809" y="46819"/>
                  <a:pt x="95802" y="47263"/>
                  <a:pt x="95793" y="47705"/>
                </a:cubicBezTo>
                <a:cubicBezTo>
                  <a:pt x="95654" y="46841"/>
                  <a:pt x="95454" y="45989"/>
                  <a:pt x="95199" y="45152"/>
                </a:cubicBezTo>
                <a:cubicBezTo>
                  <a:pt x="95106" y="44845"/>
                  <a:pt x="95006" y="44538"/>
                  <a:pt x="94892" y="44236"/>
                </a:cubicBezTo>
                <a:cubicBezTo>
                  <a:pt x="94878" y="44200"/>
                  <a:pt x="94851" y="44185"/>
                  <a:pt x="94823" y="44185"/>
                </a:cubicBezTo>
                <a:cubicBezTo>
                  <a:pt x="94770" y="44185"/>
                  <a:pt x="94713" y="44239"/>
                  <a:pt x="94737" y="44307"/>
                </a:cubicBezTo>
                <a:cubicBezTo>
                  <a:pt x="94918" y="44843"/>
                  <a:pt x="95089" y="45382"/>
                  <a:pt x="95232" y="45931"/>
                </a:cubicBezTo>
                <a:cubicBezTo>
                  <a:pt x="95374" y="46479"/>
                  <a:pt x="95490" y="47032"/>
                  <a:pt x="95587" y="47591"/>
                </a:cubicBezTo>
                <a:cubicBezTo>
                  <a:pt x="95607" y="47708"/>
                  <a:pt x="95625" y="47824"/>
                  <a:pt x="95643" y="47940"/>
                </a:cubicBezTo>
                <a:cubicBezTo>
                  <a:pt x="95358" y="47302"/>
                  <a:pt x="95117" y="46647"/>
                  <a:pt x="94922" y="45975"/>
                </a:cubicBezTo>
                <a:cubicBezTo>
                  <a:pt x="94671" y="45109"/>
                  <a:pt x="94495" y="44223"/>
                  <a:pt x="94392" y="43327"/>
                </a:cubicBezTo>
                <a:cubicBezTo>
                  <a:pt x="94342" y="42891"/>
                  <a:pt x="94315" y="42452"/>
                  <a:pt x="94288" y="42013"/>
                </a:cubicBezTo>
                <a:close/>
                <a:moveTo>
                  <a:pt x="97208" y="43922"/>
                </a:moveTo>
                <a:cubicBezTo>
                  <a:pt x="97383" y="44722"/>
                  <a:pt x="97423" y="45551"/>
                  <a:pt x="97333" y="46367"/>
                </a:cubicBezTo>
                <a:cubicBezTo>
                  <a:pt x="97236" y="47231"/>
                  <a:pt x="96995" y="48079"/>
                  <a:pt x="96619" y="48862"/>
                </a:cubicBezTo>
                <a:cubicBezTo>
                  <a:pt x="96465" y="49183"/>
                  <a:pt x="96290" y="49490"/>
                  <a:pt x="96092" y="49784"/>
                </a:cubicBezTo>
                <a:cubicBezTo>
                  <a:pt x="96297" y="48617"/>
                  <a:pt x="96537" y="47454"/>
                  <a:pt x="96814" y="46300"/>
                </a:cubicBezTo>
                <a:cubicBezTo>
                  <a:pt x="96900" y="45937"/>
                  <a:pt x="97007" y="45576"/>
                  <a:pt x="97072" y="45209"/>
                </a:cubicBezTo>
                <a:cubicBezTo>
                  <a:pt x="97081" y="45160"/>
                  <a:pt x="97037" y="45129"/>
                  <a:pt x="96995" y="45129"/>
                </a:cubicBezTo>
                <a:cubicBezTo>
                  <a:pt x="96967" y="45129"/>
                  <a:pt x="96939" y="45143"/>
                  <a:pt x="96929" y="45175"/>
                </a:cubicBezTo>
                <a:cubicBezTo>
                  <a:pt x="96820" y="45488"/>
                  <a:pt x="96752" y="45817"/>
                  <a:pt x="96674" y="46137"/>
                </a:cubicBezTo>
                <a:cubicBezTo>
                  <a:pt x="96595" y="46461"/>
                  <a:pt x="96518" y="46786"/>
                  <a:pt x="96446" y="47112"/>
                </a:cubicBezTo>
                <a:cubicBezTo>
                  <a:pt x="96309" y="47713"/>
                  <a:pt x="96183" y="48317"/>
                  <a:pt x="96067" y="48924"/>
                </a:cubicBezTo>
                <a:cubicBezTo>
                  <a:pt x="96083" y="48107"/>
                  <a:pt x="96098" y="47290"/>
                  <a:pt x="96110" y="46476"/>
                </a:cubicBezTo>
                <a:cubicBezTo>
                  <a:pt x="96235" y="45918"/>
                  <a:pt x="96418" y="45377"/>
                  <a:pt x="96665" y="44861"/>
                </a:cubicBezTo>
                <a:cubicBezTo>
                  <a:pt x="96822" y="44534"/>
                  <a:pt x="97005" y="44221"/>
                  <a:pt x="97208" y="43922"/>
                </a:cubicBezTo>
                <a:close/>
                <a:moveTo>
                  <a:pt x="92394" y="46138"/>
                </a:moveTo>
                <a:lnTo>
                  <a:pt x="92394" y="46138"/>
                </a:lnTo>
                <a:cubicBezTo>
                  <a:pt x="92454" y="46174"/>
                  <a:pt x="92513" y="46206"/>
                  <a:pt x="92569" y="46241"/>
                </a:cubicBezTo>
                <a:cubicBezTo>
                  <a:pt x="92733" y="46344"/>
                  <a:pt x="92893" y="46449"/>
                  <a:pt x="93051" y="46560"/>
                </a:cubicBezTo>
                <a:cubicBezTo>
                  <a:pt x="93360" y="46778"/>
                  <a:pt x="93656" y="47011"/>
                  <a:pt x="93935" y="47266"/>
                </a:cubicBezTo>
                <a:cubicBezTo>
                  <a:pt x="94481" y="47764"/>
                  <a:pt x="94959" y="48361"/>
                  <a:pt x="95305" y="49016"/>
                </a:cubicBezTo>
                <a:cubicBezTo>
                  <a:pt x="95402" y="49200"/>
                  <a:pt x="95489" y="49389"/>
                  <a:pt x="95563" y="49583"/>
                </a:cubicBezTo>
                <a:cubicBezTo>
                  <a:pt x="95599" y="49677"/>
                  <a:pt x="95633" y="49771"/>
                  <a:pt x="95664" y="49866"/>
                </a:cubicBezTo>
                <a:cubicBezTo>
                  <a:pt x="95670" y="49886"/>
                  <a:pt x="95676" y="49905"/>
                  <a:pt x="95682" y="49926"/>
                </a:cubicBezTo>
                <a:lnTo>
                  <a:pt x="95539" y="49754"/>
                </a:lnTo>
                <a:cubicBezTo>
                  <a:pt x="95374" y="49557"/>
                  <a:pt x="95209" y="49362"/>
                  <a:pt x="95043" y="49167"/>
                </a:cubicBezTo>
                <a:cubicBezTo>
                  <a:pt x="94715" y="48782"/>
                  <a:pt x="94381" y="48398"/>
                  <a:pt x="94045" y="48018"/>
                </a:cubicBezTo>
                <a:cubicBezTo>
                  <a:pt x="93951" y="47911"/>
                  <a:pt x="93855" y="47802"/>
                  <a:pt x="93758" y="47697"/>
                </a:cubicBezTo>
                <a:cubicBezTo>
                  <a:pt x="93661" y="47592"/>
                  <a:pt x="93568" y="47487"/>
                  <a:pt x="93451" y="47405"/>
                </a:cubicBezTo>
                <a:cubicBezTo>
                  <a:pt x="93450" y="47404"/>
                  <a:pt x="93448" y="47403"/>
                  <a:pt x="93446" y="47403"/>
                </a:cubicBezTo>
                <a:cubicBezTo>
                  <a:pt x="93438" y="47403"/>
                  <a:pt x="93428" y="47412"/>
                  <a:pt x="93434" y="47422"/>
                </a:cubicBezTo>
                <a:cubicBezTo>
                  <a:pt x="93548" y="47640"/>
                  <a:pt x="93734" y="47821"/>
                  <a:pt x="93893" y="48005"/>
                </a:cubicBezTo>
                <a:cubicBezTo>
                  <a:pt x="94060" y="48200"/>
                  <a:pt x="94226" y="48394"/>
                  <a:pt x="94391" y="48590"/>
                </a:cubicBezTo>
                <a:cubicBezTo>
                  <a:pt x="94717" y="48976"/>
                  <a:pt x="95044" y="49365"/>
                  <a:pt x="95367" y="49756"/>
                </a:cubicBezTo>
                <a:cubicBezTo>
                  <a:pt x="95458" y="49867"/>
                  <a:pt x="95550" y="49977"/>
                  <a:pt x="95640" y="50089"/>
                </a:cubicBezTo>
                <a:cubicBezTo>
                  <a:pt x="95654" y="50105"/>
                  <a:pt x="95667" y="50123"/>
                  <a:pt x="95681" y="50139"/>
                </a:cubicBezTo>
                <a:cubicBezTo>
                  <a:pt x="95649" y="50116"/>
                  <a:pt x="95615" y="50095"/>
                  <a:pt x="95581" y="50072"/>
                </a:cubicBezTo>
                <a:cubicBezTo>
                  <a:pt x="95502" y="50019"/>
                  <a:pt x="95425" y="49966"/>
                  <a:pt x="95349" y="49913"/>
                </a:cubicBezTo>
                <a:cubicBezTo>
                  <a:pt x="95203" y="49808"/>
                  <a:pt x="95058" y="49699"/>
                  <a:pt x="94919" y="49583"/>
                </a:cubicBezTo>
                <a:cubicBezTo>
                  <a:pt x="94634" y="49349"/>
                  <a:pt x="94363" y="49098"/>
                  <a:pt x="94111" y="48829"/>
                </a:cubicBezTo>
                <a:cubicBezTo>
                  <a:pt x="93611" y="48296"/>
                  <a:pt x="93179" y="47701"/>
                  <a:pt x="92832" y="47059"/>
                </a:cubicBezTo>
                <a:cubicBezTo>
                  <a:pt x="92734" y="46877"/>
                  <a:pt x="92644" y="46692"/>
                  <a:pt x="92557" y="46505"/>
                </a:cubicBezTo>
                <a:cubicBezTo>
                  <a:pt x="92513" y="46411"/>
                  <a:pt x="92470" y="46314"/>
                  <a:pt x="92430" y="46219"/>
                </a:cubicBezTo>
                <a:cubicBezTo>
                  <a:pt x="92419" y="46191"/>
                  <a:pt x="92408" y="46165"/>
                  <a:pt x="92394" y="46138"/>
                </a:cubicBezTo>
                <a:close/>
                <a:moveTo>
                  <a:pt x="85634" y="50096"/>
                </a:moveTo>
                <a:cubicBezTo>
                  <a:pt x="86025" y="50096"/>
                  <a:pt x="86416" y="50129"/>
                  <a:pt x="86797" y="50184"/>
                </a:cubicBezTo>
                <a:cubicBezTo>
                  <a:pt x="87555" y="50293"/>
                  <a:pt x="88294" y="50517"/>
                  <a:pt x="88985" y="50846"/>
                </a:cubicBezTo>
                <a:cubicBezTo>
                  <a:pt x="89277" y="50985"/>
                  <a:pt x="89571" y="51134"/>
                  <a:pt x="89847" y="51309"/>
                </a:cubicBezTo>
                <a:cubicBezTo>
                  <a:pt x="88856" y="51113"/>
                  <a:pt x="87882" y="50844"/>
                  <a:pt x="86899" y="50610"/>
                </a:cubicBezTo>
                <a:cubicBezTo>
                  <a:pt x="86896" y="50609"/>
                  <a:pt x="86893" y="50609"/>
                  <a:pt x="86890" y="50609"/>
                </a:cubicBezTo>
                <a:cubicBezTo>
                  <a:pt x="86851" y="50609"/>
                  <a:pt x="86841" y="50673"/>
                  <a:pt x="86879" y="50688"/>
                </a:cubicBezTo>
                <a:cubicBezTo>
                  <a:pt x="87667" y="51003"/>
                  <a:pt x="88498" y="51210"/>
                  <a:pt x="89335" y="51366"/>
                </a:cubicBezTo>
                <a:lnTo>
                  <a:pt x="89272" y="51366"/>
                </a:lnTo>
                <a:cubicBezTo>
                  <a:pt x="89225" y="51365"/>
                  <a:pt x="89177" y="51364"/>
                  <a:pt x="89131" y="51362"/>
                </a:cubicBezTo>
                <a:cubicBezTo>
                  <a:pt x="88741" y="51346"/>
                  <a:pt x="88353" y="51321"/>
                  <a:pt x="87968" y="51265"/>
                </a:cubicBezTo>
                <a:cubicBezTo>
                  <a:pt x="87199" y="51152"/>
                  <a:pt x="86440" y="50945"/>
                  <a:pt x="85722" y="50650"/>
                </a:cubicBezTo>
                <a:cubicBezTo>
                  <a:pt x="85375" y="50507"/>
                  <a:pt x="85034" y="50344"/>
                  <a:pt x="84703" y="50165"/>
                </a:cubicBezTo>
                <a:cubicBezTo>
                  <a:pt x="85009" y="50117"/>
                  <a:pt x="85321" y="50096"/>
                  <a:pt x="85634" y="50096"/>
                </a:cubicBezTo>
                <a:close/>
                <a:moveTo>
                  <a:pt x="95890" y="1"/>
                </a:moveTo>
                <a:cubicBezTo>
                  <a:pt x="95797" y="4"/>
                  <a:pt x="95703" y="7"/>
                  <a:pt x="95610" y="9"/>
                </a:cubicBezTo>
                <a:cubicBezTo>
                  <a:pt x="95621" y="474"/>
                  <a:pt x="95632" y="937"/>
                  <a:pt x="95641" y="1401"/>
                </a:cubicBezTo>
                <a:cubicBezTo>
                  <a:pt x="95666" y="2574"/>
                  <a:pt x="95689" y="3746"/>
                  <a:pt x="95711" y="4920"/>
                </a:cubicBezTo>
                <a:cubicBezTo>
                  <a:pt x="95754" y="7239"/>
                  <a:pt x="95783" y="9557"/>
                  <a:pt x="95802" y="11875"/>
                </a:cubicBezTo>
                <a:cubicBezTo>
                  <a:pt x="95838" y="16510"/>
                  <a:pt x="95836" y="21143"/>
                  <a:pt x="95770" y="25777"/>
                </a:cubicBezTo>
                <a:cubicBezTo>
                  <a:pt x="95767" y="25973"/>
                  <a:pt x="95765" y="26188"/>
                  <a:pt x="95760" y="26418"/>
                </a:cubicBezTo>
                <a:cubicBezTo>
                  <a:pt x="95760" y="26425"/>
                  <a:pt x="95798" y="31132"/>
                  <a:pt x="95803" y="31460"/>
                </a:cubicBezTo>
                <a:cubicBezTo>
                  <a:pt x="95831" y="33083"/>
                  <a:pt x="95848" y="34706"/>
                  <a:pt x="95859" y="36331"/>
                </a:cubicBezTo>
                <a:cubicBezTo>
                  <a:pt x="95814" y="35878"/>
                  <a:pt x="95758" y="35426"/>
                  <a:pt x="95692" y="34974"/>
                </a:cubicBezTo>
                <a:cubicBezTo>
                  <a:pt x="95552" y="34013"/>
                  <a:pt x="95372" y="33058"/>
                  <a:pt x="95155" y="32111"/>
                </a:cubicBezTo>
                <a:cubicBezTo>
                  <a:pt x="95094" y="31843"/>
                  <a:pt x="95029" y="31575"/>
                  <a:pt x="94962" y="31310"/>
                </a:cubicBezTo>
                <a:cubicBezTo>
                  <a:pt x="94898" y="31058"/>
                  <a:pt x="94839" y="30800"/>
                  <a:pt x="94740" y="30561"/>
                </a:cubicBezTo>
                <a:cubicBezTo>
                  <a:pt x="94749" y="30550"/>
                  <a:pt x="94756" y="30539"/>
                  <a:pt x="94761" y="30527"/>
                </a:cubicBezTo>
                <a:cubicBezTo>
                  <a:pt x="94819" y="30412"/>
                  <a:pt x="94760" y="30275"/>
                  <a:pt x="94665" y="30203"/>
                </a:cubicBezTo>
                <a:cubicBezTo>
                  <a:pt x="94610" y="30160"/>
                  <a:pt x="94545" y="30140"/>
                  <a:pt x="94476" y="30140"/>
                </a:cubicBezTo>
                <a:cubicBezTo>
                  <a:pt x="94467" y="30140"/>
                  <a:pt x="94458" y="30141"/>
                  <a:pt x="94449" y="30141"/>
                </a:cubicBezTo>
                <a:cubicBezTo>
                  <a:pt x="94398" y="30146"/>
                  <a:pt x="94334" y="30169"/>
                  <a:pt x="94303" y="30211"/>
                </a:cubicBezTo>
                <a:cubicBezTo>
                  <a:pt x="94287" y="30233"/>
                  <a:pt x="94276" y="30270"/>
                  <a:pt x="94270" y="30307"/>
                </a:cubicBezTo>
                <a:cubicBezTo>
                  <a:pt x="94249" y="30336"/>
                  <a:pt x="94235" y="30369"/>
                  <a:pt x="94230" y="30405"/>
                </a:cubicBezTo>
                <a:cubicBezTo>
                  <a:pt x="94223" y="30461"/>
                  <a:pt x="94239" y="30517"/>
                  <a:pt x="94270" y="30564"/>
                </a:cubicBezTo>
                <a:cubicBezTo>
                  <a:pt x="94319" y="30635"/>
                  <a:pt x="94411" y="30674"/>
                  <a:pt x="94497" y="30674"/>
                </a:cubicBezTo>
                <a:cubicBezTo>
                  <a:pt x="94498" y="30674"/>
                  <a:pt x="94500" y="30674"/>
                  <a:pt x="94501" y="30674"/>
                </a:cubicBezTo>
                <a:cubicBezTo>
                  <a:pt x="94525" y="30674"/>
                  <a:pt x="94550" y="30671"/>
                  <a:pt x="94574" y="30665"/>
                </a:cubicBezTo>
                <a:lnTo>
                  <a:pt x="94595" y="30669"/>
                </a:lnTo>
                <a:cubicBezTo>
                  <a:pt x="94628" y="30871"/>
                  <a:pt x="94684" y="31069"/>
                  <a:pt x="94734" y="31267"/>
                </a:cubicBezTo>
                <a:cubicBezTo>
                  <a:pt x="94793" y="31503"/>
                  <a:pt x="94849" y="31740"/>
                  <a:pt x="94903" y="31980"/>
                </a:cubicBezTo>
                <a:cubicBezTo>
                  <a:pt x="95009" y="32450"/>
                  <a:pt x="95107" y="32924"/>
                  <a:pt x="95195" y="33400"/>
                </a:cubicBezTo>
                <a:cubicBezTo>
                  <a:pt x="95360" y="34295"/>
                  <a:pt x="95489" y="35195"/>
                  <a:pt x="95591" y="36100"/>
                </a:cubicBezTo>
                <a:cubicBezTo>
                  <a:pt x="95453" y="35513"/>
                  <a:pt x="95277" y="34936"/>
                  <a:pt x="95058" y="34376"/>
                </a:cubicBezTo>
                <a:cubicBezTo>
                  <a:pt x="94942" y="34080"/>
                  <a:pt x="94814" y="33792"/>
                  <a:pt x="94673" y="33507"/>
                </a:cubicBezTo>
                <a:cubicBezTo>
                  <a:pt x="94542" y="33246"/>
                  <a:pt x="94403" y="32959"/>
                  <a:pt x="94190" y="32752"/>
                </a:cubicBezTo>
                <a:cubicBezTo>
                  <a:pt x="94189" y="32726"/>
                  <a:pt x="94183" y="32700"/>
                  <a:pt x="94174" y="32677"/>
                </a:cubicBezTo>
                <a:cubicBezTo>
                  <a:pt x="94152" y="32622"/>
                  <a:pt x="94102" y="32580"/>
                  <a:pt x="94046" y="32563"/>
                </a:cubicBezTo>
                <a:cubicBezTo>
                  <a:pt x="94035" y="32557"/>
                  <a:pt x="94025" y="32552"/>
                  <a:pt x="94014" y="32547"/>
                </a:cubicBezTo>
                <a:cubicBezTo>
                  <a:pt x="93990" y="32539"/>
                  <a:pt x="93965" y="32536"/>
                  <a:pt x="93941" y="32536"/>
                </a:cubicBezTo>
                <a:cubicBezTo>
                  <a:pt x="93880" y="32536"/>
                  <a:pt x="93820" y="32559"/>
                  <a:pt x="93773" y="32600"/>
                </a:cubicBezTo>
                <a:cubicBezTo>
                  <a:pt x="93699" y="32664"/>
                  <a:pt x="93667" y="32760"/>
                  <a:pt x="93700" y="32855"/>
                </a:cubicBezTo>
                <a:cubicBezTo>
                  <a:pt x="93724" y="32925"/>
                  <a:pt x="93790" y="32977"/>
                  <a:pt x="93862" y="32995"/>
                </a:cubicBezTo>
                <a:lnTo>
                  <a:pt x="93882" y="32999"/>
                </a:lnTo>
                <a:cubicBezTo>
                  <a:pt x="93895" y="33021"/>
                  <a:pt x="93911" y="33041"/>
                  <a:pt x="93933" y="33058"/>
                </a:cubicBezTo>
                <a:cubicBezTo>
                  <a:pt x="93946" y="33068"/>
                  <a:pt x="93965" y="33075"/>
                  <a:pt x="93983" y="33075"/>
                </a:cubicBezTo>
                <a:cubicBezTo>
                  <a:pt x="93987" y="33075"/>
                  <a:pt x="93992" y="33074"/>
                  <a:pt x="93996" y="33073"/>
                </a:cubicBezTo>
                <a:cubicBezTo>
                  <a:pt x="94018" y="33069"/>
                  <a:pt x="94032" y="33058"/>
                  <a:pt x="94047" y="33041"/>
                </a:cubicBezTo>
                <a:cubicBezTo>
                  <a:pt x="94070" y="33015"/>
                  <a:pt x="94091" y="32985"/>
                  <a:pt x="94107" y="32953"/>
                </a:cubicBezTo>
                <a:cubicBezTo>
                  <a:pt x="94109" y="32951"/>
                  <a:pt x="94111" y="32948"/>
                  <a:pt x="94113" y="32946"/>
                </a:cubicBezTo>
                <a:cubicBezTo>
                  <a:pt x="94193" y="33146"/>
                  <a:pt x="94305" y="33334"/>
                  <a:pt x="94403" y="33525"/>
                </a:cubicBezTo>
                <a:cubicBezTo>
                  <a:pt x="94529" y="33772"/>
                  <a:pt x="94649" y="34023"/>
                  <a:pt x="94757" y="34278"/>
                </a:cubicBezTo>
                <a:cubicBezTo>
                  <a:pt x="94975" y="34792"/>
                  <a:pt x="95154" y="35321"/>
                  <a:pt x="95299" y="35862"/>
                </a:cubicBezTo>
                <a:cubicBezTo>
                  <a:pt x="95593" y="36955"/>
                  <a:pt x="95750" y="38082"/>
                  <a:pt x="95838" y="39209"/>
                </a:cubicBezTo>
                <a:cubicBezTo>
                  <a:pt x="95849" y="39359"/>
                  <a:pt x="95860" y="39509"/>
                  <a:pt x="95869" y="39658"/>
                </a:cubicBezTo>
                <a:cubicBezTo>
                  <a:pt x="95869" y="40007"/>
                  <a:pt x="95868" y="40355"/>
                  <a:pt x="95866" y="40705"/>
                </a:cubicBezTo>
                <a:cubicBezTo>
                  <a:pt x="95825" y="40415"/>
                  <a:pt x="95775" y="40126"/>
                  <a:pt x="95721" y="39839"/>
                </a:cubicBezTo>
                <a:cubicBezTo>
                  <a:pt x="95571" y="39052"/>
                  <a:pt x="95371" y="38272"/>
                  <a:pt x="95123" y="37509"/>
                </a:cubicBezTo>
                <a:cubicBezTo>
                  <a:pt x="95020" y="37193"/>
                  <a:pt x="94897" y="36886"/>
                  <a:pt x="94754" y="36589"/>
                </a:cubicBezTo>
                <a:cubicBezTo>
                  <a:pt x="94816" y="36529"/>
                  <a:pt x="94854" y="36445"/>
                  <a:pt x="94834" y="36358"/>
                </a:cubicBezTo>
                <a:cubicBezTo>
                  <a:pt x="94826" y="36323"/>
                  <a:pt x="94814" y="36295"/>
                  <a:pt x="94793" y="36265"/>
                </a:cubicBezTo>
                <a:cubicBezTo>
                  <a:pt x="94778" y="36242"/>
                  <a:pt x="94757" y="36225"/>
                  <a:pt x="94737" y="36208"/>
                </a:cubicBezTo>
                <a:lnTo>
                  <a:pt x="94737" y="36208"/>
                </a:lnTo>
                <a:lnTo>
                  <a:pt x="94742" y="36213"/>
                </a:lnTo>
                <a:cubicBezTo>
                  <a:pt x="94729" y="36200"/>
                  <a:pt x="94716" y="36189"/>
                  <a:pt x="94701" y="36180"/>
                </a:cubicBezTo>
                <a:cubicBezTo>
                  <a:pt x="94669" y="36160"/>
                  <a:pt x="94640" y="36153"/>
                  <a:pt x="94605" y="36144"/>
                </a:cubicBezTo>
                <a:cubicBezTo>
                  <a:pt x="94590" y="36140"/>
                  <a:pt x="94574" y="36139"/>
                  <a:pt x="94559" y="36139"/>
                </a:cubicBezTo>
                <a:cubicBezTo>
                  <a:pt x="94525" y="36139"/>
                  <a:pt x="94491" y="36146"/>
                  <a:pt x="94459" y="36156"/>
                </a:cubicBezTo>
                <a:cubicBezTo>
                  <a:pt x="94436" y="36165"/>
                  <a:pt x="94414" y="36178"/>
                  <a:pt x="94394" y="36192"/>
                </a:cubicBezTo>
                <a:cubicBezTo>
                  <a:pt x="94366" y="36214"/>
                  <a:pt x="94345" y="36247"/>
                  <a:pt x="94344" y="36284"/>
                </a:cubicBezTo>
                <a:cubicBezTo>
                  <a:pt x="94343" y="36302"/>
                  <a:pt x="94344" y="36323"/>
                  <a:pt x="94347" y="36342"/>
                </a:cubicBezTo>
                <a:cubicBezTo>
                  <a:pt x="94355" y="36387"/>
                  <a:pt x="94376" y="36430"/>
                  <a:pt x="94404" y="36467"/>
                </a:cubicBezTo>
                <a:cubicBezTo>
                  <a:pt x="94402" y="36471"/>
                  <a:pt x="94398" y="36474"/>
                  <a:pt x="94396" y="36479"/>
                </a:cubicBezTo>
                <a:cubicBezTo>
                  <a:pt x="94382" y="36502"/>
                  <a:pt x="94371" y="36528"/>
                  <a:pt x="94378" y="36556"/>
                </a:cubicBezTo>
                <a:cubicBezTo>
                  <a:pt x="94383" y="36583"/>
                  <a:pt x="94398" y="36604"/>
                  <a:pt x="94418" y="36622"/>
                </a:cubicBezTo>
                <a:cubicBezTo>
                  <a:pt x="94458" y="36656"/>
                  <a:pt x="94507" y="36670"/>
                  <a:pt x="94557" y="36670"/>
                </a:cubicBezTo>
                <a:cubicBezTo>
                  <a:pt x="94600" y="36670"/>
                  <a:pt x="94643" y="36660"/>
                  <a:pt x="94683" y="36641"/>
                </a:cubicBezTo>
                <a:cubicBezTo>
                  <a:pt x="94770" y="36899"/>
                  <a:pt x="94854" y="37159"/>
                  <a:pt x="94937" y="37418"/>
                </a:cubicBezTo>
                <a:cubicBezTo>
                  <a:pt x="95056" y="37794"/>
                  <a:pt x="95177" y="38169"/>
                  <a:pt x="95278" y="38550"/>
                </a:cubicBezTo>
                <a:cubicBezTo>
                  <a:pt x="95485" y="39316"/>
                  <a:pt x="95641" y="40093"/>
                  <a:pt x="95772" y="40876"/>
                </a:cubicBezTo>
                <a:cubicBezTo>
                  <a:pt x="95803" y="41057"/>
                  <a:pt x="95827" y="41239"/>
                  <a:pt x="95853" y="41421"/>
                </a:cubicBezTo>
                <a:cubicBezTo>
                  <a:pt x="95764" y="40982"/>
                  <a:pt x="95640" y="40553"/>
                  <a:pt x="95473" y="40139"/>
                </a:cubicBezTo>
                <a:cubicBezTo>
                  <a:pt x="95294" y="39696"/>
                  <a:pt x="95062" y="39285"/>
                  <a:pt x="94790" y="38895"/>
                </a:cubicBezTo>
                <a:cubicBezTo>
                  <a:pt x="94779" y="38879"/>
                  <a:pt x="94763" y="38872"/>
                  <a:pt x="94747" y="38872"/>
                </a:cubicBezTo>
                <a:cubicBezTo>
                  <a:pt x="94718" y="38872"/>
                  <a:pt x="94688" y="38895"/>
                  <a:pt x="94684" y="38927"/>
                </a:cubicBezTo>
                <a:cubicBezTo>
                  <a:pt x="94584" y="39785"/>
                  <a:pt x="94623" y="40680"/>
                  <a:pt x="94772" y="41532"/>
                </a:cubicBezTo>
                <a:cubicBezTo>
                  <a:pt x="94848" y="41959"/>
                  <a:pt x="94951" y="42382"/>
                  <a:pt x="95081" y="42797"/>
                </a:cubicBezTo>
                <a:cubicBezTo>
                  <a:pt x="95210" y="43208"/>
                  <a:pt x="95375" y="43606"/>
                  <a:pt x="95542" y="44005"/>
                </a:cubicBezTo>
                <a:cubicBezTo>
                  <a:pt x="95649" y="44258"/>
                  <a:pt x="95755" y="44513"/>
                  <a:pt x="95838" y="44774"/>
                </a:cubicBezTo>
                <a:cubicBezTo>
                  <a:pt x="95835" y="45131"/>
                  <a:pt x="95831" y="45487"/>
                  <a:pt x="95825" y="45844"/>
                </a:cubicBezTo>
                <a:cubicBezTo>
                  <a:pt x="95662" y="45020"/>
                  <a:pt x="95416" y="44210"/>
                  <a:pt x="95095" y="43435"/>
                </a:cubicBezTo>
                <a:cubicBezTo>
                  <a:pt x="94980" y="43156"/>
                  <a:pt x="94854" y="42881"/>
                  <a:pt x="94718" y="42611"/>
                </a:cubicBezTo>
                <a:cubicBezTo>
                  <a:pt x="94580" y="42333"/>
                  <a:pt x="94418" y="42070"/>
                  <a:pt x="94272" y="41795"/>
                </a:cubicBezTo>
                <a:cubicBezTo>
                  <a:pt x="94262" y="41775"/>
                  <a:pt x="94241" y="41765"/>
                  <a:pt x="94221" y="41765"/>
                </a:cubicBezTo>
                <a:cubicBezTo>
                  <a:pt x="94196" y="41765"/>
                  <a:pt x="94173" y="41781"/>
                  <a:pt x="94171" y="41812"/>
                </a:cubicBezTo>
                <a:cubicBezTo>
                  <a:pt x="94131" y="42720"/>
                  <a:pt x="94239" y="43639"/>
                  <a:pt x="94404" y="44530"/>
                </a:cubicBezTo>
                <a:cubicBezTo>
                  <a:pt x="94569" y="45423"/>
                  <a:pt x="94812" y="46302"/>
                  <a:pt x="95128" y="47154"/>
                </a:cubicBezTo>
                <a:cubicBezTo>
                  <a:pt x="95308" y="47637"/>
                  <a:pt x="95511" y="48113"/>
                  <a:pt x="95736" y="48575"/>
                </a:cubicBezTo>
                <a:cubicBezTo>
                  <a:pt x="95747" y="48597"/>
                  <a:pt x="95761" y="48611"/>
                  <a:pt x="95778" y="48619"/>
                </a:cubicBezTo>
                <a:cubicBezTo>
                  <a:pt x="95775" y="48854"/>
                  <a:pt x="95769" y="49087"/>
                  <a:pt x="95765" y="49322"/>
                </a:cubicBezTo>
                <a:cubicBezTo>
                  <a:pt x="95496" y="48898"/>
                  <a:pt x="95250" y="48458"/>
                  <a:pt x="95028" y="48007"/>
                </a:cubicBezTo>
                <a:cubicBezTo>
                  <a:pt x="94888" y="47727"/>
                  <a:pt x="94762" y="47443"/>
                  <a:pt x="94644" y="47154"/>
                </a:cubicBezTo>
                <a:cubicBezTo>
                  <a:pt x="94584" y="47010"/>
                  <a:pt x="94526" y="46866"/>
                  <a:pt x="94471" y="46720"/>
                </a:cubicBezTo>
                <a:cubicBezTo>
                  <a:pt x="94418" y="46578"/>
                  <a:pt x="94370" y="46423"/>
                  <a:pt x="94298" y="46290"/>
                </a:cubicBezTo>
                <a:cubicBezTo>
                  <a:pt x="94291" y="46278"/>
                  <a:pt x="94281" y="46273"/>
                  <a:pt x="94270" y="46273"/>
                </a:cubicBezTo>
                <a:cubicBezTo>
                  <a:pt x="94254" y="46273"/>
                  <a:pt x="94238" y="46286"/>
                  <a:pt x="94239" y="46307"/>
                </a:cubicBezTo>
                <a:cubicBezTo>
                  <a:pt x="94250" y="46439"/>
                  <a:pt x="94292" y="46578"/>
                  <a:pt x="94331" y="46704"/>
                </a:cubicBezTo>
                <a:cubicBezTo>
                  <a:pt x="94371" y="46838"/>
                  <a:pt x="94414" y="46971"/>
                  <a:pt x="94458" y="47104"/>
                </a:cubicBezTo>
                <a:cubicBezTo>
                  <a:pt x="94546" y="47365"/>
                  <a:pt x="94646" y="47621"/>
                  <a:pt x="94753" y="47873"/>
                </a:cubicBezTo>
                <a:cubicBezTo>
                  <a:pt x="94770" y="47914"/>
                  <a:pt x="94787" y="47953"/>
                  <a:pt x="94804" y="47992"/>
                </a:cubicBezTo>
                <a:cubicBezTo>
                  <a:pt x="94358" y="47442"/>
                  <a:pt x="93817" y="46964"/>
                  <a:pt x="93241" y="46556"/>
                </a:cubicBezTo>
                <a:cubicBezTo>
                  <a:pt x="93064" y="46432"/>
                  <a:pt x="92883" y="46312"/>
                  <a:pt x="92698" y="46197"/>
                </a:cubicBezTo>
                <a:cubicBezTo>
                  <a:pt x="92602" y="46137"/>
                  <a:pt x="92505" y="46080"/>
                  <a:pt x="92409" y="46023"/>
                </a:cubicBezTo>
                <a:cubicBezTo>
                  <a:pt x="92315" y="45968"/>
                  <a:pt x="92222" y="45912"/>
                  <a:pt x="92116" y="45882"/>
                </a:cubicBezTo>
                <a:cubicBezTo>
                  <a:pt x="92112" y="45881"/>
                  <a:pt x="92108" y="45881"/>
                  <a:pt x="92105" y="45881"/>
                </a:cubicBezTo>
                <a:cubicBezTo>
                  <a:pt x="92077" y="45881"/>
                  <a:pt x="92062" y="45915"/>
                  <a:pt x="92086" y="45937"/>
                </a:cubicBezTo>
                <a:cubicBezTo>
                  <a:pt x="92134" y="45981"/>
                  <a:pt x="92187" y="46018"/>
                  <a:pt x="92244" y="46054"/>
                </a:cubicBezTo>
                <a:cubicBezTo>
                  <a:pt x="92260" y="46204"/>
                  <a:pt x="92335" y="46355"/>
                  <a:pt x="92392" y="46492"/>
                </a:cubicBezTo>
                <a:cubicBezTo>
                  <a:pt x="92461" y="46662"/>
                  <a:pt x="92541" y="46829"/>
                  <a:pt x="92624" y="46993"/>
                </a:cubicBezTo>
                <a:cubicBezTo>
                  <a:pt x="92794" y="47327"/>
                  <a:pt x="92987" y="47651"/>
                  <a:pt x="93199" y="47959"/>
                </a:cubicBezTo>
                <a:cubicBezTo>
                  <a:pt x="93620" y="48571"/>
                  <a:pt x="94123" y="49131"/>
                  <a:pt x="94689" y="49613"/>
                </a:cubicBezTo>
                <a:cubicBezTo>
                  <a:pt x="94848" y="49749"/>
                  <a:pt x="95013" y="49880"/>
                  <a:pt x="95182" y="50003"/>
                </a:cubicBezTo>
                <a:cubicBezTo>
                  <a:pt x="95266" y="50064"/>
                  <a:pt x="95352" y="50125"/>
                  <a:pt x="95438" y="50183"/>
                </a:cubicBezTo>
                <a:cubicBezTo>
                  <a:pt x="95523" y="50240"/>
                  <a:pt x="95612" y="50319"/>
                  <a:pt x="95720" y="50319"/>
                </a:cubicBezTo>
                <a:cubicBezTo>
                  <a:pt x="95727" y="50319"/>
                  <a:pt x="95734" y="50317"/>
                  <a:pt x="95742" y="50315"/>
                </a:cubicBezTo>
                <a:lnTo>
                  <a:pt x="95742" y="50315"/>
                </a:lnTo>
                <a:cubicBezTo>
                  <a:pt x="95738" y="50462"/>
                  <a:pt x="95734" y="50608"/>
                  <a:pt x="95731" y="50756"/>
                </a:cubicBezTo>
                <a:cubicBezTo>
                  <a:pt x="95610" y="50619"/>
                  <a:pt x="95476" y="50493"/>
                  <a:pt x="95341" y="50370"/>
                </a:cubicBezTo>
                <a:cubicBezTo>
                  <a:pt x="95125" y="50173"/>
                  <a:pt x="94902" y="49987"/>
                  <a:pt x="94667" y="49815"/>
                </a:cubicBezTo>
                <a:cubicBezTo>
                  <a:pt x="94193" y="49466"/>
                  <a:pt x="93684" y="49163"/>
                  <a:pt x="93152" y="48911"/>
                </a:cubicBezTo>
                <a:cubicBezTo>
                  <a:pt x="93000" y="48839"/>
                  <a:pt x="92845" y="48774"/>
                  <a:pt x="92687" y="48717"/>
                </a:cubicBezTo>
                <a:cubicBezTo>
                  <a:pt x="92608" y="48688"/>
                  <a:pt x="92527" y="48661"/>
                  <a:pt x="92448" y="48635"/>
                </a:cubicBezTo>
                <a:cubicBezTo>
                  <a:pt x="92438" y="48631"/>
                  <a:pt x="92429" y="48628"/>
                  <a:pt x="92418" y="48625"/>
                </a:cubicBezTo>
                <a:cubicBezTo>
                  <a:pt x="92422" y="48611"/>
                  <a:pt x="92425" y="48596"/>
                  <a:pt x="92427" y="48582"/>
                </a:cubicBezTo>
                <a:cubicBezTo>
                  <a:pt x="92429" y="48574"/>
                  <a:pt x="92431" y="48564"/>
                  <a:pt x="92431" y="48557"/>
                </a:cubicBezTo>
                <a:cubicBezTo>
                  <a:pt x="92431" y="48538"/>
                  <a:pt x="92432" y="48519"/>
                  <a:pt x="92427" y="48503"/>
                </a:cubicBezTo>
                <a:cubicBezTo>
                  <a:pt x="92423" y="48486"/>
                  <a:pt x="92418" y="48469"/>
                  <a:pt x="92411" y="48450"/>
                </a:cubicBezTo>
                <a:cubicBezTo>
                  <a:pt x="92409" y="48442"/>
                  <a:pt x="92404" y="48434"/>
                  <a:pt x="92399" y="48426"/>
                </a:cubicBezTo>
                <a:cubicBezTo>
                  <a:pt x="92388" y="48406"/>
                  <a:pt x="92377" y="48387"/>
                  <a:pt x="92362" y="48371"/>
                </a:cubicBezTo>
                <a:cubicBezTo>
                  <a:pt x="92348" y="48356"/>
                  <a:pt x="92332" y="48339"/>
                  <a:pt x="92313" y="48327"/>
                </a:cubicBezTo>
                <a:cubicBezTo>
                  <a:pt x="92277" y="48304"/>
                  <a:pt x="92252" y="48294"/>
                  <a:pt x="92209" y="48285"/>
                </a:cubicBezTo>
                <a:cubicBezTo>
                  <a:pt x="92203" y="48284"/>
                  <a:pt x="92200" y="48284"/>
                  <a:pt x="92195" y="48284"/>
                </a:cubicBezTo>
                <a:cubicBezTo>
                  <a:pt x="92175" y="48284"/>
                  <a:pt x="92154" y="48284"/>
                  <a:pt x="92135" y="48288"/>
                </a:cubicBezTo>
                <a:lnTo>
                  <a:pt x="92094" y="48300"/>
                </a:lnTo>
                <a:cubicBezTo>
                  <a:pt x="92074" y="48307"/>
                  <a:pt x="92057" y="48320"/>
                  <a:pt x="92043" y="48338"/>
                </a:cubicBezTo>
                <a:cubicBezTo>
                  <a:pt x="92032" y="48348"/>
                  <a:pt x="92024" y="48359"/>
                  <a:pt x="92019" y="48372"/>
                </a:cubicBezTo>
                <a:cubicBezTo>
                  <a:pt x="92006" y="48392"/>
                  <a:pt x="91999" y="48412"/>
                  <a:pt x="91998" y="48436"/>
                </a:cubicBezTo>
                <a:lnTo>
                  <a:pt x="91998" y="48458"/>
                </a:lnTo>
                <a:cubicBezTo>
                  <a:pt x="91998" y="48472"/>
                  <a:pt x="91999" y="48487"/>
                  <a:pt x="91999" y="48503"/>
                </a:cubicBezTo>
                <a:cubicBezTo>
                  <a:pt x="92002" y="48525"/>
                  <a:pt x="92010" y="48546"/>
                  <a:pt x="92022" y="48562"/>
                </a:cubicBezTo>
                <a:cubicBezTo>
                  <a:pt x="92027" y="48571"/>
                  <a:pt x="92033" y="48581"/>
                  <a:pt x="92042" y="48587"/>
                </a:cubicBezTo>
                <a:cubicBezTo>
                  <a:pt x="92041" y="48624"/>
                  <a:pt x="92047" y="48661"/>
                  <a:pt x="92061" y="48694"/>
                </a:cubicBezTo>
                <a:cubicBezTo>
                  <a:pt x="92069" y="48712"/>
                  <a:pt x="92081" y="48732"/>
                  <a:pt x="92096" y="48747"/>
                </a:cubicBezTo>
                <a:cubicBezTo>
                  <a:pt x="92107" y="48760"/>
                  <a:pt x="92119" y="48771"/>
                  <a:pt x="92131" y="48782"/>
                </a:cubicBezTo>
                <a:cubicBezTo>
                  <a:pt x="92152" y="48798"/>
                  <a:pt x="92182" y="48808"/>
                  <a:pt x="92211" y="48808"/>
                </a:cubicBezTo>
                <a:cubicBezTo>
                  <a:pt x="92221" y="48808"/>
                  <a:pt x="92230" y="48807"/>
                  <a:pt x="92240" y="48805"/>
                </a:cubicBezTo>
                <a:cubicBezTo>
                  <a:pt x="92274" y="48795"/>
                  <a:pt x="92296" y="48787"/>
                  <a:pt x="92326" y="48765"/>
                </a:cubicBezTo>
                <a:cubicBezTo>
                  <a:pt x="92335" y="48758"/>
                  <a:pt x="92344" y="48750"/>
                  <a:pt x="92352" y="48741"/>
                </a:cubicBezTo>
                <a:cubicBezTo>
                  <a:pt x="92425" y="48772"/>
                  <a:pt x="92500" y="48799"/>
                  <a:pt x="92570" y="48829"/>
                </a:cubicBezTo>
                <a:cubicBezTo>
                  <a:pt x="92703" y="48888"/>
                  <a:pt x="92835" y="48950"/>
                  <a:pt x="92967" y="49010"/>
                </a:cubicBezTo>
                <a:cubicBezTo>
                  <a:pt x="93232" y="49133"/>
                  <a:pt x="93492" y="49265"/>
                  <a:pt x="93744" y="49410"/>
                </a:cubicBezTo>
                <a:cubicBezTo>
                  <a:pt x="94041" y="49581"/>
                  <a:pt x="94326" y="49771"/>
                  <a:pt x="94602" y="49973"/>
                </a:cubicBezTo>
                <a:cubicBezTo>
                  <a:pt x="94579" y="49963"/>
                  <a:pt x="94556" y="49953"/>
                  <a:pt x="94534" y="49942"/>
                </a:cubicBezTo>
                <a:cubicBezTo>
                  <a:pt x="94420" y="49892"/>
                  <a:pt x="94303" y="49847"/>
                  <a:pt x="94186" y="49801"/>
                </a:cubicBezTo>
                <a:cubicBezTo>
                  <a:pt x="93957" y="49712"/>
                  <a:pt x="93724" y="49628"/>
                  <a:pt x="93493" y="49550"/>
                </a:cubicBezTo>
                <a:cubicBezTo>
                  <a:pt x="93025" y="49391"/>
                  <a:pt x="92549" y="49255"/>
                  <a:pt x="92068" y="49140"/>
                </a:cubicBezTo>
                <a:cubicBezTo>
                  <a:pt x="91816" y="49079"/>
                  <a:pt x="91558" y="49040"/>
                  <a:pt x="91301" y="49002"/>
                </a:cubicBezTo>
                <a:cubicBezTo>
                  <a:pt x="91300" y="48991"/>
                  <a:pt x="91296" y="48979"/>
                  <a:pt x="91292" y="48968"/>
                </a:cubicBezTo>
                <a:cubicBezTo>
                  <a:pt x="91290" y="48953"/>
                  <a:pt x="91283" y="48939"/>
                  <a:pt x="91274" y="48927"/>
                </a:cubicBezTo>
                <a:cubicBezTo>
                  <a:pt x="91272" y="48919"/>
                  <a:pt x="91269" y="48909"/>
                  <a:pt x="91267" y="48900"/>
                </a:cubicBezTo>
                <a:cubicBezTo>
                  <a:pt x="91258" y="48881"/>
                  <a:pt x="91246" y="48864"/>
                  <a:pt x="91229" y="48850"/>
                </a:cubicBezTo>
                <a:cubicBezTo>
                  <a:pt x="91215" y="48833"/>
                  <a:pt x="91197" y="48822"/>
                  <a:pt x="91175" y="48815"/>
                </a:cubicBezTo>
                <a:cubicBezTo>
                  <a:pt x="91160" y="48810"/>
                  <a:pt x="91147" y="48806"/>
                  <a:pt x="91132" y="48804"/>
                </a:cubicBezTo>
                <a:cubicBezTo>
                  <a:pt x="91130" y="48804"/>
                  <a:pt x="91130" y="48801"/>
                  <a:pt x="91129" y="48801"/>
                </a:cubicBezTo>
                <a:cubicBezTo>
                  <a:pt x="91125" y="48800"/>
                  <a:pt x="91104" y="48796"/>
                  <a:pt x="91102" y="48795"/>
                </a:cubicBezTo>
                <a:lnTo>
                  <a:pt x="91098" y="48795"/>
                </a:lnTo>
                <a:cubicBezTo>
                  <a:pt x="91094" y="48795"/>
                  <a:pt x="91090" y="48794"/>
                  <a:pt x="91087" y="48794"/>
                </a:cubicBezTo>
                <a:cubicBezTo>
                  <a:pt x="91078" y="48794"/>
                  <a:pt x="91069" y="48795"/>
                  <a:pt x="91060" y="48796"/>
                </a:cubicBezTo>
                <a:cubicBezTo>
                  <a:pt x="91045" y="48798"/>
                  <a:pt x="91031" y="48804"/>
                  <a:pt x="91015" y="48809"/>
                </a:cubicBezTo>
                <a:cubicBezTo>
                  <a:pt x="91000" y="48815"/>
                  <a:pt x="90987" y="48823"/>
                  <a:pt x="90973" y="48832"/>
                </a:cubicBezTo>
                <a:cubicBezTo>
                  <a:pt x="90960" y="48842"/>
                  <a:pt x="90949" y="48854"/>
                  <a:pt x="90938" y="48866"/>
                </a:cubicBezTo>
                <a:cubicBezTo>
                  <a:pt x="90935" y="48870"/>
                  <a:pt x="90933" y="48873"/>
                  <a:pt x="90932" y="48876"/>
                </a:cubicBezTo>
                <a:cubicBezTo>
                  <a:pt x="90924" y="48882"/>
                  <a:pt x="90917" y="48888"/>
                  <a:pt x="90912" y="48897"/>
                </a:cubicBezTo>
                <a:lnTo>
                  <a:pt x="90908" y="48905"/>
                </a:lnTo>
                <a:cubicBezTo>
                  <a:pt x="90901" y="48913"/>
                  <a:pt x="90895" y="48921"/>
                  <a:pt x="90891" y="48931"/>
                </a:cubicBezTo>
                <a:cubicBezTo>
                  <a:pt x="90883" y="48942"/>
                  <a:pt x="90879" y="48953"/>
                  <a:pt x="90878" y="48966"/>
                </a:cubicBezTo>
                <a:cubicBezTo>
                  <a:pt x="90871" y="48986"/>
                  <a:pt x="90871" y="49005"/>
                  <a:pt x="90873" y="49024"/>
                </a:cubicBezTo>
                <a:cubicBezTo>
                  <a:pt x="90878" y="49041"/>
                  <a:pt x="90882" y="49057"/>
                  <a:pt x="90889" y="49074"/>
                </a:cubicBezTo>
                <a:cubicBezTo>
                  <a:pt x="90890" y="49075"/>
                  <a:pt x="90890" y="49078"/>
                  <a:pt x="90891" y="49079"/>
                </a:cubicBezTo>
                <a:cubicBezTo>
                  <a:pt x="90891" y="49080"/>
                  <a:pt x="90893" y="49081"/>
                  <a:pt x="90893" y="49081"/>
                </a:cubicBezTo>
                <a:lnTo>
                  <a:pt x="90913" y="49114"/>
                </a:lnTo>
                <a:lnTo>
                  <a:pt x="90915" y="49117"/>
                </a:lnTo>
                <a:cubicBezTo>
                  <a:pt x="90923" y="49124"/>
                  <a:pt x="90933" y="49133"/>
                  <a:pt x="90940" y="49141"/>
                </a:cubicBezTo>
                <a:cubicBezTo>
                  <a:pt x="90944" y="49144"/>
                  <a:pt x="90948" y="49147"/>
                  <a:pt x="90950" y="49150"/>
                </a:cubicBezTo>
                <a:cubicBezTo>
                  <a:pt x="90951" y="49151"/>
                  <a:pt x="90955" y="49152"/>
                  <a:pt x="90956" y="49153"/>
                </a:cubicBezTo>
                <a:cubicBezTo>
                  <a:pt x="90968" y="49162"/>
                  <a:pt x="90982" y="49168"/>
                  <a:pt x="90995" y="49175"/>
                </a:cubicBezTo>
                <a:cubicBezTo>
                  <a:pt x="91015" y="49185"/>
                  <a:pt x="91039" y="49190"/>
                  <a:pt x="91060" y="49194"/>
                </a:cubicBezTo>
                <a:cubicBezTo>
                  <a:pt x="91065" y="49195"/>
                  <a:pt x="91069" y="49195"/>
                  <a:pt x="91074" y="49195"/>
                </a:cubicBezTo>
                <a:lnTo>
                  <a:pt x="91082" y="49195"/>
                </a:lnTo>
                <a:cubicBezTo>
                  <a:pt x="91094" y="49197"/>
                  <a:pt x="91106" y="49199"/>
                  <a:pt x="91118" y="49199"/>
                </a:cubicBezTo>
                <a:cubicBezTo>
                  <a:pt x="91129" y="49199"/>
                  <a:pt x="91140" y="49198"/>
                  <a:pt x="91151" y="49196"/>
                </a:cubicBezTo>
                <a:lnTo>
                  <a:pt x="91148" y="49196"/>
                </a:lnTo>
                <a:cubicBezTo>
                  <a:pt x="91149" y="49196"/>
                  <a:pt x="91149" y="49196"/>
                  <a:pt x="91151" y="49195"/>
                </a:cubicBezTo>
                <a:cubicBezTo>
                  <a:pt x="91158" y="49194"/>
                  <a:pt x="91163" y="49191"/>
                  <a:pt x="91169" y="49190"/>
                </a:cubicBezTo>
                <a:cubicBezTo>
                  <a:pt x="91174" y="49189"/>
                  <a:pt x="91179" y="49188"/>
                  <a:pt x="91182" y="49185"/>
                </a:cubicBezTo>
                <a:cubicBezTo>
                  <a:pt x="91185" y="49184"/>
                  <a:pt x="91188" y="49184"/>
                  <a:pt x="91191" y="49183"/>
                </a:cubicBezTo>
                <a:lnTo>
                  <a:pt x="91190" y="49183"/>
                </a:lnTo>
                <a:cubicBezTo>
                  <a:pt x="91191" y="49183"/>
                  <a:pt x="91192" y="49180"/>
                  <a:pt x="91195" y="49180"/>
                </a:cubicBezTo>
                <a:cubicBezTo>
                  <a:pt x="91223" y="49168"/>
                  <a:pt x="91248" y="49147"/>
                  <a:pt x="91264" y="49123"/>
                </a:cubicBezTo>
                <a:cubicBezTo>
                  <a:pt x="91274" y="49109"/>
                  <a:pt x="91280" y="49100"/>
                  <a:pt x="91284" y="49089"/>
                </a:cubicBezTo>
                <a:cubicBezTo>
                  <a:pt x="92219" y="49310"/>
                  <a:pt x="93152" y="49553"/>
                  <a:pt x="94056" y="49883"/>
                </a:cubicBezTo>
                <a:cubicBezTo>
                  <a:pt x="94186" y="49931"/>
                  <a:pt x="94314" y="49982"/>
                  <a:pt x="94444" y="50029"/>
                </a:cubicBezTo>
                <a:cubicBezTo>
                  <a:pt x="94508" y="50052"/>
                  <a:pt x="94573" y="50078"/>
                  <a:pt x="94639" y="50101"/>
                </a:cubicBezTo>
                <a:cubicBezTo>
                  <a:pt x="94702" y="50124"/>
                  <a:pt x="94770" y="50134"/>
                  <a:pt x="94836" y="50149"/>
                </a:cubicBezTo>
                <a:lnTo>
                  <a:pt x="94841" y="50149"/>
                </a:lnTo>
                <a:cubicBezTo>
                  <a:pt x="94952" y="50235"/>
                  <a:pt x="95061" y="50325"/>
                  <a:pt x="95166" y="50415"/>
                </a:cubicBezTo>
                <a:cubicBezTo>
                  <a:pt x="95357" y="50578"/>
                  <a:pt x="95536" y="50754"/>
                  <a:pt x="95727" y="50918"/>
                </a:cubicBezTo>
                <a:cubicBezTo>
                  <a:pt x="95725" y="51046"/>
                  <a:pt x="95721" y="51177"/>
                  <a:pt x="95718" y="51305"/>
                </a:cubicBezTo>
                <a:cubicBezTo>
                  <a:pt x="95497" y="51305"/>
                  <a:pt x="95275" y="51310"/>
                  <a:pt x="95053" y="51313"/>
                </a:cubicBezTo>
                <a:cubicBezTo>
                  <a:pt x="94244" y="51310"/>
                  <a:pt x="93433" y="51234"/>
                  <a:pt x="92642" y="51057"/>
                </a:cubicBezTo>
                <a:cubicBezTo>
                  <a:pt x="91731" y="50853"/>
                  <a:pt x="90850" y="50518"/>
                  <a:pt x="90029" y="50074"/>
                </a:cubicBezTo>
                <a:cubicBezTo>
                  <a:pt x="89670" y="49881"/>
                  <a:pt x="89324" y="49662"/>
                  <a:pt x="88991" y="49424"/>
                </a:cubicBezTo>
                <a:lnTo>
                  <a:pt x="88991" y="49424"/>
                </a:lnTo>
                <a:cubicBezTo>
                  <a:pt x="89874" y="49570"/>
                  <a:pt x="90757" y="49716"/>
                  <a:pt x="91641" y="49854"/>
                </a:cubicBezTo>
                <a:cubicBezTo>
                  <a:pt x="92436" y="49977"/>
                  <a:pt x="93238" y="50132"/>
                  <a:pt x="93970" y="50474"/>
                </a:cubicBezTo>
                <a:cubicBezTo>
                  <a:pt x="94305" y="50630"/>
                  <a:pt x="94622" y="50831"/>
                  <a:pt x="94894" y="51079"/>
                </a:cubicBezTo>
                <a:cubicBezTo>
                  <a:pt x="93992" y="50912"/>
                  <a:pt x="93115" y="50627"/>
                  <a:pt x="92280" y="50243"/>
                </a:cubicBezTo>
                <a:cubicBezTo>
                  <a:pt x="92024" y="50125"/>
                  <a:pt x="91764" y="50017"/>
                  <a:pt x="91506" y="49902"/>
                </a:cubicBezTo>
                <a:cubicBezTo>
                  <a:pt x="91500" y="49899"/>
                  <a:pt x="91495" y="49898"/>
                  <a:pt x="91490" y="49898"/>
                </a:cubicBezTo>
                <a:cubicBezTo>
                  <a:pt x="91454" y="49898"/>
                  <a:pt x="91432" y="49951"/>
                  <a:pt x="91467" y="49974"/>
                </a:cubicBezTo>
                <a:cubicBezTo>
                  <a:pt x="92300" y="50537"/>
                  <a:pt x="93283" y="50870"/>
                  <a:pt x="94257" y="51097"/>
                </a:cubicBezTo>
                <a:cubicBezTo>
                  <a:pt x="94537" y="51161"/>
                  <a:pt x="94819" y="51216"/>
                  <a:pt x="95103" y="51260"/>
                </a:cubicBezTo>
                <a:cubicBezTo>
                  <a:pt x="95106" y="51261"/>
                  <a:pt x="95109" y="51261"/>
                  <a:pt x="95112" y="51261"/>
                </a:cubicBezTo>
                <a:cubicBezTo>
                  <a:pt x="95166" y="51261"/>
                  <a:pt x="95207" y="51186"/>
                  <a:pt x="95166" y="51145"/>
                </a:cubicBezTo>
                <a:cubicBezTo>
                  <a:pt x="94596" y="50559"/>
                  <a:pt x="93839" y="50226"/>
                  <a:pt x="93062" y="50015"/>
                </a:cubicBezTo>
                <a:cubicBezTo>
                  <a:pt x="92665" y="49908"/>
                  <a:pt x="92262" y="49828"/>
                  <a:pt x="91857" y="49751"/>
                </a:cubicBezTo>
                <a:cubicBezTo>
                  <a:pt x="91374" y="49660"/>
                  <a:pt x="90890" y="49569"/>
                  <a:pt x="90405" y="49487"/>
                </a:cubicBezTo>
                <a:cubicBezTo>
                  <a:pt x="89824" y="49388"/>
                  <a:pt x="89243" y="49290"/>
                  <a:pt x="88662" y="49191"/>
                </a:cubicBezTo>
                <a:cubicBezTo>
                  <a:pt x="88657" y="49191"/>
                  <a:pt x="88652" y="49190"/>
                  <a:pt x="88648" y="49190"/>
                </a:cubicBezTo>
                <a:cubicBezTo>
                  <a:pt x="88569" y="49190"/>
                  <a:pt x="88541" y="49302"/>
                  <a:pt x="88601" y="49348"/>
                </a:cubicBezTo>
                <a:cubicBezTo>
                  <a:pt x="89354" y="49931"/>
                  <a:pt x="90190" y="50405"/>
                  <a:pt x="91077" y="50751"/>
                </a:cubicBezTo>
                <a:cubicBezTo>
                  <a:pt x="91215" y="50805"/>
                  <a:pt x="91356" y="50855"/>
                  <a:pt x="91497" y="50903"/>
                </a:cubicBezTo>
                <a:cubicBezTo>
                  <a:pt x="91070" y="50802"/>
                  <a:pt x="90646" y="50690"/>
                  <a:pt x="90226" y="50561"/>
                </a:cubicBezTo>
                <a:cubicBezTo>
                  <a:pt x="89644" y="50377"/>
                  <a:pt x="89071" y="50166"/>
                  <a:pt x="88510" y="49927"/>
                </a:cubicBezTo>
                <a:cubicBezTo>
                  <a:pt x="88123" y="49664"/>
                  <a:pt x="87739" y="49391"/>
                  <a:pt x="87377" y="49095"/>
                </a:cubicBezTo>
                <a:cubicBezTo>
                  <a:pt x="87185" y="48938"/>
                  <a:pt x="87000" y="48772"/>
                  <a:pt x="86816" y="48604"/>
                </a:cubicBezTo>
                <a:cubicBezTo>
                  <a:pt x="86639" y="48443"/>
                  <a:pt x="86457" y="48288"/>
                  <a:pt x="86284" y="48121"/>
                </a:cubicBezTo>
                <a:cubicBezTo>
                  <a:pt x="86289" y="48121"/>
                  <a:pt x="86293" y="48121"/>
                  <a:pt x="86297" y="48119"/>
                </a:cubicBezTo>
                <a:cubicBezTo>
                  <a:pt x="86298" y="48119"/>
                  <a:pt x="86300" y="48119"/>
                  <a:pt x="86303" y="48118"/>
                </a:cubicBezTo>
                <a:cubicBezTo>
                  <a:pt x="86312" y="48117"/>
                  <a:pt x="86323" y="48113"/>
                  <a:pt x="86333" y="48109"/>
                </a:cubicBezTo>
                <a:cubicBezTo>
                  <a:pt x="86364" y="48095"/>
                  <a:pt x="86385" y="48070"/>
                  <a:pt x="86400" y="48040"/>
                </a:cubicBezTo>
                <a:cubicBezTo>
                  <a:pt x="86405" y="48029"/>
                  <a:pt x="86408" y="48015"/>
                  <a:pt x="86409" y="48004"/>
                </a:cubicBezTo>
                <a:cubicBezTo>
                  <a:pt x="86413" y="47992"/>
                  <a:pt x="86411" y="47980"/>
                  <a:pt x="86409" y="47967"/>
                </a:cubicBezTo>
                <a:cubicBezTo>
                  <a:pt x="86409" y="47964"/>
                  <a:pt x="86409" y="47960"/>
                  <a:pt x="86408" y="47956"/>
                </a:cubicBezTo>
                <a:cubicBezTo>
                  <a:pt x="86405" y="47944"/>
                  <a:pt x="86402" y="47932"/>
                  <a:pt x="86397" y="47920"/>
                </a:cubicBezTo>
                <a:cubicBezTo>
                  <a:pt x="86392" y="47909"/>
                  <a:pt x="86385" y="47898"/>
                  <a:pt x="86378" y="47888"/>
                </a:cubicBezTo>
                <a:cubicBezTo>
                  <a:pt x="86375" y="47884"/>
                  <a:pt x="86374" y="47881"/>
                  <a:pt x="86371" y="47878"/>
                </a:cubicBezTo>
                <a:cubicBezTo>
                  <a:pt x="86363" y="47870"/>
                  <a:pt x="86353" y="47859"/>
                  <a:pt x="86344" y="47852"/>
                </a:cubicBezTo>
                <a:cubicBezTo>
                  <a:pt x="86333" y="47845"/>
                  <a:pt x="86322" y="47838"/>
                  <a:pt x="86309" y="47834"/>
                </a:cubicBezTo>
                <a:cubicBezTo>
                  <a:pt x="86289" y="47827"/>
                  <a:pt x="86273" y="47826"/>
                  <a:pt x="86255" y="47826"/>
                </a:cubicBezTo>
                <a:cubicBezTo>
                  <a:pt x="86246" y="47823"/>
                  <a:pt x="86238" y="47821"/>
                  <a:pt x="86228" y="47821"/>
                </a:cubicBezTo>
                <a:lnTo>
                  <a:pt x="86217" y="47821"/>
                </a:lnTo>
                <a:cubicBezTo>
                  <a:pt x="86204" y="47816"/>
                  <a:pt x="86192" y="47814"/>
                  <a:pt x="86179" y="47814"/>
                </a:cubicBezTo>
                <a:cubicBezTo>
                  <a:pt x="86172" y="47814"/>
                  <a:pt x="86164" y="47815"/>
                  <a:pt x="86156" y="47816"/>
                </a:cubicBezTo>
                <a:cubicBezTo>
                  <a:pt x="86144" y="47821"/>
                  <a:pt x="86129" y="47824"/>
                  <a:pt x="86117" y="47828"/>
                </a:cubicBezTo>
                <a:cubicBezTo>
                  <a:pt x="86092" y="47839"/>
                  <a:pt x="86072" y="47856"/>
                  <a:pt x="86056" y="47878"/>
                </a:cubicBezTo>
                <a:cubicBezTo>
                  <a:pt x="86050" y="47883"/>
                  <a:pt x="86046" y="47890"/>
                  <a:pt x="86040" y="47898"/>
                </a:cubicBezTo>
                <a:cubicBezTo>
                  <a:pt x="86029" y="47915"/>
                  <a:pt x="86020" y="47932"/>
                  <a:pt x="86012" y="47950"/>
                </a:cubicBezTo>
                <a:cubicBezTo>
                  <a:pt x="86003" y="47970"/>
                  <a:pt x="85999" y="47992"/>
                  <a:pt x="85995" y="48011"/>
                </a:cubicBezTo>
                <a:cubicBezTo>
                  <a:pt x="85993" y="48020"/>
                  <a:pt x="85992" y="48026"/>
                  <a:pt x="85992" y="48035"/>
                </a:cubicBezTo>
                <a:cubicBezTo>
                  <a:pt x="85992" y="48048"/>
                  <a:pt x="85993" y="48062"/>
                  <a:pt x="85993" y="48076"/>
                </a:cubicBezTo>
                <a:cubicBezTo>
                  <a:pt x="85996" y="48096"/>
                  <a:pt x="86003" y="48114"/>
                  <a:pt x="86015" y="48130"/>
                </a:cubicBezTo>
                <a:cubicBezTo>
                  <a:pt x="86021" y="48141"/>
                  <a:pt x="86028" y="48151"/>
                  <a:pt x="86039" y="48159"/>
                </a:cubicBezTo>
                <a:cubicBezTo>
                  <a:pt x="86040" y="48161"/>
                  <a:pt x="86042" y="48163"/>
                  <a:pt x="86043" y="48165"/>
                </a:cubicBezTo>
                <a:cubicBezTo>
                  <a:pt x="86045" y="48167"/>
                  <a:pt x="86046" y="48169"/>
                  <a:pt x="86047" y="48170"/>
                </a:cubicBezTo>
                <a:cubicBezTo>
                  <a:pt x="86051" y="48175"/>
                  <a:pt x="86057" y="48180"/>
                  <a:pt x="86062" y="48184"/>
                </a:cubicBezTo>
                <a:cubicBezTo>
                  <a:pt x="86069" y="48194"/>
                  <a:pt x="86079" y="48200"/>
                  <a:pt x="86090" y="48203"/>
                </a:cubicBezTo>
                <a:cubicBezTo>
                  <a:pt x="86095" y="48207"/>
                  <a:pt x="86100" y="48211"/>
                  <a:pt x="86106" y="48212"/>
                </a:cubicBezTo>
                <a:lnTo>
                  <a:pt x="86140" y="48219"/>
                </a:lnTo>
                <a:cubicBezTo>
                  <a:pt x="86145" y="48220"/>
                  <a:pt x="86150" y="48221"/>
                  <a:pt x="86155" y="48221"/>
                </a:cubicBezTo>
                <a:cubicBezTo>
                  <a:pt x="86167" y="48221"/>
                  <a:pt x="86179" y="48218"/>
                  <a:pt x="86191" y="48214"/>
                </a:cubicBezTo>
                <a:cubicBezTo>
                  <a:pt x="86202" y="48213"/>
                  <a:pt x="86212" y="48207"/>
                  <a:pt x="86222" y="48201"/>
                </a:cubicBezTo>
                <a:cubicBezTo>
                  <a:pt x="86229" y="48196"/>
                  <a:pt x="86237" y="48191"/>
                  <a:pt x="86244" y="48184"/>
                </a:cubicBezTo>
                <a:cubicBezTo>
                  <a:pt x="86391" y="48364"/>
                  <a:pt x="86537" y="48541"/>
                  <a:pt x="86706" y="48705"/>
                </a:cubicBezTo>
                <a:cubicBezTo>
                  <a:pt x="86888" y="48883"/>
                  <a:pt x="87084" y="49047"/>
                  <a:pt x="87282" y="49207"/>
                </a:cubicBezTo>
                <a:cubicBezTo>
                  <a:pt x="87474" y="49359"/>
                  <a:pt x="87671" y="49502"/>
                  <a:pt x="87874" y="49635"/>
                </a:cubicBezTo>
                <a:cubicBezTo>
                  <a:pt x="87617" y="49513"/>
                  <a:pt x="87364" y="49386"/>
                  <a:pt x="87112" y="49251"/>
                </a:cubicBezTo>
                <a:cubicBezTo>
                  <a:pt x="86831" y="49100"/>
                  <a:pt x="86553" y="48941"/>
                  <a:pt x="86278" y="48779"/>
                </a:cubicBezTo>
                <a:cubicBezTo>
                  <a:pt x="86003" y="48619"/>
                  <a:pt x="85735" y="48449"/>
                  <a:pt x="85454" y="48300"/>
                </a:cubicBezTo>
                <a:cubicBezTo>
                  <a:pt x="85446" y="48296"/>
                  <a:pt x="85439" y="48294"/>
                  <a:pt x="85432" y="48294"/>
                </a:cubicBezTo>
                <a:cubicBezTo>
                  <a:pt x="85391" y="48294"/>
                  <a:pt x="85370" y="48359"/>
                  <a:pt x="85405" y="48390"/>
                </a:cubicBezTo>
                <a:cubicBezTo>
                  <a:pt x="85834" y="48763"/>
                  <a:pt x="86338" y="49058"/>
                  <a:pt x="86833" y="49334"/>
                </a:cubicBezTo>
                <a:cubicBezTo>
                  <a:pt x="87046" y="49453"/>
                  <a:pt x="87264" y="49565"/>
                  <a:pt x="87480" y="49675"/>
                </a:cubicBezTo>
                <a:cubicBezTo>
                  <a:pt x="87308" y="49627"/>
                  <a:pt x="87133" y="49579"/>
                  <a:pt x="86962" y="49525"/>
                </a:cubicBezTo>
                <a:cubicBezTo>
                  <a:pt x="86531" y="49391"/>
                  <a:pt x="86101" y="49262"/>
                  <a:pt x="85677" y="49111"/>
                </a:cubicBezTo>
                <a:cubicBezTo>
                  <a:pt x="85673" y="49110"/>
                  <a:pt x="85669" y="49109"/>
                  <a:pt x="85665" y="49109"/>
                </a:cubicBezTo>
                <a:cubicBezTo>
                  <a:pt x="85635" y="49109"/>
                  <a:pt x="85613" y="49152"/>
                  <a:pt x="85645" y="49169"/>
                </a:cubicBezTo>
                <a:cubicBezTo>
                  <a:pt x="86042" y="49393"/>
                  <a:pt x="86448" y="49589"/>
                  <a:pt x="86883" y="49724"/>
                </a:cubicBezTo>
                <a:cubicBezTo>
                  <a:pt x="87100" y="49792"/>
                  <a:pt x="87320" y="49855"/>
                  <a:pt x="87542" y="49903"/>
                </a:cubicBezTo>
                <a:cubicBezTo>
                  <a:pt x="87650" y="49926"/>
                  <a:pt x="87759" y="49951"/>
                  <a:pt x="87869" y="49968"/>
                </a:cubicBezTo>
                <a:cubicBezTo>
                  <a:pt x="87933" y="49978"/>
                  <a:pt x="88001" y="49987"/>
                  <a:pt x="88067" y="49987"/>
                </a:cubicBezTo>
                <a:cubicBezTo>
                  <a:pt x="88088" y="49987"/>
                  <a:pt x="88108" y="49986"/>
                  <a:pt x="88128" y="49984"/>
                </a:cubicBezTo>
                <a:cubicBezTo>
                  <a:pt x="88210" y="50020"/>
                  <a:pt x="88292" y="50058"/>
                  <a:pt x="88375" y="50095"/>
                </a:cubicBezTo>
                <a:cubicBezTo>
                  <a:pt x="89423" y="50550"/>
                  <a:pt x="90517" y="50893"/>
                  <a:pt x="91635" y="51133"/>
                </a:cubicBezTo>
                <a:cubicBezTo>
                  <a:pt x="91948" y="51200"/>
                  <a:pt x="92263" y="51249"/>
                  <a:pt x="92580" y="51294"/>
                </a:cubicBezTo>
                <a:cubicBezTo>
                  <a:pt x="92662" y="51307"/>
                  <a:pt x="92745" y="51318"/>
                  <a:pt x="92827" y="51327"/>
                </a:cubicBezTo>
                <a:cubicBezTo>
                  <a:pt x="92300" y="51333"/>
                  <a:pt x="91772" y="51338"/>
                  <a:pt x="91245" y="51346"/>
                </a:cubicBezTo>
                <a:cubicBezTo>
                  <a:pt x="90884" y="51349"/>
                  <a:pt x="90525" y="51354"/>
                  <a:pt x="90166" y="51357"/>
                </a:cubicBezTo>
                <a:cubicBezTo>
                  <a:pt x="89858" y="51139"/>
                  <a:pt x="89548" y="50926"/>
                  <a:pt x="89210" y="50756"/>
                </a:cubicBezTo>
                <a:cubicBezTo>
                  <a:pt x="88859" y="50581"/>
                  <a:pt x="88496" y="50432"/>
                  <a:pt x="88123" y="50314"/>
                </a:cubicBezTo>
                <a:cubicBezTo>
                  <a:pt x="87378" y="50075"/>
                  <a:pt x="86601" y="49949"/>
                  <a:pt x="85819" y="49949"/>
                </a:cubicBezTo>
                <a:cubicBezTo>
                  <a:pt x="85815" y="49949"/>
                  <a:pt x="85812" y="49949"/>
                  <a:pt x="85809" y="49949"/>
                </a:cubicBezTo>
                <a:cubicBezTo>
                  <a:pt x="85365" y="49951"/>
                  <a:pt x="84931" y="50001"/>
                  <a:pt x="84494" y="50063"/>
                </a:cubicBezTo>
                <a:cubicBezTo>
                  <a:pt x="84438" y="50072"/>
                  <a:pt x="84415" y="50154"/>
                  <a:pt x="84466" y="50187"/>
                </a:cubicBezTo>
                <a:cubicBezTo>
                  <a:pt x="85188" y="50646"/>
                  <a:pt x="85980" y="50989"/>
                  <a:pt x="86804" y="51215"/>
                </a:cubicBezTo>
                <a:lnTo>
                  <a:pt x="86557" y="51190"/>
                </a:lnTo>
                <a:cubicBezTo>
                  <a:pt x="86168" y="51148"/>
                  <a:pt x="85781" y="51097"/>
                  <a:pt x="85397" y="51029"/>
                </a:cubicBezTo>
                <a:cubicBezTo>
                  <a:pt x="85194" y="50992"/>
                  <a:pt x="84992" y="50952"/>
                  <a:pt x="84791" y="50908"/>
                </a:cubicBezTo>
                <a:cubicBezTo>
                  <a:pt x="84754" y="50891"/>
                  <a:pt x="84717" y="50876"/>
                  <a:pt x="84681" y="50859"/>
                </a:cubicBezTo>
                <a:cubicBezTo>
                  <a:pt x="84591" y="50820"/>
                  <a:pt x="84502" y="50778"/>
                  <a:pt x="84412" y="50734"/>
                </a:cubicBezTo>
                <a:cubicBezTo>
                  <a:pt x="84227" y="50645"/>
                  <a:pt x="84044" y="50550"/>
                  <a:pt x="83867" y="50448"/>
                </a:cubicBezTo>
                <a:cubicBezTo>
                  <a:pt x="83520" y="50249"/>
                  <a:pt x="83196" y="50017"/>
                  <a:pt x="82857" y="49805"/>
                </a:cubicBezTo>
                <a:cubicBezTo>
                  <a:pt x="82851" y="49801"/>
                  <a:pt x="82844" y="49800"/>
                  <a:pt x="82838" y="49800"/>
                </a:cubicBezTo>
                <a:cubicBezTo>
                  <a:pt x="82812" y="49800"/>
                  <a:pt x="82794" y="49835"/>
                  <a:pt x="82818" y="49858"/>
                </a:cubicBezTo>
                <a:cubicBezTo>
                  <a:pt x="83116" y="50127"/>
                  <a:pt x="83470" y="50341"/>
                  <a:pt x="83818" y="50535"/>
                </a:cubicBezTo>
                <a:cubicBezTo>
                  <a:pt x="83986" y="50629"/>
                  <a:pt x="84156" y="50717"/>
                  <a:pt x="84328" y="50799"/>
                </a:cubicBezTo>
                <a:cubicBezTo>
                  <a:pt x="83915" y="50695"/>
                  <a:pt x="83505" y="50574"/>
                  <a:pt x="83102" y="50437"/>
                </a:cubicBezTo>
                <a:cubicBezTo>
                  <a:pt x="82893" y="50365"/>
                  <a:pt x="82684" y="50293"/>
                  <a:pt x="82477" y="50217"/>
                </a:cubicBezTo>
                <a:cubicBezTo>
                  <a:pt x="82269" y="50141"/>
                  <a:pt x="82058" y="50075"/>
                  <a:pt x="81851" y="50001"/>
                </a:cubicBezTo>
                <a:cubicBezTo>
                  <a:pt x="81848" y="49998"/>
                  <a:pt x="81845" y="49998"/>
                  <a:pt x="81842" y="49998"/>
                </a:cubicBezTo>
                <a:cubicBezTo>
                  <a:pt x="81862" y="49970"/>
                  <a:pt x="81870" y="49935"/>
                  <a:pt x="81864" y="49900"/>
                </a:cubicBezTo>
                <a:cubicBezTo>
                  <a:pt x="81861" y="49875"/>
                  <a:pt x="81850" y="49854"/>
                  <a:pt x="81836" y="49834"/>
                </a:cubicBezTo>
                <a:cubicBezTo>
                  <a:pt x="81815" y="49806"/>
                  <a:pt x="81785" y="49795"/>
                  <a:pt x="81753" y="49789"/>
                </a:cubicBezTo>
                <a:lnTo>
                  <a:pt x="81732" y="49768"/>
                </a:lnTo>
                <a:cubicBezTo>
                  <a:pt x="81731" y="49767"/>
                  <a:pt x="81730" y="49766"/>
                  <a:pt x="81727" y="49765"/>
                </a:cubicBezTo>
                <a:cubicBezTo>
                  <a:pt x="81718" y="49759"/>
                  <a:pt x="81707" y="49751"/>
                  <a:pt x="81696" y="49748"/>
                </a:cubicBezTo>
                <a:cubicBezTo>
                  <a:pt x="81694" y="49746"/>
                  <a:pt x="81693" y="49746"/>
                  <a:pt x="81691" y="49746"/>
                </a:cubicBezTo>
                <a:cubicBezTo>
                  <a:pt x="81680" y="49743"/>
                  <a:pt x="81665" y="49739"/>
                  <a:pt x="81654" y="49738"/>
                </a:cubicBezTo>
                <a:cubicBezTo>
                  <a:pt x="81648" y="49737"/>
                  <a:pt x="81642" y="49737"/>
                  <a:pt x="81636" y="49737"/>
                </a:cubicBezTo>
                <a:cubicBezTo>
                  <a:pt x="81578" y="49737"/>
                  <a:pt x="81526" y="49775"/>
                  <a:pt x="81502" y="49828"/>
                </a:cubicBezTo>
                <a:cubicBezTo>
                  <a:pt x="81491" y="49854"/>
                  <a:pt x="81490" y="49881"/>
                  <a:pt x="81493" y="49907"/>
                </a:cubicBezTo>
                <a:cubicBezTo>
                  <a:pt x="81494" y="49924"/>
                  <a:pt x="81499" y="49940"/>
                  <a:pt x="81507" y="49955"/>
                </a:cubicBezTo>
                <a:cubicBezTo>
                  <a:pt x="81524" y="49986"/>
                  <a:pt x="81548" y="50013"/>
                  <a:pt x="81582" y="50026"/>
                </a:cubicBezTo>
                <a:cubicBezTo>
                  <a:pt x="81583" y="50028"/>
                  <a:pt x="81586" y="50028"/>
                  <a:pt x="81587" y="50028"/>
                </a:cubicBezTo>
                <a:cubicBezTo>
                  <a:pt x="81598" y="50030"/>
                  <a:pt x="81609" y="50035"/>
                  <a:pt x="81620" y="50036"/>
                </a:cubicBezTo>
                <a:cubicBezTo>
                  <a:pt x="81622" y="50036"/>
                  <a:pt x="81625" y="50036"/>
                  <a:pt x="81627" y="50036"/>
                </a:cubicBezTo>
                <a:cubicBezTo>
                  <a:pt x="81631" y="50036"/>
                  <a:pt x="81636" y="50036"/>
                  <a:pt x="81642" y="50036"/>
                </a:cubicBezTo>
                <a:cubicBezTo>
                  <a:pt x="81647" y="50037"/>
                  <a:pt x="81649" y="50037"/>
                  <a:pt x="81653" y="50039"/>
                </a:cubicBezTo>
                <a:lnTo>
                  <a:pt x="81654" y="50039"/>
                </a:lnTo>
                <a:cubicBezTo>
                  <a:pt x="81659" y="50042"/>
                  <a:pt x="81661" y="50047"/>
                  <a:pt x="81666" y="50051"/>
                </a:cubicBezTo>
                <a:cubicBezTo>
                  <a:pt x="81674" y="50056"/>
                  <a:pt x="81682" y="50059"/>
                  <a:pt x="81691" y="50062"/>
                </a:cubicBezTo>
                <a:cubicBezTo>
                  <a:pt x="81704" y="50067"/>
                  <a:pt x="81716" y="50067"/>
                  <a:pt x="81731" y="50067"/>
                </a:cubicBezTo>
                <a:cubicBezTo>
                  <a:pt x="81763" y="50064"/>
                  <a:pt x="81792" y="50051"/>
                  <a:pt x="81815" y="50030"/>
                </a:cubicBezTo>
                <a:cubicBezTo>
                  <a:pt x="81817" y="50039"/>
                  <a:pt x="81820" y="50048"/>
                  <a:pt x="81830" y="50052"/>
                </a:cubicBezTo>
                <a:cubicBezTo>
                  <a:pt x="82011" y="50147"/>
                  <a:pt x="82191" y="50244"/>
                  <a:pt x="82379" y="50325"/>
                </a:cubicBezTo>
                <a:cubicBezTo>
                  <a:pt x="82559" y="50399"/>
                  <a:pt x="82740" y="50473"/>
                  <a:pt x="82924" y="50539"/>
                </a:cubicBezTo>
                <a:cubicBezTo>
                  <a:pt x="83300" y="50671"/>
                  <a:pt x="83682" y="50788"/>
                  <a:pt x="84068" y="50891"/>
                </a:cubicBezTo>
                <a:cubicBezTo>
                  <a:pt x="84828" y="51094"/>
                  <a:pt x="85606" y="51242"/>
                  <a:pt x="86387" y="51327"/>
                </a:cubicBezTo>
                <a:cubicBezTo>
                  <a:pt x="86607" y="51353"/>
                  <a:pt x="86827" y="51368"/>
                  <a:pt x="87047" y="51381"/>
                </a:cubicBezTo>
                <a:cubicBezTo>
                  <a:pt x="87089" y="51384"/>
                  <a:pt x="87129" y="51385"/>
                  <a:pt x="87170" y="51387"/>
                </a:cubicBezTo>
                <a:lnTo>
                  <a:pt x="86218" y="51395"/>
                </a:lnTo>
                <a:cubicBezTo>
                  <a:pt x="82884" y="51418"/>
                  <a:pt x="79551" y="51443"/>
                  <a:pt x="76217" y="51467"/>
                </a:cubicBezTo>
                <a:cubicBezTo>
                  <a:pt x="74772" y="51478"/>
                  <a:pt x="73326" y="51483"/>
                  <a:pt x="71879" y="51501"/>
                </a:cubicBezTo>
                <a:cubicBezTo>
                  <a:pt x="66890" y="51458"/>
                  <a:pt x="61904" y="51429"/>
                  <a:pt x="56916" y="51404"/>
                </a:cubicBezTo>
                <a:cubicBezTo>
                  <a:pt x="50058" y="51370"/>
                  <a:pt x="43200" y="51354"/>
                  <a:pt x="36343" y="51354"/>
                </a:cubicBezTo>
                <a:cubicBezTo>
                  <a:pt x="30576" y="51354"/>
                  <a:pt x="24809" y="51365"/>
                  <a:pt x="19042" y="51387"/>
                </a:cubicBezTo>
                <a:cubicBezTo>
                  <a:pt x="12694" y="51410"/>
                  <a:pt x="6348" y="51447"/>
                  <a:pt x="1" y="51495"/>
                </a:cubicBezTo>
                <a:cubicBezTo>
                  <a:pt x="6" y="51635"/>
                  <a:pt x="19" y="51774"/>
                  <a:pt x="39" y="51911"/>
                </a:cubicBezTo>
                <a:cubicBezTo>
                  <a:pt x="11927" y="51821"/>
                  <a:pt x="23813" y="51776"/>
                  <a:pt x="35701" y="51776"/>
                </a:cubicBezTo>
                <a:cubicBezTo>
                  <a:pt x="48324" y="51778"/>
                  <a:pt x="60947" y="51824"/>
                  <a:pt x="73570" y="51918"/>
                </a:cubicBezTo>
                <a:cubicBezTo>
                  <a:pt x="74021" y="51921"/>
                  <a:pt x="74472" y="51923"/>
                  <a:pt x="74922" y="51923"/>
                </a:cubicBezTo>
                <a:cubicBezTo>
                  <a:pt x="81579" y="51923"/>
                  <a:pt x="88052" y="51574"/>
                  <a:pt x="90659" y="51571"/>
                </a:cubicBezTo>
                <a:cubicBezTo>
                  <a:pt x="91599" y="51569"/>
                  <a:pt x="92538" y="51568"/>
                  <a:pt x="93479" y="51562"/>
                </a:cubicBezTo>
                <a:cubicBezTo>
                  <a:pt x="93941" y="51560"/>
                  <a:pt x="94402" y="51557"/>
                  <a:pt x="94864" y="51555"/>
                </a:cubicBezTo>
                <a:cubicBezTo>
                  <a:pt x="94932" y="51554"/>
                  <a:pt x="94999" y="51554"/>
                  <a:pt x="95067" y="51554"/>
                </a:cubicBezTo>
                <a:cubicBezTo>
                  <a:pt x="95160" y="51554"/>
                  <a:pt x="95254" y="51554"/>
                  <a:pt x="95347" y="51554"/>
                </a:cubicBezTo>
                <a:cubicBezTo>
                  <a:pt x="95471" y="51554"/>
                  <a:pt x="95596" y="51554"/>
                  <a:pt x="95721" y="51551"/>
                </a:cubicBezTo>
                <a:lnTo>
                  <a:pt x="95721" y="51551"/>
                </a:lnTo>
                <a:cubicBezTo>
                  <a:pt x="95718" y="51657"/>
                  <a:pt x="95715" y="51763"/>
                  <a:pt x="95712" y="51870"/>
                </a:cubicBezTo>
                <a:cubicBezTo>
                  <a:pt x="95709" y="51973"/>
                  <a:pt x="95794" y="52029"/>
                  <a:pt x="95874" y="52029"/>
                </a:cubicBezTo>
                <a:cubicBezTo>
                  <a:pt x="95941" y="52029"/>
                  <a:pt x="96004" y="51988"/>
                  <a:pt x="96006" y="51902"/>
                </a:cubicBezTo>
                <a:cubicBezTo>
                  <a:pt x="96009" y="51782"/>
                  <a:pt x="96012" y="51662"/>
                  <a:pt x="96016" y="51544"/>
                </a:cubicBezTo>
                <a:cubicBezTo>
                  <a:pt x="96104" y="51539"/>
                  <a:pt x="96192" y="51535"/>
                  <a:pt x="96280" y="51528"/>
                </a:cubicBezTo>
                <a:cubicBezTo>
                  <a:pt x="96398" y="51518"/>
                  <a:pt x="96392" y="51326"/>
                  <a:pt x="96272" y="51318"/>
                </a:cubicBezTo>
                <a:cubicBezTo>
                  <a:pt x="96189" y="51313"/>
                  <a:pt x="96105" y="51310"/>
                  <a:pt x="96022" y="51307"/>
                </a:cubicBezTo>
                <a:cubicBezTo>
                  <a:pt x="96031" y="50932"/>
                  <a:pt x="96039" y="50557"/>
                  <a:pt x="96049" y="50183"/>
                </a:cubicBezTo>
                <a:cubicBezTo>
                  <a:pt x="96565" y="49482"/>
                  <a:pt x="96953" y="48692"/>
                  <a:pt x="97202" y="47859"/>
                </a:cubicBezTo>
                <a:cubicBezTo>
                  <a:pt x="97455" y="47011"/>
                  <a:pt x="97566" y="46125"/>
                  <a:pt x="97527" y="45242"/>
                </a:cubicBezTo>
                <a:cubicBezTo>
                  <a:pt x="97505" y="44741"/>
                  <a:pt x="97433" y="44243"/>
                  <a:pt x="97310" y="43758"/>
                </a:cubicBezTo>
                <a:cubicBezTo>
                  <a:pt x="97302" y="43725"/>
                  <a:pt x="97273" y="43704"/>
                  <a:pt x="97244" y="43704"/>
                </a:cubicBezTo>
                <a:cubicBezTo>
                  <a:pt x="97226" y="43704"/>
                  <a:pt x="97208" y="43712"/>
                  <a:pt x="97195" y="43730"/>
                </a:cubicBezTo>
                <a:cubicBezTo>
                  <a:pt x="96721" y="44405"/>
                  <a:pt x="96360" y="45154"/>
                  <a:pt x="96124" y="45943"/>
                </a:cubicBezTo>
                <a:cubicBezTo>
                  <a:pt x="96126" y="45880"/>
                  <a:pt x="96126" y="45818"/>
                  <a:pt x="96127" y="45756"/>
                </a:cubicBezTo>
                <a:cubicBezTo>
                  <a:pt x="96194" y="45539"/>
                  <a:pt x="96234" y="45313"/>
                  <a:pt x="96275" y="45090"/>
                </a:cubicBezTo>
                <a:cubicBezTo>
                  <a:pt x="96324" y="44829"/>
                  <a:pt x="96379" y="44570"/>
                  <a:pt x="96436" y="44310"/>
                </a:cubicBezTo>
                <a:cubicBezTo>
                  <a:pt x="96550" y="43790"/>
                  <a:pt x="96687" y="43275"/>
                  <a:pt x="96845" y="42767"/>
                </a:cubicBezTo>
                <a:cubicBezTo>
                  <a:pt x="96890" y="42622"/>
                  <a:pt x="96937" y="42476"/>
                  <a:pt x="96984" y="42332"/>
                </a:cubicBezTo>
                <a:cubicBezTo>
                  <a:pt x="97006" y="42262"/>
                  <a:pt x="97030" y="42193"/>
                  <a:pt x="97052" y="42121"/>
                </a:cubicBezTo>
                <a:cubicBezTo>
                  <a:pt x="97062" y="42090"/>
                  <a:pt x="97067" y="42061"/>
                  <a:pt x="97073" y="42029"/>
                </a:cubicBezTo>
                <a:cubicBezTo>
                  <a:pt x="97079" y="41989"/>
                  <a:pt x="97070" y="41963"/>
                  <a:pt x="97062" y="41924"/>
                </a:cubicBezTo>
                <a:cubicBezTo>
                  <a:pt x="97061" y="41919"/>
                  <a:pt x="97058" y="41916"/>
                  <a:pt x="97054" y="41916"/>
                </a:cubicBezTo>
                <a:cubicBezTo>
                  <a:pt x="97052" y="41916"/>
                  <a:pt x="97050" y="41917"/>
                  <a:pt x="97049" y="41918"/>
                </a:cubicBezTo>
                <a:cubicBezTo>
                  <a:pt x="97000" y="41954"/>
                  <a:pt x="96975" y="41981"/>
                  <a:pt x="96946" y="42037"/>
                </a:cubicBezTo>
                <a:cubicBezTo>
                  <a:pt x="96915" y="42099"/>
                  <a:pt x="96895" y="42166"/>
                  <a:pt x="96870" y="42231"/>
                </a:cubicBezTo>
                <a:cubicBezTo>
                  <a:pt x="96823" y="42357"/>
                  <a:pt x="96777" y="42485"/>
                  <a:pt x="96737" y="42612"/>
                </a:cubicBezTo>
                <a:cubicBezTo>
                  <a:pt x="96653" y="42869"/>
                  <a:pt x="96574" y="43127"/>
                  <a:pt x="96502" y="43386"/>
                </a:cubicBezTo>
                <a:cubicBezTo>
                  <a:pt x="96357" y="43904"/>
                  <a:pt x="96234" y="44427"/>
                  <a:pt x="96137" y="44957"/>
                </a:cubicBezTo>
                <a:cubicBezTo>
                  <a:pt x="96148" y="43963"/>
                  <a:pt x="96156" y="42970"/>
                  <a:pt x="96160" y="41976"/>
                </a:cubicBezTo>
                <a:cubicBezTo>
                  <a:pt x="96160" y="41883"/>
                  <a:pt x="96160" y="41788"/>
                  <a:pt x="96161" y="41695"/>
                </a:cubicBezTo>
                <a:cubicBezTo>
                  <a:pt x="96162" y="41694"/>
                  <a:pt x="96166" y="41693"/>
                  <a:pt x="96167" y="41690"/>
                </a:cubicBezTo>
                <a:cubicBezTo>
                  <a:pt x="96307" y="41524"/>
                  <a:pt x="96402" y="41328"/>
                  <a:pt x="96499" y="41135"/>
                </a:cubicBezTo>
                <a:cubicBezTo>
                  <a:pt x="96596" y="40942"/>
                  <a:pt x="96688" y="40745"/>
                  <a:pt x="96774" y="40546"/>
                </a:cubicBezTo>
                <a:cubicBezTo>
                  <a:pt x="96946" y="40145"/>
                  <a:pt x="97095" y="39730"/>
                  <a:pt x="97217" y="39311"/>
                </a:cubicBezTo>
                <a:cubicBezTo>
                  <a:pt x="97460" y="38476"/>
                  <a:pt x="97611" y="37609"/>
                  <a:pt x="97642" y="36738"/>
                </a:cubicBezTo>
                <a:cubicBezTo>
                  <a:pt x="97649" y="36499"/>
                  <a:pt x="97649" y="36258"/>
                  <a:pt x="97643" y="36018"/>
                </a:cubicBezTo>
                <a:cubicBezTo>
                  <a:pt x="97625" y="35768"/>
                  <a:pt x="97615" y="35517"/>
                  <a:pt x="97578" y="35271"/>
                </a:cubicBezTo>
                <a:cubicBezTo>
                  <a:pt x="97572" y="35233"/>
                  <a:pt x="97544" y="35215"/>
                  <a:pt x="97515" y="35215"/>
                </a:cubicBezTo>
                <a:cubicBezTo>
                  <a:pt x="97488" y="35215"/>
                  <a:pt x="97460" y="35230"/>
                  <a:pt x="97445" y="35258"/>
                </a:cubicBezTo>
                <a:cubicBezTo>
                  <a:pt x="97348" y="35444"/>
                  <a:pt x="97243" y="35623"/>
                  <a:pt x="97148" y="35810"/>
                </a:cubicBezTo>
                <a:cubicBezTo>
                  <a:pt x="97054" y="35997"/>
                  <a:pt x="96964" y="36188"/>
                  <a:pt x="96882" y="36380"/>
                </a:cubicBezTo>
                <a:cubicBezTo>
                  <a:pt x="96716" y="36764"/>
                  <a:pt x="96572" y="37160"/>
                  <a:pt x="96451" y="37560"/>
                </a:cubicBezTo>
                <a:cubicBezTo>
                  <a:pt x="96325" y="37981"/>
                  <a:pt x="96225" y="38408"/>
                  <a:pt x="96150" y="38840"/>
                </a:cubicBezTo>
                <a:cubicBezTo>
                  <a:pt x="96149" y="38202"/>
                  <a:pt x="96147" y="37564"/>
                  <a:pt x="96143" y="36927"/>
                </a:cubicBezTo>
                <a:cubicBezTo>
                  <a:pt x="96167" y="36775"/>
                  <a:pt x="96188" y="36625"/>
                  <a:pt x="96215" y="36477"/>
                </a:cubicBezTo>
                <a:cubicBezTo>
                  <a:pt x="96302" y="36001"/>
                  <a:pt x="96406" y="35529"/>
                  <a:pt x="96529" y="35063"/>
                </a:cubicBezTo>
                <a:cubicBezTo>
                  <a:pt x="96563" y="34936"/>
                  <a:pt x="96599" y="34810"/>
                  <a:pt x="96633" y="34682"/>
                </a:cubicBezTo>
                <a:cubicBezTo>
                  <a:pt x="96651" y="34615"/>
                  <a:pt x="96676" y="34546"/>
                  <a:pt x="96688" y="34479"/>
                </a:cubicBezTo>
                <a:cubicBezTo>
                  <a:pt x="96694" y="34452"/>
                  <a:pt x="96689" y="34425"/>
                  <a:pt x="96693" y="34397"/>
                </a:cubicBezTo>
                <a:cubicBezTo>
                  <a:pt x="96695" y="34358"/>
                  <a:pt x="96704" y="34320"/>
                  <a:pt x="96709" y="34282"/>
                </a:cubicBezTo>
                <a:cubicBezTo>
                  <a:pt x="96712" y="34264"/>
                  <a:pt x="96699" y="34255"/>
                  <a:pt x="96686" y="34255"/>
                </a:cubicBezTo>
                <a:cubicBezTo>
                  <a:pt x="96676" y="34255"/>
                  <a:pt x="96665" y="34260"/>
                  <a:pt x="96660" y="34270"/>
                </a:cubicBezTo>
                <a:cubicBezTo>
                  <a:pt x="96631" y="34324"/>
                  <a:pt x="96599" y="34371"/>
                  <a:pt x="96569" y="34423"/>
                </a:cubicBezTo>
                <a:cubicBezTo>
                  <a:pt x="96538" y="34474"/>
                  <a:pt x="96523" y="34546"/>
                  <a:pt x="96503" y="34602"/>
                </a:cubicBezTo>
                <a:cubicBezTo>
                  <a:pt x="96463" y="34714"/>
                  <a:pt x="96429" y="34826"/>
                  <a:pt x="96395" y="34940"/>
                </a:cubicBezTo>
                <a:cubicBezTo>
                  <a:pt x="96325" y="35175"/>
                  <a:pt x="96259" y="35411"/>
                  <a:pt x="96200" y="35649"/>
                </a:cubicBezTo>
                <a:cubicBezTo>
                  <a:pt x="96177" y="35739"/>
                  <a:pt x="96156" y="35830"/>
                  <a:pt x="96135" y="35920"/>
                </a:cubicBezTo>
                <a:cubicBezTo>
                  <a:pt x="96124" y="34628"/>
                  <a:pt x="96106" y="33337"/>
                  <a:pt x="96084" y="32047"/>
                </a:cubicBezTo>
                <a:cubicBezTo>
                  <a:pt x="96068" y="31124"/>
                  <a:pt x="96044" y="30201"/>
                  <a:pt x="96016" y="29278"/>
                </a:cubicBezTo>
                <a:cubicBezTo>
                  <a:pt x="95990" y="28405"/>
                  <a:pt x="95981" y="27528"/>
                  <a:pt x="95929" y="26656"/>
                </a:cubicBezTo>
                <a:cubicBezTo>
                  <a:pt x="95978" y="24046"/>
                  <a:pt x="96017" y="21410"/>
                  <a:pt x="96027" y="19626"/>
                </a:cubicBezTo>
                <a:cubicBezTo>
                  <a:pt x="96051" y="14994"/>
                  <a:pt x="96058" y="10363"/>
                  <a:pt x="95996" y="5731"/>
                </a:cubicBezTo>
                <a:cubicBezTo>
                  <a:pt x="95979" y="4428"/>
                  <a:pt x="95958" y="3125"/>
                  <a:pt x="95931" y="1821"/>
                </a:cubicBezTo>
                <a:cubicBezTo>
                  <a:pt x="95919" y="1215"/>
                  <a:pt x="95904" y="608"/>
                  <a:pt x="95890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20000" y="1829520"/>
            <a:ext cx="18284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3657600" y="1829520"/>
            <a:ext cx="18284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title"/>
          </p:nvPr>
        </p:nvSpPr>
        <p:spPr>
          <a:xfrm>
            <a:off x="720000" y="3661560"/>
            <a:ext cx="18284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3657600" y="3661560"/>
            <a:ext cx="18284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title"/>
          </p:nvPr>
        </p:nvSpPr>
        <p:spPr>
          <a:xfrm>
            <a:off x="6595200" y="1829520"/>
            <a:ext cx="18284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title"/>
          </p:nvPr>
        </p:nvSpPr>
        <p:spPr>
          <a:xfrm>
            <a:off x="6595200" y="3661560"/>
            <a:ext cx="182844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 type="title"/>
          </p:nvPr>
        </p:nvSpPr>
        <p:spPr>
          <a:xfrm>
            <a:off x="702360" y="457200"/>
            <a:ext cx="7703640" cy="43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8" name="Google Shape;164;p18"/>
          <p:cNvGrpSpPr/>
          <p:nvPr/>
        </p:nvGrpSpPr>
        <p:grpSpPr>
          <a:xfrm>
            <a:off x="204120" y="388800"/>
            <a:ext cx="8197200" cy="4635360"/>
            <a:chOff x="204120" y="388800"/>
            <a:chExt cx="8197200" cy="4635360"/>
          </a:xfrm>
        </p:grpSpPr>
        <p:sp>
          <p:nvSpPr>
            <p:cNvPr id="59" name="Google Shape;165;p18"/>
            <p:cNvSpPr/>
            <p:nvPr/>
          </p:nvSpPr>
          <p:spPr>
            <a:xfrm>
              <a:off x="255960" y="909720"/>
              <a:ext cx="8145360" cy="4114440"/>
            </a:xfrm>
            <a:custGeom>
              <a:avLst/>
              <a:gdLst>
                <a:gd name="textAreaLeft" fmla="*/ 0 w 8145360"/>
                <a:gd name="textAreaRight" fmla="*/ 8145720 w 8145360"/>
                <a:gd name="textAreaTop" fmla="*/ 0 h 4114440"/>
                <a:gd name="textAreaBottom" fmla="*/ 4114800 h 4114440"/>
              </a:gdLst>
              <a:ahLst/>
              <a:cxnLst/>
              <a:rect l="textAreaLeft" t="textAreaTop" r="textAreaRight" b="textAreaBottom"/>
              <a:pathLst>
                <a:path w="97112" h="48862">
                  <a:moveTo>
                    <a:pt x="386" y="3780"/>
                  </a:moveTo>
                  <a:cubicBezTo>
                    <a:pt x="716" y="4528"/>
                    <a:pt x="988" y="5304"/>
                    <a:pt x="1199" y="6093"/>
                  </a:cubicBezTo>
                  <a:cubicBezTo>
                    <a:pt x="1351" y="6652"/>
                    <a:pt x="1471" y="7218"/>
                    <a:pt x="1562" y="7789"/>
                  </a:cubicBezTo>
                  <a:cubicBezTo>
                    <a:pt x="1534" y="7746"/>
                    <a:pt x="1506" y="7705"/>
                    <a:pt x="1476" y="7665"/>
                  </a:cubicBezTo>
                  <a:cubicBezTo>
                    <a:pt x="1259" y="7342"/>
                    <a:pt x="1084" y="6994"/>
                    <a:pt x="957" y="6626"/>
                  </a:cubicBezTo>
                  <a:cubicBezTo>
                    <a:pt x="883" y="6416"/>
                    <a:pt x="825" y="6199"/>
                    <a:pt x="784" y="5981"/>
                  </a:cubicBezTo>
                  <a:cubicBezTo>
                    <a:pt x="743" y="5764"/>
                    <a:pt x="725" y="5545"/>
                    <a:pt x="692" y="5329"/>
                  </a:cubicBezTo>
                  <a:cubicBezTo>
                    <a:pt x="689" y="5305"/>
                    <a:pt x="668" y="5293"/>
                    <a:pt x="648" y="5293"/>
                  </a:cubicBezTo>
                  <a:cubicBezTo>
                    <a:pt x="627" y="5293"/>
                    <a:pt x="607" y="5305"/>
                    <a:pt x="605" y="5331"/>
                  </a:cubicBezTo>
                  <a:cubicBezTo>
                    <a:pt x="593" y="5556"/>
                    <a:pt x="627" y="5780"/>
                    <a:pt x="669" y="6000"/>
                  </a:cubicBezTo>
                  <a:cubicBezTo>
                    <a:pt x="711" y="6225"/>
                    <a:pt x="771" y="6446"/>
                    <a:pt x="847" y="6663"/>
                  </a:cubicBezTo>
                  <a:cubicBezTo>
                    <a:pt x="914" y="6857"/>
                    <a:pt x="995" y="7047"/>
                    <a:pt x="1089" y="7231"/>
                  </a:cubicBezTo>
                  <a:cubicBezTo>
                    <a:pt x="840" y="6982"/>
                    <a:pt x="583" y="6738"/>
                    <a:pt x="413" y="6427"/>
                  </a:cubicBezTo>
                  <a:cubicBezTo>
                    <a:pt x="120" y="5887"/>
                    <a:pt x="117" y="5254"/>
                    <a:pt x="205" y="4661"/>
                  </a:cubicBezTo>
                  <a:cubicBezTo>
                    <a:pt x="248" y="4365"/>
                    <a:pt x="314" y="4071"/>
                    <a:pt x="386" y="3780"/>
                  </a:cubicBezTo>
                  <a:close/>
                  <a:moveTo>
                    <a:pt x="3313" y="6991"/>
                  </a:moveTo>
                  <a:lnTo>
                    <a:pt x="3313" y="6991"/>
                  </a:lnTo>
                  <a:cubicBezTo>
                    <a:pt x="3383" y="8269"/>
                    <a:pt x="3036" y="9585"/>
                    <a:pt x="2378" y="10678"/>
                  </a:cubicBezTo>
                  <a:cubicBezTo>
                    <a:pt x="2228" y="10928"/>
                    <a:pt x="2060" y="11167"/>
                    <a:pt x="1878" y="11393"/>
                  </a:cubicBezTo>
                  <a:cubicBezTo>
                    <a:pt x="1954" y="10973"/>
                    <a:pt x="2058" y="10561"/>
                    <a:pt x="2191" y="10154"/>
                  </a:cubicBezTo>
                  <a:cubicBezTo>
                    <a:pt x="2350" y="9673"/>
                    <a:pt x="2556" y="9216"/>
                    <a:pt x="2775" y="8761"/>
                  </a:cubicBezTo>
                  <a:cubicBezTo>
                    <a:pt x="2796" y="8718"/>
                    <a:pt x="2754" y="8678"/>
                    <a:pt x="2714" y="8678"/>
                  </a:cubicBezTo>
                  <a:cubicBezTo>
                    <a:pt x="2698" y="8678"/>
                    <a:pt x="2681" y="8685"/>
                    <a:pt x="2671" y="8702"/>
                  </a:cubicBezTo>
                  <a:cubicBezTo>
                    <a:pt x="2418" y="9149"/>
                    <a:pt x="2224" y="9633"/>
                    <a:pt x="2065" y="10118"/>
                  </a:cubicBezTo>
                  <a:cubicBezTo>
                    <a:pt x="1926" y="10540"/>
                    <a:pt x="1819" y="10970"/>
                    <a:pt x="1741" y="11407"/>
                  </a:cubicBezTo>
                  <a:cubicBezTo>
                    <a:pt x="1807" y="10389"/>
                    <a:pt x="1976" y="9371"/>
                    <a:pt x="2385" y="8431"/>
                  </a:cubicBezTo>
                  <a:cubicBezTo>
                    <a:pt x="2615" y="7905"/>
                    <a:pt x="2923" y="7412"/>
                    <a:pt x="3313" y="6991"/>
                  </a:cubicBezTo>
                  <a:close/>
                  <a:moveTo>
                    <a:pt x="2857" y="1"/>
                  </a:moveTo>
                  <a:cubicBezTo>
                    <a:pt x="2843" y="1"/>
                    <a:pt x="2829" y="7"/>
                    <a:pt x="2818" y="21"/>
                  </a:cubicBezTo>
                  <a:cubicBezTo>
                    <a:pt x="2291" y="736"/>
                    <a:pt x="1913" y="1558"/>
                    <a:pt x="1710" y="2422"/>
                  </a:cubicBezTo>
                  <a:cubicBezTo>
                    <a:pt x="1598" y="2903"/>
                    <a:pt x="1544" y="3394"/>
                    <a:pt x="1511" y="3886"/>
                  </a:cubicBezTo>
                  <a:cubicBezTo>
                    <a:pt x="1478" y="4388"/>
                    <a:pt x="1462" y="4892"/>
                    <a:pt x="1450" y="5395"/>
                  </a:cubicBezTo>
                  <a:cubicBezTo>
                    <a:pt x="1443" y="5680"/>
                    <a:pt x="1438" y="5966"/>
                    <a:pt x="1436" y="6249"/>
                  </a:cubicBezTo>
                  <a:cubicBezTo>
                    <a:pt x="1436" y="6369"/>
                    <a:pt x="1432" y="6491"/>
                    <a:pt x="1432" y="6614"/>
                  </a:cubicBezTo>
                  <a:cubicBezTo>
                    <a:pt x="1304" y="6060"/>
                    <a:pt x="1149" y="5512"/>
                    <a:pt x="967" y="4975"/>
                  </a:cubicBezTo>
                  <a:cubicBezTo>
                    <a:pt x="806" y="4503"/>
                    <a:pt x="622" y="4040"/>
                    <a:pt x="422" y="3583"/>
                  </a:cubicBezTo>
                  <a:cubicBezTo>
                    <a:pt x="412" y="3561"/>
                    <a:pt x="387" y="3549"/>
                    <a:pt x="364" y="3549"/>
                  </a:cubicBezTo>
                  <a:cubicBezTo>
                    <a:pt x="341" y="3549"/>
                    <a:pt x="320" y="3560"/>
                    <a:pt x="313" y="3585"/>
                  </a:cubicBezTo>
                  <a:cubicBezTo>
                    <a:pt x="149" y="4195"/>
                    <a:pt x="0" y="4824"/>
                    <a:pt x="29" y="5461"/>
                  </a:cubicBezTo>
                  <a:cubicBezTo>
                    <a:pt x="43" y="5764"/>
                    <a:pt x="103" y="6067"/>
                    <a:pt x="228" y="6346"/>
                  </a:cubicBezTo>
                  <a:cubicBezTo>
                    <a:pt x="357" y="6632"/>
                    <a:pt x="556" y="6873"/>
                    <a:pt x="774" y="7097"/>
                  </a:cubicBezTo>
                  <a:cubicBezTo>
                    <a:pt x="1018" y="7346"/>
                    <a:pt x="1282" y="7583"/>
                    <a:pt x="1473" y="7880"/>
                  </a:cubicBezTo>
                  <a:cubicBezTo>
                    <a:pt x="1485" y="7897"/>
                    <a:pt x="1501" y="7904"/>
                    <a:pt x="1516" y="7904"/>
                  </a:cubicBezTo>
                  <a:cubicBezTo>
                    <a:pt x="1539" y="7904"/>
                    <a:pt x="1560" y="7889"/>
                    <a:pt x="1571" y="7867"/>
                  </a:cubicBezTo>
                  <a:cubicBezTo>
                    <a:pt x="1611" y="8131"/>
                    <a:pt x="1648" y="8398"/>
                    <a:pt x="1677" y="8664"/>
                  </a:cubicBezTo>
                  <a:cubicBezTo>
                    <a:pt x="1731" y="9146"/>
                    <a:pt x="1762" y="9629"/>
                    <a:pt x="1776" y="10114"/>
                  </a:cubicBezTo>
                  <a:cubicBezTo>
                    <a:pt x="1718" y="10450"/>
                    <a:pt x="1677" y="10789"/>
                    <a:pt x="1650" y="11129"/>
                  </a:cubicBezTo>
                  <a:cubicBezTo>
                    <a:pt x="1592" y="10866"/>
                    <a:pt x="1507" y="10606"/>
                    <a:pt x="1416" y="10356"/>
                  </a:cubicBezTo>
                  <a:cubicBezTo>
                    <a:pt x="1328" y="10119"/>
                    <a:pt x="1227" y="9887"/>
                    <a:pt x="1115" y="9661"/>
                  </a:cubicBezTo>
                  <a:cubicBezTo>
                    <a:pt x="1038" y="9505"/>
                    <a:pt x="957" y="9349"/>
                    <a:pt x="863" y="9201"/>
                  </a:cubicBezTo>
                  <a:cubicBezTo>
                    <a:pt x="896" y="9184"/>
                    <a:pt x="927" y="9145"/>
                    <a:pt x="946" y="9124"/>
                  </a:cubicBezTo>
                  <a:cubicBezTo>
                    <a:pt x="988" y="9079"/>
                    <a:pt x="1018" y="9011"/>
                    <a:pt x="1046" y="8955"/>
                  </a:cubicBezTo>
                  <a:cubicBezTo>
                    <a:pt x="1072" y="8899"/>
                    <a:pt x="1097" y="8841"/>
                    <a:pt x="1117" y="8783"/>
                  </a:cubicBezTo>
                  <a:cubicBezTo>
                    <a:pt x="1141" y="8714"/>
                    <a:pt x="1154" y="8643"/>
                    <a:pt x="1167" y="8574"/>
                  </a:cubicBezTo>
                  <a:cubicBezTo>
                    <a:pt x="1180" y="8503"/>
                    <a:pt x="1172" y="8432"/>
                    <a:pt x="1164" y="8362"/>
                  </a:cubicBezTo>
                  <a:cubicBezTo>
                    <a:pt x="1162" y="8342"/>
                    <a:pt x="1144" y="8331"/>
                    <a:pt x="1127" y="8331"/>
                  </a:cubicBezTo>
                  <a:cubicBezTo>
                    <a:pt x="1112" y="8331"/>
                    <a:pt x="1097" y="8338"/>
                    <a:pt x="1092" y="8354"/>
                  </a:cubicBezTo>
                  <a:cubicBezTo>
                    <a:pt x="1072" y="8411"/>
                    <a:pt x="1048" y="8467"/>
                    <a:pt x="1031" y="8526"/>
                  </a:cubicBezTo>
                  <a:cubicBezTo>
                    <a:pt x="1015" y="8586"/>
                    <a:pt x="994" y="8643"/>
                    <a:pt x="973" y="8702"/>
                  </a:cubicBezTo>
                  <a:cubicBezTo>
                    <a:pt x="962" y="8731"/>
                    <a:pt x="952" y="8758"/>
                    <a:pt x="941" y="8786"/>
                  </a:cubicBezTo>
                  <a:cubicBezTo>
                    <a:pt x="939" y="8750"/>
                    <a:pt x="935" y="8712"/>
                    <a:pt x="928" y="8675"/>
                  </a:cubicBezTo>
                  <a:cubicBezTo>
                    <a:pt x="913" y="8591"/>
                    <a:pt x="891" y="8505"/>
                    <a:pt x="859" y="8427"/>
                  </a:cubicBezTo>
                  <a:cubicBezTo>
                    <a:pt x="845" y="8388"/>
                    <a:pt x="824" y="8350"/>
                    <a:pt x="802" y="8314"/>
                  </a:cubicBezTo>
                  <a:cubicBezTo>
                    <a:pt x="780" y="8278"/>
                    <a:pt x="751" y="8258"/>
                    <a:pt x="726" y="8226"/>
                  </a:cubicBezTo>
                  <a:cubicBezTo>
                    <a:pt x="722" y="8220"/>
                    <a:pt x="716" y="8218"/>
                    <a:pt x="711" y="8218"/>
                  </a:cubicBezTo>
                  <a:cubicBezTo>
                    <a:pt x="698" y="8218"/>
                    <a:pt x="686" y="8232"/>
                    <a:pt x="691" y="8248"/>
                  </a:cubicBezTo>
                  <a:cubicBezTo>
                    <a:pt x="699" y="8273"/>
                    <a:pt x="694" y="8281"/>
                    <a:pt x="697" y="8305"/>
                  </a:cubicBezTo>
                  <a:cubicBezTo>
                    <a:pt x="697" y="8324"/>
                    <a:pt x="705" y="8345"/>
                    <a:pt x="711" y="8365"/>
                  </a:cubicBezTo>
                  <a:cubicBezTo>
                    <a:pt x="721" y="8400"/>
                    <a:pt x="729" y="8437"/>
                    <a:pt x="738" y="8472"/>
                  </a:cubicBezTo>
                  <a:cubicBezTo>
                    <a:pt x="758" y="8548"/>
                    <a:pt x="774" y="8623"/>
                    <a:pt x="782" y="8700"/>
                  </a:cubicBezTo>
                  <a:cubicBezTo>
                    <a:pt x="791" y="8775"/>
                    <a:pt x="796" y="8852"/>
                    <a:pt x="795" y="8928"/>
                  </a:cubicBezTo>
                  <a:cubicBezTo>
                    <a:pt x="795" y="8966"/>
                    <a:pt x="788" y="9005"/>
                    <a:pt x="791" y="9044"/>
                  </a:cubicBezTo>
                  <a:cubicBezTo>
                    <a:pt x="792" y="9063"/>
                    <a:pt x="795" y="9079"/>
                    <a:pt x="799" y="9096"/>
                  </a:cubicBezTo>
                  <a:cubicBezTo>
                    <a:pt x="799" y="9097"/>
                    <a:pt x="798" y="9098"/>
                    <a:pt x="798" y="9099"/>
                  </a:cubicBezTo>
                  <a:cubicBezTo>
                    <a:pt x="776" y="9068"/>
                    <a:pt x="754" y="9037"/>
                    <a:pt x="731" y="9008"/>
                  </a:cubicBezTo>
                  <a:cubicBezTo>
                    <a:pt x="727" y="9004"/>
                    <a:pt x="725" y="9002"/>
                    <a:pt x="722" y="9000"/>
                  </a:cubicBezTo>
                  <a:cubicBezTo>
                    <a:pt x="718" y="8959"/>
                    <a:pt x="709" y="8918"/>
                    <a:pt x="702" y="8879"/>
                  </a:cubicBezTo>
                  <a:cubicBezTo>
                    <a:pt x="686" y="8800"/>
                    <a:pt x="656" y="8722"/>
                    <a:pt x="625" y="8646"/>
                  </a:cubicBezTo>
                  <a:cubicBezTo>
                    <a:pt x="594" y="8574"/>
                    <a:pt x="563" y="8499"/>
                    <a:pt x="521" y="8433"/>
                  </a:cubicBezTo>
                  <a:cubicBezTo>
                    <a:pt x="500" y="8400"/>
                    <a:pt x="477" y="8367"/>
                    <a:pt x="452" y="8339"/>
                  </a:cubicBezTo>
                  <a:cubicBezTo>
                    <a:pt x="441" y="8325"/>
                    <a:pt x="429" y="8308"/>
                    <a:pt x="414" y="8297"/>
                  </a:cubicBezTo>
                  <a:cubicBezTo>
                    <a:pt x="401" y="8286"/>
                    <a:pt x="385" y="8284"/>
                    <a:pt x="369" y="8275"/>
                  </a:cubicBezTo>
                  <a:cubicBezTo>
                    <a:pt x="368" y="8275"/>
                    <a:pt x="368" y="8275"/>
                    <a:pt x="367" y="8275"/>
                  </a:cubicBezTo>
                  <a:cubicBezTo>
                    <a:pt x="362" y="8275"/>
                    <a:pt x="358" y="8279"/>
                    <a:pt x="359" y="8284"/>
                  </a:cubicBezTo>
                  <a:cubicBezTo>
                    <a:pt x="362" y="8299"/>
                    <a:pt x="358" y="8316"/>
                    <a:pt x="363" y="8330"/>
                  </a:cubicBezTo>
                  <a:cubicBezTo>
                    <a:pt x="368" y="8347"/>
                    <a:pt x="378" y="8365"/>
                    <a:pt x="385" y="8382"/>
                  </a:cubicBezTo>
                  <a:cubicBezTo>
                    <a:pt x="400" y="8416"/>
                    <a:pt x="416" y="8449"/>
                    <a:pt x="431" y="8483"/>
                  </a:cubicBezTo>
                  <a:cubicBezTo>
                    <a:pt x="463" y="8553"/>
                    <a:pt x="497" y="8621"/>
                    <a:pt x="524" y="8692"/>
                  </a:cubicBezTo>
                  <a:cubicBezTo>
                    <a:pt x="550" y="8761"/>
                    <a:pt x="570" y="8829"/>
                    <a:pt x="590" y="8898"/>
                  </a:cubicBezTo>
                  <a:cubicBezTo>
                    <a:pt x="549" y="8851"/>
                    <a:pt x="508" y="8805"/>
                    <a:pt x="466" y="8758"/>
                  </a:cubicBezTo>
                  <a:cubicBezTo>
                    <a:pt x="373" y="8656"/>
                    <a:pt x="270" y="8559"/>
                    <a:pt x="164" y="8471"/>
                  </a:cubicBezTo>
                  <a:cubicBezTo>
                    <a:pt x="158" y="8466"/>
                    <a:pt x="153" y="8464"/>
                    <a:pt x="148" y="8464"/>
                  </a:cubicBezTo>
                  <a:cubicBezTo>
                    <a:pt x="128" y="8464"/>
                    <a:pt x="113" y="8491"/>
                    <a:pt x="125" y="8510"/>
                  </a:cubicBezTo>
                  <a:cubicBezTo>
                    <a:pt x="200" y="8626"/>
                    <a:pt x="286" y="8734"/>
                    <a:pt x="378" y="8837"/>
                  </a:cubicBezTo>
                  <a:cubicBezTo>
                    <a:pt x="423" y="8888"/>
                    <a:pt x="469" y="8937"/>
                    <a:pt x="515" y="8988"/>
                  </a:cubicBezTo>
                  <a:lnTo>
                    <a:pt x="516" y="8989"/>
                  </a:lnTo>
                  <a:cubicBezTo>
                    <a:pt x="478" y="8971"/>
                    <a:pt x="438" y="8955"/>
                    <a:pt x="400" y="8936"/>
                  </a:cubicBezTo>
                  <a:cubicBezTo>
                    <a:pt x="299" y="8887"/>
                    <a:pt x="208" y="8822"/>
                    <a:pt x="112" y="8764"/>
                  </a:cubicBezTo>
                  <a:cubicBezTo>
                    <a:pt x="107" y="8760"/>
                    <a:pt x="101" y="8759"/>
                    <a:pt x="95" y="8759"/>
                  </a:cubicBezTo>
                  <a:cubicBezTo>
                    <a:pt x="72" y="8759"/>
                    <a:pt x="51" y="8785"/>
                    <a:pt x="71" y="8810"/>
                  </a:cubicBezTo>
                  <a:cubicBezTo>
                    <a:pt x="149" y="8904"/>
                    <a:pt x="247" y="8967"/>
                    <a:pt x="356" y="9024"/>
                  </a:cubicBezTo>
                  <a:cubicBezTo>
                    <a:pt x="408" y="9049"/>
                    <a:pt x="460" y="9071"/>
                    <a:pt x="516" y="9088"/>
                  </a:cubicBezTo>
                  <a:cubicBezTo>
                    <a:pt x="545" y="9097"/>
                    <a:pt x="576" y="9107"/>
                    <a:pt x="605" y="9112"/>
                  </a:cubicBezTo>
                  <a:cubicBezTo>
                    <a:pt x="620" y="9114"/>
                    <a:pt x="633" y="9114"/>
                    <a:pt x="645" y="9115"/>
                  </a:cubicBezTo>
                  <a:cubicBezTo>
                    <a:pt x="648" y="9119"/>
                    <a:pt x="653" y="9119"/>
                    <a:pt x="655" y="9121"/>
                  </a:cubicBezTo>
                  <a:cubicBezTo>
                    <a:pt x="638" y="9126"/>
                    <a:pt x="621" y="9132"/>
                    <a:pt x="604" y="9139"/>
                  </a:cubicBezTo>
                  <a:cubicBezTo>
                    <a:pt x="550" y="9158"/>
                    <a:pt x="491" y="9168"/>
                    <a:pt x="435" y="9174"/>
                  </a:cubicBezTo>
                  <a:cubicBezTo>
                    <a:pt x="414" y="9176"/>
                    <a:pt x="394" y="9177"/>
                    <a:pt x="373" y="9177"/>
                  </a:cubicBezTo>
                  <a:cubicBezTo>
                    <a:pt x="281" y="9177"/>
                    <a:pt x="190" y="9155"/>
                    <a:pt x="107" y="9113"/>
                  </a:cubicBezTo>
                  <a:cubicBezTo>
                    <a:pt x="100" y="9110"/>
                    <a:pt x="94" y="9108"/>
                    <a:pt x="88" y="9108"/>
                  </a:cubicBezTo>
                  <a:cubicBezTo>
                    <a:pt x="47" y="9108"/>
                    <a:pt x="17" y="9176"/>
                    <a:pt x="60" y="9200"/>
                  </a:cubicBezTo>
                  <a:cubicBezTo>
                    <a:pt x="159" y="9256"/>
                    <a:pt x="269" y="9285"/>
                    <a:pt x="382" y="9285"/>
                  </a:cubicBezTo>
                  <a:cubicBezTo>
                    <a:pt x="402" y="9285"/>
                    <a:pt x="422" y="9284"/>
                    <a:pt x="442" y="9282"/>
                  </a:cubicBezTo>
                  <a:cubicBezTo>
                    <a:pt x="508" y="9277"/>
                    <a:pt x="568" y="9257"/>
                    <a:pt x="627" y="9228"/>
                  </a:cubicBezTo>
                  <a:cubicBezTo>
                    <a:pt x="656" y="9214"/>
                    <a:pt x="683" y="9200"/>
                    <a:pt x="707" y="9176"/>
                  </a:cubicBezTo>
                  <a:cubicBezTo>
                    <a:pt x="715" y="9168"/>
                    <a:pt x="725" y="9161"/>
                    <a:pt x="733" y="9153"/>
                  </a:cubicBezTo>
                  <a:cubicBezTo>
                    <a:pt x="830" y="9334"/>
                    <a:pt x="938" y="9511"/>
                    <a:pt x="1028" y="9696"/>
                  </a:cubicBezTo>
                  <a:cubicBezTo>
                    <a:pt x="1137" y="9916"/>
                    <a:pt x="1232" y="10142"/>
                    <a:pt x="1317" y="10372"/>
                  </a:cubicBezTo>
                  <a:cubicBezTo>
                    <a:pt x="1402" y="10606"/>
                    <a:pt x="1477" y="10843"/>
                    <a:pt x="1538" y="11084"/>
                  </a:cubicBezTo>
                  <a:cubicBezTo>
                    <a:pt x="1570" y="11211"/>
                    <a:pt x="1597" y="11338"/>
                    <a:pt x="1626" y="11464"/>
                  </a:cubicBezTo>
                  <a:cubicBezTo>
                    <a:pt x="1594" y="12029"/>
                    <a:pt x="1361" y="22502"/>
                    <a:pt x="1336" y="27150"/>
                  </a:cubicBezTo>
                  <a:cubicBezTo>
                    <a:pt x="1311" y="31762"/>
                    <a:pt x="1304" y="36371"/>
                    <a:pt x="1366" y="40982"/>
                  </a:cubicBezTo>
                  <a:cubicBezTo>
                    <a:pt x="1384" y="42279"/>
                    <a:pt x="1405" y="43576"/>
                    <a:pt x="1432" y="44874"/>
                  </a:cubicBezTo>
                  <a:cubicBezTo>
                    <a:pt x="1445" y="45533"/>
                    <a:pt x="1461" y="46190"/>
                    <a:pt x="1476" y="46849"/>
                  </a:cubicBezTo>
                  <a:cubicBezTo>
                    <a:pt x="1290" y="46852"/>
                    <a:pt x="1103" y="46853"/>
                    <a:pt x="916" y="46854"/>
                  </a:cubicBezTo>
                  <a:cubicBezTo>
                    <a:pt x="724" y="46857"/>
                    <a:pt x="689" y="47155"/>
                    <a:pt x="883" y="47155"/>
                  </a:cubicBezTo>
                  <a:cubicBezTo>
                    <a:pt x="884" y="47155"/>
                    <a:pt x="884" y="47155"/>
                    <a:pt x="884" y="47155"/>
                  </a:cubicBezTo>
                  <a:cubicBezTo>
                    <a:pt x="1083" y="47154"/>
                    <a:pt x="1282" y="47153"/>
                    <a:pt x="1480" y="47151"/>
                  </a:cubicBezTo>
                  <a:lnTo>
                    <a:pt x="1480" y="47151"/>
                  </a:lnTo>
                  <a:cubicBezTo>
                    <a:pt x="1484" y="47703"/>
                    <a:pt x="1474" y="48265"/>
                    <a:pt x="1589" y="48801"/>
                  </a:cubicBezTo>
                  <a:cubicBezTo>
                    <a:pt x="1598" y="48841"/>
                    <a:pt x="1631" y="48861"/>
                    <a:pt x="1663" y="48861"/>
                  </a:cubicBezTo>
                  <a:cubicBezTo>
                    <a:pt x="1697" y="48861"/>
                    <a:pt x="1731" y="48840"/>
                    <a:pt x="1738" y="48797"/>
                  </a:cubicBezTo>
                  <a:cubicBezTo>
                    <a:pt x="1760" y="48657"/>
                    <a:pt x="1789" y="48518"/>
                    <a:pt x="1792" y="48378"/>
                  </a:cubicBezTo>
                  <a:cubicBezTo>
                    <a:pt x="1796" y="48237"/>
                    <a:pt x="1786" y="48094"/>
                    <a:pt x="1782" y="47952"/>
                  </a:cubicBezTo>
                  <a:cubicBezTo>
                    <a:pt x="1775" y="47686"/>
                    <a:pt x="1768" y="47418"/>
                    <a:pt x="1763" y="47150"/>
                  </a:cubicBezTo>
                  <a:cubicBezTo>
                    <a:pt x="14183" y="47050"/>
                    <a:pt x="26604" y="46964"/>
                    <a:pt x="39024" y="46931"/>
                  </a:cubicBezTo>
                  <a:cubicBezTo>
                    <a:pt x="43671" y="46919"/>
                    <a:pt x="48318" y="46912"/>
                    <a:pt x="52964" y="46912"/>
                  </a:cubicBezTo>
                  <a:cubicBezTo>
                    <a:pt x="60909" y="46912"/>
                    <a:pt x="68853" y="46931"/>
                    <a:pt x="76798" y="46967"/>
                  </a:cubicBezTo>
                  <a:cubicBezTo>
                    <a:pt x="80333" y="46984"/>
                    <a:pt x="83867" y="47002"/>
                    <a:pt x="87401" y="47027"/>
                  </a:cubicBezTo>
                  <a:cubicBezTo>
                    <a:pt x="89206" y="47039"/>
                    <a:pt x="91012" y="47051"/>
                    <a:pt x="92817" y="47066"/>
                  </a:cubicBezTo>
                  <a:cubicBezTo>
                    <a:pt x="93853" y="47074"/>
                    <a:pt x="94889" y="47098"/>
                    <a:pt x="95926" y="47098"/>
                  </a:cubicBezTo>
                  <a:cubicBezTo>
                    <a:pt x="96283" y="47098"/>
                    <a:pt x="96641" y="47095"/>
                    <a:pt x="96998" y="47088"/>
                  </a:cubicBezTo>
                  <a:cubicBezTo>
                    <a:pt x="97006" y="47069"/>
                    <a:pt x="97013" y="47053"/>
                    <a:pt x="97020" y="47034"/>
                  </a:cubicBezTo>
                  <a:cubicBezTo>
                    <a:pt x="97046" y="46962"/>
                    <a:pt x="97070" y="46889"/>
                    <a:pt x="97091" y="46815"/>
                  </a:cubicBezTo>
                  <a:cubicBezTo>
                    <a:pt x="97098" y="46789"/>
                    <a:pt x="97105" y="46763"/>
                    <a:pt x="97112" y="46736"/>
                  </a:cubicBezTo>
                  <a:cubicBezTo>
                    <a:pt x="95824" y="46686"/>
                    <a:pt x="94533" y="46702"/>
                    <a:pt x="93246" y="46693"/>
                  </a:cubicBezTo>
                  <a:cubicBezTo>
                    <a:pt x="91633" y="46682"/>
                    <a:pt x="90020" y="46672"/>
                    <a:pt x="88409" y="46662"/>
                  </a:cubicBezTo>
                  <a:cubicBezTo>
                    <a:pt x="85258" y="46643"/>
                    <a:pt x="82108" y="46627"/>
                    <a:pt x="78956" y="46613"/>
                  </a:cubicBezTo>
                  <a:cubicBezTo>
                    <a:pt x="72683" y="46585"/>
                    <a:pt x="66409" y="46569"/>
                    <a:pt x="60136" y="46563"/>
                  </a:cubicBezTo>
                  <a:cubicBezTo>
                    <a:pt x="58631" y="46562"/>
                    <a:pt x="57126" y="46561"/>
                    <a:pt x="55620" y="46561"/>
                  </a:cubicBezTo>
                  <a:cubicBezTo>
                    <a:pt x="44535" y="46561"/>
                    <a:pt x="33449" y="46597"/>
                    <a:pt x="22364" y="46665"/>
                  </a:cubicBezTo>
                  <a:cubicBezTo>
                    <a:pt x="15494" y="46708"/>
                    <a:pt x="8626" y="46765"/>
                    <a:pt x="1758" y="46845"/>
                  </a:cubicBezTo>
                  <a:cubicBezTo>
                    <a:pt x="1746" y="46327"/>
                    <a:pt x="1734" y="45810"/>
                    <a:pt x="1723" y="45291"/>
                  </a:cubicBezTo>
                  <a:cubicBezTo>
                    <a:pt x="1698" y="44123"/>
                    <a:pt x="1675" y="42955"/>
                    <a:pt x="1654" y="41786"/>
                  </a:cubicBezTo>
                  <a:cubicBezTo>
                    <a:pt x="1611" y="39479"/>
                    <a:pt x="1582" y="37170"/>
                    <a:pt x="1564" y="34861"/>
                  </a:cubicBezTo>
                  <a:cubicBezTo>
                    <a:pt x="1527" y="30248"/>
                    <a:pt x="1529" y="25635"/>
                    <a:pt x="1595" y="21022"/>
                  </a:cubicBezTo>
                  <a:cubicBezTo>
                    <a:pt x="1632" y="18422"/>
                    <a:pt x="1704" y="12266"/>
                    <a:pt x="1720" y="11821"/>
                  </a:cubicBezTo>
                  <a:cubicBezTo>
                    <a:pt x="1723" y="11823"/>
                    <a:pt x="1727" y="11823"/>
                    <a:pt x="1730" y="11823"/>
                  </a:cubicBezTo>
                  <a:cubicBezTo>
                    <a:pt x="1737" y="11823"/>
                    <a:pt x="1743" y="11820"/>
                    <a:pt x="1743" y="11809"/>
                  </a:cubicBezTo>
                  <a:cubicBezTo>
                    <a:pt x="1742" y="11765"/>
                    <a:pt x="1740" y="11722"/>
                    <a:pt x="1736" y="11678"/>
                  </a:cubicBezTo>
                  <a:lnTo>
                    <a:pt x="1736" y="11678"/>
                  </a:lnTo>
                  <a:cubicBezTo>
                    <a:pt x="1747" y="11684"/>
                    <a:pt x="1759" y="11687"/>
                    <a:pt x="1771" y="11687"/>
                  </a:cubicBezTo>
                  <a:cubicBezTo>
                    <a:pt x="1791" y="11687"/>
                    <a:pt x="1811" y="11679"/>
                    <a:pt x="1825" y="11663"/>
                  </a:cubicBezTo>
                  <a:cubicBezTo>
                    <a:pt x="2728" y="10645"/>
                    <a:pt x="3296" y="9333"/>
                    <a:pt x="3423" y="7978"/>
                  </a:cubicBezTo>
                  <a:cubicBezTo>
                    <a:pt x="3460" y="7598"/>
                    <a:pt x="3454" y="7219"/>
                    <a:pt x="3425" y="6839"/>
                  </a:cubicBezTo>
                  <a:cubicBezTo>
                    <a:pt x="3423" y="6809"/>
                    <a:pt x="3392" y="6788"/>
                    <a:pt x="3363" y="6788"/>
                  </a:cubicBezTo>
                  <a:cubicBezTo>
                    <a:pt x="3351" y="6788"/>
                    <a:pt x="3338" y="6792"/>
                    <a:pt x="3329" y="6801"/>
                  </a:cubicBezTo>
                  <a:cubicBezTo>
                    <a:pt x="2548" y="7597"/>
                    <a:pt x="2098" y="8638"/>
                    <a:pt x="1858" y="9714"/>
                  </a:cubicBezTo>
                  <a:cubicBezTo>
                    <a:pt x="1855" y="9732"/>
                    <a:pt x="1852" y="9749"/>
                    <a:pt x="1847" y="9767"/>
                  </a:cubicBezTo>
                  <a:cubicBezTo>
                    <a:pt x="1836" y="9384"/>
                    <a:pt x="1812" y="9003"/>
                    <a:pt x="1773" y="8624"/>
                  </a:cubicBezTo>
                  <a:lnTo>
                    <a:pt x="1773" y="8624"/>
                  </a:lnTo>
                  <a:cubicBezTo>
                    <a:pt x="1776" y="8651"/>
                    <a:pt x="1780" y="8676"/>
                    <a:pt x="1786" y="8702"/>
                  </a:cubicBezTo>
                  <a:cubicBezTo>
                    <a:pt x="1788" y="8714"/>
                    <a:pt x="1797" y="8720"/>
                    <a:pt x="1807" y="8720"/>
                  </a:cubicBezTo>
                  <a:cubicBezTo>
                    <a:pt x="1816" y="8720"/>
                    <a:pt x="1826" y="8714"/>
                    <a:pt x="1828" y="8701"/>
                  </a:cubicBezTo>
                  <a:cubicBezTo>
                    <a:pt x="1852" y="8478"/>
                    <a:pt x="1863" y="8253"/>
                    <a:pt x="1897" y="8032"/>
                  </a:cubicBezTo>
                  <a:cubicBezTo>
                    <a:pt x="1930" y="7816"/>
                    <a:pt x="1984" y="7602"/>
                    <a:pt x="2055" y="7394"/>
                  </a:cubicBezTo>
                  <a:cubicBezTo>
                    <a:pt x="2126" y="7187"/>
                    <a:pt x="2217" y="6984"/>
                    <a:pt x="2327" y="6795"/>
                  </a:cubicBezTo>
                  <a:cubicBezTo>
                    <a:pt x="2439" y="6599"/>
                    <a:pt x="2575" y="6419"/>
                    <a:pt x="2687" y="6225"/>
                  </a:cubicBezTo>
                  <a:cubicBezTo>
                    <a:pt x="2694" y="6216"/>
                    <a:pt x="2687" y="6206"/>
                    <a:pt x="2678" y="6206"/>
                  </a:cubicBezTo>
                  <a:cubicBezTo>
                    <a:pt x="2676" y="6206"/>
                    <a:pt x="2673" y="6207"/>
                    <a:pt x="2671" y="6208"/>
                  </a:cubicBezTo>
                  <a:cubicBezTo>
                    <a:pt x="2490" y="6345"/>
                    <a:pt x="2355" y="6538"/>
                    <a:pt x="2239" y="6730"/>
                  </a:cubicBezTo>
                  <a:cubicBezTo>
                    <a:pt x="2122" y="6928"/>
                    <a:pt x="2023" y="7136"/>
                    <a:pt x="1945" y="7352"/>
                  </a:cubicBezTo>
                  <a:cubicBezTo>
                    <a:pt x="1823" y="7695"/>
                    <a:pt x="1732" y="8083"/>
                    <a:pt x="1753" y="8455"/>
                  </a:cubicBezTo>
                  <a:cubicBezTo>
                    <a:pt x="1741" y="8343"/>
                    <a:pt x="1725" y="8230"/>
                    <a:pt x="1710" y="8118"/>
                  </a:cubicBezTo>
                  <a:lnTo>
                    <a:pt x="1710" y="8118"/>
                  </a:lnTo>
                  <a:cubicBezTo>
                    <a:pt x="1715" y="8125"/>
                    <a:pt x="1719" y="8132"/>
                    <a:pt x="1724" y="8140"/>
                  </a:cubicBezTo>
                  <a:cubicBezTo>
                    <a:pt x="1726" y="8142"/>
                    <a:pt x="1727" y="8143"/>
                    <a:pt x="1729" y="8143"/>
                  </a:cubicBezTo>
                  <a:cubicBezTo>
                    <a:pt x="1732" y="8143"/>
                    <a:pt x="1736" y="8139"/>
                    <a:pt x="1736" y="8136"/>
                  </a:cubicBezTo>
                  <a:cubicBezTo>
                    <a:pt x="1752" y="8004"/>
                    <a:pt x="1708" y="7868"/>
                    <a:pt x="1691" y="7737"/>
                  </a:cubicBezTo>
                  <a:cubicBezTo>
                    <a:pt x="1674" y="7592"/>
                    <a:pt x="1666" y="7446"/>
                    <a:pt x="1668" y="7301"/>
                  </a:cubicBezTo>
                  <a:cubicBezTo>
                    <a:pt x="1672" y="7017"/>
                    <a:pt x="1712" y="6732"/>
                    <a:pt x="1775" y="6456"/>
                  </a:cubicBezTo>
                  <a:cubicBezTo>
                    <a:pt x="1902" y="5897"/>
                    <a:pt x="2138" y="5367"/>
                    <a:pt x="2406" y="4862"/>
                  </a:cubicBezTo>
                  <a:cubicBezTo>
                    <a:pt x="2528" y="4631"/>
                    <a:pt x="2659" y="4406"/>
                    <a:pt x="2778" y="4173"/>
                  </a:cubicBezTo>
                  <a:cubicBezTo>
                    <a:pt x="2786" y="4168"/>
                    <a:pt x="2795" y="4163"/>
                    <a:pt x="2805" y="4155"/>
                  </a:cubicBezTo>
                  <a:cubicBezTo>
                    <a:pt x="2808" y="4160"/>
                    <a:pt x="2816" y="4165"/>
                    <a:pt x="2823" y="4166"/>
                  </a:cubicBezTo>
                  <a:cubicBezTo>
                    <a:pt x="2827" y="4166"/>
                    <a:pt x="2830" y="4167"/>
                    <a:pt x="2834" y="4167"/>
                  </a:cubicBezTo>
                  <a:cubicBezTo>
                    <a:pt x="2845" y="4167"/>
                    <a:pt x="2855" y="4164"/>
                    <a:pt x="2869" y="4161"/>
                  </a:cubicBezTo>
                  <a:cubicBezTo>
                    <a:pt x="2883" y="4160"/>
                    <a:pt x="2894" y="4160"/>
                    <a:pt x="2907" y="4157"/>
                  </a:cubicBezTo>
                  <a:cubicBezTo>
                    <a:pt x="2938" y="4150"/>
                    <a:pt x="2966" y="4139"/>
                    <a:pt x="2995" y="4130"/>
                  </a:cubicBezTo>
                  <a:cubicBezTo>
                    <a:pt x="3053" y="4110"/>
                    <a:pt x="3110" y="4089"/>
                    <a:pt x="3167" y="4066"/>
                  </a:cubicBezTo>
                  <a:cubicBezTo>
                    <a:pt x="3223" y="4042"/>
                    <a:pt x="3281" y="4022"/>
                    <a:pt x="3335" y="3994"/>
                  </a:cubicBezTo>
                  <a:cubicBezTo>
                    <a:pt x="3363" y="3980"/>
                    <a:pt x="3390" y="3967"/>
                    <a:pt x="3417" y="3952"/>
                  </a:cubicBezTo>
                  <a:cubicBezTo>
                    <a:pt x="3444" y="3936"/>
                    <a:pt x="3467" y="3915"/>
                    <a:pt x="3495" y="3902"/>
                  </a:cubicBezTo>
                  <a:cubicBezTo>
                    <a:pt x="3509" y="3896"/>
                    <a:pt x="3504" y="3873"/>
                    <a:pt x="3491" y="3873"/>
                  </a:cubicBezTo>
                  <a:cubicBezTo>
                    <a:pt x="3489" y="3873"/>
                    <a:pt x="3488" y="3873"/>
                    <a:pt x="3487" y="3874"/>
                  </a:cubicBezTo>
                  <a:cubicBezTo>
                    <a:pt x="3456" y="3880"/>
                    <a:pt x="3428" y="3880"/>
                    <a:pt x="3398" y="3887"/>
                  </a:cubicBezTo>
                  <a:cubicBezTo>
                    <a:pt x="3367" y="3892"/>
                    <a:pt x="3339" y="3901"/>
                    <a:pt x="3310" y="3909"/>
                  </a:cubicBezTo>
                  <a:cubicBezTo>
                    <a:pt x="3250" y="3925"/>
                    <a:pt x="3189" y="3947"/>
                    <a:pt x="3130" y="3968"/>
                  </a:cubicBezTo>
                  <a:cubicBezTo>
                    <a:pt x="3072" y="3987"/>
                    <a:pt x="3015" y="4011"/>
                    <a:pt x="2957" y="4033"/>
                  </a:cubicBezTo>
                  <a:lnTo>
                    <a:pt x="2924" y="4045"/>
                  </a:lnTo>
                  <a:cubicBezTo>
                    <a:pt x="2968" y="3998"/>
                    <a:pt x="3008" y="3947"/>
                    <a:pt x="3048" y="3898"/>
                  </a:cubicBezTo>
                  <a:cubicBezTo>
                    <a:pt x="3092" y="3842"/>
                    <a:pt x="3130" y="3784"/>
                    <a:pt x="3167" y="3723"/>
                  </a:cubicBezTo>
                  <a:cubicBezTo>
                    <a:pt x="3186" y="3694"/>
                    <a:pt x="3207" y="3662"/>
                    <a:pt x="3222" y="3629"/>
                  </a:cubicBezTo>
                  <a:cubicBezTo>
                    <a:pt x="3237" y="3596"/>
                    <a:pt x="3251" y="3563"/>
                    <a:pt x="3266" y="3530"/>
                  </a:cubicBezTo>
                  <a:cubicBezTo>
                    <a:pt x="3271" y="3521"/>
                    <a:pt x="3262" y="3513"/>
                    <a:pt x="3253" y="3513"/>
                  </a:cubicBezTo>
                  <a:cubicBezTo>
                    <a:pt x="3249" y="3513"/>
                    <a:pt x="3245" y="3514"/>
                    <a:pt x="3242" y="3518"/>
                  </a:cubicBezTo>
                  <a:cubicBezTo>
                    <a:pt x="3200" y="3572"/>
                    <a:pt x="3154" y="3623"/>
                    <a:pt x="3112" y="3677"/>
                  </a:cubicBezTo>
                  <a:cubicBezTo>
                    <a:pt x="3069" y="3732"/>
                    <a:pt x="3022" y="3787"/>
                    <a:pt x="2979" y="3842"/>
                  </a:cubicBezTo>
                  <a:cubicBezTo>
                    <a:pt x="2940" y="3890"/>
                    <a:pt x="2899" y="3937"/>
                    <a:pt x="2858" y="3984"/>
                  </a:cubicBezTo>
                  <a:cubicBezTo>
                    <a:pt x="2854" y="3980"/>
                    <a:pt x="2850" y="3978"/>
                    <a:pt x="2845" y="3978"/>
                  </a:cubicBezTo>
                  <a:cubicBezTo>
                    <a:pt x="2843" y="3978"/>
                    <a:pt x="2840" y="3979"/>
                    <a:pt x="2838" y="3980"/>
                  </a:cubicBezTo>
                  <a:cubicBezTo>
                    <a:pt x="2856" y="3956"/>
                    <a:pt x="2871" y="3929"/>
                    <a:pt x="2885" y="3902"/>
                  </a:cubicBezTo>
                  <a:cubicBezTo>
                    <a:pt x="2913" y="3850"/>
                    <a:pt x="2935" y="3792"/>
                    <a:pt x="2955" y="3738"/>
                  </a:cubicBezTo>
                  <a:cubicBezTo>
                    <a:pt x="2976" y="3682"/>
                    <a:pt x="2994" y="3624"/>
                    <a:pt x="3008" y="3566"/>
                  </a:cubicBezTo>
                  <a:cubicBezTo>
                    <a:pt x="3015" y="3537"/>
                    <a:pt x="3022" y="3508"/>
                    <a:pt x="3025" y="3479"/>
                  </a:cubicBezTo>
                  <a:cubicBezTo>
                    <a:pt x="3025" y="3452"/>
                    <a:pt x="3022" y="3425"/>
                    <a:pt x="3021" y="3397"/>
                  </a:cubicBezTo>
                  <a:cubicBezTo>
                    <a:pt x="3021" y="3388"/>
                    <a:pt x="3015" y="3384"/>
                    <a:pt x="3008" y="3384"/>
                  </a:cubicBezTo>
                  <a:cubicBezTo>
                    <a:pt x="3001" y="3384"/>
                    <a:pt x="2994" y="3387"/>
                    <a:pt x="2992" y="3394"/>
                  </a:cubicBezTo>
                  <a:cubicBezTo>
                    <a:pt x="2979" y="3420"/>
                    <a:pt x="2962" y="3447"/>
                    <a:pt x="2951" y="3474"/>
                  </a:cubicBezTo>
                  <a:cubicBezTo>
                    <a:pt x="2942" y="3497"/>
                    <a:pt x="2937" y="3523"/>
                    <a:pt x="2928" y="3548"/>
                  </a:cubicBezTo>
                  <a:cubicBezTo>
                    <a:pt x="2910" y="3600"/>
                    <a:pt x="2893" y="3654"/>
                    <a:pt x="2872" y="3706"/>
                  </a:cubicBezTo>
                  <a:cubicBezTo>
                    <a:pt x="2851" y="3758"/>
                    <a:pt x="2828" y="3809"/>
                    <a:pt x="2806" y="3859"/>
                  </a:cubicBezTo>
                  <a:cubicBezTo>
                    <a:pt x="2785" y="3908"/>
                    <a:pt x="2758" y="3962"/>
                    <a:pt x="2759" y="4013"/>
                  </a:cubicBezTo>
                  <a:cubicBezTo>
                    <a:pt x="2759" y="4023"/>
                    <a:pt x="2768" y="4035"/>
                    <a:pt x="2778" y="4035"/>
                  </a:cubicBezTo>
                  <a:cubicBezTo>
                    <a:pt x="2781" y="4035"/>
                    <a:pt x="2783" y="4034"/>
                    <a:pt x="2785" y="4033"/>
                  </a:cubicBezTo>
                  <a:cubicBezTo>
                    <a:pt x="2801" y="4024"/>
                    <a:pt x="2813" y="4012"/>
                    <a:pt x="2825" y="4000"/>
                  </a:cubicBezTo>
                  <a:lnTo>
                    <a:pt x="2825" y="4000"/>
                  </a:lnTo>
                  <a:cubicBezTo>
                    <a:pt x="2803" y="4033"/>
                    <a:pt x="2781" y="4064"/>
                    <a:pt x="2759" y="4097"/>
                  </a:cubicBezTo>
                  <a:cubicBezTo>
                    <a:pt x="2748" y="4085"/>
                    <a:pt x="2737" y="4074"/>
                    <a:pt x="2728" y="4061"/>
                  </a:cubicBezTo>
                  <a:cubicBezTo>
                    <a:pt x="2719" y="4050"/>
                    <a:pt x="2713" y="4040"/>
                    <a:pt x="2704" y="4029"/>
                  </a:cubicBezTo>
                  <a:cubicBezTo>
                    <a:pt x="2713" y="4012"/>
                    <a:pt x="2718" y="3994"/>
                    <a:pt x="2724" y="3979"/>
                  </a:cubicBezTo>
                  <a:cubicBezTo>
                    <a:pt x="2740" y="3931"/>
                    <a:pt x="2752" y="3881"/>
                    <a:pt x="2764" y="3831"/>
                  </a:cubicBezTo>
                  <a:cubicBezTo>
                    <a:pt x="2789" y="3733"/>
                    <a:pt x="2805" y="3634"/>
                    <a:pt x="2803" y="3534"/>
                  </a:cubicBezTo>
                  <a:cubicBezTo>
                    <a:pt x="2803" y="3518"/>
                    <a:pt x="2796" y="3503"/>
                    <a:pt x="2781" y="3495"/>
                  </a:cubicBezTo>
                  <a:cubicBezTo>
                    <a:pt x="2780" y="3484"/>
                    <a:pt x="2779" y="3473"/>
                    <a:pt x="2775" y="3462"/>
                  </a:cubicBezTo>
                  <a:cubicBezTo>
                    <a:pt x="2775" y="3456"/>
                    <a:pt x="2769" y="3453"/>
                    <a:pt x="2764" y="3453"/>
                  </a:cubicBezTo>
                  <a:cubicBezTo>
                    <a:pt x="2760" y="3453"/>
                    <a:pt x="2757" y="3454"/>
                    <a:pt x="2756" y="3459"/>
                  </a:cubicBezTo>
                  <a:cubicBezTo>
                    <a:pt x="2752" y="3470"/>
                    <a:pt x="2750" y="3481"/>
                    <a:pt x="2746" y="3492"/>
                  </a:cubicBezTo>
                  <a:cubicBezTo>
                    <a:pt x="2730" y="3497"/>
                    <a:pt x="2723" y="3509"/>
                    <a:pt x="2718" y="3526"/>
                  </a:cubicBezTo>
                  <a:cubicBezTo>
                    <a:pt x="2701" y="3619"/>
                    <a:pt x="2686" y="3714"/>
                    <a:pt x="2663" y="3808"/>
                  </a:cubicBezTo>
                  <a:cubicBezTo>
                    <a:pt x="2653" y="3846"/>
                    <a:pt x="2642" y="3882"/>
                    <a:pt x="2631" y="3920"/>
                  </a:cubicBezTo>
                  <a:cubicBezTo>
                    <a:pt x="2624" y="3904"/>
                    <a:pt x="2614" y="3891"/>
                    <a:pt x="2607" y="3875"/>
                  </a:cubicBezTo>
                  <a:cubicBezTo>
                    <a:pt x="2567" y="3787"/>
                    <a:pt x="2550" y="3684"/>
                    <a:pt x="2559" y="3588"/>
                  </a:cubicBezTo>
                  <a:cubicBezTo>
                    <a:pt x="2561" y="3560"/>
                    <a:pt x="2542" y="3546"/>
                    <a:pt x="2522" y="3546"/>
                  </a:cubicBezTo>
                  <a:cubicBezTo>
                    <a:pt x="2505" y="3546"/>
                    <a:pt x="2486" y="3557"/>
                    <a:pt x="2481" y="3579"/>
                  </a:cubicBezTo>
                  <a:cubicBezTo>
                    <a:pt x="2454" y="3695"/>
                    <a:pt x="2470" y="3809"/>
                    <a:pt x="2516" y="3915"/>
                  </a:cubicBezTo>
                  <a:cubicBezTo>
                    <a:pt x="2538" y="3967"/>
                    <a:pt x="2567" y="4022"/>
                    <a:pt x="2605" y="4060"/>
                  </a:cubicBezTo>
                  <a:lnTo>
                    <a:pt x="2607" y="4061"/>
                  </a:lnTo>
                  <a:cubicBezTo>
                    <a:pt x="2608" y="4067"/>
                    <a:pt x="2610" y="4072"/>
                    <a:pt x="2613" y="4077"/>
                  </a:cubicBezTo>
                  <a:cubicBezTo>
                    <a:pt x="2618" y="4086"/>
                    <a:pt x="2626" y="4092"/>
                    <a:pt x="2635" y="4092"/>
                  </a:cubicBezTo>
                  <a:cubicBezTo>
                    <a:pt x="2637" y="4092"/>
                    <a:pt x="2639" y="4091"/>
                    <a:pt x="2640" y="4091"/>
                  </a:cubicBezTo>
                  <a:cubicBezTo>
                    <a:pt x="2666" y="4114"/>
                    <a:pt x="2695" y="4133"/>
                    <a:pt x="2726" y="4145"/>
                  </a:cubicBezTo>
                  <a:cubicBezTo>
                    <a:pt x="2440" y="4580"/>
                    <a:pt x="2197" y="5052"/>
                    <a:pt x="1993" y="5530"/>
                  </a:cubicBezTo>
                  <a:cubicBezTo>
                    <a:pt x="1765" y="6066"/>
                    <a:pt x="1605" y="6637"/>
                    <a:pt x="1588" y="7220"/>
                  </a:cubicBezTo>
                  <a:cubicBezTo>
                    <a:pt x="1587" y="7262"/>
                    <a:pt x="1587" y="7301"/>
                    <a:pt x="1587" y="7342"/>
                  </a:cubicBezTo>
                  <a:cubicBezTo>
                    <a:pt x="1565" y="7225"/>
                    <a:pt x="1543" y="7110"/>
                    <a:pt x="1518" y="6995"/>
                  </a:cubicBezTo>
                  <a:cubicBezTo>
                    <a:pt x="1539" y="6782"/>
                    <a:pt x="1529" y="6566"/>
                    <a:pt x="1531" y="6352"/>
                  </a:cubicBezTo>
                  <a:cubicBezTo>
                    <a:pt x="1533" y="6104"/>
                    <a:pt x="1538" y="5854"/>
                    <a:pt x="1543" y="5606"/>
                  </a:cubicBezTo>
                  <a:cubicBezTo>
                    <a:pt x="1554" y="5106"/>
                    <a:pt x="1571" y="4605"/>
                    <a:pt x="1599" y="4107"/>
                  </a:cubicBezTo>
                  <a:cubicBezTo>
                    <a:pt x="1627" y="3619"/>
                    <a:pt x="1671" y="3132"/>
                    <a:pt x="1765" y="2653"/>
                  </a:cubicBezTo>
                  <a:cubicBezTo>
                    <a:pt x="1852" y="2217"/>
                    <a:pt x="1985" y="1789"/>
                    <a:pt x="2159" y="1381"/>
                  </a:cubicBezTo>
                  <a:cubicBezTo>
                    <a:pt x="2334" y="971"/>
                    <a:pt x="2550" y="582"/>
                    <a:pt x="2805" y="219"/>
                  </a:cubicBezTo>
                  <a:lnTo>
                    <a:pt x="2805" y="219"/>
                  </a:lnTo>
                  <a:cubicBezTo>
                    <a:pt x="2783" y="769"/>
                    <a:pt x="2770" y="1323"/>
                    <a:pt x="2724" y="1872"/>
                  </a:cubicBezTo>
                  <a:cubicBezTo>
                    <a:pt x="2698" y="2164"/>
                    <a:pt x="2651" y="2453"/>
                    <a:pt x="2548" y="2728"/>
                  </a:cubicBezTo>
                  <a:cubicBezTo>
                    <a:pt x="2451" y="2985"/>
                    <a:pt x="2316" y="3224"/>
                    <a:pt x="2163" y="3451"/>
                  </a:cubicBezTo>
                  <a:cubicBezTo>
                    <a:pt x="2029" y="3646"/>
                    <a:pt x="1884" y="3833"/>
                    <a:pt x="1735" y="4019"/>
                  </a:cubicBezTo>
                  <a:cubicBezTo>
                    <a:pt x="1889" y="3270"/>
                    <a:pt x="2142" y="2551"/>
                    <a:pt x="2459" y="1854"/>
                  </a:cubicBezTo>
                  <a:cubicBezTo>
                    <a:pt x="2475" y="1819"/>
                    <a:pt x="2445" y="1793"/>
                    <a:pt x="2415" y="1793"/>
                  </a:cubicBezTo>
                  <a:cubicBezTo>
                    <a:pt x="2399" y="1793"/>
                    <a:pt x="2382" y="1801"/>
                    <a:pt x="2372" y="1820"/>
                  </a:cubicBezTo>
                  <a:cubicBezTo>
                    <a:pt x="1999" y="2567"/>
                    <a:pt x="1751" y="3381"/>
                    <a:pt x="1598" y="4199"/>
                  </a:cubicBezTo>
                  <a:cubicBezTo>
                    <a:pt x="1592" y="4231"/>
                    <a:pt x="1619" y="4250"/>
                    <a:pt x="1646" y="4250"/>
                  </a:cubicBezTo>
                  <a:cubicBezTo>
                    <a:pt x="1661" y="4250"/>
                    <a:pt x="1676" y="4245"/>
                    <a:pt x="1686" y="4233"/>
                  </a:cubicBezTo>
                  <a:cubicBezTo>
                    <a:pt x="2031" y="3810"/>
                    <a:pt x="2380" y="3380"/>
                    <a:pt x="2596" y="2874"/>
                  </a:cubicBezTo>
                  <a:cubicBezTo>
                    <a:pt x="2830" y="2322"/>
                    <a:pt x="2835" y="1718"/>
                    <a:pt x="2861" y="1129"/>
                  </a:cubicBezTo>
                  <a:cubicBezTo>
                    <a:pt x="2877" y="772"/>
                    <a:pt x="2894" y="414"/>
                    <a:pt x="2910" y="58"/>
                  </a:cubicBezTo>
                  <a:cubicBezTo>
                    <a:pt x="2912" y="25"/>
                    <a:pt x="2885" y="1"/>
                    <a:pt x="285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166;p18"/>
            <p:cNvSpPr/>
            <p:nvPr/>
          </p:nvSpPr>
          <p:spPr>
            <a:xfrm>
              <a:off x="204120" y="689760"/>
              <a:ext cx="143640" cy="41040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1717" h="4878">
                  <a:moveTo>
                    <a:pt x="649" y="829"/>
                  </a:moveTo>
                  <a:lnTo>
                    <a:pt x="649" y="829"/>
                  </a:lnTo>
                  <a:cubicBezTo>
                    <a:pt x="643" y="833"/>
                    <a:pt x="637" y="840"/>
                    <a:pt x="634" y="851"/>
                  </a:cubicBezTo>
                  <a:cubicBezTo>
                    <a:pt x="624" y="853"/>
                    <a:pt x="616" y="854"/>
                    <a:pt x="606" y="855"/>
                  </a:cubicBezTo>
                  <a:cubicBezTo>
                    <a:pt x="605" y="849"/>
                    <a:pt x="604" y="843"/>
                    <a:pt x="602" y="836"/>
                  </a:cubicBezTo>
                  <a:cubicBezTo>
                    <a:pt x="618" y="836"/>
                    <a:pt x="635" y="834"/>
                    <a:pt x="649" y="829"/>
                  </a:cubicBezTo>
                  <a:close/>
                  <a:moveTo>
                    <a:pt x="624" y="963"/>
                  </a:moveTo>
                  <a:cubicBezTo>
                    <a:pt x="626" y="964"/>
                    <a:pt x="627" y="965"/>
                    <a:pt x="627" y="966"/>
                  </a:cubicBezTo>
                  <a:cubicBezTo>
                    <a:pt x="623" y="966"/>
                    <a:pt x="618" y="965"/>
                    <a:pt x="614" y="965"/>
                  </a:cubicBezTo>
                  <a:cubicBezTo>
                    <a:pt x="617" y="965"/>
                    <a:pt x="621" y="964"/>
                    <a:pt x="624" y="963"/>
                  </a:cubicBezTo>
                  <a:close/>
                  <a:moveTo>
                    <a:pt x="566" y="0"/>
                  </a:moveTo>
                  <a:cubicBezTo>
                    <a:pt x="562" y="0"/>
                    <a:pt x="557" y="3"/>
                    <a:pt x="556" y="10"/>
                  </a:cubicBezTo>
                  <a:cubicBezTo>
                    <a:pt x="550" y="47"/>
                    <a:pt x="549" y="85"/>
                    <a:pt x="540" y="122"/>
                  </a:cubicBezTo>
                  <a:cubicBezTo>
                    <a:pt x="534" y="151"/>
                    <a:pt x="531" y="179"/>
                    <a:pt x="530" y="207"/>
                  </a:cubicBezTo>
                  <a:cubicBezTo>
                    <a:pt x="528" y="275"/>
                    <a:pt x="530" y="346"/>
                    <a:pt x="532" y="413"/>
                  </a:cubicBezTo>
                  <a:cubicBezTo>
                    <a:pt x="535" y="481"/>
                    <a:pt x="538" y="547"/>
                    <a:pt x="544" y="614"/>
                  </a:cubicBezTo>
                  <a:cubicBezTo>
                    <a:pt x="545" y="637"/>
                    <a:pt x="546" y="659"/>
                    <a:pt x="550" y="682"/>
                  </a:cubicBezTo>
                  <a:cubicBezTo>
                    <a:pt x="532" y="632"/>
                    <a:pt x="511" y="583"/>
                    <a:pt x="492" y="533"/>
                  </a:cubicBezTo>
                  <a:cubicBezTo>
                    <a:pt x="453" y="421"/>
                    <a:pt x="426" y="303"/>
                    <a:pt x="397" y="186"/>
                  </a:cubicBezTo>
                  <a:cubicBezTo>
                    <a:pt x="392" y="167"/>
                    <a:pt x="374" y="156"/>
                    <a:pt x="356" y="156"/>
                  </a:cubicBezTo>
                  <a:cubicBezTo>
                    <a:pt x="339" y="156"/>
                    <a:pt x="323" y="167"/>
                    <a:pt x="321" y="190"/>
                  </a:cubicBezTo>
                  <a:cubicBezTo>
                    <a:pt x="310" y="323"/>
                    <a:pt x="337" y="446"/>
                    <a:pt x="380" y="572"/>
                  </a:cubicBezTo>
                  <a:cubicBezTo>
                    <a:pt x="398" y="625"/>
                    <a:pt x="420" y="675"/>
                    <a:pt x="446" y="723"/>
                  </a:cubicBezTo>
                  <a:cubicBezTo>
                    <a:pt x="419" y="712"/>
                    <a:pt x="392" y="698"/>
                    <a:pt x="368" y="685"/>
                  </a:cubicBezTo>
                  <a:cubicBezTo>
                    <a:pt x="276" y="634"/>
                    <a:pt x="196" y="560"/>
                    <a:pt x="133" y="476"/>
                  </a:cubicBezTo>
                  <a:cubicBezTo>
                    <a:pt x="127" y="468"/>
                    <a:pt x="119" y="465"/>
                    <a:pt x="111" y="465"/>
                  </a:cubicBezTo>
                  <a:cubicBezTo>
                    <a:pt x="91" y="465"/>
                    <a:pt x="71" y="486"/>
                    <a:pt x="83" y="508"/>
                  </a:cubicBezTo>
                  <a:cubicBezTo>
                    <a:pt x="139" y="610"/>
                    <a:pt x="223" y="695"/>
                    <a:pt x="326" y="753"/>
                  </a:cubicBezTo>
                  <a:cubicBezTo>
                    <a:pt x="379" y="784"/>
                    <a:pt x="431" y="806"/>
                    <a:pt x="489" y="819"/>
                  </a:cubicBezTo>
                  <a:cubicBezTo>
                    <a:pt x="498" y="822"/>
                    <a:pt x="509" y="823"/>
                    <a:pt x="519" y="827"/>
                  </a:cubicBezTo>
                  <a:cubicBezTo>
                    <a:pt x="527" y="838"/>
                    <a:pt x="535" y="849"/>
                    <a:pt x="545" y="860"/>
                  </a:cubicBezTo>
                  <a:cubicBezTo>
                    <a:pt x="515" y="861"/>
                    <a:pt x="485" y="863"/>
                    <a:pt x="456" y="863"/>
                  </a:cubicBezTo>
                  <a:cubicBezTo>
                    <a:pt x="440" y="863"/>
                    <a:pt x="423" y="862"/>
                    <a:pt x="407" y="861"/>
                  </a:cubicBezTo>
                  <a:cubicBezTo>
                    <a:pt x="344" y="856"/>
                    <a:pt x="288" y="841"/>
                    <a:pt x="229" y="824"/>
                  </a:cubicBezTo>
                  <a:cubicBezTo>
                    <a:pt x="200" y="817"/>
                    <a:pt x="171" y="808"/>
                    <a:pt x="143" y="796"/>
                  </a:cubicBezTo>
                  <a:cubicBezTo>
                    <a:pt x="108" y="783"/>
                    <a:pt x="89" y="779"/>
                    <a:pt x="57" y="767"/>
                  </a:cubicBezTo>
                  <a:cubicBezTo>
                    <a:pt x="54" y="766"/>
                    <a:pt x="50" y="765"/>
                    <a:pt x="47" y="765"/>
                  </a:cubicBezTo>
                  <a:cubicBezTo>
                    <a:pt x="22" y="765"/>
                    <a:pt x="1" y="796"/>
                    <a:pt x="20" y="817"/>
                  </a:cubicBezTo>
                  <a:cubicBezTo>
                    <a:pt x="44" y="841"/>
                    <a:pt x="63" y="866"/>
                    <a:pt x="94" y="884"/>
                  </a:cubicBezTo>
                  <a:cubicBezTo>
                    <a:pt x="124" y="903"/>
                    <a:pt x="156" y="921"/>
                    <a:pt x="190" y="936"/>
                  </a:cubicBezTo>
                  <a:cubicBezTo>
                    <a:pt x="255" y="964"/>
                    <a:pt x="331" y="976"/>
                    <a:pt x="399" y="981"/>
                  </a:cubicBezTo>
                  <a:cubicBezTo>
                    <a:pt x="416" y="983"/>
                    <a:pt x="432" y="984"/>
                    <a:pt x="449" y="984"/>
                  </a:cubicBezTo>
                  <a:cubicBezTo>
                    <a:pt x="463" y="984"/>
                    <a:pt x="476" y="984"/>
                    <a:pt x="490" y="983"/>
                  </a:cubicBezTo>
                  <a:lnTo>
                    <a:pt x="490" y="983"/>
                  </a:lnTo>
                  <a:cubicBezTo>
                    <a:pt x="487" y="991"/>
                    <a:pt x="487" y="999"/>
                    <a:pt x="491" y="1008"/>
                  </a:cubicBezTo>
                  <a:cubicBezTo>
                    <a:pt x="506" y="1043"/>
                    <a:pt x="550" y="1057"/>
                    <a:pt x="584" y="1070"/>
                  </a:cubicBezTo>
                  <a:cubicBezTo>
                    <a:pt x="606" y="1079"/>
                    <a:pt x="627" y="1087"/>
                    <a:pt x="649" y="1095"/>
                  </a:cubicBezTo>
                  <a:cubicBezTo>
                    <a:pt x="655" y="1149"/>
                    <a:pt x="662" y="1200"/>
                    <a:pt x="670" y="1249"/>
                  </a:cubicBezTo>
                  <a:cubicBezTo>
                    <a:pt x="688" y="1383"/>
                    <a:pt x="706" y="1520"/>
                    <a:pt x="727" y="1655"/>
                  </a:cubicBezTo>
                  <a:cubicBezTo>
                    <a:pt x="770" y="1924"/>
                    <a:pt x="821" y="2191"/>
                    <a:pt x="880" y="2457"/>
                  </a:cubicBezTo>
                  <a:cubicBezTo>
                    <a:pt x="997" y="2985"/>
                    <a:pt x="1146" y="3505"/>
                    <a:pt x="1323" y="4016"/>
                  </a:cubicBezTo>
                  <a:cubicBezTo>
                    <a:pt x="1423" y="4305"/>
                    <a:pt x="1527" y="4594"/>
                    <a:pt x="1673" y="4865"/>
                  </a:cubicBezTo>
                  <a:cubicBezTo>
                    <a:pt x="1678" y="4873"/>
                    <a:pt x="1685" y="4877"/>
                    <a:pt x="1692" y="4877"/>
                  </a:cubicBezTo>
                  <a:cubicBezTo>
                    <a:pt x="1705" y="4877"/>
                    <a:pt x="1717" y="4864"/>
                    <a:pt x="1711" y="4847"/>
                  </a:cubicBezTo>
                  <a:cubicBezTo>
                    <a:pt x="1633" y="4590"/>
                    <a:pt x="1532" y="4341"/>
                    <a:pt x="1442" y="4087"/>
                  </a:cubicBezTo>
                  <a:cubicBezTo>
                    <a:pt x="1352" y="3829"/>
                    <a:pt x="1270" y="3569"/>
                    <a:pt x="1194" y="3307"/>
                  </a:cubicBezTo>
                  <a:cubicBezTo>
                    <a:pt x="1047" y="2795"/>
                    <a:pt x="930" y="2276"/>
                    <a:pt x="840" y="1751"/>
                  </a:cubicBezTo>
                  <a:cubicBezTo>
                    <a:pt x="815" y="1605"/>
                    <a:pt x="792" y="1458"/>
                    <a:pt x="771" y="1310"/>
                  </a:cubicBezTo>
                  <a:cubicBezTo>
                    <a:pt x="761" y="1245"/>
                    <a:pt x="756" y="1178"/>
                    <a:pt x="749" y="1111"/>
                  </a:cubicBezTo>
                  <a:lnTo>
                    <a:pt x="749" y="1111"/>
                  </a:lnTo>
                  <a:cubicBezTo>
                    <a:pt x="753" y="1111"/>
                    <a:pt x="758" y="1111"/>
                    <a:pt x="762" y="1111"/>
                  </a:cubicBezTo>
                  <a:cubicBezTo>
                    <a:pt x="817" y="1111"/>
                    <a:pt x="872" y="1104"/>
                    <a:pt x="924" y="1089"/>
                  </a:cubicBezTo>
                  <a:cubicBezTo>
                    <a:pt x="1001" y="1067"/>
                    <a:pt x="1065" y="1034"/>
                    <a:pt x="1129" y="986"/>
                  </a:cubicBezTo>
                  <a:cubicBezTo>
                    <a:pt x="1160" y="963"/>
                    <a:pt x="1177" y="933"/>
                    <a:pt x="1204" y="906"/>
                  </a:cubicBezTo>
                  <a:cubicBezTo>
                    <a:pt x="1230" y="877"/>
                    <a:pt x="1249" y="845"/>
                    <a:pt x="1272" y="815"/>
                  </a:cubicBezTo>
                  <a:cubicBezTo>
                    <a:pt x="1280" y="804"/>
                    <a:pt x="1271" y="793"/>
                    <a:pt x="1261" y="793"/>
                  </a:cubicBezTo>
                  <a:cubicBezTo>
                    <a:pt x="1257" y="793"/>
                    <a:pt x="1253" y="794"/>
                    <a:pt x="1250" y="798"/>
                  </a:cubicBezTo>
                  <a:cubicBezTo>
                    <a:pt x="1230" y="820"/>
                    <a:pt x="1204" y="836"/>
                    <a:pt x="1179" y="853"/>
                  </a:cubicBezTo>
                  <a:cubicBezTo>
                    <a:pt x="1168" y="861"/>
                    <a:pt x="1154" y="872"/>
                    <a:pt x="1142" y="876"/>
                  </a:cubicBezTo>
                  <a:cubicBezTo>
                    <a:pt x="1128" y="880"/>
                    <a:pt x="1116" y="880"/>
                    <a:pt x="1101" y="887"/>
                  </a:cubicBezTo>
                  <a:cubicBezTo>
                    <a:pt x="1054" y="908"/>
                    <a:pt x="1007" y="924"/>
                    <a:pt x="958" y="939"/>
                  </a:cubicBezTo>
                  <a:cubicBezTo>
                    <a:pt x="919" y="950"/>
                    <a:pt x="880" y="955"/>
                    <a:pt x="841" y="961"/>
                  </a:cubicBezTo>
                  <a:cubicBezTo>
                    <a:pt x="939" y="925"/>
                    <a:pt x="1029" y="860"/>
                    <a:pt x="1099" y="787"/>
                  </a:cubicBezTo>
                  <a:cubicBezTo>
                    <a:pt x="1146" y="739"/>
                    <a:pt x="1188" y="686"/>
                    <a:pt x="1222" y="630"/>
                  </a:cubicBezTo>
                  <a:cubicBezTo>
                    <a:pt x="1259" y="573"/>
                    <a:pt x="1276" y="505"/>
                    <a:pt x="1292" y="439"/>
                  </a:cubicBezTo>
                  <a:cubicBezTo>
                    <a:pt x="1297" y="417"/>
                    <a:pt x="1276" y="394"/>
                    <a:pt x="1255" y="388"/>
                  </a:cubicBezTo>
                  <a:cubicBezTo>
                    <a:pt x="1251" y="388"/>
                    <a:pt x="1248" y="387"/>
                    <a:pt x="1244" y="387"/>
                  </a:cubicBezTo>
                  <a:cubicBezTo>
                    <a:pt x="1225" y="387"/>
                    <a:pt x="1210" y="398"/>
                    <a:pt x="1200" y="416"/>
                  </a:cubicBezTo>
                  <a:cubicBezTo>
                    <a:pt x="1175" y="465"/>
                    <a:pt x="1139" y="508"/>
                    <a:pt x="1107" y="554"/>
                  </a:cubicBezTo>
                  <a:cubicBezTo>
                    <a:pt x="1077" y="598"/>
                    <a:pt x="1045" y="637"/>
                    <a:pt x="1007" y="672"/>
                  </a:cubicBezTo>
                  <a:cubicBezTo>
                    <a:pt x="948" y="727"/>
                    <a:pt x="888" y="766"/>
                    <a:pt x="822" y="804"/>
                  </a:cubicBezTo>
                  <a:cubicBezTo>
                    <a:pt x="842" y="739"/>
                    <a:pt x="862" y="675"/>
                    <a:pt x="879" y="611"/>
                  </a:cubicBezTo>
                  <a:cubicBezTo>
                    <a:pt x="919" y="452"/>
                    <a:pt x="956" y="296"/>
                    <a:pt x="956" y="131"/>
                  </a:cubicBezTo>
                  <a:cubicBezTo>
                    <a:pt x="956" y="114"/>
                    <a:pt x="943" y="104"/>
                    <a:pt x="929" y="104"/>
                  </a:cubicBezTo>
                  <a:cubicBezTo>
                    <a:pt x="920" y="104"/>
                    <a:pt x="910" y="109"/>
                    <a:pt x="904" y="119"/>
                  </a:cubicBezTo>
                  <a:cubicBezTo>
                    <a:pt x="825" y="263"/>
                    <a:pt x="781" y="417"/>
                    <a:pt x="741" y="575"/>
                  </a:cubicBezTo>
                  <a:cubicBezTo>
                    <a:pt x="722" y="652"/>
                    <a:pt x="706" y="728"/>
                    <a:pt x="690" y="805"/>
                  </a:cubicBezTo>
                  <a:cubicBezTo>
                    <a:pt x="689" y="812"/>
                    <a:pt x="688" y="820"/>
                    <a:pt x="687" y="828"/>
                  </a:cubicBezTo>
                  <a:cubicBezTo>
                    <a:pt x="680" y="824"/>
                    <a:pt x="672" y="823"/>
                    <a:pt x="665" y="823"/>
                  </a:cubicBezTo>
                  <a:cubicBezTo>
                    <a:pt x="663" y="823"/>
                    <a:pt x="661" y="823"/>
                    <a:pt x="659" y="823"/>
                  </a:cubicBezTo>
                  <a:cubicBezTo>
                    <a:pt x="668" y="818"/>
                    <a:pt x="672" y="800"/>
                    <a:pt x="660" y="795"/>
                  </a:cubicBezTo>
                  <a:cubicBezTo>
                    <a:pt x="650" y="789"/>
                    <a:pt x="640" y="786"/>
                    <a:pt x="629" y="784"/>
                  </a:cubicBezTo>
                  <a:cubicBezTo>
                    <a:pt x="633" y="758"/>
                    <a:pt x="633" y="734"/>
                    <a:pt x="637" y="709"/>
                  </a:cubicBezTo>
                  <a:cubicBezTo>
                    <a:pt x="640" y="681"/>
                    <a:pt x="640" y="651"/>
                    <a:pt x="639" y="620"/>
                  </a:cubicBezTo>
                  <a:cubicBezTo>
                    <a:pt x="639" y="552"/>
                    <a:pt x="637" y="483"/>
                    <a:pt x="634" y="413"/>
                  </a:cubicBezTo>
                  <a:cubicBezTo>
                    <a:pt x="632" y="346"/>
                    <a:pt x="626" y="280"/>
                    <a:pt x="621" y="213"/>
                  </a:cubicBezTo>
                  <a:cubicBezTo>
                    <a:pt x="617" y="181"/>
                    <a:pt x="612" y="151"/>
                    <a:pt x="602" y="120"/>
                  </a:cubicBezTo>
                  <a:cubicBezTo>
                    <a:pt x="591" y="85"/>
                    <a:pt x="586" y="47"/>
                    <a:pt x="578" y="10"/>
                  </a:cubicBezTo>
                  <a:cubicBezTo>
                    <a:pt x="576" y="3"/>
                    <a:pt x="571" y="0"/>
                    <a:pt x="56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167;p18"/>
            <p:cNvSpPr/>
            <p:nvPr/>
          </p:nvSpPr>
          <p:spPr>
            <a:xfrm>
              <a:off x="487800" y="1260360"/>
              <a:ext cx="46800" cy="24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563" h="295">
                  <a:moveTo>
                    <a:pt x="41" y="1"/>
                  </a:moveTo>
                  <a:cubicBezTo>
                    <a:pt x="18" y="1"/>
                    <a:pt x="0" y="33"/>
                    <a:pt x="16" y="55"/>
                  </a:cubicBezTo>
                  <a:cubicBezTo>
                    <a:pt x="22" y="62"/>
                    <a:pt x="30" y="72"/>
                    <a:pt x="35" y="82"/>
                  </a:cubicBezTo>
                  <a:cubicBezTo>
                    <a:pt x="39" y="101"/>
                    <a:pt x="54" y="115"/>
                    <a:pt x="69" y="131"/>
                  </a:cubicBezTo>
                  <a:cubicBezTo>
                    <a:pt x="89" y="150"/>
                    <a:pt x="107" y="167"/>
                    <a:pt x="129" y="182"/>
                  </a:cubicBezTo>
                  <a:cubicBezTo>
                    <a:pt x="171" y="210"/>
                    <a:pt x="215" y="234"/>
                    <a:pt x="261" y="253"/>
                  </a:cubicBezTo>
                  <a:cubicBezTo>
                    <a:pt x="304" y="272"/>
                    <a:pt x="351" y="285"/>
                    <a:pt x="400" y="291"/>
                  </a:cubicBezTo>
                  <a:cubicBezTo>
                    <a:pt x="416" y="292"/>
                    <a:pt x="433" y="294"/>
                    <a:pt x="451" y="294"/>
                  </a:cubicBezTo>
                  <a:cubicBezTo>
                    <a:pt x="460" y="294"/>
                    <a:pt x="469" y="294"/>
                    <a:pt x="478" y="292"/>
                  </a:cubicBezTo>
                  <a:cubicBezTo>
                    <a:pt x="498" y="287"/>
                    <a:pt x="529" y="282"/>
                    <a:pt x="546" y="271"/>
                  </a:cubicBezTo>
                  <a:cubicBezTo>
                    <a:pt x="563" y="261"/>
                    <a:pt x="563" y="241"/>
                    <a:pt x="545" y="232"/>
                  </a:cubicBezTo>
                  <a:cubicBezTo>
                    <a:pt x="528" y="223"/>
                    <a:pt x="506" y="220"/>
                    <a:pt x="486" y="212"/>
                  </a:cubicBezTo>
                  <a:cubicBezTo>
                    <a:pt x="467" y="204"/>
                    <a:pt x="443" y="204"/>
                    <a:pt x="423" y="198"/>
                  </a:cubicBezTo>
                  <a:cubicBezTo>
                    <a:pt x="381" y="187"/>
                    <a:pt x="338" y="173"/>
                    <a:pt x="297" y="157"/>
                  </a:cubicBezTo>
                  <a:cubicBezTo>
                    <a:pt x="259" y="142"/>
                    <a:pt x="222" y="123"/>
                    <a:pt x="188" y="100"/>
                  </a:cubicBezTo>
                  <a:cubicBezTo>
                    <a:pt x="171" y="87"/>
                    <a:pt x="153" y="73"/>
                    <a:pt x="135" y="61"/>
                  </a:cubicBezTo>
                  <a:cubicBezTo>
                    <a:pt x="117" y="49"/>
                    <a:pt x="103" y="35"/>
                    <a:pt x="85" y="30"/>
                  </a:cubicBezTo>
                  <a:cubicBezTo>
                    <a:pt x="76" y="27"/>
                    <a:pt x="67" y="14"/>
                    <a:pt x="59" y="8"/>
                  </a:cubicBezTo>
                  <a:cubicBezTo>
                    <a:pt x="53" y="3"/>
                    <a:pt x="47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168;p18"/>
            <p:cNvSpPr/>
            <p:nvPr/>
          </p:nvSpPr>
          <p:spPr>
            <a:xfrm>
              <a:off x="477360" y="714960"/>
              <a:ext cx="14400" cy="1656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78" h="200">
                  <a:moveTo>
                    <a:pt x="132" y="108"/>
                  </a:moveTo>
                  <a:cubicBezTo>
                    <a:pt x="130" y="109"/>
                    <a:pt x="128" y="109"/>
                    <a:pt x="127" y="109"/>
                  </a:cubicBezTo>
                  <a:cubicBezTo>
                    <a:pt x="130" y="109"/>
                    <a:pt x="131" y="108"/>
                    <a:pt x="132" y="108"/>
                  </a:cubicBezTo>
                  <a:close/>
                  <a:moveTo>
                    <a:pt x="116" y="1"/>
                  </a:moveTo>
                  <a:cubicBezTo>
                    <a:pt x="113" y="1"/>
                    <a:pt x="109" y="1"/>
                    <a:pt x="106" y="2"/>
                  </a:cubicBezTo>
                  <a:cubicBezTo>
                    <a:pt x="86" y="4"/>
                    <a:pt x="70" y="15"/>
                    <a:pt x="55" y="30"/>
                  </a:cubicBezTo>
                  <a:lnTo>
                    <a:pt x="51" y="30"/>
                  </a:lnTo>
                  <a:cubicBezTo>
                    <a:pt x="37" y="33"/>
                    <a:pt x="22" y="40"/>
                    <a:pt x="13" y="53"/>
                  </a:cubicBezTo>
                  <a:cubicBezTo>
                    <a:pt x="7" y="62"/>
                    <a:pt x="2" y="73"/>
                    <a:pt x="2" y="82"/>
                  </a:cubicBezTo>
                  <a:cubicBezTo>
                    <a:pt x="0" y="96"/>
                    <a:pt x="5" y="112"/>
                    <a:pt x="13" y="120"/>
                  </a:cubicBezTo>
                  <a:lnTo>
                    <a:pt x="22" y="130"/>
                  </a:lnTo>
                  <a:cubicBezTo>
                    <a:pt x="22" y="130"/>
                    <a:pt x="24" y="130"/>
                    <a:pt x="24" y="131"/>
                  </a:cubicBezTo>
                  <a:lnTo>
                    <a:pt x="28" y="148"/>
                  </a:lnTo>
                  <a:cubicBezTo>
                    <a:pt x="28" y="149"/>
                    <a:pt x="29" y="152"/>
                    <a:pt x="31" y="153"/>
                  </a:cubicBezTo>
                  <a:cubicBezTo>
                    <a:pt x="33" y="159"/>
                    <a:pt x="38" y="167"/>
                    <a:pt x="42" y="170"/>
                  </a:cubicBezTo>
                  <a:cubicBezTo>
                    <a:pt x="56" y="186"/>
                    <a:pt x="80" y="199"/>
                    <a:pt x="103" y="199"/>
                  </a:cubicBezTo>
                  <a:cubicBezTo>
                    <a:pt x="112" y="199"/>
                    <a:pt x="121" y="197"/>
                    <a:pt x="130" y="193"/>
                  </a:cubicBezTo>
                  <a:cubicBezTo>
                    <a:pt x="154" y="181"/>
                    <a:pt x="171" y="160"/>
                    <a:pt x="175" y="133"/>
                  </a:cubicBezTo>
                  <a:cubicBezTo>
                    <a:pt x="177" y="115"/>
                    <a:pt x="172" y="98"/>
                    <a:pt x="163" y="83"/>
                  </a:cubicBezTo>
                  <a:cubicBezTo>
                    <a:pt x="170" y="72"/>
                    <a:pt x="174" y="59"/>
                    <a:pt x="171" y="47"/>
                  </a:cubicBezTo>
                  <a:cubicBezTo>
                    <a:pt x="168" y="33"/>
                    <a:pt x="160" y="19"/>
                    <a:pt x="149" y="11"/>
                  </a:cubicBezTo>
                  <a:cubicBezTo>
                    <a:pt x="139" y="5"/>
                    <a:pt x="128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169;p18"/>
            <p:cNvSpPr/>
            <p:nvPr/>
          </p:nvSpPr>
          <p:spPr>
            <a:xfrm>
              <a:off x="254520" y="388800"/>
              <a:ext cx="277560" cy="8503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850320"/>
                <a:gd name="textAreaBottom" fmla="*/ 850680 h 850320"/>
              </a:gdLst>
              <a:ahLst/>
              <a:cxnLst/>
              <a:rect l="textAreaLeft" t="textAreaTop" r="textAreaRight" b="textAreaBottom"/>
              <a:pathLst>
                <a:path w="3315" h="10100">
                  <a:moveTo>
                    <a:pt x="2518" y="2559"/>
                  </a:moveTo>
                  <a:cubicBezTo>
                    <a:pt x="2511" y="2600"/>
                    <a:pt x="2511" y="2644"/>
                    <a:pt x="2507" y="2684"/>
                  </a:cubicBezTo>
                  <a:cubicBezTo>
                    <a:pt x="2507" y="2691"/>
                    <a:pt x="2506" y="2697"/>
                    <a:pt x="2506" y="2703"/>
                  </a:cubicBezTo>
                  <a:cubicBezTo>
                    <a:pt x="2505" y="2703"/>
                    <a:pt x="2505" y="2704"/>
                    <a:pt x="2504" y="2704"/>
                  </a:cubicBezTo>
                  <a:cubicBezTo>
                    <a:pt x="2499" y="2700"/>
                    <a:pt x="2496" y="2696"/>
                    <a:pt x="2493" y="2692"/>
                  </a:cubicBezTo>
                  <a:cubicBezTo>
                    <a:pt x="2490" y="2691"/>
                    <a:pt x="2490" y="2689"/>
                    <a:pt x="2489" y="2688"/>
                  </a:cubicBezTo>
                  <a:cubicBezTo>
                    <a:pt x="2493" y="2688"/>
                    <a:pt x="2495" y="2685"/>
                    <a:pt x="2495" y="2682"/>
                  </a:cubicBezTo>
                  <a:cubicBezTo>
                    <a:pt x="2501" y="2641"/>
                    <a:pt x="2511" y="2600"/>
                    <a:pt x="2518" y="2559"/>
                  </a:cubicBezTo>
                  <a:close/>
                  <a:moveTo>
                    <a:pt x="1112" y="0"/>
                  </a:moveTo>
                  <a:cubicBezTo>
                    <a:pt x="1108" y="0"/>
                    <a:pt x="1103" y="2"/>
                    <a:pt x="1101" y="7"/>
                  </a:cubicBezTo>
                  <a:cubicBezTo>
                    <a:pt x="1018" y="206"/>
                    <a:pt x="998" y="429"/>
                    <a:pt x="969" y="641"/>
                  </a:cubicBezTo>
                  <a:cubicBezTo>
                    <a:pt x="942" y="847"/>
                    <a:pt x="913" y="1056"/>
                    <a:pt x="919" y="1263"/>
                  </a:cubicBezTo>
                  <a:cubicBezTo>
                    <a:pt x="909" y="1254"/>
                    <a:pt x="898" y="1247"/>
                    <a:pt x="888" y="1238"/>
                  </a:cubicBezTo>
                  <a:cubicBezTo>
                    <a:pt x="890" y="1234"/>
                    <a:pt x="891" y="1230"/>
                    <a:pt x="891" y="1226"/>
                  </a:cubicBezTo>
                  <a:cubicBezTo>
                    <a:pt x="885" y="1051"/>
                    <a:pt x="852" y="879"/>
                    <a:pt x="826" y="705"/>
                  </a:cubicBezTo>
                  <a:cubicBezTo>
                    <a:pt x="813" y="619"/>
                    <a:pt x="800" y="533"/>
                    <a:pt x="789" y="446"/>
                  </a:cubicBezTo>
                  <a:cubicBezTo>
                    <a:pt x="780" y="359"/>
                    <a:pt x="776" y="272"/>
                    <a:pt x="760" y="187"/>
                  </a:cubicBezTo>
                  <a:cubicBezTo>
                    <a:pt x="754" y="158"/>
                    <a:pt x="729" y="144"/>
                    <a:pt x="704" y="144"/>
                  </a:cubicBezTo>
                  <a:cubicBezTo>
                    <a:pt x="680" y="144"/>
                    <a:pt x="656" y="158"/>
                    <a:pt x="655" y="189"/>
                  </a:cubicBezTo>
                  <a:cubicBezTo>
                    <a:pt x="650" y="281"/>
                    <a:pt x="661" y="375"/>
                    <a:pt x="671" y="467"/>
                  </a:cubicBezTo>
                  <a:cubicBezTo>
                    <a:pt x="679" y="553"/>
                    <a:pt x="689" y="641"/>
                    <a:pt x="704" y="726"/>
                  </a:cubicBezTo>
                  <a:cubicBezTo>
                    <a:pt x="728" y="877"/>
                    <a:pt x="760" y="1034"/>
                    <a:pt x="817" y="1176"/>
                  </a:cubicBezTo>
                  <a:lnTo>
                    <a:pt x="772" y="1139"/>
                  </a:lnTo>
                  <a:cubicBezTo>
                    <a:pt x="710" y="1083"/>
                    <a:pt x="650" y="1025"/>
                    <a:pt x="596" y="961"/>
                  </a:cubicBezTo>
                  <a:cubicBezTo>
                    <a:pt x="544" y="897"/>
                    <a:pt x="497" y="831"/>
                    <a:pt x="458" y="759"/>
                  </a:cubicBezTo>
                  <a:cubicBezTo>
                    <a:pt x="438" y="723"/>
                    <a:pt x="418" y="688"/>
                    <a:pt x="398" y="650"/>
                  </a:cubicBezTo>
                  <a:cubicBezTo>
                    <a:pt x="391" y="634"/>
                    <a:pt x="383" y="612"/>
                    <a:pt x="372" y="600"/>
                  </a:cubicBezTo>
                  <a:cubicBezTo>
                    <a:pt x="363" y="589"/>
                    <a:pt x="348" y="588"/>
                    <a:pt x="338" y="577"/>
                  </a:cubicBezTo>
                  <a:cubicBezTo>
                    <a:pt x="331" y="569"/>
                    <a:pt x="327" y="553"/>
                    <a:pt x="323" y="545"/>
                  </a:cubicBezTo>
                  <a:cubicBezTo>
                    <a:pt x="320" y="540"/>
                    <a:pt x="316" y="538"/>
                    <a:pt x="311" y="538"/>
                  </a:cubicBezTo>
                  <a:cubicBezTo>
                    <a:pt x="304" y="538"/>
                    <a:pt x="297" y="543"/>
                    <a:pt x="299" y="552"/>
                  </a:cubicBezTo>
                  <a:cubicBezTo>
                    <a:pt x="303" y="561"/>
                    <a:pt x="306" y="575"/>
                    <a:pt x="306" y="586"/>
                  </a:cubicBezTo>
                  <a:cubicBezTo>
                    <a:pt x="306" y="604"/>
                    <a:pt x="294" y="616"/>
                    <a:pt x="297" y="634"/>
                  </a:cubicBezTo>
                  <a:cubicBezTo>
                    <a:pt x="298" y="654"/>
                    <a:pt x="310" y="677"/>
                    <a:pt x="317" y="694"/>
                  </a:cubicBezTo>
                  <a:cubicBezTo>
                    <a:pt x="332" y="736"/>
                    <a:pt x="349" y="774"/>
                    <a:pt x="370" y="813"/>
                  </a:cubicBezTo>
                  <a:cubicBezTo>
                    <a:pt x="413" y="890"/>
                    <a:pt x="462" y="963"/>
                    <a:pt x="519" y="1033"/>
                  </a:cubicBezTo>
                  <a:cubicBezTo>
                    <a:pt x="572" y="1095"/>
                    <a:pt x="629" y="1156"/>
                    <a:pt x="694" y="1206"/>
                  </a:cubicBezTo>
                  <a:cubicBezTo>
                    <a:pt x="650" y="1194"/>
                    <a:pt x="605" y="1181"/>
                    <a:pt x="562" y="1165"/>
                  </a:cubicBezTo>
                  <a:cubicBezTo>
                    <a:pt x="497" y="1143"/>
                    <a:pt x="435" y="1120"/>
                    <a:pt x="371" y="1093"/>
                  </a:cubicBezTo>
                  <a:cubicBezTo>
                    <a:pt x="341" y="1079"/>
                    <a:pt x="310" y="1068"/>
                    <a:pt x="281" y="1056"/>
                  </a:cubicBezTo>
                  <a:cubicBezTo>
                    <a:pt x="246" y="1040"/>
                    <a:pt x="211" y="1033"/>
                    <a:pt x="174" y="1018"/>
                  </a:cubicBezTo>
                  <a:cubicBezTo>
                    <a:pt x="172" y="1017"/>
                    <a:pt x="170" y="1017"/>
                    <a:pt x="168" y="1017"/>
                  </a:cubicBezTo>
                  <a:cubicBezTo>
                    <a:pt x="151" y="1017"/>
                    <a:pt x="141" y="1041"/>
                    <a:pt x="157" y="1051"/>
                  </a:cubicBezTo>
                  <a:cubicBezTo>
                    <a:pt x="187" y="1074"/>
                    <a:pt x="213" y="1098"/>
                    <a:pt x="246" y="1118"/>
                  </a:cubicBezTo>
                  <a:cubicBezTo>
                    <a:pt x="278" y="1137"/>
                    <a:pt x="309" y="1154"/>
                    <a:pt x="342" y="1170"/>
                  </a:cubicBezTo>
                  <a:cubicBezTo>
                    <a:pt x="407" y="1198"/>
                    <a:pt x="471" y="1226"/>
                    <a:pt x="539" y="1247"/>
                  </a:cubicBezTo>
                  <a:cubicBezTo>
                    <a:pt x="641" y="1277"/>
                    <a:pt x="753" y="1305"/>
                    <a:pt x="863" y="1310"/>
                  </a:cubicBezTo>
                  <a:cubicBezTo>
                    <a:pt x="886" y="1321"/>
                    <a:pt x="910" y="1332"/>
                    <a:pt x="934" y="1336"/>
                  </a:cubicBezTo>
                  <a:cubicBezTo>
                    <a:pt x="936" y="1336"/>
                    <a:pt x="938" y="1335"/>
                    <a:pt x="940" y="1335"/>
                  </a:cubicBezTo>
                  <a:cubicBezTo>
                    <a:pt x="938" y="1336"/>
                    <a:pt x="938" y="1337"/>
                    <a:pt x="936" y="1338"/>
                  </a:cubicBezTo>
                  <a:cubicBezTo>
                    <a:pt x="931" y="1351"/>
                    <a:pt x="942" y="1361"/>
                    <a:pt x="952" y="1361"/>
                  </a:cubicBezTo>
                  <a:cubicBezTo>
                    <a:pt x="957" y="1361"/>
                    <a:pt x="962" y="1359"/>
                    <a:pt x="965" y="1354"/>
                  </a:cubicBezTo>
                  <a:cubicBezTo>
                    <a:pt x="990" y="1326"/>
                    <a:pt x="1013" y="1297"/>
                    <a:pt x="1036" y="1266"/>
                  </a:cubicBezTo>
                  <a:lnTo>
                    <a:pt x="1036" y="1266"/>
                  </a:lnTo>
                  <a:cubicBezTo>
                    <a:pt x="1024" y="1352"/>
                    <a:pt x="1017" y="1437"/>
                    <a:pt x="1009" y="1523"/>
                  </a:cubicBezTo>
                  <a:cubicBezTo>
                    <a:pt x="997" y="1665"/>
                    <a:pt x="985" y="1808"/>
                    <a:pt x="975" y="1950"/>
                  </a:cubicBezTo>
                  <a:cubicBezTo>
                    <a:pt x="953" y="2246"/>
                    <a:pt x="934" y="2544"/>
                    <a:pt x="920" y="2841"/>
                  </a:cubicBezTo>
                  <a:cubicBezTo>
                    <a:pt x="893" y="3433"/>
                    <a:pt x="880" y="4023"/>
                    <a:pt x="888" y="4615"/>
                  </a:cubicBezTo>
                  <a:cubicBezTo>
                    <a:pt x="903" y="5784"/>
                    <a:pt x="980" y="6953"/>
                    <a:pt x="1119" y="8114"/>
                  </a:cubicBezTo>
                  <a:cubicBezTo>
                    <a:pt x="1159" y="8445"/>
                    <a:pt x="1204" y="8776"/>
                    <a:pt x="1254" y="9106"/>
                  </a:cubicBezTo>
                  <a:cubicBezTo>
                    <a:pt x="1278" y="9270"/>
                    <a:pt x="1304" y="9431"/>
                    <a:pt x="1332" y="9594"/>
                  </a:cubicBezTo>
                  <a:cubicBezTo>
                    <a:pt x="1349" y="9704"/>
                    <a:pt x="1366" y="9815"/>
                    <a:pt x="1390" y="9923"/>
                  </a:cubicBezTo>
                  <a:cubicBezTo>
                    <a:pt x="1190" y="9523"/>
                    <a:pt x="954" y="9139"/>
                    <a:pt x="731" y="8751"/>
                  </a:cubicBezTo>
                  <a:cubicBezTo>
                    <a:pt x="616" y="8552"/>
                    <a:pt x="503" y="8352"/>
                    <a:pt x="391" y="8150"/>
                  </a:cubicBezTo>
                  <a:cubicBezTo>
                    <a:pt x="282" y="7954"/>
                    <a:pt x="183" y="7749"/>
                    <a:pt x="45" y="7573"/>
                  </a:cubicBezTo>
                  <a:cubicBezTo>
                    <a:pt x="39" y="7567"/>
                    <a:pt x="33" y="7564"/>
                    <a:pt x="27" y="7564"/>
                  </a:cubicBezTo>
                  <a:cubicBezTo>
                    <a:pt x="13" y="7564"/>
                    <a:pt x="1" y="7580"/>
                    <a:pt x="6" y="7596"/>
                  </a:cubicBezTo>
                  <a:cubicBezTo>
                    <a:pt x="73" y="7815"/>
                    <a:pt x="195" y="8017"/>
                    <a:pt x="304" y="8217"/>
                  </a:cubicBezTo>
                  <a:cubicBezTo>
                    <a:pt x="424" y="8424"/>
                    <a:pt x="535" y="8626"/>
                    <a:pt x="649" y="8826"/>
                  </a:cubicBezTo>
                  <a:cubicBezTo>
                    <a:pt x="873" y="9222"/>
                    <a:pt x="1101" y="9617"/>
                    <a:pt x="1379" y="9978"/>
                  </a:cubicBezTo>
                  <a:cubicBezTo>
                    <a:pt x="1383" y="9983"/>
                    <a:pt x="1388" y="9985"/>
                    <a:pt x="1393" y="9985"/>
                  </a:cubicBezTo>
                  <a:cubicBezTo>
                    <a:pt x="1399" y="9985"/>
                    <a:pt x="1405" y="9983"/>
                    <a:pt x="1409" y="9978"/>
                  </a:cubicBezTo>
                  <a:cubicBezTo>
                    <a:pt x="1417" y="10012"/>
                    <a:pt x="1425" y="10046"/>
                    <a:pt x="1436" y="10079"/>
                  </a:cubicBezTo>
                  <a:cubicBezTo>
                    <a:pt x="1441" y="10094"/>
                    <a:pt x="1451" y="10099"/>
                    <a:pt x="1462" y="10099"/>
                  </a:cubicBezTo>
                  <a:cubicBezTo>
                    <a:pt x="1481" y="10099"/>
                    <a:pt x="1501" y="10082"/>
                    <a:pt x="1500" y="10061"/>
                  </a:cubicBezTo>
                  <a:cubicBezTo>
                    <a:pt x="1491" y="9914"/>
                    <a:pt x="1458" y="9770"/>
                    <a:pt x="1434" y="9626"/>
                  </a:cubicBezTo>
                  <a:cubicBezTo>
                    <a:pt x="1409" y="9481"/>
                    <a:pt x="1386" y="9336"/>
                    <a:pt x="1364" y="9190"/>
                  </a:cubicBezTo>
                  <a:cubicBezTo>
                    <a:pt x="1319" y="8901"/>
                    <a:pt x="1278" y="8610"/>
                    <a:pt x="1242" y="8319"/>
                  </a:cubicBezTo>
                  <a:cubicBezTo>
                    <a:pt x="1184" y="7859"/>
                    <a:pt x="1135" y="7398"/>
                    <a:pt x="1096" y="6936"/>
                  </a:cubicBezTo>
                  <a:cubicBezTo>
                    <a:pt x="1123" y="6828"/>
                    <a:pt x="1138" y="6716"/>
                    <a:pt x="1160" y="6607"/>
                  </a:cubicBezTo>
                  <a:cubicBezTo>
                    <a:pt x="1189" y="6459"/>
                    <a:pt x="1220" y="6310"/>
                    <a:pt x="1253" y="6162"/>
                  </a:cubicBezTo>
                  <a:cubicBezTo>
                    <a:pt x="1320" y="5866"/>
                    <a:pt x="1401" y="5571"/>
                    <a:pt x="1489" y="5280"/>
                  </a:cubicBezTo>
                  <a:cubicBezTo>
                    <a:pt x="1523" y="5257"/>
                    <a:pt x="1539" y="5218"/>
                    <a:pt x="1563" y="5178"/>
                  </a:cubicBezTo>
                  <a:cubicBezTo>
                    <a:pt x="1600" y="5120"/>
                    <a:pt x="1637" y="5064"/>
                    <a:pt x="1676" y="5008"/>
                  </a:cubicBezTo>
                  <a:cubicBezTo>
                    <a:pt x="1759" y="4888"/>
                    <a:pt x="1849" y="4773"/>
                    <a:pt x="1947" y="4664"/>
                  </a:cubicBezTo>
                  <a:cubicBezTo>
                    <a:pt x="2142" y="4446"/>
                    <a:pt x="2370" y="4263"/>
                    <a:pt x="2583" y="4066"/>
                  </a:cubicBezTo>
                  <a:cubicBezTo>
                    <a:pt x="2592" y="4056"/>
                    <a:pt x="2585" y="4040"/>
                    <a:pt x="2574" y="4040"/>
                  </a:cubicBezTo>
                  <a:cubicBezTo>
                    <a:pt x="2572" y="4040"/>
                    <a:pt x="2570" y="4040"/>
                    <a:pt x="2567" y="4042"/>
                  </a:cubicBezTo>
                  <a:cubicBezTo>
                    <a:pt x="2299" y="4169"/>
                    <a:pt x="2080" y="4374"/>
                    <a:pt x="1882" y="4593"/>
                  </a:cubicBezTo>
                  <a:cubicBezTo>
                    <a:pt x="1782" y="4704"/>
                    <a:pt x="1689" y="4821"/>
                    <a:pt x="1604" y="4943"/>
                  </a:cubicBezTo>
                  <a:lnTo>
                    <a:pt x="1588" y="4967"/>
                  </a:lnTo>
                  <a:cubicBezTo>
                    <a:pt x="1749" y="4484"/>
                    <a:pt x="1941" y="4012"/>
                    <a:pt x="2165" y="3554"/>
                  </a:cubicBezTo>
                  <a:cubicBezTo>
                    <a:pt x="2283" y="3311"/>
                    <a:pt x="2420" y="3078"/>
                    <a:pt x="2541" y="2837"/>
                  </a:cubicBezTo>
                  <a:cubicBezTo>
                    <a:pt x="2554" y="2837"/>
                    <a:pt x="2567" y="2830"/>
                    <a:pt x="2574" y="2817"/>
                  </a:cubicBezTo>
                  <a:cubicBezTo>
                    <a:pt x="2574" y="2815"/>
                    <a:pt x="2574" y="2815"/>
                    <a:pt x="2576" y="2814"/>
                  </a:cubicBezTo>
                  <a:cubicBezTo>
                    <a:pt x="2672" y="2859"/>
                    <a:pt x="2777" y="2886"/>
                    <a:pt x="2881" y="2906"/>
                  </a:cubicBezTo>
                  <a:cubicBezTo>
                    <a:pt x="2935" y="2915"/>
                    <a:pt x="2990" y="2920"/>
                    <a:pt x="3045" y="2920"/>
                  </a:cubicBezTo>
                  <a:cubicBezTo>
                    <a:pt x="3056" y="2920"/>
                    <a:pt x="3067" y="2920"/>
                    <a:pt x="3078" y="2919"/>
                  </a:cubicBezTo>
                  <a:cubicBezTo>
                    <a:pt x="3142" y="2918"/>
                    <a:pt x="3211" y="2917"/>
                    <a:pt x="3269" y="2891"/>
                  </a:cubicBezTo>
                  <a:cubicBezTo>
                    <a:pt x="3287" y="2883"/>
                    <a:pt x="3290" y="2851"/>
                    <a:pt x="3268" y="2846"/>
                  </a:cubicBezTo>
                  <a:cubicBezTo>
                    <a:pt x="3212" y="2831"/>
                    <a:pt x="3151" y="2834"/>
                    <a:pt x="3093" y="2829"/>
                  </a:cubicBezTo>
                  <a:cubicBezTo>
                    <a:pt x="3031" y="2825"/>
                    <a:pt x="2967" y="2814"/>
                    <a:pt x="2905" y="2804"/>
                  </a:cubicBezTo>
                  <a:cubicBezTo>
                    <a:pt x="2867" y="2798"/>
                    <a:pt x="2831" y="2790"/>
                    <a:pt x="2795" y="2780"/>
                  </a:cubicBezTo>
                  <a:cubicBezTo>
                    <a:pt x="2853" y="2762"/>
                    <a:pt x="2911" y="2741"/>
                    <a:pt x="2967" y="2714"/>
                  </a:cubicBezTo>
                  <a:cubicBezTo>
                    <a:pt x="3027" y="2685"/>
                    <a:pt x="3088" y="2653"/>
                    <a:pt x="3143" y="2616"/>
                  </a:cubicBezTo>
                  <a:cubicBezTo>
                    <a:pt x="3169" y="2599"/>
                    <a:pt x="3195" y="2582"/>
                    <a:pt x="3218" y="2561"/>
                  </a:cubicBezTo>
                  <a:cubicBezTo>
                    <a:pt x="3239" y="2544"/>
                    <a:pt x="3262" y="2526"/>
                    <a:pt x="3269" y="2501"/>
                  </a:cubicBezTo>
                  <a:cubicBezTo>
                    <a:pt x="3276" y="2494"/>
                    <a:pt x="3283" y="2489"/>
                    <a:pt x="3290" y="2482"/>
                  </a:cubicBezTo>
                  <a:cubicBezTo>
                    <a:pt x="3314" y="2459"/>
                    <a:pt x="3298" y="2413"/>
                    <a:pt x="3267" y="2413"/>
                  </a:cubicBezTo>
                  <a:cubicBezTo>
                    <a:pt x="3262" y="2413"/>
                    <a:pt x="3256" y="2414"/>
                    <a:pt x="3250" y="2417"/>
                  </a:cubicBezTo>
                  <a:cubicBezTo>
                    <a:pt x="3239" y="2423"/>
                    <a:pt x="3228" y="2428"/>
                    <a:pt x="3218" y="2434"/>
                  </a:cubicBezTo>
                  <a:cubicBezTo>
                    <a:pt x="3218" y="2434"/>
                    <a:pt x="3217" y="2434"/>
                    <a:pt x="3216" y="2434"/>
                  </a:cubicBezTo>
                  <a:cubicBezTo>
                    <a:pt x="3170" y="2434"/>
                    <a:pt x="3117" y="2471"/>
                    <a:pt x="3078" y="2490"/>
                  </a:cubicBezTo>
                  <a:cubicBezTo>
                    <a:pt x="3020" y="2517"/>
                    <a:pt x="2961" y="2548"/>
                    <a:pt x="2902" y="2572"/>
                  </a:cubicBezTo>
                  <a:cubicBezTo>
                    <a:pt x="2845" y="2597"/>
                    <a:pt x="2787" y="2622"/>
                    <a:pt x="2729" y="2642"/>
                  </a:cubicBezTo>
                  <a:cubicBezTo>
                    <a:pt x="2719" y="2645"/>
                    <a:pt x="2710" y="2649"/>
                    <a:pt x="2701" y="2653"/>
                  </a:cubicBezTo>
                  <a:cubicBezTo>
                    <a:pt x="2748" y="2608"/>
                    <a:pt x="2797" y="2562"/>
                    <a:pt x="2842" y="2515"/>
                  </a:cubicBezTo>
                  <a:cubicBezTo>
                    <a:pt x="2896" y="2457"/>
                    <a:pt x="2948" y="2397"/>
                    <a:pt x="3001" y="2337"/>
                  </a:cubicBezTo>
                  <a:cubicBezTo>
                    <a:pt x="3027" y="2308"/>
                    <a:pt x="3054" y="2279"/>
                    <a:pt x="3077" y="2247"/>
                  </a:cubicBezTo>
                  <a:cubicBezTo>
                    <a:pt x="3088" y="2232"/>
                    <a:pt x="3104" y="2216"/>
                    <a:pt x="3114" y="2200"/>
                  </a:cubicBezTo>
                  <a:cubicBezTo>
                    <a:pt x="3125" y="2181"/>
                    <a:pt x="3135" y="2164"/>
                    <a:pt x="3149" y="2145"/>
                  </a:cubicBezTo>
                  <a:cubicBezTo>
                    <a:pt x="3158" y="2135"/>
                    <a:pt x="3148" y="2122"/>
                    <a:pt x="3137" y="2122"/>
                  </a:cubicBezTo>
                  <a:cubicBezTo>
                    <a:pt x="3134" y="2122"/>
                    <a:pt x="3130" y="2123"/>
                    <a:pt x="3127" y="2125"/>
                  </a:cubicBezTo>
                  <a:cubicBezTo>
                    <a:pt x="3111" y="2138"/>
                    <a:pt x="3092" y="2147"/>
                    <a:pt x="3076" y="2159"/>
                  </a:cubicBezTo>
                  <a:cubicBezTo>
                    <a:pt x="3060" y="2169"/>
                    <a:pt x="3045" y="2182"/>
                    <a:pt x="3032" y="2193"/>
                  </a:cubicBezTo>
                  <a:cubicBezTo>
                    <a:pt x="3000" y="2219"/>
                    <a:pt x="2970" y="2243"/>
                    <a:pt x="2941" y="2269"/>
                  </a:cubicBezTo>
                  <a:cubicBezTo>
                    <a:pt x="2880" y="2324"/>
                    <a:pt x="2819" y="2376"/>
                    <a:pt x="2758" y="2433"/>
                  </a:cubicBezTo>
                  <a:cubicBezTo>
                    <a:pt x="2724" y="2466"/>
                    <a:pt x="2690" y="2500"/>
                    <a:pt x="2657" y="2534"/>
                  </a:cubicBezTo>
                  <a:cubicBezTo>
                    <a:pt x="2675" y="2473"/>
                    <a:pt x="2692" y="2413"/>
                    <a:pt x="2712" y="2353"/>
                  </a:cubicBezTo>
                  <a:cubicBezTo>
                    <a:pt x="2759" y="2202"/>
                    <a:pt x="2837" y="2056"/>
                    <a:pt x="2875" y="1902"/>
                  </a:cubicBezTo>
                  <a:cubicBezTo>
                    <a:pt x="2879" y="1883"/>
                    <a:pt x="2860" y="1869"/>
                    <a:pt x="2843" y="1869"/>
                  </a:cubicBezTo>
                  <a:cubicBezTo>
                    <a:pt x="2837" y="1869"/>
                    <a:pt x="2830" y="1871"/>
                    <a:pt x="2825" y="1876"/>
                  </a:cubicBezTo>
                  <a:cubicBezTo>
                    <a:pt x="2704" y="1986"/>
                    <a:pt x="2633" y="2159"/>
                    <a:pt x="2580" y="2310"/>
                  </a:cubicBezTo>
                  <a:cubicBezTo>
                    <a:pt x="2553" y="2384"/>
                    <a:pt x="2535" y="2459"/>
                    <a:pt x="2521" y="2536"/>
                  </a:cubicBezTo>
                  <a:lnTo>
                    <a:pt x="2521" y="2536"/>
                  </a:lnTo>
                  <a:cubicBezTo>
                    <a:pt x="2524" y="2514"/>
                    <a:pt x="2527" y="2493"/>
                    <a:pt x="2528" y="2471"/>
                  </a:cubicBezTo>
                  <a:cubicBezTo>
                    <a:pt x="2532" y="2395"/>
                    <a:pt x="2532" y="2321"/>
                    <a:pt x="2531" y="2247"/>
                  </a:cubicBezTo>
                  <a:cubicBezTo>
                    <a:pt x="2529" y="2111"/>
                    <a:pt x="2543" y="1953"/>
                    <a:pt x="2476" y="1831"/>
                  </a:cubicBezTo>
                  <a:cubicBezTo>
                    <a:pt x="2474" y="1829"/>
                    <a:pt x="2472" y="1828"/>
                    <a:pt x="2470" y="1828"/>
                  </a:cubicBezTo>
                  <a:cubicBezTo>
                    <a:pt x="2468" y="1828"/>
                    <a:pt x="2466" y="1829"/>
                    <a:pt x="2465" y="1831"/>
                  </a:cubicBezTo>
                  <a:cubicBezTo>
                    <a:pt x="2397" y="1955"/>
                    <a:pt x="2412" y="2114"/>
                    <a:pt x="2410" y="2252"/>
                  </a:cubicBezTo>
                  <a:cubicBezTo>
                    <a:pt x="2408" y="2324"/>
                    <a:pt x="2408" y="2394"/>
                    <a:pt x="2412" y="2467"/>
                  </a:cubicBezTo>
                  <a:cubicBezTo>
                    <a:pt x="2415" y="2515"/>
                    <a:pt x="2424" y="2562"/>
                    <a:pt x="2433" y="2611"/>
                  </a:cubicBezTo>
                  <a:lnTo>
                    <a:pt x="2424" y="2599"/>
                  </a:lnTo>
                  <a:cubicBezTo>
                    <a:pt x="2378" y="2533"/>
                    <a:pt x="2334" y="2461"/>
                    <a:pt x="2296" y="2390"/>
                  </a:cubicBezTo>
                  <a:cubicBezTo>
                    <a:pt x="2259" y="2320"/>
                    <a:pt x="2226" y="2247"/>
                    <a:pt x="2198" y="2172"/>
                  </a:cubicBezTo>
                  <a:cubicBezTo>
                    <a:pt x="2171" y="2096"/>
                    <a:pt x="2149" y="2019"/>
                    <a:pt x="2115" y="1946"/>
                  </a:cubicBezTo>
                  <a:cubicBezTo>
                    <a:pt x="2109" y="1936"/>
                    <a:pt x="2098" y="1930"/>
                    <a:pt x="2087" y="1930"/>
                  </a:cubicBezTo>
                  <a:cubicBezTo>
                    <a:pt x="2074" y="1930"/>
                    <a:pt x="2061" y="1939"/>
                    <a:pt x="2060" y="1955"/>
                  </a:cubicBezTo>
                  <a:cubicBezTo>
                    <a:pt x="2046" y="2120"/>
                    <a:pt x="2121" y="2291"/>
                    <a:pt x="2196" y="2435"/>
                  </a:cubicBezTo>
                  <a:cubicBezTo>
                    <a:pt x="2234" y="2511"/>
                    <a:pt x="2280" y="2581"/>
                    <a:pt x="2333" y="2647"/>
                  </a:cubicBezTo>
                  <a:cubicBezTo>
                    <a:pt x="2359" y="2680"/>
                    <a:pt x="2389" y="2705"/>
                    <a:pt x="2418" y="2735"/>
                  </a:cubicBezTo>
                  <a:cubicBezTo>
                    <a:pt x="2430" y="2747"/>
                    <a:pt x="2444" y="2760"/>
                    <a:pt x="2457" y="2773"/>
                  </a:cubicBezTo>
                  <a:lnTo>
                    <a:pt x="2445" y="2793"/>
                  </a:lnTo>
                  <a:cubicBezTo>
                    <a:pt x="2441" y="2801"/>
                    <a:pt x="2443" y="2808"/>
                    <a:pt x="2448" y="2815"/>
                  </a:cubicBezTo>
                  <a:cubicBezTo>
                    <a:pt x="2327" y="3005"/>
                    <a:pt x="2226" y="3208"/>
                    <a:pt x="2126" y="3408"/>
                  </a:cubicBezTo>
                  <a:cubicBezTo>
                    <a:pt x="1986" y="3686"/>
                    <a:pt x="1859" y="3970"/>
                    <a:pt x="1744" y="4257"/>
                  </a:cubicBezTo>
                  <a:cubicBezTo>
                    <a:pt x="1513" y="4829"/>
                    <a:pt x="1327" y="5420"/>
                    <a:pt x="1195" y="6022"/>
                  </a:cubicBezTo>
                  <a:cubicBezTo>
                    <a:pt x="1157" y="6190"/>
                    <a:pt x="1124" y="6357"/>
                    <a:pt x="1095" y="6526"/>
                  </a:cubicBezTo>
                  <a:cubicBezTo>
                    <a:pt x="1086" y="6568"/>
                    <a:pt x="1079" y="6612"/>
                    <a:pt x="1072" y="6657"/>
                  </a:cubicBezTo>
                  <a:cubicBezTo>
                    <a:pt x="1069" y="6631"/>
                    <a:pt x="1067" y="6604"/>
                    <a:pt x="1064" y="6578"/>
                  </a:cubicBezTo>
                  <a:cubicBezTo>
                    <a:pt x="979" y="5406"/>
                    <a:pt x="959" y="4229"/>
                    <a:pt x="995" y="3055"/>
                  </a:cubicBezTo>
                  <a:cubicBezTo>
                    <a:pt x="1003" y="2726"/>
                    <a:pt x="1019" y="2398"/>
                    <a:pt x="1039" y="2068"/>
                  </a:cubicBezTo>
                  <a:cubicBezTo>
                    <a:pt x="1047" y="1909"/>
                    <a:pt x="1058" y="1749"/>
                    <a:pt x="1072" y="1589"/>
                  </a:cubicBezTo>
                  <a:cubicBezTo>
                    <a:pt x="1075" y="1527"/>
                    <a:pt x="1082" y="1464"/>
                    <a:pt x="1086" y="1402"/>
                  </a:cubicBezTo>
                  <a:cubicBezTo>
                    <a:pt x="1093" y="1403"/>
                    <a:pt x="1100" y="1403"/>
                    <a:pt x="1108" y="1403"/>
                  </a:cubicBezTo>
                  <a:cubicBezTo>
                    <a:pt x="1136" y="1403"/>
                    <a:pt x="1164" y="1396"/>
                    <a:pt x="1190" y="1393"/>
                  </a:cubicBezTo>
                  <a:cubicBezTo>
                    <a:pt x="1234" y="1387"/>
                    <a:pt x="1275" y="1381"/>
                    <a:pt x="1316" y="1368"/>
                  </a:cubicBezTo>
                  <a:cubicBezTo>
                    <a:pt x="1404" y="1341"/>
                    <a:pt x="1489" y="1307"/>
                    <a:pt x="1571" y="1265"/>
                  </a:cubicBezTo>
                  <a:cubicBezTo>
                    <a:pt x="1734" y="1184"/>
                    <a:pt x="1871" y="1072"/>
                    <a:pt x="1999" y="943"/>
                  </a:cubicBezTo>
                  <a:cubicBezTo>
                    <a:pt x="2019" y="922"/>
                    <a:pt x="2004" y="892"/>
                    <a:pt x="1981" y="892"/>
                  </a:cubicBezTo>
                  <a:cubicBezTo>
                    <a:pt x="1976" y="892"/>
                    <a:pt x="1970" y="894"/>
                    <a:pt x="1963" y="899"/>
                  </a:cubicBezTo>
                  <a:cubicBezTo>
                    <a:pt x="1827" y="1001"/>
                    <a:pt x="1676" y="1082"/>
                    <a:pt x="1520" y="1151"/>
                  </a:cubicBezTo>
                  <a:cubicBezTo>
                    <a:pt x="1445" y="1186"/>
                    <a:pt x="1365" y="1216"/>
                    <a:pt x="1287" y="1242"/>
                  </a:cubicBezTo>
                  <a:cubicBezTo>
                    <a:pt x="1248" y="1254"/>
                    <a:pt x="1210" y="1266"/>
                    <a:pt x="1173" y="1282"/>
                  </a:cubicBezTo>
                  <a:cubicBezTo>
                    <a:pt x="1148" y="1293"/>
                    <a:pt x="1118" y="1298"/>
                    <a:pt x="1091" y="1308"/>
                  </a:cubicBezTo>
                  <a:cubicBezTo>
                    <a:pt x="1091" y="1296"/>
                    <a:pt x="1093" y="1282"/>
                    <a:pt x="1093" y="1270"/>
                  </a:cubicBezTo>
                  <a:lnTo>
                    <a:pt x="1097" y="1270"/>
                  </a:lnTo>
                  <a:cubicBezTo>
                    <a:pt x="1140" y="1254"/>
                    <a:pt x="1179" y="1245"/>
                    <a:pt x="1220" y="1223"/>
                  </a:cubicBezTo>
                  <a:cubicBezTo>
                    <a:pt x="1260" y="1199"/>
                    <a:pt x="1300" y="1178"/>
                    <a:pt x="1338" y="1150"/>
                  </a:cubicBezTo>
                  <a:cubicBezTo>
                    <a:pt x="1415" y="1094"/>
                    <a:pt x="1487" y="1034"/>
                    <a:pt x="1555" y="967"/>
                  </a:cubicBezTo>
                  <a:cubicBezTo>
                    <a:pt x="1621" y="899"/>
                    <a:pt x="1679" y="827"/>
                    <a:pt x="1734" y="753"/>
                  </a:cubicBezTo>
                  <a:cubicBezTo>
                    <a:pt x="1791" y="673"/>
                    <a:pt x="1830" y="590"/>
                    <a:pt x="1869" y="502"/>
                  </a:cubicBezTo>
                  <a:cubicBezTo>
                    <a:pt x="1873" y="492"/>
                    <a:pt x="1864" y="483"/>
                    <a:pt x="1855" y="483"/>
                  </a:cubicBezTo>
                  <a:cubicBezTo>
                    <a:pt x="1851" y="483"/>
                    <a:pt x="1847" y="485"/>
                    <a:pt x="1844" y="489"/>
                  </a:cubicBezTo>
                  <a:cubicBezTo>
                    <a:pt x="1785" y="557"/>
                    <a:pt x="1721" y="622"/>
                    <a:pt x="1659" y="689"/>
                  </a:cubicBezTo>
                  <a:cubicBezTo>
                    <a:pt x="1599" y="756"/>
                    <a:pt x="1534" y="820"/>
                    <a:pt x="1468" y="880"/>
                  </a:cubicBezTo>
                  <a:cubicBezTo>
                    <a:pt x="1403" y="940"/>
                    <a:pt x="1336" y="997"/>
                    <a:pt x="1267" y="1052"/>
                  </a:cubicBezTo>
                  <a:cubicBezTo>
                    <a:pt x="1231" y="1082"/>
                    <a:pt x="1198" y="1112"/>
                    <a:pt x="1160" y="1140"/>
                  </a:cubicBezTo>
                  <a:cubicBezTo>
                    <a:pt x="1137" y="1159"/>
                    <a:pt x="1118" y="1179"/>
                    <a:pt x="1097" y="1199"/>
                  </a:cubicBezTo>
                  <a:cubicBezTo>
                    <a:pt x="1122" y="1165"/>
                    <a:pt x="1146" y="1131"/>
                    <a:pt x="1168" y="1094"/>
                  </a:cubicBezTo>
                  <a:cubicBezTo>
                    <a:pt x="1225" y="1000"/>
                    <a:pt x="1278" y="904"/>
                    <a:pt x="1324" y="804"/>
                  </a:cubicBezTo>
                  <a:cubicBezTo>
                    <a:pt x="1370" y="703"/>
                    <a:pt x="1414" y="600"/>
                    <a:pt x="1447" y="492"/>
                  </a:cubicBezTo>
                  <a:cubicBezTo>
                    <a:pt x="1464" y="442"/>
                    <a:pt x="1480" y="392"/>
                    <a:pt x="1492" y="341"/>
                  </a:cubicBezTo>
                  <a:cubicBezTo>
                    <a:pt x="1498" y="315"/>
                    <a:pt x="1507" y="286"/>
                    <a:pt x="1511" y="259"/>
                  </a:cubicBezTo>
                  <a:cubicBezTo>
                    <a:pt x="1512" y="239"/>
                    <a:pt x="1506" y="220"/>
                    <a:pt x="1511" y="198"/>
                  </a:cubicBezTo>
                  <a:cubicBezTo>
                    <a:pt x="1512" y="188"/>
                    <a:pt x="1504" y="183"/>
                    <a:pt x="1496" y="183"/>
                  </a:cubicBezTo>
                  <a:cubicBezTo>
                    <a:pt x="1491" y="183"/>
                    <a:pt x="1486" y="185"/>
                    <a:pt x="1483" y="190"/>
                  </a:cubicBezTo>
                  <a:cubicBezTo>
                    <a:pt x="1473" y="211"/>
                    <a:pt x="1457" y="225"/>
                    <a:pt x="1446" y="243"/>
                  </a:cubicBezTo>
                  <a:cubicBezTo>
                    <a:pt x="1432" y="266"/>
                    <a:pt x="1421" y="295"/>
                    <a:pt x="1410" y="319"/>
                  </a:cubicBezTo>
                  <a:cubicBezTo>
                    <a:pt x="1387" y="369"/>
                    <a:pt x="1366" y="421"/>
                    <a:pt x="1343" y="472"/>
                  </a:cubicBezTo>
                  <a:cubicBezTo>
                    <a:pt x="1300" y="568"/>
                    <a:pt x="1259" y="665"/>
                    <a:pt x="1214" y="759"/>
                  </a:cubicBezTo>
                  <a:cubicBezTo>
                    <a:pt x="1170" y="854"/>
                    <a:pt x="1124" y="948"/>
                    <a:pt x="1078" y="1041"/>
                  </a:cubicBezTo>
                  <a:cubicBezTo>
                    <a:pt x="1036" y="1122"/>
                    <a:pt x="1002" y="1204"/>
                    <a:pt x="964" y="1286"/>
                  </a:cubicBezTo>
                  <a:cubicBezTo>
                    <a:pt x="1029" y="1083"/>
                    <a:pt x="1056" y="866"/>
                    <a:pt x="1084" y="655"/>
                  </a:cubicBezTo>
                  <a:cubicBezTo>
                    <a:pt x="1111" y="442"/>
                    <a:pt x="1151" y="223"/>
                    <a:pt x="1122" y="9"/>
                  </a:cubicBezTo>
                  <a:cubicBezTo>
                    <a:pt x="1121" y="3"/>
                    <a:pt x="1117" y="0"/>
                    <a:pt x="111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170;p18"/>
            <p:cNvSpPr/>
            <p:nvPr/>
          </p:nvSpPr>
          <p:spPr>
            <a:xfrm>
              <a:off x="242280" y="10137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1" y="1"/>
                  </a:moveTo>
                  <a:cubicBezTo>
                    <a:pt x="10" y="1"/>
                    <a:pt x="10" y="1"/>
                    <a:pt x="10" y="1"/>
                  </a:cubicBezTo>
                  <a:lnTo>
                    <a:pt x="10" y="1"/>
                  </a:lnTo>
                  <a:cubicBezTo>
                    <a:pt x="10" y="1"/>
                    <a:pt x="10" y="1"/>
                    <a:pt x="11" y="1"/>
                  </a:cubicBezTo>
                  <a:close/>
                  <a:moveTo>
                    <a:pt x="10" y="1"/>
                  </a:moveTo>
                  <a:cubicBezTo>
                    <a:pt x="6" y="1"/>
                    <a:pt x="4" y="3"/>
                    <a:pt x="1" y="4"/>
                  </a:cubicBezTo>
                  <a:cubicBezTo>
                    <a:pt x="4" y="4"/>
                    <a:pt x="5" y="3"/>
                    <a:pt x="6" y="3"/>
                  </a:cubicBezTo>
                  <a:cubicBezTo>
                    <a:pt x="8" y="1"/>
                    <a:pt x="9" y="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171;p18"/>
            <p:cNvSpPr/>
            <p:nvPr/>
          </p:nvSpPr>
          <p:spPr>
            <a:xfrm>
              <a:off x="228960" y="995040"/>
              <a:ext cx="18720" cy="19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29" h="230">
                  <a:moveTo>
                    <a:pt x="147" y="25"/>
                  </a:moveTo>
                  <a:cubicBezTo>
                    <a:pt x="152" y="28"/>
                    <a:pt x="156" y="31"/>
                    <a:pt x="160" y="34"/>
                  </a:cubicBezTo>
                  <a:lnTo>
                    <a:pt x="160" y="34"/>
                  </a:lnTo>
                  <a:cubicBezTo>
                    <a:pt x="158" y="32"/>
                    <a:pt x="155" y="31"/>
                    <a:pt x="153" y="29"/>
                  </a:cubicBezTo>
                  <a:cubicBezTo>
                    <a:pt x="151" y="28"/>
                    <a:pt x="149" y="27"/>
                    <a:pt x="147" y="25"/>
                  </a:cubicBezTo>
                  <a:close/>
                  <a:moveTo>
                    <a:pt x="98" y="1"/>
                  </a:moveTo>
                  <a:cubicBezTo>
                    <a:pt x="96" y="1"/>
                    <a:pt x="93" y="1"/>
                    <a:pt x="91" y="1"/>
                  </a:cubicBezTo>
                  <a:cubicBezTo>
                    <a:pt x="54" y="3"/>
                    <a:pt x="27" y="33"/>
                    <a:pt x="11" y="62"/>
                  </a:cubicBezTo>
                  <a:cubicBezTo>
                    <a:pt x="4" y="79"/>
                    <a:pt x="0" y="100"/>
                    <a:pt x="4" y="117"/>
                  </a:cubicBezTo>
                  <a:cubicBezTo>
                    <a:pt x="5" y="135"/>
                    <a:pt x="15" y="151"/>
                    <a:pt x="27" y="165"/>
                  </a:cubicBezTo>
                  <a:cubicBezTo>
                    <a:pt x="33" y="173"/>
                    <a:pt x="42" y="183"/>
                    <a:pt x="52" y="190"/>
                  </a:cubicBezTo>
                  <a:cubicBezTo>
                    <a:pt x="55" y="198"/>
                    <a:pt x="61" y="204"/>
                    <a:pt x="69" y="208"/>
                  </a:cubicBezTo>
                  <a:cubicBezTo>
                    <a:pt x="75" y="214"/>
                    <a:pt x="82" y="216"/>
                    <a:pt x="88" y="221"/>
                  </a:cubicBezTo>
                  <a:cubicBezTo>
                    <a:pt x="101" y="226"/>
                    <a:pt x="115" y="229"/>
                    <a:pt x="128" y="229"/>
                  </a:cubicBezTo>
                  <a:cubicBezTo>
                    <a:pt x="141" y="229"/>
                    <a:pt x="153" y="227"/>
                    <a:pt x="164" y="223"/>
                  </a:cubicBezTo>
                  <a:cubicBezTo>
                    <a:pt x="182" y="219"/>
                    <a:pt x="197" y="211"/>
                    <a:pt x="209" y="198"/>
                  </a:cubicBezTo>
                  <a:cubicBezTo>
                    <a:pt x="223" y="182"/>
                    <a:pt x="229" y="161"/>
                    <a:pt x="228" y="140"/>
                  </a:cubicBezTo>
                  <a:cubicBezTo>
                    <a:pt x="226" y="124"/>
                    <a:pt x="218" y="104"/>
                    <a:pt x="204" y="93"/>
                  </a:cubicBezTo>
                  <a:cubicBezTo>
                    <a:pt x="203" y="89"/>
                    <a:pt x="203" y="84"/>
                    <a:pt x="200" y="80"/>
                  </a:cubicBezTo>
                  <a:cubicBezTo>
                    <a:pt x="196" y="71"/>
                    <a:pt x="190" y="62"/>
                    <a:pt x="184" y="55"/>
                  </a:cubicBezTo>
                  <a:cubicBezTo>
                    <a:pt x="181" y="50"/>
                    <a:pt x="176" y="47"/>
                    <a:pt x="174" y="45"/>
                  </a:cubicBezTo>
                  <a:cubicBezTo>
                    <a:pt x="169" y="34"/>
                    <a:pt x="162" y="24"/>
                    <a:pt x="151" y="17"/>
                  </a:cubicBezTo>
                  <a:cubicBezTo>
                    <a:pt x="134" y="5"/>
                    <a:pt x="117" y="1"/>
                    <a:pt x="9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172;p18"/>
            <p:cNvSpPr/>
            <p:nvPr/>
          </p:nvSpPr>
          <p:spPr>
            <a:xfrm>
              <a:off x="482400" y="1399680"/>
              <a:ext cx="16920" cy="194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205" h="236">
                  <a:moveTo>
                    <a:pt x="100" y="0"/>
                  </a:moveTo>
                  <a:cubicBezTo>
                    <a:pt x="79" y="0"/>
                    <a:pt x="59" y="7"/>
                    <a:pt x="44" y="20"/>
                  </a:cubicBezTo>
                  <a:cubicBezTo>
                    <a:pt x="15" y="45"/>
                    <a:pt x="1" y="87"/>
                    <a:pt x="16" y="123"/>
                  </a:cubicBezTo>
                  <a:cubicBezTo>
                    <a:pt x="21" y="132"/>
                    <a:pt x="27" y="139"/>
                    <a:pt x="35" y="145"/>
                  </a:cubicBezTo>
                  <a:cubicBezTo>
                    <a:pt x="35" y="146"/>
                    <a:pt x="37" y="149"/>
                    <a:pt x="37" y="150"/>
                  </a:cubicBezTo>
                  <a:cubicBezTo>
                    <a:pt x="45" y="163"/>
                    <a:pt x="57" y="171"/>
                    <a:pt x="71" y="174"/>
                  </a:cubicBezTo>
                  <a:cubicBezTo>
                    <a:pt x="71" y="176"/>
                    <a:pt x="70" y="177"/>
                    <a:pt x="70" y="178"/>
                  </a:cubicBezTo>
                  <a:cubicBezTo>
                    <a:pt x="67" y="179"/>
                    <a:pt x="66" y="183"/>
                    <a:pt x="62" y="185"/>
                  </a:cubicBezTo>
                  <a:cubicBezTo>
                    <a:pt x="55" y="196"/>
                    <a:pt x="55" y="215"/>
                    <a:pt x="65" y="223"/>
                  </a:cubicBezTo>
                  <a:cubicBezTo>
                    <a:pt x="71" y="231"/>
                    <a:pt x="80" y="235"/>
                    <a:pt x="91" y="235"/>
                  </a:cubicBezTo>
                  <a:cubicBezTo>
                    <a:pt x="95" y="235"/>
                    <a:pt x="99" y="234"/>
                    <a:pt x="103" y="233"/>
                  </a:cubicBezTo>
                  <a:cubicBezTo>
                    <a:pt x="105" y="232"/>
                    <a:pt x="108" y="232"/>
                    <a:pt x="110" y="231"/>
                  </a:cubicBezTo>
                  <a:cubicBezTo>
                    <a:pt x="116" y="231"/>
                    <a:pt x="122" y="229"/>
                    <a:pt x="128" y="227"/>
                  </a:cubicBezTo>
                  <a:cubicBezTo>
                    <a:pt x="133" y="224"/>
                    <a:pt x="137" y="222"/>
                    <a:pt x="143" y="221"/>
                  </a:cubicBezTo>
                  <a:cubicBezTo>
                    <a:pt x="158" y="212"/>
                    <a:pt x="170" y="200"/>
                    <a:pt x="178" y="187"/>
                  </a:cubicBezTo>
                  <a:cubicBezTo>
                    <a:pt x="196" y="160"/>
                    <a:pt x="204" y="124"/>
                    <a:pt x="192" y="94"/>
                  </a:cubicBezTo>
                  <a:cubicBezTo>
                    <a:pt x="189" y="86"/>
                    <a:pt x="185" y="81"/>
                    <a:pt x="181" y="75"/>
                  </a:cubicBezTo>
                  <a:cubicBezTo>
                    <a:pt x="180" y="52"/>
                    <a:pt x="169" y="31"/>
                    <a:pt x="149" y="16"/>
                  </a:cubicBezTo>
                  <a:cubicBezTo>
                    <a:pt x="134" y="5"/>
                    <a:pt x="117" y="0"/>
                    <a:pt x="1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514600" y="540000"/>
            <a:ext cx="41144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2514600" y="2020320"/>
            <a:ext cx="41144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title"/>
          </p:nvPr>
        </p:nvSpPr>
        <p:spPr>
          <a:xfrm>
            <a:off x="2514600" y="3501000"/>
            <a:ext cx="4114440" cy="82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oogle Shape;180;p19"/>
          <p:cNvGrpSpPr/>
          <p:nvPr/>
        </p:nvGrpSpPr>
        <p:grpSpPr>
          <a:xfrm>
            <a:off x="204120" y="388800"/>
            <a:ext cx="8197200" cy="4635360"/>
            <a:chOff x="204120" y="388800"/>
            <a:chExt cx="8197200" cy="4635360"/>
          </a:xfrm>
        </p:grpSpPr>
        <p:sp>
          <p:nvSpPr>
            <p:cNvPr id="71" name="Google Shape;181;p19"/>
            <p:cNvSpPr/>
            <p:nvPr/>
          </p:nvSpPr>
          <p:spPr>
            <a:xfrm>
              <a:off x="255960" y="909720"/>
              <a:ext cx="8145360" cy="4114440"/>
            </a:xfrm>
            <a:custGeom>
              <a:avLst/>
              <a:gdLst>
                <a:gd name="textAreaLeft" fmla="*/ 0 w 8145360"/>
                <a:gd name="textAreaRight" fmla="*/ 8145720 w 8145360"/>
                <a:gd name="textAreaTop" fmla="*/ 0 h 4114440"/>
                <a:gd name="textAreaBottom" fmla="*/ 4114800 h 4114440"/>
              </a:gdLst>
              <a:ahLst/>
              <a:cxnLst/>
              <a:rect l="textAreaLeft" t="textAreaTop" r="textAreaRight" b="textAreaBottom"/>
              <a:pathLst>
                <a:path w="97112" h="48862">
                  <a:moveTo>
                    <a:pt x="386" y="3780"/>
                  </a:moveTo>
                  <a:cubicBezTo>
                    <a:pt x="716" y="4528"/>
                    <a:pt x="988" y="5304"/>
                    <a:pt x="1199" y="6093"/>
                  </a:cubicBezTo>
                  <a:cubicBezTo>
                    <a:pt x="1351" y="6652"/>
                    <a:pt x="1471" y="7218"/>
                    <a:pt x="1562" y="7789"/>
                  </a:cubicBezTo>
                  <a:cubicBezTo>
                    <a:pt x="1534" y="7746"/>
                    <a:pt x="1506" y="7705"/>
                    <a:pt x="1476" y="7665"/>
                  </a:cubicBezTo>
                  <a:cubicBezTo>
                    <a:pt x="1259" y="7342"/>
                    <a:pt x="1084" y="6994"/>
                    <a:pt x="957" y="6626"/>
                  </a:cubicBezTo>
                  <a:cubicBezTo>
                    <a:pt x="883" y="6416"/>
                    <a:pt x="825" y="6199"/>
                    <a:pt x="784" y="5981"/>
                  </a:cubicBezTo>
                  <a:cubicBezTo>
                    <a:pt x="743" y="5764"/>
                    <a:pt x="725" y="5545"/>
                    <a:pt x="692" y="5329"/>
                  </a:cubicBezTo>
                  <a:cubicBezTo>
                    <a:pt x="689" y="5305"/>
                    <a:pt x="668" y="5293"/>
                    <a:pt x="648" y="5293"/>
                  </a:cubicBezTo>
                  <a:cubicBezTo>
                    <a:pt x="627" y="5293"/>
                    <a:pt x="607" y="5305"/>
                    <a:pt x="605" y="5331"/>
                  </a:cubicBezTo>
                  <a:cubicBezTo>
                    <a:pt x="593" y="5556"/>
                    <a:pt x="627" y="5780"/>
                    <a:pt x="669" y="6000"/>
                  </a:cubicBezTo>
                  <a:cubicBezTo>
                    <a:pt x="711" y="6225"/>
                    <a:pt x="771" y="6446"/>
                    <a:pt x="847" y="6663"/>
                  </a:cubicBezTo>
                  <a:cubicBezTo>
                    <a:pt x="914" y="6857"/>
                    <a:pt x="995" y="7047"/>
                    <a:pt x="1089" y="7231"/>
                  </a:cubicBezTo>
                  <a:cubicBezTo>
                    <a:pt x="840" y="6982"/>
                    <a:pt x="583" y="6738"/>
                    <a:pt x="413" y="6427"/>
                  </a:cubicBezTo>
                  <a:cubicBezTo>
                    <a:pt x="120" y="5887"/>
                    <a:pt x="117" y="5254"/>
                    <a:pt x="205" y="4661"/>
                  </a:cubicBezTo>
                  <a:cubicBezTo>
                    <a:pt x="248" y="4365"/>
                    <a:pt x="314" y="4071"/>
                    <a:pt x="386" y="3780"/>
                  </a:cubicBezTo>
                  <a:close/>
                  <a:moveTo>
                    <a:pt x="3313" y="6991"/>
                  </a:moveTo>
                  <a:lnTo>
                    <a:pt x="3313" y="6991"/>
                  </a:lnTo>
                  <a:cubicBezTo>
                    <a:pt x="3383" y="8269"/>
                    <a:pt x="3036" y="9585"/>
                    <a:pt x="2378" y="10678"/>
                  </a:cubicBezTo>
                  <a:cubicBezTo>
                    <a:pt x="2228" y="10928"/>
                    <a:pt x="2060" y="11167"/>
                    <a:pt x="1878" y="11393"/>
                  </a:cubicBezTo>
                  <a:cubicBezTo>
                    <a:pt x="1954" y="10973"/>
                    <a:pt x="2058" y="10561"/>
                    <a:pt x="2191" y="10154"/>
                  </a:cubicBezTo>
                  <a:cubicBezTo>
                    <a:pt x="2350" y="9673"/>
                    <a:pt x="2556" y="9216"/>
                    <a:pt x="2775" y="8761"/>
                  </a:cubicBezTo>
                  <a:cubicBezTo>
                    <a:pt x="2796" y="8718"/>
                    <a:pt x="2754" y="8678"/>
                    <a:pt x="2714" y="8678"/>
                  </a:cubicBezTo>
                  <a:cubicBezTo>
                    <a:pt x="2698" y="8678"/>
                    <a:pt x="2681" y="8685"/>
                    <a:pt x="2671" y="8702"/>
                  </a:cubicBezTo>
                  <a:cubicBezTo>
                    <a:pt x="2418" y="9149"/>
                    <a:pt x="2224" y="9633"/>
                    <a:pt x="2065" y="10118"/>
                  </a:cubicBezTo>
                  <a:cubicBezTo>
                    <a:pt x="1926" y="10540"/>
                    <a:pt x="1819" y="10970"/>
                    <a:pt x="1741" y="11407"/>
                  </a:cubicBezTo>
                  <a:cubicBezTo>
                    <a:pt x="1807" y="10389"/>
                    <a:pt x="1976" y="9371"/>
                    <a:pt x="2385" y="8431"/>
                  </a:cubicBezTo>
                  <a:cubicBezTo>
                    <a:pt x="2615" y="7905"/>
                    <a:pt x="2923" y="7412"/>
                    <a:pt x="3313" y="6991"/>
                  </a:cubicBezTo>
                  <a:close/>
                  <a:moveTo>
                    <a:pt x="2857" y="1"/>
                  </a:moveTo>
                  <a:cubicBezTo>
                    <a:pt x="2843" y="1"/>
                    <a:pt x="2829" y="7"/>
                    <a:pt x="2818" y="21"/>
                  </a:cubicBezTo>
                  <a:cubicBezTo>
                    <a:pt x="2291" y="736"/>
                    <a:pt x="1913" y="1558"/>
                    <a:pt x="1710" y="2422"/>
                  </a:cubicBezTo>
                  <a:cubicBezTo>
                    <a:pt x="1598" y="2903"/>
                    <a:pt x="1544" y="3394"/>
                    <a:pt x="1511" y="3886"/>
                  </a:cubicBezTo>
                  <a:cubicBezTo>
                    <a:pt x="1478" y="4388"/>
                    <a:pt x="1462" y="4892"/>
                    <a:pt x="1450" y="5395"/>
                  </a:cubicBezTo>
                  <a:cubicBezTo>
                    <a:pt x="1443" y="5680"/>
                    <a:pt x="1438" y="5966"/>
                    <a:pt x="1436" y="6249"/>
                  </a:cubicBezTo>
                  <a:cubicBezTo>
                    <a:pt x="1436" y="6369"/>
                    <a:pt x="1432" y="6491"/>
                    <a:pt x="1432" y="6614"/>
                  </a:cubicBezTo>
                  <a:cubicBezTo>
                    <a:pt x="1304" y="6060"/>
                    <a:pt x="1149" y="5512"/>
                    <a:pt x="967" y="4975"/>
                  </a:cubicBezTo>
                  <a:cubicBezTo>
                    <a:pt x="806" y="4503"/>
                    <a:pt x="622" y="4040"/>
                    <a:pt x="422" y="3583"/>
                  </a:cubicBezTo>
                  <a:cubicBezTo>
                    <a:pt x="412" y="3561"/>
                    <a:pt x="387" y="3549"/>
                    <a:pt x="364" y="3549"/>
                  </a:cubicBezTo>
                  <a:cubicBezTo>
                    <a:pt x="341" y="3549"/>
                    <a:pt x="320" y="3560"/>
                    <a:pt x="313" y="3585"/>
                  </a:cubicBezTo>
                  <a:cubicBezTo>
                    <a:pt x="149" y="4195"/>
                    <a:pt x="0" y="4824"/>
                    <a:pt x="29" y="5461"/>
                  </a:cubicBezTo>
                  <a:cubicBezTo>
                    <a:pt x="43" y="5764"/>
                    <a:pt x="103" y="6067"/>
                    <a:pt x="228" y="6346"/>
                  </a:cubicBezTo>
                  <a:cubicBezTo>
                    <a:pt x="357" y="6632"/>
                    <a:pt x="556" y="6873"/>
                    <a:pt x="774" y="7097"/>
                  </a:cubicBezTo>
                  <a:cubicBezTo>
                    <a:pt x="1018" y="7346"/>
                    <a:pt x="1282" y="7583"/>
                    <a:pt x="1473" y="7880"/>
                  </a:cubicBezTo>
                  <a:cubicBezTo>
                    <a:pt x="1485" y="7897"/>
                    <a:pt x="1501" y="7904"/>
                    <a:pt x="1516" y="7904"/>
                  </a:cubicBezTo>
                  <a:cubicBezTo>
                    <a:pt x="1539" y="7904"/>
                    <a:pt x="1560" y="7889"/>
                    <a:pt x="1571" y="7867"/>
                  </a:cubicBezTo>
                  <a:cubicBezTo>
                    <a:pt x="1611" y="8131"/>
                    <a:pt x="1648" y="8398"/>
                    <a:pt x="1677" y="8664"/>
                  </a:cubicBezTo>
                  <a:cubicBezTo>
                    <a:pt x="1731" y="9146"/>
                    <a:pt x="1762" y="9629"/>
                    <a:pt x="1776" y="10114"/>
                  </a:cubicBezTo>
                  <a:cubicBezTo>
                    <a:pt x="1718" y="10450"/>
                    <a:pt x="1677" y="10789"/>
                    <a:pt x="1650" y="11129"/>
                  </a:cubicBezTo>
                  <a:cubicBezTo>
                    <a:pt x="1592" y="10866"/>
                    <a:pt x="1507" y="10606"/>
                    <a:pt x="1416" y="10356"/>
                  </a:cubicBezTo>
                  <a:cubicBezTo>
                    <a:pt x="1328" y="10119"/>
                    <a:pt x="1227" y="9887"/>
                    <a:pt x="1115" y="9661"/>
                  </a:cubicBezTo>
                  <a:cubicBezTo>
                    <a:pt x="1038" y="9505"/>
                    <a:pt x="957" y="9349"/>
                    <a:pt x="863" y="9201"/>
                  </a:cubicBezTo>
                  <a:cubicBezTo>
                    <a:pt x="896" y="9184"/>
                    <a:pt x="927" y="9145"/>
                    <a:pt x="946" y="9124"/>
                  </a:cubicBezTo>
                  <a:cubicBezTo>
                    <a:pt x="988" y="9079"/>
                    <a:pt x="1018" y="9011"/>
                    <a:pt x="1046" y="8955"/>
                  </a:cubicBezTo>
                  <a:cubicBezTo>
                    <a:pt x="1072" y="8899"/>
                    <a:pt x="1097" y="8841"/>
                    <a:pt x="1117" y="8783"/>
                  </a:cubicBezTo>
                  <a:cubicBezTo>
                    <a:pt x="1141" y="8714"/>
                    <a:pt x="1154" y="8643"/>
                    <a:pt x="1167" y="8574"/>
                  </a:cubicBezTo>
                  <a:cubicBezTo>
                    <a:pt x="1180" y="8503"/>
                    <a:pt x="1172" y="8432"/>
                    <a:pt x="1164" y="8362"/>
                  </a:cubicBezTo>
                  <a:cubicBezTo>
                    <a:pt x="1162" y="8342"/>
                    <a:pt x="1144" y="8331"/>
                    <a:pt x="1127" y="8331"/>
                  </a:cubicBezTo>
                  <a:cubicBezTo>
                    <a:pt x="1112" y="8331"/>
                    <a:pt x="1097" y="8338"/>
                    <a:pt x="1092" y="8354"/>
                  </a:cubicBezTo>
                  <a:cubicBezTo>
                    <a:pt x="1072" y="8411"/>
                    <a:pt x="1048" y="8467"/>
                    <a:pt x="1031" y="8526"/>
                  </a:cubicBezTo>
                  <a:cubicBezTo>
                    <a:pt x="1015" y="8586"/>
                    <a:pt x="994" y="8643"/>
                    <a:pt x="973" y="8702"/>
                  </a:cubicBezTo>
                  <a:cubicBezTo>
                    <a:pt x="962" y="8731"/>
                    <a:pt x="952" y="8758"/>
                    <a:pt x="941" y="8786"/>
                  </a:cubicBezTo>
                  <a:cubicBezTo>
                    <a:pt x="939" y="8750"/>
                    <a:pt x="935" y="8712"/>
                    <a:pt x="928" y="8675"/>
                  </a:cubicBezTo>
                  <a:cubicBezTo>
                    <a:pt x="913" y="8591"/>
                    <a:pt x="891" y="8505"/>
                    <a:pt x="859" y="8427"/>
                  </a:cubicBezTo>
                  <a:cubicBezTo>
                    <a:pt x="845" y="8388"/>
                    <a:pt x="824" y="8350"/>
                    <a:pt x="802" y="8314"/>
                  </a:cubicBezTo>
                  <a:cubicBezTo>
                    <a:pt x="780" y="8278"/>
                    <a:pt x="751" y="8258"/>
                    <a:pt x="726" y="8226"/>
                  </a:cubicBezTo>
                  <a:cubicBezTo>
                    <a:pt x="722" y="8220"/>
                    <a:pt x="716" y="8218"/>
                    <a:pt x="711" y="8218"/>
                  </a:cubicBezTo>
                  <a:cubicBezTo>
                    <a:pt x="698" y="8218"/>
                    <a:pt x="686" y="8232"/>
                    <a:pt x="691" y="8248"/>
                  </a:cubicBezTo>
                  <a:cubicBezTo>
                    <a:pt x="699" y="8273"/>
                    <a:pt x="694" y="8281"/>
                    <a:pt x="697" y="8305"/>
                  </a:cubicBezTo>
                  <a:cubicBezTo>
                    <a:pt x="697" y="8324"/>
                    <a:pt x="705" y="8345"/>
                    <a:pt x="711" y="8365"/>
                  </a:cubicBezTo>
                  <a:cubicBezTo>
                    <a:pt x="721" y="8400"/>
                    <a:pt x="729" y="8437"/>
                    <a:pt x="738" y="8472"/>
                  </a:cubicBezTo>
                  <a:cubicBezTo>
                    <a:pt x="758" y="8548"/>
                    <a:pt x="774" y="8623"/>
                    <a:pt x="782" y="8700"/>
                  </a:cubicBezTo>
                  <a:cubicBezTo>
                    <a:pt x="791" y="8775"/>
                    <a:pt x="796" y="8852"/>
                    <a:pt x="795" y="8928"/>
                  </a:cubicBezTo>
                  <a:cubicBezTo>
                    <a:pt x="795" y="8966"/>
                    <a:pt x="788" y="9005"/>
                    <a:pt x="791" y="9044"/>
                  </a:cubicBezTo>
                  <a:cubicBezTo>
                    <a:pt x="792" y="9063"/>
                    <a:pt x="795" y="9079"/>
                    <a:pt x="799" y="9096"/>
                  </a:cubicBezTo>
                  <a:cubicBezTo>
                    <a:pt x="799" y="9097"/>
                    <a:pt x="798" y="9098"/>
                    <a:pt x="798" y="9099"/>
                  </a:cubicBezTo>
                  <a:cubicBezTo>
                    <a:pt x="776" y="9068"/>
                    <a:pt x="754" y="9037"/>
                    <a:pt x="731" y="9008"/>
                  </a:cubicBezTo>
                  <a:cubicBezTo>
                    <a:pt x="727" y="9004"/>
                    <a:pt x="725" y="9002"/>
                    <a:pt x="722" y="9000"/>
                  </a:cubicBezTo>
                  <a:cubicBezTo>
                    <a:pt x="718" y="8959"/>
                    <a:pt x="709" y="8918"/>
                    <a:pt x="702" y="8879"/>
                  </a:cubicBezTo>
                  <a:cubicBezTo>
                    <a:pt x="686" y="8800"/>
                    <a:pt x="656" y="8722"/>
                    <a:pt x="625" y="8646"/>
                  </a:cubicBezTo>
                  <a:cubicBezTo>
                    <a:pt x="594" y="8574"/>
                    <a:pt x="563" y="8499"/>
                    <a:pt x="521" y="8433"/>
                  </a:cubicBezTo>
                  <a:cubicBezTo>
                    <a:pt x="500" y="8400"/>
                    <a:pt x="477" y="8367"/>
                    <a:pt x="452" y="8339"/>
                  </a:cubicBezTo>
                  <a:cubicBezTo>
                    <a:pt x="441" y="8325"/>
                    <a:pt x="429" y="8308"/>
                    <a:pt x="414" y="8297"/>
                  </a:cubicBezTo>
                  <a:cubicBezTo>
                    <a:pt x="401" y="8286"/>
                    <a:pt x="385" y="8284"/>
                    <a:pt x="369" y="8275"/>
                  </a:cubicBezTo>
                  <a:cubicBezTo>
                    <a:pt x="368" y="8275"/>
                    <a:pt x="368" y="8275"/>
                    <a:pt x="367" y="8275"/>
                  </a:cubicBezTo>
                  <a:cubicBezTo>
                    <a:pt x="362" y="8275"/>
                    <a:pt x="358" y="8279"/>
                    <a:pt x="359" y="8284"/>
                  </a:cubicBezTo>
                  <a:cubicBezTo>
                    <a:pt x="362" y="8299"/>
                    <a:pt x="358" y="8316"/>
                    <a:pt x="363" y="8330"/>
                  </a:cubicBezTo>
                  <a:cubicBezTo>
                    <a:pt x="368" y="8347"/>
                    <a:pt x="378" y="8365"/>
                    <a:pt x="385" y="8382"/>
                  </a:cubicBezTo>
                  <a:cubicBezTo>
                    <a:pt x="400" y="8416"/>
                    <a:pt x="416" y="8449"/>
                    <a:pt x="431" y="8483"/>
                  </a:cubicBezTo>
                  <a:cubicBezTo>
                    <a:pt x="463" y="8553"/>
                    <a:pt x="497" y="8621"/>
                    <a:pt x="524" y="8692"/>
                  </a:cubicBezTo>
                  <a:cubicBezTo>
                    <a:pt x="550" y="8761"/>
                    <a:pt x="570" y="8829"/>
                    <a:pt x="590" y="8898"/>
                  </a:cubicBezTo>
                  <a:cubicBezTo>
                    <a:pt x="549" y="8851"/>
                    <a:pt x="508" y="8805"/>
                    <a:pt x="466" y="8758"/>
                  </a:cubicBezTo>
                  <a:cubicBezTo>
                    <a:pt x="373" y="8656"/>
                    <a:pt x="270" y="8559"/>
                    <a:pt x="164" y="8471"/>
                  </a:cubicBezTo>
                  <a:cubicBezTo>
                    <a:pt x="158" y="8466"/>
                    <a:pt x="153" y="8464"/>
                    <a:pt x="148" y="8464"/>
                  </a:cubicBezTo>
                  <a:cubicBezTo>
                    <a:pt x="128" y="8464"/>
                    <a:pt x="113" y="8491"/>
                    <a:pt x="125" y="8510"/>
                  </a:cubicBezTo>
                  <a:cubicBezTo>
                    <a:pt x="200" y="8626"/>
                    <a:pt x="286" y="8734"/>
                    <a:pt x="378" y="8837"/>
                  </a:cubicBezTo>
                  <a:cubicBezTo>
                    <a:pt x="423" y="8888"/>
                    <a:pt x="469" y="8937"/>
                    <a:pt x="515" y="8988"/>
                  </a:cubicBezTo>
                  <a:lnTo>
                    <a:pt x="516" y="8989"/>
                  </a:lnTo>
                  <a:cubicBezTo>
                    <a:pt x="478" y="8971"/>
                    <a:pt x="438" y="8955"/>
                    <a:pt x="400" y="8936"/>
                  </a:cubicBezTo>
                  <a:cubicBezTo>
                    <a:pt x="299" y="8887"/>
                    <a:pt x="208" y="8822"/>
                    <a:pt x="112" y="8764"/>
                  </a:cubicBezTo>
                  <a:cubicBezTo>
                    <a:pt x="107" y="8760"/>
                    <a:pt x="101" y="8759"/>
                    <a:pt x="95" y="8759"/>
                  </a:cubicBezTo>
                  <a:cubicBezTo>
                    <a:pt x="72" y="8759"/>
                    <a:pt x="51" y="8785"/>
                    <a:pt x="71" y="8810"/>
                  </a:cubicBezTo>
                  <a:cubicBezTo>
                    <a:pt x="149" y="8904"/>
                    <a:pt x="247" y="8967"/>
                    <a:pt x="356" y="9024"/>
                  </a:cubicBezTo>
                  <a:cubicBezTo>
                    <a:pt x="408" y="9049"/>
                    <a:pt x="460" y="9071"/>
                    <a:pt x="516" y="9088"/>
                  </a:cubicBezTo>
                  <a:cubicBezTo>
                    <a:pt x="545" y="9097"/>
                    <a:pt x="576" y="9107"/>
                    <a:pt x="605" y="9112"/>
                  </a:cubicBezTo>
                  <a:cubicBezTo>
                    <a:pt x="620" y="9114"/>
                    <a:pt x="633" y="9114"/>
                    <a:pt x="645" y="9115"/>
                  </a:cubicBezTo>
                  <a:cubicBezTo>
                    <a:pt x="648" y="9119"/>
                    <a:pt x="653" y="9119"/>
                    <a:pt x="655" y="9121"/>
                  </a:cubicBezTo>
                  <a:cubicBezTo>
                    <a:pt x="638" y="9126"/>
                    <a:pt x="621" y="9132"/>
                    <a:pt x="604" y="9139"/>
                  </a:cubicBezTo>
                  <a:cubicBezTo>
                    <a:pt x="550" y="9158"/>
                    <a:pt x="491" y="9168"/>
                    <a:pt x="435" y="9174"/>
                  </a:cubicBezTo>
                  <a:cubicBezTo>
                    <a:pt x="414" y="9176"/>
                    <a:pt x="394" y="9177"/>
                    <a:pt x="373" y="9177"/>
                  </a:cubicBezTo>
                  <a:cubicBezTo>
                    <a:pt x="281" y="9177"/>
                    <a:pt x="190" y="9155"/>
                    <a:pt x="107" y="9113"/>
                  </a:cubicBezTo>
                  <a:cubicBezTo>
                    <a:pt x="100" y="9110"/>
                    <a:pt x="94" y="9108"/>
                    <a:pt x="88" y="9108"/>
                  </a:cubicBezTo>
                  <a:cubicBezTo>
                    <a:pt x="47" y="9108"/>
                    <a:pt x="17" y="9176"/>
                    <a:pt x="60" y="9200"/>
                  </a:cubicBezTo>
                  <a:cubicBezTo>
                    <a:pt x="159" y="9256"/>
                    <a:pt x="269" y="9285"/>
                    <a:pt x="382" y="9285"/>
                  </a:cubicBezTo>
                  <a:cubicBezTo>
                    <a:pt x="402" y="9285"/>
                    <a:pt x="422" y="9284"/>
                    <a:pt x="442" y="9282"/>
                  </a:cubicBezTo>
                  <a:cubicBezTo>
                    <a:pt x="508" y="9277"/>
                    <a:pt x="568" y="9257"/>
                    <a:pt x="627" y="9228"/>
                  </a:cubicBezTo>
                  <a:cubicBezTo>
                    <a:pt x="656" y="9214"/>
                    <a:pt x="683" y="9200"/>
                    <a:pt x="707" y="9176"/>
                  </a:cubicBezTo>
                  <a:cubicBezTo>
                    <a:pt x="715" y="9168"/>
                    <a:pt x="725" y="9161"/>
                    <a:pt x="733" y="9153"/>
                  </a:cubicBezTo>
                  <a:cubicBezTo>
                    <a:pt x="830" y="9334"/>
                    <a:pt x="938" y="9511"/>
                    <a:pt x="1028" y="9696"/>
                  </a:cubicBezTo>
                  <a:cubicBezTo>
                    <a:pt x="1137" y="9916"/>
                    <a:pt x="1232" y="10142"/>
                    <a:pt x="1317" y="10372"/>
                  </a:cubicBezTo>
                  <a:cubicBezTo>
                    <a:pt x="1402" y="10606"/>
                    <a:pt x="1477" y="10843"/>
                    <a:pt x="1538" y="11084"/>
                  </a:cubicBezTo>
                  <a:cubicBezTo>
                    <a:pt x="1570" y="11211"/>
                    <a:pt x="1597" y="11338"/>
                    <a:pt x="1626" y="11464"/>
                  </a:cubicBezTo>
                  <a:cubicBezTo>
                    <a:pt x="1594" y="12029"/>
                    <a:pt x="1361" y="22502"/>
                    <a:pt x="1336" y="27150"/>
                  </a:cubicBezTo>
                  <a:cubicBezTo>
                    <a:pt x="1311" y="31762"/>
                    <a:pt x="1304" y="36371"/>
                    <a:pt x="1366" y="40982"/>
                  </a:cubicBezTo>
                  <a:cubicBezTo>
                    <a:pt x="1384" y="42279"/>
                    <a:pt x="1405" y="43576"/>
                    <a:pt x="1432" y="44874"/>
                  </a:cubicBezTo>
                  <a:cubicBezTo>
                    <a:pt x="1445" y="45533"/>
                    <a:pt x="1461" y="46190"/>
                    <a:pt x="1476" y="46849"/>
                  </a:cubicBezTo>
                  <a:cubicBezTo>
                    <a:pt x="1290" y="46852"/>
                    <a:pt x="1103" y="46853"/>
                    <a:pt x="916" y="46854"/>
                  </a:cubicBezTo>
                  <a:cubicBezTo>
                    <a:pt x="724" y="46857"/>
                    <a:pt x="689" y="47155"/>
                    <a:pt x="883" y="47155"/>
                  </a:cubicBezTo>
                  <a:cubicBezTo>
                    <a:pt x="884" y="47155"/>
                    <a:pt x="884" y="47155"/>
                    <a:pt x="884" y="47155"/>
                  </a:cubicBezTo>
                  <a:cubicBezTo>
                    <a:pt x="1083" y="47154"/>
                    <a:pt x="1282" y="47153"/>
                    <a:pt x="1480" y="47151"/>
                  </a:cubicBezTo>
                  <a:lnTo>
                    <a:pt x="1480" y="47151"/>
                  </a:lnTo>
                  <a:cubicBezTo>
                    <a:pt x="1484" y="47703"/>
                    <a:pt x="1474" y="48265"/>
                    <a:pt x="1589" y="48801"/>
                  </a:cubicBezTo>
                  <a:cubicBezTo>
                    <a:pt x="1598" y="48841"/>
                    <a:pt x="1631" y="48861"/>
                    <a:pt x="1663" y="48861"/>
                  </a:cubicBezTo>
                  <a:cubicBezTo>
                    <a:pt x="1697" y="48861"/>
                    <a:pt x="1731" y="48840"/>
                    <a:pt x="1738" y="48797"/>
                  </a:cubicBezTo>
                  <a:cubicBezTo>
                    <a:pt x="1760" y="48657"/>
                    <a:pt x="1789" y="48518"/>
                    <a:pt x="1792" y="48378"/>
                  </a:cubicBezTo>
                  <a:cubicBezTo>
                    <a:pt x="1796" y="48237"/>
                    <a:pt x="1786" y="48094"/>
                    <a:pt x="1782" y="47952"/>
                  </a:cubicBezTo>
                  <a:cubicBezTo>
                    <a:pt x="1775" y="47686"/>
                    <a:pt x="1768" y="47418"/>
                    <a:pt x="1763" y="47150"/>
                  </a:cubicBezTo>
                  <a:cubicBezTo>
                    <a:pt x="14183" y="47050"/>
                    <a:pt x="26604" y="46964"/>
                    <a:pt x="39024" y="46931"/>
                  </a:cubicBezTo>
                  <a:cubicBezTo>
                    <a:pt x="43671" y="46919"/>
                    <a:pt x="48318" y="46912"/>
                    <a:pt x="52964" y="46912"/>
                  </a:cubicBezTo>
                  <a:cubicBezTo>
                    <a:pt x="60909" y="46912"/>
                    <a:pt x="68853" y="46931"/>
                    <a:pt x="76798" y="46967"/>
                  </a:cubicBezTo>
                  <a:cubicBezTo>
                    <a:pt x="80333" y="46984"/>
                    <a:pt x="83867" y="47002"/>
                    <a:pt x="87401" y="47027"/>
                  </a:cubicBezTo>
                  <a:cubicBezTo>
                    <a:pt x="89206" y="47039"/>
                    <a:pt x="91012" y="47051"/>
                    <a:pt x="92817" y="47066"/>
                  </a:cubicBezTo>
                  <a:cubicBezTo>
                    <a:pt x="93853" y="47074"/>
                    <a:pt x="94889" y="47098"/>
                    <a:pt x="95926" y="47098"/>
                  </a:cubicBezTo>
                  <a:cubicBezTo>
                    <a:pt x="96283" y="47098"/>
                    <a:pt x="96641" y="47095"/>
                    <a:pt x="96998" y="47088"/>
                  </a:cubicBezTo>
                  <a:cubicBezTo>
                    <a:pt x="97006" y="47069"/>
                    <a:pt x="97013" y="47053"/>
                    <a:pt x="97020" y="47034"/>
                  </a:cubicBezTo>
                  <a:cubicBezTo>
                    <a:pt x="97046" y="46962"/>
                    <a:pt x="97070" y="46889"/>
                    <a:pt x="97091" y="46815"/>
                  </a:cubicBezTo>
                  <a:cubicBezTo>
                    <a:pt x="97098" y="46789"/>
                    <a:pt x="97105" y="46763"/>
                    <a:pt x="97112" y="46736"/>
                  </a:cubicBezTo>
                  <a:cubicBezTo>
                    <a:pt x="95824" y="46686"/>
                    <a:pt x="94533" y="46702"/>
                    <a:pt x="93246" y="46693"/>
                  </a:cubicBezTo>
                  <a:cubicBezTo>
                    <a:pt x="91633" y="46682"/>
                    <a:pt x="90020" y="46672"/>
                    <a:pt x="88409" y="46662"/>
                  </a:cubicBezTo>
                  <a:cubicBezTo>
                    <a:pt x="85258" y="46643"/>
                    <a:pt x="82108" y="46627"/>
                    <a:pt x="78956" y="46613"/>
                  </a:cubicBezTo>
                  <a:cubicBezTo>
                    <a:pt x="72683" y="46585"/>
                    <a:pt x="66409" y="46569"/>
                    <a:pt x="60136" y="46563"/>
                  </a:cubicBezTo>
                  <a:cubicBezTo>
                    <a:pt x="58631" y="46562"/>
                    <a:pt x="57126" y="46561"/>
                    <a:pt x="55620" y="46561"/>
                  </a:cubicBezTo>
                  <a:cubicBezTo>
                    <a:pt x="44535" y="46561"/>
                    <a:pt x="33449" y="46597"/>
                    <a:pt x="22364" y="46665"/>
                  </a:cubicBezTo>
                  <a:cubicBezTo>
                    <a:pt x="15494" y="46708"/>
                    <a:pt x="8626" y="46765"/>
                    <a:pt x="1758" y="46845"/>
                  </a:cubicBezTo>
                  <a:cubicBezTo>
                    <a:pt x="1746" y="46327"/>
                    <a:pt x="1734" y="45810"/>
                    <a:pt x="1723" y="45291"/>
                  </a:cubicBezTo>
                  <a:cubicBezTo>
                    <a:pt x="1698" y="44123"/>
                    <a:pt x="1675" y="42955"/>
                    <a:pt x="1654" y="41786"/>
                  </a:cubicBezTo>
                  <a:cubicBezTo>
                    <a:pt x="1611" y="39479"/>
                    <a:pt x="1582" y="37170"/>
                    <a:pt x="1564" y="34861"/>
                  </a:cubicBezTo>
                  <a:cubicBezTo>
                    <a:pt x="1527" y="30248"/>
                    <a:pt x="1529" y="25635"/>
                    <a:pt x="1595" y="21022"/>
                  </a:cubicBezTo>
                  <a:cubicBezTo>
                    <a:pt x="1632" y="18422"/>
                    <a:pt x="1704" y="12266"/>
                    <a:pt x="1720" y="11821"/>
                  </a:cubicBezTo>
                  <a:cubicBezTo>
                    <a:pt x="1723" y="11823"/>
                    <a:pt x="1727" y="11823"/>
                    <a:pt x="1730" y="11823"/>
                  </a:cubicBezTo>
                  <a:cubicBezTo>
                    <a:pt x="1737" y="11823"/>
                    <a:pt x="1743" y="11820"/>
                    <a:pt x="1743" y="11809"/>
                  </a:cubicBezTo>
                  <a:cubicBezTo>
                    <a:pt x="1742" y="11765"/>
                    <a:pt x="1740" y="11722"/>
                    <a:pt x="1736" y="11678"/>
                  </a:cubicBezTo>
                  <a:lnTo>
                    <a:pt x="1736" y="11678"/>
                  </a:lnTo>
                  <a:cubicBezTo>
                    <a:pt x="1747" y="11684"/>
                    <a:pt x="1759" y="11687"/>
                    <a:pt x="1771" y="11687"/>
                  </a:cubicBezTo>
                  <a:cubicBezTo>
                    <a:pt x="1791" y="11687"/>
                    <a:pt x="1811" y="11679"/>
                    <a:pt x="1825" y="11663"/>
                  </a:cubicBezTo>
                  <a:cubicBezTo>
                    <a:pt x="2728" y="10645"/>
                    <a:pt x="3296" y="9333"/>
                    <a:pt x="3423" y="7978"/>
                  </a:cubicBezTo>
                  <a:cubicBezTo>
                    <a:pt x="3460" y="7598"/>
                    <a:pt x="3454" y="7219"/>
                    <a:pt x="3425" y="6839"/>
                  </a:cubicBezTo>
                  <a:cubicBezTo>
                    <a:pt x="3423" y="6809"/>
                    <a:pt x="3392" y="6788"/>
                    <a:pt x="3363" y="6788"/>
                  </a:cubicBezTo>
                  <a:cubicBezTo>
                    <a:pt x="3351" y="6788"/>
                    <a:pt x="3338" y="6792"/>
                    <a:pt x="3329" y="6801"/>
                  </a:cubicBezTo>
                  <a:cubicBezTo>
                    <a:pt x="2548" y="7597"/>
                    <a:pt x="2098" y="8638"/>
                    <a:pt x="1858" y="9714"/>
                  </a:cubicBezTo>
                  <a:cubicBezTo>
                    <a:pt x="1855" y="9732"/>
                    <a:pt x="1852" y="9749"/>
                    <a:pt x="1847" y="9767"/>
                  </a:cubicBezTo>
                  <a:cubicBezTo>
                    <a:pt x="1836" y="9384"/>
                    <a:pt x="1812" y="9003"/>
                    <a:pt x="1773" y="8624"/>
                  </a:cubicBezTo>
                  <a:lnTo>
                    <a:pt x="1773" y="8624"/>
                  </a:lnTo>
                  <a:cubicBezTo>
                    <a:pt x="1776" y="8651"/>
                    <a:pt x="1780" y="8676"/>
                    <a:pt x="1786" y="8702"/>
                  </a:cubicBezTo>
                  <a:cubicBezTo>
                    <a:pt x="1788" y="8714"/>
                    <a:pt x="1797" y="8720"/>
                    <a:pt x="1807" y="8720"/>
                  </a:cubicBezTo>
                  <a:cubicBezTo>
                    <a:pt x="1816" y="8720"/>
                    <a:pt x="1826" y="8714"/>
                    <a:pt x="1828" y="8701"/>
                  </a:cubicBezTo>
                  <a:cubicBezTo>
                    <a:pt x="1852" y="8478"/>
                    <a:pt x="1863" y="8253"/>
                    <a:pt x="1897" y="8032"/>
                  </a:cubicBezTo>
                  <a:cubicBezTo>
                    <a:pt x="1930" y="7816"/>
                    <a:pt x="1984" y="7602"/>
                    <a:pt x="2055" y="7394"/>
                  </a:cubicBezTo>
                  <a:cubicBezTo>
                    <a:pt x="2126" y="7187"/>
                    <a:pt x="2217" y="6984"/>
                    <a:pt x="2327" y="6795"/>
                  </a:cubicBezTo>
                  <a:cubicBezTo>
                    <a:pt x="2439" y="6599"/>
                    <a:pt x="2575" y="6419"/>
                    <a:pt x="2687" y="6225"/>
                  </a:cubicBezTo>
                  <a:cubicBezTo>
                    <a:pt x="2694" y="6216"/>
                    <a:pt x="2687" y="6206"/>
                    <a:pt x="2678" y="6206"/>
                  </a:cubicBezTo>
                  <a:cubicBezTo>
                    <a:pt x="2676" y="6206"/>
                    <a:pt x="2673" y="6207"/>
                    <a:pt x="2671" y="6208"/>
                  </a:cubicBezTo>
                  <a:cubicBezTo>
                    <a:pt x="2490" y="6345"/>
                    <a:pt x="2355" y="6538"/>
                    <a:pt x="2239" y="6730"/>
                  </a:cubicBezTo>
                  <a:cubicBezTo>
                    <a:pt x="2122" y="6928"/>
                    <a:pt x="2023" y="7136"/>
                    <a:pt x="1945" y="7352"/>
                  </a:cubicBezTo>
                  <a:cubicBezTo>
                    <a:pt x="1823" y="7695"/>
                    <a:pt x="1732" y="8083"/>
                    <a:pt x="1753" y="8455"/>
                  </a:cubicBezTo>
                  <a:cubicBezTo>
                    <a:pt x="1741" y="8343"/>
                    <a:pt x="1725" y="8230"/>
                    <a:pt x="1710" y="8118"/>
                  </a:cubicBezTo>
                  <a:lnTo>
                    <a:pt x="1710" y="8118"/>
                  </a:lnTo>
                  <a:cubicBezTo>
                    <a:pt x="1715" y="8125"/>
                    <a:pt x="1719" y="8132"/>
                    <a:pt x="1724" y="8140"/>
                  </a:cubicBezTo>
                  <a:cubicBezTo>
                    <a:pt x="1726" y="8142"/>
                    <a:pt x="1727" y="8143"/>
                    <a:pt x="1729" y="8143"/>
                  </a:cubicBezTo>
                  <a:cubicBezTo>
                    <a:pt x="1732" y="8143"/>
                    <a:pt x="1736" y="8139"/>
                    <a:pt x="1736" y="8136"/>
                  </a:cubicBezTo>
                  <a:cubicBezTo>
                    <a:pt x="1752" y="8004"/>
                    <a:pt x="1708" y="7868"/>
                    <a:pt x="1691" y="7737"/>
                  </a:cubicBezTo>
                  <a:cubicBezTo>
                    <a:pt x="1674" y="7592"/>
                    <a:pt x="1666" y="7446"/>
                    <a:pt x="1668" y="7301"/>
                  </a:cubicBezTo>
                  <a:cubicBezTo>
                    <a:pt x="1672" y="7017"/>
                    <a:pt x="1712" y="6732"/>
                    <a:pt x="1775" y="6456"/>
                  </a:cubicBezTo>
                  <a:cubicBezTo>
                    <a:pt x="1902" y="5897"/>
                    <a:pt x="2138" y="5367"/>
                    <a:pt x="2406" y="4862"/>
                  </a:cubicBezTo>
                  <a:cubicBezTo>
                    <a:pt x="2528" y="4631"/>
                    <a:pt x="2659" y="4406"/>
                    <a:pt x="2778" y="4173"/>
                  </a:cubicBezTo>
                  <a:cubicBezTo>
                    <a:pt x="2786" y="4168"/>
                    <a:pt x="2795" y="4163"/>
                    <a:pt x="2805" y="4155"/>
                  </a:cubicBezTo>
                  <a:cubicBezTo>
                    <a:pt x="2808" y="4160"/>
                    <a:pt x="2816" y="4165"/>
                    <a:pt x="2823" y="4166"/>
                  </a:cubicBezTo>
                  <a:cubicBezTo>
                    <a:pt x="2827" y="4166"/>
                    <a:pt x="2830" y="4167"/>
                    <a:pt x="2834" y="4167"/>
                  </a:cubicBezTo>
                  <a:cubicBezTo>
                    <a:pt x="2845" y="4167"/>
                    <a:pt x="2855" y="4164"/>
                    <a:pt x="2869" y="4161"/>
                  </a:cubicBezTo>
                  <a:cubicBezTo>
                    <a:pt x="2883" y="4160"/>
                    <a:pt x="2894" y="4160"/>
                    <a:pt x="2907" y="4157"/>
                  </a:cubicBezTo>
                  <a:cubicBezTo>
                    <a:pt x="2938" y="4150"/>
                    <a:pt x="2966" y="4139"/>
                    <a:pt x="2995" y="4130"/>
                  </a:cubicBezTo>
                  <a:cubicBezTo>
                    <a:pt x="3053" y="4110"/>
                    <a:pt x="3110" y="4089"/>
                    <a:pt x="3167" y="4066"/>
                  </a:cubicBezTo>
                  <a:cubicBezTo>
                    <a:pt x="3223" y="4042"/>
                    <a:pt x="3281" y="4022"/>
                    <a:pt x="3335" y="3994"/>
                  </a:cubicBezTo>
                  <a:cubicBezTo>
                    <a:pt x="3363" y="3980"/>
                    <a:pt x="3390" y="3967"/>
                    <a:pt x="3417" y="3952"/>
                  </a:cubicBezTo>
                  <a:cubicBezTo>
                    <a:pt x="3444" y="3936"/>
                    <a:pt x="3467" y="3915"/>
                    <a:pt x="3495" y="3902"/>
                  </a:cubicBezTo>
                  <a:cubicBezTo>
                    <a:pt x="3509" y="3896"/>
                    <a:pt x="3504" y="3873"/>
                    <a:pt x="3491" y="3873"/>
                  </a:cubicBezTo>
                  <a:cubicBezTo>
                    <a:pt x="3489" y="3873"/>
                    <a:pt x="3488" y="3873"/>
                    <a:pt x="3487" y="3874"/>
                  </a:cubicBezTo>
                  <a:cubicBezTo>
                    <a:pt x="3456" y="3880"/>
                    <a:pt x="3428" y="3880"/>
                    <a:pt x="3398" y="3887"/>
                  </a:cubicBezTo>
                  <a:cubicBezTo>
                    <a:pt x="3367" y="3892"/>
                    <a:pt x="3339" y="3901"/>
                    <a:pt x="3310" y="3909"/>
                  </a:cubicBezTo>
                  <a:cubicBezTo>
                    <a:pt x="3250" y="3925"/>
                    <a:pt x="3189" y="3947"/>
                    <a:pt x="3130" y="3968"/>
                  </a:cubicBezTo>
                  <a:cubicBezTo>
                    <a:pt x="3072" y="3987"/>
                    <a:pt x="3015" y="4011"/>
                    <a:pt x="2957" y="4033"/>
                  </a:cubicBezTo>
                  <a:lnTo>
                    <a:pt x="2924" y="4045"/>
                  </a:lnTo>
                  <a:cubicBezTo>
                    <a:pt x="2968" y="3998"/>
                    <a:pt x="3008" y="3947"/>
                    <a:pt x="3048" y="3898"/>
                  </a:cubicBezTo>
                  <a:cubicBezTo>
                    <a:pt x="3092" y="3842"/>
                    <a:pt x="3130" y="3784"/>
                    <a:pt x="3167" y="3723"/>
                  </a:cubicBezTo>
                  <a:cubicBezTo>
                    <a:pt x="3186" y="3694"/>
                    <a:pt x="3207" y="3662"/>
                    <a:pt x="3222" y="3629"/>
                  </a:cubicBezTo>
                  <a:cubicBezTo>
                    <a:pt x="3237" y="3596"/>
                    <a:pt x="3251" y="3563"/>
                    <a:pt x="3266" y="3530"/>
                  </a:cubicBezTo>
                  <a:cubicBezTo>
                    <a:pt x="3271" y="3521"/>
                    <a:pt x="3262" y="3513"/>
                    <a:pt x="3253" y="3513"/>
                  </a:cubicBezTo>
                  <a:cubicBezTo>
                    <a:pt x="3249" y="3513"/>
                    <a:pt x="3245" y="3514"/>
                    <a:pt x="3242" y="3518"/>
                  </a:cubicBezTo>
                  <a:cubicBezTo>
                    <a:pt x="3200" y="3572"/>
                    <a:pt x="3154" y="3623"/>
                    <a:pt x="3112" y="3677"/>
                  </a:cubicBezTo>
                  <a:cubicBezTo>
                    <a:pt x="3069" y="3732"/>
                    <a:pt x="3022" y="3787"/>
                    <a:pt x="2979" y="3842"/>
                  </a:cubicBezTo>
                  <a:cubicBezTo>
                    <a:pt x="2940" y="3890"/>
                    <a:pt x="2899" y="3937"/>
                    <a:pt x="2858" y="3984"/>
                  </a:cubicBezTo>
                  <a:cubicBezTo>
                    <a:pt x="2854" y="3980"/>
                    <a:pt x="2850" y="3978"/>
                    <a:pt x="2845" y="3978"/>
                  </a:cubicBezTo>
                  <a:cubicBezTo>
                    <a:pt x="2843" y="3978"/>
                    <a:pt x="2840" y="3979"/>
                    <a:pt x="2838" y="3980"/>
                  </a:cubicBezTo>
                  <a:cubicBezTo>
                    <a:pt x="2856" y="3956"/>
                    <a:pt x="2871" y="3929"/>
                    <a:pt x="2885" y="3902"/>
                  </a:cubicBezTo>
                  <a:cubicBezTo>
                    <a:pt x="2913" y="3850"/>
                    <a:pt x="2935" y="3792"/>
                    <a:pt x="2955" y="3738"/>
                  </a:cubicBezTo>
                  <a:cubicBezTo>
                    <a:pt x="2976" y="3682"/>
                    <a:pt x="2994" y="3624"/>
                    <a:pt x="3008" y="3566"/>
                  </a:cubicBezTo>
                  <a:cubicBezTo>
                    <a:pt x="3015" y="3537"/>
                    <a:pt x="3022" y="3508"/>
                    <a:pt x="3025" y="3479"/>
                  </a:cubicBezTo>
                  <a:cubicBezTo>
                    <a:pt x="3025" y="3452"/>
                    <a:pt x="3022" y="3425"/>
                    <a:pt x="3021" y="3397"/>
                  </a:cubicBezTo>
                  <a:cubicBezTo>
                    <a:pt x="3021" y="3388"/>
                    <a:pt x="3015" y="3384"/>
                    <a:pt x="3008" y="3384"/>
                  </a:cubicBezTo>
                  <a:cubicBezTo>
                    <a:pt x="3001" y="3384"/>
                    <a:pt x="2994" y="3387"/>
                    <a:pt x="2992" y="3394"/>
                  </a:cubicBezTo>
                  <a:cubicBezTo>
                    <a:pt x="2979" y="3420"/>
                    <a:pt x="2962" y="3447"/>
                    <a:pt x="2951" y="3474"/>
                  </a:cubicBezTo>
                  <a:cubicBezTo>
                    <a:pt x="2942" y="3497"/>
                    <a:pt x="2937" y="3523"/>
                    <a:pt x="2928" y="3548"/>
                  </a:cubicBezTo>
                  <a:cubicBezTo>
                    <a:pt x="2910" y="3600"/>
                    <a:pt x="2893" y="3654"/>
                    <a:pt x="2872" y="3706"/>
                  </a:cubicBezTo>
                  <a:cubicBezTo>
                    <a:pt x="2851" y="3758"/>
                    <a:pt x="2828" y="3809"/>
                    <a:pt x="2806" y="3859"/>
                  </a:cubicBezTo>
                  <a:cubicBezTo>
                    <a:pt x="2785" y="3908"/>
                    <a:pt x="2758" y="3962"/>
                    <a:pt x="2759" y="4013"/>
                  </a:cubicBezTo>
                  <a:cubicBezTo>
                    <a:pt x="2759" y="4023"/>
                    <a:pt x="2768" y="4035"/>
                    <a:pt x="2778" y="4035"/>
                  </a:cubicBezTo>
                  <a:cubicBezTo>
                    <a:pt x="2781" y="4035"/>
                    <a:pt x="2783" y="4034"/>
                    <a:pt x="2785" y="4033"/>
                  </a:cubicBezTo>
                  <a:cubicBezTo>
                    <a:pt x="2801" y="4024"/>
                    <a:pt x="2813" y="4012"/>
                    <a:pt x="2825" y="4000"/>
                  </a:cubicBezTo>
                  <a:lnTo>
                    <a:pt x="2825" y="4000"/>
                  </a:lnTo>
                  <a:cubicBezTo>
                    <a:pt x="2803" y="4033"/>
                    <a:pt x="2781" y="4064"/>
                    <a:pt x="2759" y="4097"/>
                  </a:cubicBezTo>
                  <a:cubicBezTo>
                    <a:pt x="2748" y="4085"/>
                    <a:pt x="2737" y="4074"/>
                    <a:pt x="2728" y="4061"/>
                  </a:cubicBezTo>
                  <a:cubicBezTo>
                    <a:pt x="2719" y="4050"/>
                    <a:pt x="2713" y="4040"/>
                    <a:pt x="2704" y="4029"/>
                  </a:cubicBezTo>
                  <a:cubicBezTo>
                    <a:pt x="2713" y="4012"/>
                    <a:pt x="2718" y="3994"/>
                    <a:pt x="2724" y="3979"/>
                  </a:cubicBezTo>
                  <a:cubicBezTo>
                    <a:pt x="2740" y="3931"/>
                    <a:pt x="2752" y="3881"/>
                    <a:pt x="2764" y="3831"/>
                  </a:cubicBezTo>
                  <a:cubicBezTo>
                    <a:pt x="2789" y="3733"/>
                    <a:pt x="2805" y="3634"/>
                    <a:pt x="2803" y="3534"/>
                  </a:cubicBezTo>
                  <a:cubicBezTo>
                    <a:pt x="2803" y="3518"/>
                    <a:pt x="2796" y="3503"/>
                    <a:pt x="2781" y="3495"/>
                  </a:cubicBezTo>
                  <a:cubicBezTo>
                    <a:pt x="2780" y="3484"/>
                    <a:pt x="2779" y="3473"/>
                    <a:pt x="2775" y="3462"/>
                  </a:cubicBezTo>
                  <a:cubicBezTo>
                    <a:pt x="2775" y="3456"/>
                    <a:pt x="2769" y="3453"/>
                    <a:pt x="2764" y="3453"/>
                  </a:cubicBezTo>
                  <a:cubicBezTo>
                    <a:pt x="2760" y="3453"/>
                    <a:pt x="2757" y="3454"/>
                    <a:pt x="2756" y="3459"/>
                  </a:cubicBezTo>
                  <a:cubicBezTo>
                    <a:pt x="2752" y="3470"/>
                    <a:pt x="2750" y="3481"/>
                    <a:pt x="2746" y="3492"/>
                  </a:cubicBezTo>
                  <a:cubicBezTo>
                    <a:pt x="2730" y="3497"/>
                    <a:pt x="2723" y="3509"/>
                    <a:pt x="2718" y="3526"/>
                  </a:cubicBezTo>
                  <a:cubicBezTo>
                    <a:pt x="2701" y="3619"/>
                    <a:pt x="2686" y="3714"/>
                    <a:pt x="2663" y="3808"/>
                  </a:cubicBezTo>
                  <a:cubicBezTo>
                    <a:pt x="2653" y="3846"/>
                    <a:pt x="2642" y="3882"/>
                    <a:pt x="2631" y="3920"/>
                  </a:cubicBezTo>
                  <a:cubicBezTo>
                    <a:pt x="2624" y="3904"/>
                    <a:pt x="2614" y="3891"/>
                    <a:pt x="2607" y="3875"/>
                  </a:cubicBezTo>
                  <a:cubicBezTo>
                    <a:pt x="2567" y="3787"/>
                    <a:pt x="2550" y="3684"/>
                    <a:pt x="2559" y="3588"/>
                  </a:cubicBezTo>
                  <a:cubicBezTo>
                    <a:pt x="2561" y="3560"/>
                    <a:pt x="2542" y="3546"/>
                    <a:pt x="2522" y="3546"/>
                  </a:cubicBezTo>
                  <a:cubicBezTo>
                    <a:pt x="2505" y="3546"/>
                    <a:pt x="2486" y="3557"/>
                    <a:pt x="2481" y="3579"/>
                  </a:cubicBezTo>
                  <a:cubicBezTo>
                    <a:pt x="2454" y="3695"/>
                    <a:pt x="2470" y="3809"/>
                    <a:pt x="2516" y="3915"/>
                  </a:cubicBezTo>
                  <a:cubicBezTo>
                    <a:pt x="2538" y="3967"/>
                    <a:pt x="2567" y="4022"/>
                    <a:pt x="2605" y="4060"/>
                  </a:cubicBezTo>
                  <a:lnTo>
                    <a:pt x="2607" y="4061"/>
                  </a:lnTo>
                  <a:cubicBezTo>
                    <a:pt x="2608" y="4067"/>
                    <a:pt x="2610" y="4072"/>
                    <a:pt x="2613" y="4077"/>
                  </a:cubicBezTo>
                  <a:cubicBezTo>
                    <a:pt x="2618" y="4086"/>
                    <a:pt x="2626" y="4092"/>
                    <a:pt x="2635" y="4092"/>
                  </a:cubicBezTo>
                  <a:cubicBezTo>
                    <a:pt x="2637" y="4092"/>
                    <a:pt x="2639" y="4091"/>
                    <a:pt x="2640" y="4091"/>
                  </a:cubicBezTo>
                  <a:cubicBezTo>
                    <a:pt x="2666" y="4114"/>
                    <a:pt x="2695" y="4133"/>
                    <a:pt x="2726" y="4145"/>
                  </a:cubicBezTo>
                  <a:cubicBezTo>
                    <a:pt x="2440" y="4580"/>
                    <a:pt x="2197" y="5052"/>
                    <a:pt x="1993" y="5530"/>
                  </a:cubicBezTo>
                  <a:cubicBezTo>
                    <a:pt x="1765" y="6066"/>
                    <a:pt x="1605" y="6637"/>
                    <a:pt x="1588" y="7220"/>
                  </a:cubicBezTo>
                  <a:cubicBezTo>
                    <a:pt x="1587" y="7262"/>
                    <a:pt x="1587" y="7301"/>
                    <a:pt x="1587" y="7342"/>
                  </a:cubicBezTo>
                  <a:cubicBezTo>
                    <a:pt x="1565" y="7225"/>
                    <a:pt x="1543" y="7110"/>
                    <a:pt x="1518" y="6995"/>
                  </a:cubicBezTo>
                  <a:cubicBezTo>
                    <a:pt x="1539" y="6782"/>
                    <a:pt x="1529" y="6566"/>
                    <a:pt x="1531" y="6352"/>
                  </a:cubicBezTo>
                  <a:cubicBezTo>
                    <a:pt x="1533" y="6104"/>
                    <a:pt x="1538" y="5854"/>
                    <a:pt x="1543" y="5606"/>
                  </a:cubicBezTo>
                  <a:cubicBezTo>
                    <a:pt x="1554" y="5106"/>
                    <a:pt x="1571" y="4605"/>
                    <a:pt x="1599" y="4107"/>
                  </a:cubicBezTo>
                  <a:cubicBezTo>
                    <a:pt x="1627" y="3619"/>
                    <a:pt x="1671" y="3132"/>
                    <a:pt x="1765" y="2653"/>
                  </a:cubicBezTo>
                  <a:cubicBezTo>
                    <a:pt x="1852" y="2217"/>
                    <a:pt x="1985" y="1789"/>
                    <a:pt x="2159" y="1381"/>
                  </a:cubicBezTo>
                  <a:cubicBezTo>
                    <a:pt x="2334" y="971"/>
                    <a:pt x="2550" y="582"/>
                    <a:pt x="2805" y="219"/>
                  </a:cubicBezTo>
                  <a:lnTo>
                    <a:pt x="2805" y="219"/>
                  </a:lnTo>
                  <a:cubicBezTo>
                    <a:pt x="2783" y="769"/>
                    <a:pt x="2770" y="1323"/>
                    <a:pt x="2724" y="1872"/>
                  </a:cubicBezTo>
                  <a:cubicBezTo>
                    <a:pt x="2698" y="2164"/>
                    <a:pt x="2651" y="2453"/>
                    <a:pt x="2548" y="2728"/>
                  </a:cubicBezTo>
                  <a:cubicBezTo>
                    <a:pt x="2451" y="2985"/>
                    <a:pt x="2316" y="3224"/>
                    <a:pt x="2163" y="3451"/>
                  </a:cubicBezTo>
                  <a:cubicBezTo>
                    <a:pt x="2029" y="3646"/>
                    <a:pt x="1884" y="3833"/>
                    <a:pt x="1735" y="4019"/>
                  </a:cubicBezTo>
                  <a:cubicBezTo>
                    <a:pt x="1889" y="3270"/>
                    <a:pt x="2142" y="2551"/>
                    <a:pt x="2459" y="1854"/>
                  </a:cubicBezTo>
                  <a:cubicBezTo>
                    <a:pt x="2475" y="1819"/>
                    <a:pt x="2445" y="1793"/>
                    <a:pt x="2415" y="1793"/>
                  </a:cubicBezTo>
                  <a:cubicBezTo>
                    <a:pt x="2399" y="1793"/>
                    <a:pt x="2382" y="1801"/>
                    <a:pt x="2372" y="1820"/>
                  </a:cubicBezTo>
                  <a:cubicBezTo>
                    <a:pt x="1999" y="2567"/>
                    <a:pt x="1751" y="3381"/>
                    <a:pt x="1598" y="4199"/>
                  </a:cubicBezTo>
                  <a:cubicBezTo>
                    <a:pt x="1592" y="4231"/>
                    <a:pt x="1619" y="4250"/>
                    <a:pt x="1646" y="4250"/>
                  </a:cubicBezTo>
                  <a:cubicBezTo>
                    <a:pt x="1661" y="4250"/>
                    <a:pt x="1676" y="4245"/>
                    <a:pt x="1686" y="4233"/>
                  </a:cubicBezTo>
                  <a:cubicBezTo>
                    <a:pt x="2031" y="3810"/>
                    <a:pt x="2380" y="3380"/>
                    <a:pt x="2596" y="2874"/>
                  </a:cubicBezTo>
                  <a:cubicBezTo>
                    <a:pt x="2830" y="2322"/>
                    <a:pt x="2835" y="1718"/>
                    <a:pt x="2861" y="1129"/>
                  </a:cubicBezTo>
                  <a:cubicBezTo>
                    <a:pt x="2877" y="772"/>
                    <a:pt x="2894" y="414"/>
                    <a:pt x="2910" y="58"/>
                  </a:cubicBezTo>
                  <a:cubicBezTo>
                    <a:pt x="2912" y="25"/>
                    <a:pt x="2885" y="1"/>
                    <a:pt x="285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182;p19"/>
            <p:cNvSpPr/>
            <p:nvPr/>
          </p:nvSpPr>
          <p:spPr>
            <a:xfrm>
              <a:off x="204120" y="689760"/>
              <a:ext cx="143640" cy="41040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1717" h="4878">
                  <a:moveTo>
                    <a:pt x="649" y="829"/>
                  </a:moveTo>
                  <a:lnTo>
                    <a:pt x="649" y="829"/>
                  </a:lnTo>
                  <a:cubicBezTo>
                    <a:pt x="643" y="833"/>
                    <a:pt x="637" y="840"/>
                    <a:pt x="634" y="851"/>
                  </a:cubicBezTo>
                  <a:cubicBezTo>
                    <a:pt x="624" y="853"/>
                    <a:pt x="616" y="854"/>
                    <a:pt x="606" y="855"/>
                  </a:cubicBezTo>
                  <a:cubicBezTo>
                    <a:pt x="605" y="849"/>
                    <a:pt x="604" y="843"/>
                    <a:pt x="602" y="836"/>
                  </a:cubicBezTo>
                  <a:cubicBezTo>
                    <a:pt x="618" y="836"/>
                    <a:pt x="635" y="834"/>
                    <a:pt x="649" y="829"/>
                  </a:cubicBezTo>
                  <a:close/>
                  <a:moveTo>
                    <a:pt x="624" y="963"/>
                  </a:moveTo>
                  <a:cubicBezTo>
                    <a:pt x="626" y="964"/>
                    <a:pt x="627" y="965"/>
                    <a:pt x="627" y="966"/>
                  </a:cubicBezTo>
                  <a:cubicBezTo>
                    <a:pt x="623" y="966"/>
                    <a:pt x="618" y="965"/>
                    <a:pt x="614" y="965"/>
                  </a:cubicBezTo>
                  <a:cubicBezTo>
                    <a:pt x="617" y="965"/>
                    <a:pt x="621" y="964"/>
                    <a:pt x="624" y="963"/>
                  </a:cubicBezTo>
                  <a:close/>
                  <a:moveTo>
                    <a:pt x="566" y="0"/>
                  </a:moveTo>
                  <a:cubicBezTo>
                    <a:pt x="562" y="0"/>
                    <a:pt x="557" y="3"/>
                    <a:pt x="556" y="10"/>
                  </a:cubicBezTo>
                  <a:cubicBezTo>
                    <a:pt x="550" y="47"/>
                    <a:pt x="549" y="85"/>
                    <a:pt x="540" y="122"/>
                  </a:cubicBezTo>
                  <a:cubicBezTo>
                    <a:pt x="534" y="151"/>
                    <a:pt x="531" y="179"/>
                    <a:pt x="530" y="207"/>
                  </a:cubicBezTo>
                  <a:cubicBezTo>
                    <a:pt x="528" y="275"/>
                    <a:pt x="530" y="346"/>
                    <a:pt x="532" y="413"/>
                  </a:cubicBezTo>
                  <a:cubicBezTo>
                    <a:pt x="535" y="481"/>
                    <a:pt x="538" y="547"/>
                    <a:pt x="544" y="614"/>
                  </a:cubicBezTo>
                  <a:cubicBezTo>
                    <a:pt x="545" y="637"/>
                    <a:pt x="546" y="659"/>
                    <a:pt x="550" y="682"/>
                  </a:cubicBezTo>
                  <a:cubicBezTo>
                    <a:pt x="532" y="632"/>
                    <a:pt x="511" y="583"/>
                    <a:pt x="492" y="533"/>
                  </a:cubicBezTo>
                  <a:cubicBezTo>
                    <a:pt x="453" y="421"/>
                    <a:pt x="426" y="303"/>
                    <a:pt x="397" y="186"/>
                  </a:cubicBezTo>
                  <a:cubicBezTo>
                    <a:pt x="392" y="167"/>
                    <a:pt x="374" y="156"/>
                    <a:pt x="356" y="156"/>
                  </a:cubicBezTo>
                  <a:cubicBezTo>
                    <a:pt x="339" y="156"/>
                    <a:pt x="323" y="167"/>
                    <a:pt x="321" y="190"/>
                  </a:cubicBezTo>
                  <a:cubicBezTo>
                    <a:pt x="310" y="323"/>
                    <a:pt x="337" y="446"/>
                    <a:pt x="380" y="572"/>
                  </a:cubicBezTo>
                  <a:cubicBezTo>
                    <a:pt x="398" y="625"/>
                    <a:pt x="420" y="675"/>
                    <a:pt x="446" y="723"/>
                  </a:cubicBezTo>
                  <a:cubicBezTo>
                    <a:pt x="419" y="712"/>
                    <a:pt x="392" y="698"/>
                    <a:pt x="368" y="685"/>
                  </a:cubicBezTo>
                  <a:cubicBezTo>
                    <a:pt x="276" y="634"/>
                    <a:pt x="196" y="560"/>
                    <a:pt x="133" y="476"/>
                  </a:cubicBezTo>
                  <a:cubicBezTo>
                    <a:pt x="127" y="468"/>
                    <a:pt x="119" y="465"/>
                    <a:pt x="111" y="465"/>
                  </a:cubicBezTo>
                  <a:cubicBezTo>
                    <a:pt x="91" y="465"/>
                    <a:pt x="71" y="486"/>
                    <a:pt x="83" y="508"/>
                  </a:cubicBezTo>
                  <a:cubicBezTo>
                    <a:pt x="139" y="610"/>
                    <a:pt x="223" y="695"/>
                    <a:pt x="326" y="753"/>
                  </a:cubicBezTo>
                  <a:cubicBezTo>
                    <a:pt x="379" y="784"/>
                    <a:pt x="431" y="806"/>
                    <a:pt x="489" y="819"/>
                  </a:cubicBezTo>
                  <a:cubicBezTo>
                    <a:pt x="498" y="822"/>
                    <a:pt x="509" y="823"/>
                    <a:pt x="519" y="827"/>
                  </a:cubicBezTo>
                  <a:cubicBezTo>
                    <a:pt x="527" y="838"/>
                    <a:pt x="535" y="849"/>
                    <a:pt x="545" y="860"/>
                  </a:cubicBezTo>
                  <a:cubicBezTo>
                    <a:pt x="515" y="861"/>
                    <a:pt x="485" y="863"/>
                    <a:pt x="456" y="863"/>
                  </a:cubicBezTo>
                  <a:cubicBezTo>
                    <a:pt x="440" y="863"/>
                    <a:pt x="423" y="862"/>
                    <a:pt x="407" y="861"/>
                  </a:cubicBezTo>
                  <a:cubicBezTo>
                    <a:pt x="344" y="856"/>
                    <a:pt x="288" y="841"/>
                    <a:pt x="229" y="824"/>
                  </a:cubicBezTo>
                  <a:cubicBezTo>
                    <a:pt x="200" y="817"/>
                    <a:pt x="171" y="808"/>
                    <a:pt x="143" y="796"/>
                  </a:cubicBezTo>
                  <a:cubicBezTo>
                    <a:pt x="108" y="783"/>
                    <a:pt x="89" y="779"/>
                    <a:pt x="57" y="767"/>
                  </a:cubicBezTo>
                  <a:cubicBezTo>
                    <a:pt x="54" y="766"/>
                    <a:pt x="50" y="765"/>
                    <a:pt x="47" y="765"/>
                  </a:cubicBezTo>
                  <a:cubicBezTo>
                    <a:pt x="22" y="765"/>
                    <a:pt x="1" y="796"/>
                    <a:pt x="20" y="817"/>
                  </a:cubicBezTo>
                  <a:cubicBezTo>
                    <a:pt x="44" y="841"/>
                    <a:pt x="63" y="866"/>
                    <a:pt x="94" y="884"/>
                  </a:cubicBezTo>
                  <a:cubicBezTo>
                    <a:pt x="124" y="903"/>
                    <a:pt x="156" y="921"/>
                    <a:pt x="190" y="936"/>
                  </a:cubicBezTo>
                  <a:cubicBezTo>
                    <a:pt x="255" y="964"/>
                    <a:pt x="331" y="976"/>
                    <a:pt x="399" y="981"/>
                  </a:cubicBezTo>
                  <a:cubicBezTo>
                    <a:pt x="416" y="983"/>
                    <a:pt x="432" y="984"/>
                    <a:pt x="449" y="984"/>
                  </a:cubicBezTo>
                  <a:cubicBezTo>
                    <a:pt x="463" y="984"/>
                    <a:pt x="476" y="984"/>
                    <a:pt x="490" y="983"/>
                  </a:cubicBezTo>
                  <a:lnTo>
                    <a:pt x="490" y="983"/>
                  </a:lnTo>
                  <a:cubicBezTo>
                    <a:pt x="487" y="991"/>
                    <a:pt x="487" y="999"/>
                    <a:pt x="491" y="1008"/>
                  </a:cubicBezTo>
                  <a:cubicBezTo>
                    <a:pt x="506" y="1043"/>
                    <a:pt x="550" y="1057"/>
                    <a:pt x="584" y="1070"/>
                  </a:cubicBezTo>
                  <a:cubicBezTo>
                    <a:pt x="606" y="1079"/>
                    <a:pt x="627" y="1087"/>
                    <a:pt x="649" y="1095"/>
                  </a:cubicBezTo>
                  <a:cubicBezTo>
                    <a:pt x="655" y="1149"/>
                    <a:pt x="662" y="1200"/>
                    <a:pt x="670" y="1249"/>
                  </a:cubicBezTo>
                  <a:cubicBezTo>
                    <a:pt x="688" y="1383"/>
                    <a:pt x="706" y="1520"/>
                    <a:pt x="727" y="1655"/>
                  </a:cubicBezTo>
                  <a:cubicBezTo>
                    <a:pt x="770" y="1924"/>
                    <a:pt x="821" y="2191"/>
                    <a:pt x="880" y="2457"/>
                  </a:cubicBezTo>
                  <a:cubicBezTo>
                    <a:pt x="997" y="2985"/>
                    <a:pt x="1146" y="3505"/>
                    <a:pt x="1323" y="4016"/>
                  </a:cubicBezTo>
                  <a:cubicBezTo>
                    <a:pt x="1423" y="4305"/>
                    <a:pt x="1527" y="4594"/>
                    <a:pt x="1673" y="4865"/>
                  </a:cubicBezTo>
                  <a:cubicBezTo>
                    <a:pt x="1678" y="4873"/>
                    <a:pt x="1685" y="4877"/>
                    <a:pt x="1692" y="4877"/>
                  </a:cubicBezTo>
                  <a:cubicBezTo>
                    <a:pt x="1705" y="4877"/>
                    <a:pt x="1717" y="4864"/>
                    <a:pt x="1711" y="4847"/>
                  </a:cubicBezTo>
                  <a:cubicBezTo>
                    <a:pt x="1633" y="4590"/>
                    <a:pt x="1532" y="4341"/>
                    <a:pt x="1442" y="4087"/>
                  </a:cubicBezTo>
                  <a:cubicBezTo>
                    <a:pt x="1352" y="3829"/>
                    <a:pt x="1270" y="3569"/>
                    <a:pt x="1194" y="3307"/>
                  </a:cubicBezTo>
                  <a:cubicBezTo>
                    <a:pt x="1047" y="2795"/>
                    <a:pt x="930" y="2276"/>
                    <a:pt x="840" y="1751"/>
                  </a:cubicBezTo>
                  <a:cubicBezTo>
                    <a:pt x="815" y="1605"/>
                    <a:pt x="792" y="1458"/>
                    <a:pt x="771" y="1310"/>
                  </a:cubicBezTo>
                  <a:cubicBezTo>
                    <a:pt x="761" y="1245"/>
                    <a:pt x="756" y="1178"/>
                    <a:pt x="749" y="1111"/>
                  </a:cubicBezTo>
                  <a:lnTo>
                    <a:pt x="749" y="1111"/>
                  </a:lnTo>
                  <a:cubicBezTo>
                    <a:pt x="753" y="1111"/>
                    <a:pt x="758" y="1111"/>
                    <a:pt x="762" y="1111"/>
                  </a:cubicBezTo>
                  <a:cubicBezTo>
                    <a:pt x="817" y="1111"/>
                    <a:pt x="872" y="1104"/>
                    <a:pt x="924" y="1089"/>
                  </a:cubicBezTo>
                  <a:cubicBezTo>
                    <a:pt x="1001" y="1067"/>
                    <a:pt x="1065" y="1034"/>
                    <a:pt x="1129" y="986"/>
                  </a:cubicBezTo>
                  <a:cubicBezTo>
                    <a:pt x="1160" y="963"/>
                    <a:pt x="1177" y="933"/>
                    <a:pt x="1204" y="906"/>
                  </a:cubicBezTo>
                  <a:cubicBezTo>
                    <a:pt x="1230" y="877"/>
                    <a:pt x="1249" y="845"/>
                    <a:pt x="1272" y="815"/>
                  </a:cubicBezTo>
                  <a:cubicBezTo>
                    <a:pt x="1280" y="804"/>
                    <a:pt x="1271" y="793"/>
                    <a:pt x="1261" y="793"/>
                  </a:cubicBezTo>
                  <a:cubicBezTo>
                    <a:pt x="1257" y="793"/>
                    <a:pt x="1253" y="794"/>
                    <a:pt x="1250" y="798"/>
                  </a:cubicBezTo>
                  <a:cubicBezTo>
                    <a:pt x="1230" y="820"/>
                    <a:pt x="1204" y="836"/>
                    <a:pt x="1179" y="853"/>
                  </a:cubicBezTo>
                  <a:cubicBezTo>
                    <a:pt x="1168" y="861"/>
                    <a:pt x="1154" y="872"/>
                    <a:pt x="1142" y="876"/>
                  </a:cubicBezTo>
                  <a:cubicBezTo>
                    <a:pt x="1128" y="880"/>
                    <a:pt x="1116" y="880"/>
                    <a:pt x="1101" y="887"/>
                  </a:cubicBezTo>
                  <a:cubicBezTo>
                    <a:pt x="1054" y="908"/>
                    <a:pt x="1007" y="924"/>
                    <a:pt x="958" y="939"/>
                  </a:cubicBezTo>
                  <a:cubicBezTo>
                    <a:pt x="919" y="950"/>
                    <a:pt x="880" y="955"/>
                    <a:pt x="841" y="961"/>
                  </a:cubicBezTo>
                  <a:cubicBezTo>
                    <a:pt x="939" y="925"/>
                    <a:pt x="1029" y="860"/>
                    <a:pt x="1099" y="787"/>
                  </a:cubicBezTo>
                  <a:cubicBezTo>
                    <a:pt x="1146" y="739"/>
                    <a:pt x="1188" y="686"/>
                    <a:pt x="1222" y="630"/>
                  </a:cubicBezTo>
                  <a:cubicBezTo>
                    <a:pt x="1259" y="573"/>
                    <a:pt x="1276" y="505"/>
                    <a:pt x="1292" y="439"/>
                  </a:cubicBezTo>
                  <a:cubicBezTo>
                    <a:pt x="1297" y="417"/>
                    <a:pt x="1276" y="394"/>
                    <a:pt x="1255" y="388"/>
                  </a:cubicBezTo>
                  <a:cubicBezTo>
                    <a:pt x="1251" y="388"/>
                    <a:pt x="1248" y="387"/>
                    <a:pt x="1244" y="387"/>
                  </a:cubicBezTo>
                  <a:cubicBezTo>
                    <a:pt x="1225" y="387"/>
                    <a:pt x="1210" y="398"/>
                    <a:pt x="1200" y="416"/>
                  </a:cubicBezTo>
                  <a:cubicBezTo>
                    <a:pt x="1175" y="465"/>
                    <a:pt x="1139" y="508"/>
                    <a:pt x="1107" y="554"/>
                  </a:cubicBezTo>
                  <a:cubicBezTo>
                    <a:pt x="1077" y="598"/>
                    <a:pt x="1045" y="637"/>
                    <a:pt x="1007" y="672"/>
                  </a:cubicBezTo>
                  <a:cubicBezTo>
                    <a:pt x="948" y="727"/>
                    <a:pt x="888" y="766"/>
                    <a:pt x="822" y="804"/>
                  </a:cubicBezTo>
                  <a:cubicBezTo>
                    <a:pt x="842" y="739"/>
                    <a:pt x="862" y="675"/>
                    <a:pt x="879" y="611"/>
                  </a:cubicBezTo>
                  <a:cubicBezTo>
                    <a:pt x="919" y="452"/>
                    <a:pt x="956" y="296"/>
                    <a:pt x="956" y="131"/>
                  </a:cubicBezTo>
                  <a:cubicBezTo>
                    <a:pt x="956" y="114"/>
                    <a:pt x="943" y="104"/>
                    <a:pt x="929" y="104"/>
                  </a:cubicBezTo>
                  <a:cubicBezTo>
                    <a:pt x="920" y="104"/>
                    <a:pt x="910" y="109"/>
                    <a:pt x="904" y="119"/>
                  </a:cubicBezTo>
                  <a:cubicBezTo>
                    <a:pt x="825" y="263"/>
                    <a:pt x="781" y="417"/>
                    <a:pt x="741" y="575"/>
                  </a:cubicBezTo>
                  <a:cubicBezTo>
                    <a:pt x="722" y="652"/>
                    <a:pt x="706" y="728"/>
                    <a:pt x="690" y="805"/>
                  </a:cubicBezTo>
                  <a:cubicBezTo>
                    <a:pt x="689" y="812"/>
                    <a:pt x="688" y="820"/>
                    <a:pt x="687" y="828"/>
                  </a:cubicBezTo>
                  <a:cubicBezTo>
                    <a:pt x="680" y="824"/>
                    <a:pt x="672" y="823"/>
                    <a:pt x="665" y="823"/>
                  </a:cubicBezTo>
                  <a:cubicBezTo>
                    <a:pt x="663" y="823"/>
                    <a:pt x="661" y="823"/>
                    <a:pt x="659" y="823"/>
                  </a:cubicBezTo>
                  <a:cubicBezTo>
                    <a:pt x="668" y="818"/>
                    <a:pt x="672" y="800"/>
                    <a:pt x="660" y="795"/>
                  </a:cubicBezTo>
                  <a:cubicBezTo>
                    <a:pt x="650" y="789"/>
                    <a:pt x="640" y="786"/>
                    <a:pt x="629" y="784"/>
                  </a:cubicBezTo>
                  <a:cubicBezTo>
                    <a:pt x="633" y="758"/>
                    <a:pt x="633" y="734"/>
                    <a:pt x="637" y="709"/>
                  </a:cubicBezTo>
                  <a:cubicBezTo>
                    <a:pt x="640" y="681"/>
                    <a:pt x="640" y="651"/>
                    <a:pt x="639" y="620"/>
                  </a:cubicBezTo>
                  <a:cubicBezTo>
                    <a:pt x="639" y="552"/>
                    <a:pt x="637" y="483"/>
                    <a:pt x="634" y="413"/>
                  </a:cubicBezTo>
                  <a:cubicBezTo>
                    <a:pt x="632" y="346"/>
                    <a:pt x="626" y="280"/>
                    <a:pt x="621" y="213"/>
                  </a:cubicBezTo>
                  <a:cubicBezTo>
                    <a:pt x="617" y="181"/>
                    <a:pt x="612" y="151"/>
                    <a:pt x="602" y="120"/>
                  </a:cubicBezTo>
                  <a:cubicBezTo>
                    <a:pt x="591" y="85"/>
                    <a:pt x="586" y="47"/>
                    <a:pt x="578" y="10"/>
                  </a:cubicBezTo>
                  <a:cubicBezTo>
                    <a:pt x="576" y="3"/>
                    <a:pt x="571" y="0"/>
                    <a:pt x="56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183;p19"/>
            <p:cNvSpPr/>
            <p:nvPr/>
          </p:nvSpPr>
          <p:spPr>
            <a:xfrm>
              <a:off x="487800" y="1260360"/>
              <a:ext cx="46800" cy="24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563" h="295">
                  <a:moveTo>
                    <a:pt x="41" y="1"/>
                  </a:moveTo>
                  <a:cubicBezTo>
                    <a:pt x="18" y="1"/>
                    <a:pt x="0" y="33"/>
                    <a:pt x="16" y="55"/>
                  </a:cubicBezTo>
                  <a:cubicBezTo>
                    <a:pt x="22" y="62"/>
                    <a:pt x="30" y="72"/>
                    <a:pt x="35" y="82"/>
                  </a:cubicBezTo>
                  <a:cubicBezTo>
                    <a:pt x="39" y="101"/>
                    <a:pt x="54" y="115"/>
                    <a:pt x="69" y="131"/>
                  </a:cubicBezTo>
                  <a:cubicBezTo>
                    <a:pt x="89" y="150"/>
                    <a:pt x="107" y="167"/>
                    <a:pt x="129" y="182"/>
                  </a:cubicBezTo>
                  <a:cubicBezTo>
                    <a:pt x="171" y="210"/>
                    <a:pt x="215" y="234"/>
                    <a:pt x="261" y="253"/>
                  </a:cubicBezTo>
                  <a:cubicBezTo>
                    <a:pt x="304" y="272"/>
                    <a:pt x="351" y="285"/>
                    <a:pt x="400" y="291"/>
                  </a:cubicBezTo>
                  <a:cubicBezTo>
                    <a:pt x="416" y="292"/>
                    <a:pt x="433" y="294"/>
                    <a:pt x="451" y="294"/>
                  </a:cubicBezTo>
                  <a:cubicBezTo>
                    <a:pt x="460" y="294"/>
                    <a:pt x="469" y="294"/>
                    <a:pt x="478" y="292"/>
                  </a:cubicBezTo>
                  <a:cubicBezTo>
                    <a:pt x="498" y="287"/>
                    <a:pt x="529" y="282"/>
                    <a:pt x="546" y="271"/>
                  </a:cubicBezTo>
                  <a:cubicBezTo>
                    <a:pt x="563" y="261"/>
                    <a:pt x="563" y="241"/>
                    <a:pt x="545" y="232"/>
                  </a:cubicBezTo>
                  <a:cubicBezTo>
                    <a:pt x="528" y="223"/>
                    <a:pt x="506" y="220"/>
                    <a:pt x="486" y="212"/>
                  </a:cubicBezTo>
                  <a:cubicBezTo>
                    <a:pt x="467" y="204"/>
                    <a:pt x="443" y="204"/>
                    <a:pt x="423" y="198"/>
                  </a:cubicBezTo>
                  <a:cubicBezTo>
                    <a:pt x="381" y="187"/>
                    <a:pt x="338" y="173"/>
                    <a:pt x="297" y="157"/>
                  </a:cubicBezTo>
                  <a:cubicBezTo>
                    <a:pt x="259" y="142"/>
                    <a:pt x="222" y="123"/>
                    <a:pt x="188" y="100"/>
                  </a:cubicBezTo>
                  <a:cubicBezTo>
                    <a:pt x="171" y="87"/>
                    <a:pt x="153" y="73"/>
                    <a:pt x="135" y="61"/>
                  </a:cubicBezTo>
                  <a:cubicBezTo>
                    <a:pt x="117" y="49"/>
                    <a:pt x="103" y="35"/>
                    <a:pt x="85" y="30"/>
                  </a:cubicBezTo>
                  <a:cubicBezTo>
                    <a:pt x="76" y="27"/>
                    <a:pt x="67" y="14"/>
                    <a:pt x="59" y="8"/>
                  </a:cubicBezTo>
                  <a:cubicBezTo>
                    <a:pt x="53" y="3"/>
                    <a:pt x="47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184;p19"/>
            <p:cNvSpPr/>
            <p:nvPr/>
          </p:nvSpPr>
          <p:spPr>
            <a:xfrm>
              <a:off x="477360" y="714960"/>
              <a:ext cx="14400" cy="1656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78" h="200">
                  <a:moveTo>
                    <a:pt x="132" y="108"/>
                  </a:moveTo>
                  <a:cubicBezTo>
                    <a:pt x="130" y="109"/>
                    <a:pt x="128" y="109"/>
                    <a:pt x="127" y="109"/>
                  </a:cubicBezTo>
                  <a:cubicBezTo>
                    <a:pt x="130" y="109"/>
                    <a:pt x="131" y="108"/>
                    <a:pt x="132" y="108"/>
                  </a:cubicBezTo>
                  <a:close/>
                  <a:moveTo>
                    <a:pt x="116" y="1"/>
                  </a:moveTo>
                  <a:cubicBezTo>
                    <a:pt x="113" y="1"/>
                    <a:pt x="109" y="1"/>
                    <a:pt x="106" y="2"/>
                  </a:cubicBezTo>
                  <a:cubicBezTo>
                    <a:pt x="86" y="4"/>
                    <a:pt x="70" y="15"/>
                    <a:pt x="55" y="30"/>
                  </a:cubicBezTo>
                  <a:lnTo>
                    <a:pt x="51" y="30"/>
                  </a:lnTo>
                  <a:cubicBezTo>
                    <a:pt x="37" y="33"/>
                    <a:pt x="22" y="40"/>
                    <a:pt x="13" y="53"/>
                  </a:cubicBezTo>
                  <a:cubicBezTo>
                    <a:pt x="7" y="62"/>
                    <a:pt x="2" y="73"/>
                    <a:pt x="2" y="82"/>
                  </a:cubicBezTo>
                  <a:cubicBezTo>
                    <a:pt x="0" y="96"/>
                    <a:pt x="5" y="112"/>
                    <a:pt x="13" y="120"/>
                  </a:cubicBezTo>
                  <a:lnTo>
                    <a:pt x="22" y="130"/>
                  </a:lnTo>
                  <a:cubicBezTo>
                    <a:pt x="22" y="130"/>
                    <a:pt x="24" y="130"/>
                    <a:pt x="24" y="131"/>
                  </a:cubicBezTo>
                  <a:lnTo>
                    <a:pt x="28" y="148"/>
                  </a:lnTo>
                  <a:cubicBezTo>
                    <a:pt x="28" y="149"/>
                    <a:pt x="29" y="152"/>
                    <a:pt x="31" y="153"/>
                  </a:cubicBezTo>
                  <a:cubicBezTo>
                    <a:pt x="33" y="159"/>
                    <a:pt x="38" y="167"/>
                    <a:pt x="42" y="170"/>
                  </a:cubicBezTo>
                  <a:cubicBezTo>
                    <a:pt x="56" y="186"/>
                    <a:pt x="80" y="199"/>
                    <a:pt x="103" y="199"/>
                  </a:cubicBezTo>
                  <a:cubicBezTo>
                    <a:pt x="112" y="199"/>
                    <a:pt x="121" y="197"/>
                    <a:pt x="130" y="193"/>
                  </a:cubicBezTo>
                  <a:cubicBezTo>
                    <a:pt x="154" y="181"/>
                    <a:pt x="171" y="160"/>
                    <a:pt x="175" y="133"/>
                  </a:cubicBezTo>
                  <a:cubicBezTo>
                    <a:pt x="177" y="115"/>
                    <a:pt x="172" y="98"/>
                    <a:pt x="163" y="83"/>
                  </a:cubicBezTo>
                  <a:cubicBezTo>
                    <a:pt x="170" y="72"/>
                    <a:pt x="174" y="59"/>
                    <a:pt x="171" y="47"/>
                  </a:cubicBezTo>
                  <a:cubicBezTo>
                    <a:pt x="168" y="33"/>
                    <a:pt x="160" y="19"/>
                    <a:pt x="149" y="11"/>
                  </a:cubicBezTo>
                  <a:cubicBezTo>
                    <a:pt x="139" y="5"/>
                    <a:pt x="128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185;p19"/>
            <p:cNvSpPr/>
            <p:nvPr/>
          </p:nvSpPr>
          <p:spPr>
            <a:xfrm>
              <a:off x="254520" y="388800"/>
              <a:ext cx="277560" cy="8503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850320"/>
                <a:gd name="textAreaBottom" fmla="*/ 850680 h 850320"/>
              </a:gdLst>
              <a:ahLst/>
              <a:cxnLst/>
              <a:rect l="textAreaLeft" t="textAreaTop" r="textAreaRight" b="textAreaBottom"/>
              <a:pathLst>
                <a:path w="3315" h="10100">
                  <a:moveTo>
                    <a:pt x="2518" y="2559"/>
                  </a:moveTo>
                  <a:cubicBezTo>
                    <a:pt x="2511" y="2600"/>
                    <a:pt x="2511" y="2644"/>
                    <a:pt x="2507" y="2684"/>
                  </a:cubicBezTo>
                  <a:cubicBezTo>
                    <a:pt x="2507" y="2691"/>
                    <a:pt x="2506" y="2697"/>
                    <a:pt x="2506" y="2703"/>
                  </a:cubicBezTo>
                  <a:cubicBezTo>
                    <a:pt x="2505" y="2703"/>
                    <a:pt x="2505" y="2704"/>
                    <a:pt x="2504" y="2704"/>
                  </a:cubicBezTo>
                  <a:cubicBezTo>
                    <a:pt x="2499" y="2700"/>
                    <a:pt x="2496" y="2696"/>
                    <a:pt x="2493" y="2692"/>
                  </a:cubicBezTo>
                  <a:cubicBezTo>
                    <a:pt x="2490" y="2691"/>
                    <a:pt x="2490" y="2689"/>
                    <a:pt x="2489" y="2688"/>
                  </a:cubicBezTo>
                  <a:cubicBezTo>
                    <a:pt x="2493" y="2688"/>
                    <a:pt x="2495" y="2685"/>
                    <a:pt x="2495" y="2682"/>
                  </a:cubicBezTo>
                  <a:cubicBezTo>
                    <a:pt x="2501" y="2641"/>
                    <a:pt x="2511" y="2600"/>
                    <a:pt x="2518" y="2559"/>
                  </a:cubicBezTo>
                  <a:close/>
                  <a:moveTo>
                    <a:pt x="1112" y="0"/>
                  </a:moveTo>
                  <a:cubicBezTo>
                    <a:pt x="1108" y="0"/>
                    <a:pt x="1103" y="2"/>
                    <a:pt x="1101" y="7"/>
                  </a:cubicBezTo>
                  <a:cubicBezTo>
                    <a:pt x="1018" y="206"/>
                    <a:pt x="998" y="429"/>
                    <a:pt x="969" y="641"/>
                  </a:cubicBezTo>
                  <a:cubicBezTo>
                    <a:pt x="942" y="847"/>
                    <a:pt x="913" y="1056"/>
                    <a:pt x="919" y="1263"/>
                  </a:cubicBezTo>
                  <a:cubicBezTo>
                    <a:pt x="909" y="1254"/>
                    <a:pt x="898" y="1247"/>
                    <a:pt x="888" y="1238"/>
                  </a:cubicBezTo>
                  <a:cubicBezTo>
                    <a:pt x="890" y="1234"/>
                    <a:pt x="891" y="1230"/>
                    <a:pt x="891" y="1226"/>
                  </a:cubicBezTo>
                  <a:cubicBezTo>
                    <a:pt x="885" y="1051"/>
                    <a:pt x="852" y="879"/>
                    <a:pt x="826" y="705"/>
                  </a:cubicBezTo>
                  <a:cubicBezTo>
                    <a:pt x="813" y="619"/>
                    <a:pt x="800" y="533"/>
                    <a:pt x="789" y="446"/>
                  </a:cubicBezTo>
                  <a:cubicBezTo>
                    <a:pt x="780" y="359"/>
                    <a:pt x="776" y="272"/>
                    <a:pt x="760" y="187"/>
                  </a:cubicBezTo>
                  <a:cubicBezTo>
                    <a:pt x="754" y="158"/>
                    <a:pt x="729" y="144"/>
                    <a:pt x="704" y="144"/>
                  </a:cubicBezTo>
                  <a:cubicBezTo>
                    <a:pt x="680" y="144"/>
                    <a:pt x="656" y="158"/>
                    <a:pt x="655" y="189"/>
                  </a:cubicBezTo>
                  <a:cubicBezTo>
                    <a:pt x="650" y="281"/>
                    <a:pt x="661" y="375"/>
                    <a:pt x="671" y="467"/>
                  </a:cubicBezTo>
                  <a:cubicBezTo>
                    <a:pt x="679" y="553"/>
                    <a:pt x="689" y="641"/>
                    <a:pt x="704" y="726"/>
                  </a:cubicBezTo>
                  <a:cubicBezTo>
                    <a:pt x="728" y="877"/>
                    <a:pt x="760" y="1034"/>
                    <a:pt x="817" y="1176"/>
                  </a:cubicBezTo>
                  <a:lnTo>
                    <a:pt x="772" y="1139"/>
                  </a:lnTo>
                  <a:cubicBezTo>
                    <a:pt x="710" y="1083"/>
                    <a:pt x="650" y="1025"/>
                    <a:pt x="596" y="961"/>
                  </a:cubicBezTo>
                  <a:cubicBezTo>
                    <a:pt x="544" y="897"/>
                    <a:pt x="497" y="831"/>
                    <a:pt x="458" y="759"/>
                  </a:cubicBezTo>
                  <a:cubicBezTo>
                    <a:pt x="438" y="723"/>
                    <a:pt x="418" y="688"/>
                    <a:pt x="398" y="650"/>
                  </a:cubicBezTo>
                  <a:cubicBezTo>
                    <a:pt x="391" y="634"/>
                    <a:pt x="383" y="612"/>
                    <a:pt x="372" y="600"/>
                  </a:cubicBezTo>
                  <a:cubicBezTo>
                    <a:pt x="363" y="589"/>
                    <a:pt x="348" y="588"/>
                    <a:pt x="338" y="577"/>
                  </a:cubicBezTo>
                  <a:cubicBezTo>
                    <a:pt x="331" y="569"/>
                    <a:pt x="327" y="553"/>
                    <a:pt x="323" y="545"/>
                  </a:cubicBezTo>
                  <a:cubicBezTo>
                    <a:pt x="320" y="540"/>
                    <a:pt x="316" y="538"/>
                    <a:pt x="311" y="538"/>
                  </a:cubicBezTo>
                  <a:cubicBezTo>
                    <a:pt x="304" y="538"/>
                    <a:pt x="297" y="543"/>
                    <a:pt x="299" y="552"/>
                  </a:cubicBezTo>
                  <a:cubicBezTo>
                    <a:pt x="303" y="561"/>
                    <a:pt x="306" y="575"/>
                    <a:pt x="306" y="586"/>
                  </a:cubicBezTo>
                  <a:cubicBezTo>
                    <a:pt x="306" y="604"/>
                    <a:pt x="294" y="616"/>
                    <a:pt x="297" y="634"/>
                  </a:cubicBezTo>
                  <a:cubicBezTo>
                    <a:pt x="298" y="654"/>
                    <a:pt x="310" y="677"/>
                    <a:pt x="317" y="694"/>
                  </a:cubicBezTo>
                  <a:cubicBezTo>
                    <a:pt x="332" y="736"/>
                    <a:pt x="349" y="774"/>
                    <a:pt x="370" y="813"/>
                  </a:cubicBezTo>
                  <a:cubicBezTo>
                    <a:pt x="413" y="890"/>
                    <a:pt x="462" y="963"/>
                    <a:pt x="519" y="1033"/>
                  </a:cubicBezTo>
                  <a:cubicBezTo>
                    <a:pt x="572" y="1095"/>
                    <a:pt x="629" y="1156"/>
                    <a:pt x="694" y="1206"/>
                  </a:cubicBezTo>
                  <a:cubicBezTo>
                    <a:pt x="650" y="1194"/>
                    <a:pt x="605" y="1181"/>
                    <a:pt x="562" y="1165"/>
                  </a:cubicBezTo>
                  <a:cubicBezTo>
                    <a:pt x="497" y="1143"/>
                    <a:pt x="435" y="1120"/>
                    <a:pt x="371" y="1093"/>
                  </a:cubicBezTo>
                  <a:cubicBezTo>
                    <a:pt x="341" y="1079"/>
                    <a:pt x="310" y="1068"/>
                    <a:pt x="281" y="1056"/>
                  </a:cubicBezTo>
                  <a:cubicBezTo>
                    <a:pt x="246" y="1040"/>
                    <a:pt x="211" y="1033"/>
                    <a:pt x="174" y="1018"/>
                  </a:cubicBezTo>
                  <a:cubicBezTo>
                    <a:pt x="172" y="1017"/>
                    <a:pt x="170" y="1017"/>
                    <a:pt x="168" y="1017"/>
                  </a:cubicBezTo>
                  <a:cubicBezTo>
                    <a:pt x="151" y="1017"/>
                    <a:pt x="141" y="1041"/>
                    <a:pt x="157" y="1051"/>
                  </a:cubicBezTo>
                  <a:cubicBezTo>
                    <a:pt x="187" y="1074"/>
                    <a:pt x="213" y="1098"/>
                    <a:pt x="246" y="1118"/>
                  </a:cubicBezTo>
                  <a:cubicBezTo>
                    <a:pt x="278" y="1137"/>
                    <a:pt x="309" y="1154"/>
                    <a:pt x="342" y="1170"/>
                  </a:cubicBezTo>
                  <a:cubicBezTo>
                    <a:pt x="407" y="1198"/>
                    <a:pt x="471" y="1226"/>
                    <a:pt x="539" y="1247"/>
                  </a:cubicBezTo>
                  <a:cubicBezTo>
                    <a:pt x="641" y="1277"/>
                    <a:pt x="753" y="1305"/>
                    <a:pt x="863" y="1310"/>
                  </a:cubicBezTo>
                  <a:cubicBezTo>
                    <a:pt x="886" y="1321"/>
                    <a:pt x="910" y="1332"/>
                    <a:pt x="934" y="1336"/>
                  </a:cubicBezTo>
                  <a:cubicBezTo>
                    <a:pt x="936" y="1336"/>
                    <a:pt x="938" y="1335"/>
                    <a:pt x="940" y="1335"/>
                  </a:cubicBezTo>
                  <a:cubicBezTo>
                    <a:pt x="938" y="1336"/>
                    <a:pt x="938" y="1337"/>
                    <a:pt x="936" y="1338"/>
                  </a:cubicBezTo>
                  <a:cubicBezTo>
                    <a:pt x="931" y="1351"/>
                    <a:pt x="942" y="1361"/>
                    <a:pt x="952" y="1361"/>
                  </a:cubicBezTo>
                  <a:cubicBezTo>
                    <a:pt x="957" y="1361"/>
                    <a:pt x="962" y="1359"/>
                    <a:pt x="965" y="1354"/>
                  </a:cubicBezTo>
                  <a:cubicBezTo>
                    <a:pt x="990" y="1326"/>
                    <a:pt x="1013" y="1297"/>
                    <a:pt x="1036" y="1266"/>
                  </a:cubicBezTo>
                  <a:lnTo>
                    <a:pt x="1036" y="1266"/>
                  </a:lnTo>
                  <a:cubicBezTo>
                    <a:pt x="1024" y="1352"/>
                    <a:pt x="1017" y="1437"/>
                    <a:pt x="1009" y="1523"/>
                  </a:cubicBezTo>
                  <a:cubicBezTo>
                    <a:pt x="997" y="1665"/>
                    <a:pt x="985" y="1808"/>
                    <a:pt x="975" y="1950"/>
                  </a:cubicBezTo>
                  <a:cubicBezTo>
                    <a:pt x="953" y="2246"/>
                    <a:pt x="934" y="2544"/>
                    <a:pt x="920" y="2841"/>
                  </a:cubicBezTo>
                  <a:cubicBezTo>
                    <a:pt x="893" y="3433"/>
                    <a:pt x="880" y="4023"/>
                    <a:pt x="888" y="4615"/>
                  </a:cubicBezTo>
                  <a:cubicBezTo>
                    <a:pt x="903" y="5784"/>
                    <a:pt x="980" y="6953"/>
                    <a:pt x="1119" y="8114"/>
                  </a:cubicBezTo>
                  <a:cubicBezTo>
                    <a:pt x="1159" y="8445"/>
                    <a:pt x="1204" y="8776"/>
                    <a:pt x="1254" y="9106"/>
                  </a:cubicBezTo>
                  <a:cubicBezTo>
                    <a:pt x="1278" y="9270"/>
                    <a:pt x="1304" y="9431"/>
                    <a:pt x="1332" y="9594"/>
                  </a:cubicBezTo>
                  <a:cubicBezTo>
                    <a:pt x="1349" y="9704"/>
                    <a:pt x="1366" y="9815"/>
                    <a:pt x="1390" y="9923"/>
                  </a:cubicBezTo>
                  <a:cubicBezTo>
                    <a:pt x="1190" y="9523"/>
                    <a:pt x="954" y="9139"/>
                    <a:pt x="731" y="8751"/>
                  </a:cubicBezTo>
                  <a:cubicBezTo>
                    <a:pt x="616" y="8552"/>
                    <a:pt x="503" y="8352"/>
                    <a:pt x="391" y="8150"/>
                  </a:cubicBezTo>
                  <a:cubicBezTo>
                    <a:pt x="282" y="7954"/>
                    <a:pt x="183" y="7749"/>
                    <a:pt x="45" y="7573"/>
                  </a:cubicBezTo>
                  <a:cubicBezTo>
                    <a:pt x="39" y="7567"/>
                    <a:pt x="33" y="7564"/>
                    <a:pt x="27" y="7564"/>
                  </a:cubicBezTo>
                  <a:cubicBezTo>
                    <a:pt x="13" y="7564"/>
                    <a:pt x="1" y="7580"/>
                    <a:pt x="6" y="7596"/>
                  </a:cubicBezTo>
                  <a:cubicBezTo>
                    <a:pt x="73" y="7815"/>
                    <a:pt x="195" y="8017"/>
                    <a:pt x="304" y="8217"/>
                  </a:cubicBezTo>
                  <a:cubicBezTo>
                    <a:pt x="424" y="8424"/>
                    <a:pt x="535" y="8626"/>
                    <a:pt x="649" y="8826"/>
                  </a:cubicBezTo>
                  <a:cubicBezTo>
                    <a:pt x="873" y="9222"/>
                    <a:pt x="1101" y="9617"/>
                    <a:pt x="1379" y="9978"/>
                  </a:cubicBezTo>
                  <a:cubicBezTo>
                    <a:pt x="1383" y="9983"/>
                    <a:pt x="1388" y="9985"/>
                    <a:pt x="1393" y="9985"/>
                  </a:cubicBezTo>
                  <a:cubicBezTo>
                    <a:pt x="1399" y="9985"/>
                    <a:pt x="1405" y="9983"/>
                    <a:pt x="1409" y="9978"/>
                  </a:cubicBezTo>
                  <a:cubicBezTo>
                    <a:pt x="1417" y="10012"/>
                    <a:pt x="1425" y="10046"/>
                    <a:pt x="1436" y="10079"/>
                  </a:cubicBezTo>
                  <a:cubicBezTo>
                    <a:pt x="1441" y="10094"/>
                    <a:pt x="1451" y="10099"/>
                    <a:pt x="1462" y="10099"/>
                  </a:cubicBezTo>
                  <a:cubicBezTo>
                    <a:pt x="1481" y="10099"/>
                    <a:pt x="1501" y="10082"/>
                    <a:pt x="1500" y="10061"/>
                  </a:cubicBezTo>
                  <a:cubicBezTo>
                    <a:pt x="1491" y="9914"/>
                    <a:pt x="1458" y="9770"/>
                    <a:pt x="1434" y="9626"/>
                  </a:cubicBezTo>
                  <a:cubicBezTo>
                    <a:pt x="1409" y="9481"/>
                    <a:pt x="1386" y="9336"/>
                    <a:pt x="1364" y="9190"/>
                  </a:cubicBezTo>
                  <a:cubicBezTo>
                    <a:pt x="1319" y="8901"/>
                    <a:pt x="1278" y="8610"/>
                    <a:pt x="1242" y="8319"/>
                  </a:cubicBezTo>
                  <a:cubicBezTo>
                    <a:pt x="1184" y="7859"/>
                    <a:pt x="1135" y="7398"/>
                    <a:pt x="1096" y="6936"/>
                  </a:cubicBezTo>
                  <a:cubicBezTo>
                    <a:pt x="1123" y="6828"/>
                    <a:pt x="1138" y="6716"/>
                    <a:pt x="1160" y="6607"/>
                  </a:cubicBezTo>
                  <a:cubicBezTo>
                    <a:pt x="1189" y="6459"/>
                    <a:pt x="1220" y="6310"/>
                    <a:pt x="1253" y="6162"/>
                  </a:cubicBezTo>
                  <a:cubicBezTo>
                    <a:pt x="1320" y="5866"/>
                    <a:pt x="1401" y="5571"/>
                    <a:pt x="1489" y="5280"/>
                  </a:cubicBezTo>
                  <a:cubicBezTo>
                    <a:pt x="1523" y="5257"/>
                    <a:pt x="1539" y="5218"/>
                    <a:pt x="1563" y="5178"/>
                  </a:cubicBezTo>
                  <a:cubicBezTo>
                    <a:pt x="1600" y="5120"/>
                    <a:pt x="1637" y="5064"/>
                    <a:pt x="1676" y="5008"/>
                  </a:cubicBezTo>
                  <a:cubicBezTo>
                    <a:pt x="1759" y="4888"/>
                    <a:pt x="1849" y="4773"/>
                    <a:pt x="1947" y="4664"/>
                  </a:cubicBezTo>
                  <a:cubicBezTo>
                    <a:pt x="2142" y="4446"/>
                    <a:pt x="2370" y="4263"/>
                    <a:pt x="2583" y="4066"/>
                  </a:cubicBezTo>
                  <a:cubicBezTo>
                    <a:pt x="2592" y="4056"/>
                    <a:pt x="2585" y="4040"/>
                    <a:pt x="2574" y="4040"/>
                  </a:cubicBezTo>
                  <a:cubicBezTo>
                    <a:pt x="2572" y="4040"/>
                    <a:pt x="2570" y="4040"/>
                    <a:pt x="2567" y="4042"/>
                  </a:cubicBezTo>
                  <a:cubicBezTo>
                    <a:pt x="2299" y="4169"/>
                    <a:pt x="2080" y="4374"/>
                    <a:pt x="1882" y="4593"/>
                  </a:cubicBezTo>
                  <a:cubicBezTo>
                    <a:pt x="1782" y="4704"/>
                    <a:pt x="1689" y="4821"/>
                    <a:pt x="1604" y="4943"/>
                  </a:cubicBezTo>
                  <a:lnTo>
                    <a:pt x="1588" y="4967"/>
                  </a:lnTo>
                  <a:cubicBezTo>
                    <a:pt x="1749" y="4484"/>
                    <a:pt x="1941" y="4012"/>
                    <a:pt x="2165" y="3554"/>
                  </a:cubicBezTo>
                  <a:cubicBezTo>
                    <a:pt x="2283" y="3311"/>
                    <a:pt x="2420" y="3078"/>
                    <a:pt x="2541" y="2837"/>
                  </a:cubicBezTo>
                  <a:cubicBezTo>
                    <a:pt x="2554" y="2837"/>
                    <a:pt x="2567" y="2830"/>
                    <a:pt x="2574" y="2817"/>
                  </a:cubicBezTo>
                  <a:cubicBezTo>
                    <a:pt x="2574" y="2815"/>
                    <a:pt x="2574" y="2815"/>
                    <a:pt x="2576" y="2814"/>
                  </a:cubicBezTo>
                  <a:cubicBezTo>
                    <a:pt x="2672" y="2859"/>
                    <a:pt x="2777" y="2886"/>
                    <a:pt x="2881" y="2906"/>
                  </a:cubicBezTo>
                  <a:cubicBezTo>
                    <a:pt x="2935" y="2915"/>
                    <a:pt x="2990" y="2920"/>
                    <a:pt x="3045" y="2920"/>
                  </a:cubicBezTo>
                  <a:cubicBezTo>
                    <a:pt x="3056" y="2920"/>
                    <a:pt x="3067" y="2920"/>
                    <a:pt x="3078" y="2919"/>
                  </a:cubicBezTo>
                  <a:cubicBezTo>
                    <a:pt x="3142" y="2918"/>
                    <a:pt x="3211" y="2917"/>
                    <a:pt x="3269" y="2891"/>
                  </a:cubicBezTo>
                  <a:cubicBezTo>
                    <a:pt x="3287" y="2883"/>
                    <a:pt x="3290" y="2851"/>
                    <a:pt x="3268" y="2846"/>
                  </a:cubicBezTo>
                  <a:cubicBezTo>
                    <a:pt x="3212" y="2831"/>
                    <a:pt x="3151" y="2834"/>
                    <a:pt x="3093" y="2829"/>
                  </a:cubicBezTo>
                  <a:cubicBezTo>
                    <a:pt x="3031" y="2825"/>
                    <a:pt x="2967" y="2814"/>
                    <a:pt x="2905" y="2804"/>
                  </a:cubicBezTo>
                  <a:cubicBezTo>
                    <a:pt x="2867" y="2798"/>
                    <a:pt x="2831" y="2790"/>
                    <a:pt x="2795" y="2780"/>
                  </a:cubicBezTo>
                  <a:cubicBezTo>
                    <a:pt x="2853" y="2762"/>
                    <a:pt x="2911" y="2741"/>
                    <a:pt x="2967" y="2714"/>
                  </a:cubicBezTo>
                  <a:cubicBezTo>
                    <a:pt x="3027" y="2685"/>
                    <a:pt x="3088" y="2653"/>
                    <a:pt x="3143" y="2616"/>
                  </a:cubicBezTo>
                  <a:cubicBezTo>
                    <a:pt x="3169" y="2599"/>
                    <a:pt x="3195" y="2582"/>
                    <a:pt x="3218" y="2561"/>
                  </a:cubicBezTo>
                  <a:cubicBezTo>
                    <a:pt x="3239" y="2544"/>
                    <a:pt x="3262" y="2526"/>
                    <a:pt x="3269" y="2501"/>
                  </a:cubicBezTo>
                  <a:cubicBezTo>
                    <a:pt x="3276" y="2494"/>
                    <a:pt x="3283" y="2489"/>
                    <a:pt x="3290" y="2482"/>
                  </a:cubicBezTo>
                  <a:cubicBezTo>
                    <a:pt x="3314" y="2459"/>
                    <a:pt x="3298" y="2413"/>
                    <a:pt x="3267" y="2413"/>
                  </a:cubicBezTo>
                  <a:cubicBezTo>
                    <a:pt x="3262" y="2413"/>
                    <a:pt x="3256" y="2414"/>
                    <a:pt x="3250" y="2417"/>
                  </a:cubicBezTo>
                  <a:cubicBezTo>
                    <a:pt x="3239" y="2423"/>
                    <a:pt x="3228" y="2428"/>
                    <a:pt x="3218" y="2434"/>
                  </a:cubicBezTo>
                  <a:cubicBezTo>
                    <a:pt x="3218" y="2434"/>
                    <a:pt x="3217" y="2434"/>
                    <a:pt x="3216" y="2434"/>
                  </a:cubicBezTo>
                  <a:cubicBezTo>
                    <a:pt x="3170" y="2434"/>
                    <a:pt x="3117" y="2471"/>
                    <a:pt x="3078" y="2490"/>
                  </a:cubicBezTo>
                  <a:cubicBezTo>
                    <a:pt x="3020" y="2517"/>
                    <a:pt x="2961" y="2548"/>
                    <a:pt x="2902" y="2572"/>
                  </a:cubicBezTo>
                  <a:cubicBezTo>
                    <a:pt x="2845" y="2597"/>
                    <a:pt x="2787" y="2622"/>
                    <a:pt x="2729" y="2642"/>
                  </a:cubicBezTo>
                  <a:cubicBezTo>
                    <a:pt x="2719" y="2645"/>
                    <a:pt x="2710" y="2649"/>
                    <a:pt x="2701" y="2653"/>
                  </a:cubicBezTo>
                  <a:cubicBezTo>
                    <a:pt x="2748" y="2608"/>
                    <a:pt x="2797" y="2562"/>
                    <a:pt x="2842" y="2515"/>
                  </a:cubicBezTo>
                  <a:cubicBezTo>
                    <a:pt x="2896" y="2457"/>
                    <a:pt x="2948" y="2397"/>
                    <a:pt x="3001" y="2337"/>
                  </a:cubicBezTo>
                  <a:cubicBezTo>
                    <a:pt x="3027" y="2308"/>
                    <a:pt x="3054" y="2279"/>
                    <a:pt x="3077" y="2247"/>
                  </a:cubicBezTo>
                  <a:cubicBezTo>
                    <a:pt x="3088" y="2232"/>
                    <a:pt x="3104" y="2216"/>
                    <a:pt x="3114" y="2200"/>
                  </a:cubicBezTo>
                  <a:cubicBezTo>
                    <a:pt x="3125" y="2181"/>
                    <a:pt x="3135" y="2164"/>
                    <a:pt x="3149" y="2145"/>
                  </a:cubicBezTo>
                  <a:cubicBezTo>
                    <a:pt x="3158" y="2135"/>
                    <a:pt x="3148" y="2122"/>
                    <a:pt x="3137" y="2122"/>
                  </a:cubicBezTo>
                  <a:cubicBezTo>
                    <a:pt x="3134" y="2122"/>
                    <a:pt x="3130" y="2123"/>
                    <a:pt x="3127" y="2125"/>
                  </a:cubicBezTo>
                  <a:cubicBezTo>
                    <a:pt x="3111" y="2138"/>
                    <a:pt x="3092" y="2147"/>
                    <a:pt x="3076" y="2159"/>
                  </a:cubicBezTo>
                  <a:cubicBezTo>
                    <a:pt x="3060" y="2169"/>
                    <a:pt x="3045" y="2182"/>
                    <a:pt x="3032" y="2193"/>
                  </a:cubicBezTo>
                  <a:cubicBezTo>
                    <a:pt x="3000" y="2219"/>
                    <a:pt x="2970" y="2243"/>
                    <a:pt x="2941" y="2269"/>
                  </a:cubicBezTo>
                  <a:cubicBezTo>
                    <a:pt x="2880" y="2324"/>
                    <a:pt x="2819" y="2376"/>
                    <a:pt x="2758" y="2433"/>
                  </a:cubicBezTo>
                  <a:cubicBezTo>
                    <a:pt x="2724" y="2466"/>
                    <a:pt x="2690" y="2500"/>
                    <a:pt x="2657" y="2534"/>
                  </a:cubicBezTo>
                  <a:cubicBezTo>
                    <a:pt x="2675" y="2473"/>
                    <a:pt x="2692" y="2413"/>
                    <a:pt x="2712" y="2353"/>
                  </a:cubicBezTo>
                  <a:cubicBezTo>
                    <a:pt x="2759" y="2202"/>
                    <a:pt x="2837" y="2056"/>
                    <a:pt x="2875" y="1902"/>
                  </a:cubicBezTo>
                  <a:cubicBezTo>
                    <a:pt x="2879" y="1883"/>
                    <a:pt x="2860" y="1869"/>
                    <a:pt x="2843" y="1869"/>
                  </a:cubicBezTo>
                  <a:cubicBezTo>
                    <a:pt x="2837" y="1869"/>
                    <a:pt x="2830" y="1871"/>
                    <a:pt x="2825" y="1876"/>
                  </a:cubicBezTo>
                  <a:cubicBezTo>
                    <a:pt x="2704" y="1986"/>
                    <a:pt x="2633" y="2159"/>
                    <a:pt x="2580" y="2310"/>
                  </a:cubicBezTo>
                  <a:cubicBezTo>
                    <a:pt x="2553" y="2384"/>
                    <a:pt x="2535" y="2459"/>
                    <a:pt x="2521" y="2536"/>
                  </a:cubicBezTo>
                  <a:lnTo>
                    <a:pt x="2521" y="2536"/>
                  </a:lnTo>
                  <a:cubicBezTo>
                    <a:pt x="2524" y="2514"/>
                    <a:pt x="2527" y="2493"/>
                    <a:pt x="2528" y="2471"/>
                  </a:cubicBezTo>
                  <a:cubicBezTo>
                    <a:pt x="2532" y="2395"/>
                    <a:pt x="2532" y="2321"/>
                    <a:pt x="2531" y="2247"/>
                  </a:cubicBezTo>
                  <a:cubicBezTo>
                    <a:pt x="2529" y="2111"/>
                    <a:pt x="2543" y="1953"/>
                    <a:pt x="2476" y="1831"/>
                  </a:cubicBezTo>
                  <a:cubicBezTo>
                    <a:pt x="2474" y="1829"/>
                    <a:pt x="2472" y="1828"/>
                    <a:pt x="2470" y="1828"/>
                  </a:cubicBezTo>
                  <a:cubicBezTo>
                    <a:pt x="2468" y="1828"/>
                    <a:pt x="2466" y="1829"/>
                    <a:pt x="2465" y="1831"/>
                  </a:cubicBezTo>
                  <a:cubicBezTo>
                    <a:pt x="2397" y="1955"/>
                    <a:pt x="2412" y="2114"/>
                    <a:pt x="2410" y="2252"/>
                  </a:cubicBezTo>
                  <a:cubicBezTo>
                    <a:pt x="2408" y="2324"/>
                    <a:pt x="2408" y="2394"/>
                    <a:pt x="2412" y="2467"/>
                  </a:cubicBezTo>
                  <a:cubicBezTo>
                    <a:pt x="2415" y="2515"/>
                    <a:pt x="2424" y="2562"/>
                    <a:pt x="2433" y="2611"/>
                  </a:cubicBezTo>
                  <a:lnTo>
                    <a:pt x="2424" y="2599"/>
                  </a:lnTo>
                  <a:cubicBezTo>
                    <a:pt x="2378" y="2533"/>
                    <a:pt x="2334" y="2461"/>
                    <a:pt x="2296" y="2390"/>
                  </a:cubicBezTo>
                  <a:cubicBezTo>
                    <a:pt x="2259" y="2320"/>
                    <a:pt x="2226" y="2247"/>
                    <a:pt x="2198" y="2172"/>
                  </a:cubicBezTo>
                  <a:cubicBezTo>
                    <a:pt x="2171" y="2096"/>
                    <a:pt x="2149" y="2019"/>
                    <a:pt x="2115" y="1946"/>
                  </a:cubicBezTo>
                  <a:cubicBezTo>
                    <a:pt x="2109" y="1936"/>
                    <a:pt x="2098" y="1930"/>
                    <a:pt x="2087" y="1930"/>
                  </a:cubicBezTo>
                  <a:cubicBezTo>
                    <a:pt x="2074" y="1930"/>
                    <a:pt x="2061" y="1939"/>
                    <a:pt x="2060" y="1955"/>
                  </a:cubicBezTo>
                  <a:cubicBezTo>
                    <a:pt x="2046" y="2120"/>
                    <a:pt x="2121" y="2291"/>
                    <a:pt x="2196" y="2435"/>
                  </a:cubicBezTo>
                  <a:cubicBezTo>
                    <a:pt x="2234" y="2511"/>
                    <a:pt x="2280" y="2581"/>
                    <a:pt x="2333" y="2647"/>
                  </a:cubicBezTo>
                  <a:cubicBezTo>
                    <a:pt x="2359" y="2680"/>
                    <a:pt x="2389" y="2705"/>
                    <a:pt x="2418" y="2735"/>
                  </a:cubicBezTo>
                  <a:cubicBezTo>
                    <a:pt x="2430" y="2747"/>
                    <a:pt x="2444" y="2760"/>
                    <a:pt x="2457" y="2773"/>
                  </a:cubicBezTo>
                  <a:lnTo>
                    <a:pt x="2445" y="2793"/>
                  </a:lnTo>
                  <a:cubicBezTo>
                    <a:pt x="2441" y="2801"/>
                    <a:pt x="2443" y="2808"/>
                    <a:pt x="2448" y="2815"/>
                  </a:cubicBezTo>
                  <a:cubicBezTo>
                    <a:pt x="2327" y="3005"/>
                    <a:pt x="2226" y="3208"/>
                    <a:pt x="2126" y="3408"/>
                  </a:cubicBezTo>
                  <a:cubicBezTo>
                    <a:pt x="1986" y="3686"/>
                    <a:pt x="1859" y="3970"/>
                    <a:pt x="1744" y="4257"/>
                  </a:cubicBezTo>
                  <a:cubicBezTo>
                    <a:pt x="1513" y="4829"/>
                    <a:pt x="1327" y="5420"/>
                    <a:pt x="1195" y="6022"/>
                  </a:cubicBezTo>
                  <a:cubicBezTo>
                    <a:pt x="1157" y="6190"/>
                    <a:pt x="1124" y="6357"/>
                    <a:pt x="1095" y="6526"/>
                  </a:cubicBezTo>
                  <a:cubicBezTo>
                    <a:pt x="1086" y="6568"/>
                    <a:pt x="1079" y="6612"/>
                    <a:pt x="1072" y="6657"/>
                  </a:cubicBezTo>
                  <a:cubicBezTo>
                    <a:pt x="1069" y="6631"/>
                    <a:pt x="1067" y="6604"/>
                    <a:pt x="1064" y="6578"/>
                  </a:cubicBezTo>
                  <a:cubicBezTo>
                    <a:pt x="979" y="5406"/>
                    <a:pt x="959" y="4229"/>
                    <a:pt x="995" y="3055"/>
                  </a:cubicBezTo>
                  <a:cubicBezTo>
                    <a:pt x="1003" y="2726"/>
                    <a:pt x="1019" y="2398"/>
                    <a:pt x="1039" y="2068"/>
                  </a:cubicBezTo>
                  <a:cubicBezTo>
                    <a:pt x="1047" y="1909"/>
                    <a:pt x="1058" y="1749"/>
                    <a:pt x="1072" y="1589"/>
                  </a:cubicBezTo>
                  <a:cubicBezTo>
                    <a:pt x="1075" y="1527"/>
                    <a:pt x="1082" y="1464"/>
                    <a:pt x="1086" y="1402"/>
                  </a:cubicBezTo>
                  <a:cubicBezTo>
                    <a:pt x="1093" y="1403"/>
                    <a:pt x="1100" y="1403"/>
                    <a:pt x="1108" y="1403"/>
                  </a:cubicBezTo>
                  <a:cubicBezTo>
                    <a:pt x="1136" y="1403"/>
                    <a:pt x="1164" y="1396"/>
                    <a:pt x="1190" y="1393"/>
                  </a:cubicBezTo>
                  <a:cubicBezTo>
                    <a:pt x="1234" y="1387"/>
                    <a:pt x="1275" y="1381"/>
                    <a:pt x="1316" y="1368"/>
                  </a:cubicBezTo>
                  <a:cubicBezTo>
                    <a:pt x="1404" y="1341"/>
                    <a:pt x="1489" y="1307"/>
                    <a:pt x="1571" y="1265"/>
                  </a:cubicBezTo>
                  <a:cubicBezTo>
                    <a:pt x="1734" y="1184"/>
                    <a:pt x="1871" y="1072"/>
                    <a:pt x="1999" y="943"/>
                  </a:cubicBezTo>
                  <a:cubicBezTo>
                    <a:pt x="2019" y="922"/>
                    <a:pt x="2004" y="892"/>
                    <a:pt x="1981" y="892"/>
                  </a:cubicBezTo>
                  <a:cubicBezTo>
                    <a:pt x="1976" y="892"/>
                    <a:pt x="1970" y="894"/>
                    <a:pt x="1963" y="899"/>
                  </a:cubicBezTo>
                  <a:cubicBezTo>
                    <a:pt x="1827" y="1001"/>
                    <a:pt x="1676" y="1082"/>
                    <a:pt x="1520" y="1151"/>
                  </a:cubicBezTo>
                  <a:cubicBezTo>
                    <a:pt x="1445" y="1186"/>
                    <a:pt x="1365" y="1216"/>
                    <a:pt x="1287" y="1242"/>
                  </a:cubicBezTo>
                  <a:cubicBezTo>
                    <a:pt x="1248" y="1254"/>
                    <a:pt x="1210" y="1266"/>
                    <a:pt x="1173" y="1282"/>
                  </a:cubicBezTo>
                  <a:cubicBezTo>
                    <a:pt x="1148" y="1293"/>
                    <a:pt x="1118" y="1298"/>
                    <a:pt x="1091" y="1308"/>
                  </a:cubicBezTo>
                  <a:cubicBezTo>
                    <a:pt x="1091" y="1296"/>
                    <a:pt x="1093" y="1282"/>
                    <a:pt x="1093" y="1270"/>
                  </a:cubicBezTo>
                  <a:lnTo>
                    <a:pt x="1097" y="1270"/>
                  </a:lnTo>
                  <a:cubicBezTo>
                    <a:pt x="1140" y="1254"/>
                    <a:pt x="1179" y="1245"/>
                    <a:pt x="1220" y="1223"/>
                  </a:cubicBezTo>
                  <a:cubicBezTo>
                    <a:pt x="1260" y="1199"/>
                    <a:pt x="1300" y="1178"/>
                    <a:pt x="1338" y="1150"/>
                  </a:cubicBezTo>
                  <a:cubicBezTo>
                    <a:pt x="1415" y="1094"/>
                    <a:pt x="1487" y="1034"/>
                    <a:pt x="1555" y="967"/>
                  </a:cubicBezTo>
                  <a:cubicBezTo>
                    <a:pt x="1621" y="899"/>
                    <a:pt x="1679" y="827"/>
                    <a:pt x="1734" y="753"/>
                  </a:cubicBezTo>
                  <a:cubicBezTo>
                    <a:pt x="1791" y="673"/>
                    <a:pt x="1830" y="590"/>
                    <a:pt x="1869" y="502"/>
                  </a:cubicBezTo>
                  <a:cubicBezTo>
                    <a:pt x="1873" y="492"/>
                    <a:pt x="1864" y="483"/>
                    <a:pt x="1855" y="483"/>
                  </a:cubicBezTo>
                  <a:cubicBezTo>
                    <a:pt x="1851" y="483"/>
                    <a:pt x="1847" y="485"/>
                    <a:pt x="1844" y="489"/>
                  </a:cubicBezTo>
                  <a:cubicBezTo>
                    <a:pt x="1785" y="557"/>
                    <a:pt x="1721" y="622"/>
                    <a:pt x="1659" y="689"/>
                  </a:cubicBezTo>
                  <a:cubicBezTo>
                    <a:pt x="1599" y="756"/>
                    <a:pt x="1534" y="820"/>
                    <a:pt x="1468" y="880"/>
                  </a:cubicBezTo>
                  <a:cubicBezTo>
                    <a:pt x="1403" y="940"/>
                    <a:pt x="1336" y="997"/>
                    <a:pt x="1267" y="1052"/>
                  </a:cubicBezTo>
                  <a:cubicBezTo>
                    <a:pt x="1231" y="1082"/>
                    <a:pt x="1198" y="1112"/>
                    <a:pt x="1160" y="1140"/>
                  </a:cubicBezTo>
                  <a:cubicBezTo>
                    <a:pt x="1137" y="1159"/>
                    <a:pt x="1118" y="1179"/>
                    <a:pt x="1097" y="1199"/>
                  </a:cubicBezTo>
                  <a:cubicBezTo>
                    <a:pt x="1122" y="1165"/>
                    <a:pt x="1146" y="1131"/>
                    <a:pt x="1168" y="1094"/>
                  </a:cubicBezTo>
                  <a:cubicBezTo>
                    <a:pt x="1225" y="1000"/>
                    <a:pt x="1278" y="904"/>
                    <a:pt x="1324" y="804"/>
                  </a:cubicBezTo>
                  <a:cubicBezTo>
                    <a:pt x="1370" y="703"/>
                    <a:pt x="1414" y="600"/>
                    <a:pt x="1447" y="492"/>
                  </a:cubicBezTo>
                  <a:cubicBezTo>
                    <a:pt x="1464" y="442"/>
                    <a:pt x="1480" y="392"/>
                    <a:pt x="1492" y="341"/>
                  </a:cubicBezTo>
                  <a:cubicBezTo>
                    <a:pt x="1498" y="315"/>
                    <a:pt x="1507" y="286"/>
                    <a:pt x="1511" y="259"/>
                  </a:cubicBezTo>
                  <a:cubicBezTo>
                    <a:pt x="1512" y="239"/>
                    <a:pt x="1506" y="220"/>
                    <a:pt x="1511" y="198"/>
                  </a:cubicBezTo>
                  <a:cubicBezTo>
                    <a:pt x="1512" y="188"/>
                    <a:pt x="1504" y="183"/>
                    <a:pt x="1496" y="183"/>
                  </a:cubicBezTo>
                  <a:cubicBezTo>
                    <a:pt x="1491" y="183"/>
                    <a:pt x="1486" y="185"/>
                    <a:pt x="1483" y="190"/>
                  </a:cubicBezTo>
                  <a:cubicBezTo>
                    <a:pt x="1473" y="211"/>
                    <a:pt x="1457" y="225"/>
                    <a:pt x="1446" y="243"/>
                  </a:cubicBezTo>
                  <a:cubicBezTo>
                    <a:pt x="1432" y="266"/>
                    <a:pt x="1421" y="295"/>
                    <a:pt x="1410" y="319"/>
                  </a:cubicBezTo>
                  <a:cubicBezTo>
                    <a:pt x="1387" y="369"/>
                    <a:pt x="1366" y="421"/>
                    <a:pt x="1343" y="472"/>
                  </a:cubicBezTo>
                  <a:cubicBezTo>
                    <a:pt x="1300" y="568"/>
                    <a:pt x="1259" y="665"/>
                    <a:pt x="1214" y="759"/>
                  </a:cubicBezTo>
                  <a:cubicBezTo>
                    <a:pt x="1170" y="854"/>
                    <a:pt x="1124" y="948"/>
                    <a:pt x="1078" y="1041"/>
                  </a:cubicBezTo>
                  <a:cubicBezTo>
                    <a:pt x="1036" y="1122"/>
                    <a:pt x="1002" y="1204"/>
                    <a:pt x="964" y="1286"/>
                  </a:cubicBezTo>
                  <a:cubicBezTo>
                    <a:pt x="1029" y="1083"/>
                    <a:pt x="1056" y="866"/>
                    <a:pt x="1084" y="655"/>
                  </a:cubicBezTo>
                  <a:cubicBezTo>
                    <a:pt x="1111" y="442"/>
                    <a:pt x="1151" y="223"/>
                    <a:pt x="1122" y="9"/>
                  </a:cubicBezTo>
                  <a:cubicBezTo>
                    <a:pt x="1121" y="3"/>
                    <a:pt x="1117" y="0"/>
                    <a:pt x="111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186;p19"/>
            <p:cNvSpPr/>
            <p:nvPr/>
          </p:nvSpPr>
          <p:spPr>
            <a:xfrm>
              <a:off x="242280" y="10137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1" y="1"/>
                  </a:moveTo>
                  <a:cubicBezTo>
                    <a:pt x="10" y="1"/>
                    <a:pt x="10" y="1"/>
                    <a:pt x="10" y="1"/>
                  </a:cubicBezTo>
                  <a:lnTo>
                    <a:pt x="10" y="1"/>
                  </a:lnTo>
                  <a:cubicBezTo>
                    <a:pt x="10" y="1"/>
                    <a:pt x="10" y="1"/>
                    <a:pt x="11" y="1"/>
                  </a:cubicBezTo>
                  <a:close/>
                  <a:moveTo>
                    <a:pt x="10" y="1"/>
                  </a:moveTo>
                  <a:cubicBezTo>
                    <a:pt x="6" y="1"/>
                    <a:pt x="4" y="3"/>
                    <a:pt x="1" y="4"/>
                  </a:cubicBezTo>
                  <a:cubicBezTo>
                    <a:pt x="4" y="4"/>
                    <a:pt x="5" y="3"/>
                    <a:pt x="6" y="3"/>
                  </a:cubicBezTo>
                  <a:cubicBezTo>
                    <a:pt x="8" y="1"/>
                    <a:pt x="9" y="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187;p19"/>
            <p:cNvSpPr/>
            <p:nvPr/>
          </p:nvSpPr>
          <p:spPr>
            <a:xfrm>
              <a:off x="228960" y="995040"/>
              <a:ext cx="18720" cy="19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29" h="230">
                  <a:moveTo>
                    <a:pt x="147" y="25"/>
                  </a:moveTo>
                  <a:cubicBezTo>
                    <a:pt x="152" y="28"/>
                    <a:pt x="156" y="31"/>
                    <a:pt x="160" y="34"/>
                  </a:cubicBezTo>
                  <a:lnTo>
                    <a:pt x="160" y="34"/>
                  </a:lnTo>
                  <a:cubicBezTo>
                    <a:pt x="158" y="32"/>
                    <a:pt x="155" y="31"/>
                    <a:pt x="153" y="29"/>
                  </a:cubicBezTo>
                  <a:cubicBezTo>
                    <a:pt x="151" y="28"/>
                    <a:pt x="149" y="27"/>
                    <a:pt x="147" y="25"/>
                  </a:cubicBezTo>
                  <a:close/>
                  <a:moveTo>
                    <a:pt x="98" y="1"/>
                  </a:moveTo>
                  <a:cubicBezTo>
                    <a:pt x="96" y="1"/>
                    <a:pt x="93" y="1"/>
                    <a:pt x="91" y="1"/>
                  </a:cubicBezTo>
                  <a:cubicBezTo>
                    <a:pt x="54" y="3"/>
                    <a:pt x="27" y="33"/>
                    <a:pt x="11" y="62"/>
                  </a:cubicBezTo>
                  <a:cubicBezTo>
                    <a:pt x="4" y="79"/>
                    <a:pt x="0" y="100"/>
                    <a:pt x="4" y="117"/>
                  </a:cubicBezTo>
                  <a:cubicBezTo>
                    <a:pt x="5" y="135"/>
                    <a:pt x="15" y="151"/>
                    <a:pt x="27" y="165"/>
                  </a:cubicBezTo>
                  <a:cubicBezTo>
                    <a:pt x="33" y="173"/>
                    <a:pt x="42" y="183"/>
                    <a:pt x="52" y="190"/>
                  </a:cubicBezTo>
                  <a:cubicBezTo>
                    <a:pt x="55" y="198"/>
                    <a:pt x="61" y="204"/>
                    <a:pt x="69" y="208"/>
                  </a:cubicBezTo>
                  <a:cubicBezTo>
                    <a:pt x="75" y="214"/>
                    <a:pt x="82" y="216"/>
                    <a:pt x="88" y="221"/>
                  </a:cubicBezTo>
                  <a:cubicBezTo>
                    <a:pt x="101" y="226"/>
                    <a:pt x="115" y="229"/>
                    <a:pt x="128" y="229"/>
                  </a:cubicBezTo>
                  <a:cubicBezTo>
                    <a:pt x="141" y="229"/>
                    <a:pt x="153" y="227"/>
                    <a:pt x="164" y="223"/>
                  </a:cubicBezTo>
                  <a:cubicBezTo>
                    <a:pt x="182" y="219"/>
                    <a:pt x="197" y="211"/>
                    <a:pt x="209" y="198"/>
                  </a:cubicBezTo>
                  <a:cubicBezTo>
                    <a:pt x="223" y="182"/>
                    <a:pt x="229" y="161"/>
                    <a:pt x="228" y="140"/>
                  </a:cubicBezTo>
                  <a:cubicBezTo>
                    <a:pt x="226" y="124"/>
                    <a:pt x="218" y="104"/>
                    <a:pt x="204" y="93"/>
                  </a:cubicBezTo>
                  <a:cubicBezTo>
                    <a:pt x="203" y="89"/>
                    <a:pt x="203" y="84"/>
                    <a:pt x="200" y="80"/>
                  </a:cubicBezTo>
                  <a:cubicBezTo>
                    <a:pt x="196" y="71"/>
                    <a:pt x="190" y="62"/>
                    <a:pt x="184" y="55"/>
                  </a:cubicBezTo>
                  <a:cubicBezTo>
                    <a:pt x="181" y="50"/>
                    <a:pt x="176" y="47"/>
                    <a:pt x="174" y="45"/>
                  </a:cubicBezTo>
                  <a:cubicBezTo>
                    <a:pt x="169" y="34"/>
                    <a:pt x="162" y="24"/>
                    <a:pt x="151" y="17"/>
                  </a:cubicBezTo>
                  <a:cubicBezTo>
                    <a:pt x="134" y="5"/>
                    <a:pt x="117" y="1"/>
                    <a:pt x="9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188;p19"/>
            <p:cNvSpPr/>
            <p:nvPr/>
          </p:nvSpPr>
          <p:spPr>
            <a:xfrm>
              <a:off x="482400" y="1399680"/>
              <a:ext cx="16920" cy="194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205" h="236">
                  <a:moveTo>
                    <a:pt x="100" y="0"/>
                  </a:moveTo>
                  <a:cubicBezTo>
                    <a:pt x="79" y="0"/>
                    <a:pt x="59" y="7"/>
                    <a:pt x="44" y="20"/>
                  </a:cubicBezTo>
                  <a:cubicBezTo>
                    <a:pt x="15" y="45"/>
                    <a:pt x="1" y="87"/>
                    <a:pt x="16" y="123"/>
                  </a:cubicBezTo>
                  <a:cubicBezTo>
                    <a:pt x="21" y="132"/>
                    <a:pt x="27" y="139"/>
                    <a:pt x="35" y="145"/>
                  </a:cubicBezTo>
                  <a:cubicBezTo>
                    <a:pt x="35" y="146"/>
                    <a:pt x="37" y="149"/>
                    <a:pt x="37" y="150"/>
                  </a:cubicBezTo>
                  <a:cubicBezTo>
                    <a:pt x="45" y="163"/>
                    <a:pt x="57" y="171"/>
                    <a:pt x="71" y="174"/>
                  </a:cubicBezTo>
                  <a:cubicBezTo>
                    <a:pt x="71" y="176"/>
                    <a:pt x="70" y="177"/>
                    <a:pt x="70" y="178"/>
                  </a:cubicBezTo>
                  <a:cubicBezTo>
                    <a:pt x="67" y="179"/>
                    <a:pt x="66" y="183"/>
                    <a:pt x="62" y="185"/>
                  </a:cubicBezTo>
                  <a:cubicBezTo>
                    <a:pt x="55" y="196"/>
                    <a:pt x="55" y="215"/>
                    <a:pt x="65" y="223"/>
                  </a:cubicBezTo>
                  <a:cubicBezTo>
                    <a:pt x="71" y="231"/>
                    <a:pt x="80" y="235"/>
                    <a:pt x="91" y="235"/>
                  </a:cubicBezTo>
                  <a:cubicBezTo>
                    <a:pt x="95" y="235"/>
                    <a:pt x="99" y="234"/>
                    <a:pt x="103" y="233"/>
                  </a:cubicBezTo>
                  <a:cubicBezTo>
                    <a:pt x="105" y="232"/>
                    <a:pt x="108" y="232"/>
                    <a:pt x="110" y="231"/>
                  </a:cubicBezTo>
                  <a:cubicBezTo>
                    <a:pt x="116" y="231"/>
                    <a:pt x="122" y="229"/>
                    <a:pt x="128" y="227"/>
                  </a:cubicBezTo>
                  <a:cubicBezTo>
                    <a:pt x="133" y="224"/>
                    <a:pt x="137" y="222"/>
                    <a:pt x="143" y="221"/>
                  </a:cubicBezTo>
                  <a:cubicBezTo>
                    <a:pt x="158" y="212"/>
                    <a:pt x="170" y="200"/>
                    <a:pt x="178" y="187"/>
                  </a:cubicBezTo>
                  <a:cubicBezTo>
                    <a:pt x="196" y="160"/>
                    <a:pt x="204" y="124"/>
                    <a:pt x="192" y="94"/>
                  </a:cubicBezTo>
                  <a:cubicBezTo>
                    <a:pt x="189" y="86"/>
                    <a:pt x="185" y="81"/>
                    <a:pt x="181" y="75"/>
                  </a:cubicBezTo>
                  <a:cubicBezTo>
                    <a:pt x="180" y="52"/>
                    <a:pt x="169" y="31"/>
                    <a:pt x="149" y="16"/>
                  </a:cubicBezTo>
                  <a:cubicBezTo>
                    <a:pt x="134" y="5"/>
                    <a:pt x="117" y="0"/>
                    <a:pt x="1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9" name="Google Shape;189;p19"/>
          <p:cNvSpPr/>
          <p:nvPr/>
        </p:nvSpPr>
        <p:spPr>
          <a:xfrm flipH="1" rot="10800000">
            <a:off x="719640" y="234360"/>
            <a:ext cx="8173080" cy="4354560"/>
          </a:xfrm>
          <a:custGeom>
            <a:avLst/>
            <a:gdLst>
              <a:gd name="textAreaLeft" fmla="*/ -360 w 8173080"/>
              <a:gd name="textAreaRight" fmla="*/ 8173080 w 8173080"/>
              <a:gd name="textAreaTop" fmla="*/ 0 h 4354560"/>
              <a:gd name="textAreaBottom" fmla="*/ 4354920 h 4354560"/>
            </a:gdLst>
            <a:ahLst/>
            <a:cxnLst/>
            <a:rect l="textAreaLeft" t="textAreaTop" r="textAreaRight" b="textAreaBottom"/>
            <a:pathLst>
              <a:path w="97650" h="52029">
                <a:moveTo>
                  <a:pt x="97449" y="35510"/>
                </a:moveTo>
                <a:cubicBezTo>
                  <a:pt x="97465" y="35868"/>
                  <a:pt x="97481" y="36220"/>
                  <a:pt x="97467" y="36573"/>
                </a:cubicBezTo>
                <a:cubicBezTo>
                  <a:pt x="97450" y="37004"/>
                  <a:pt x="97412" y="37432"/>
                  <a:pt x="97347" y="37856"/>
                </a:cubicBezTo>
                <a:cubicBezTo>
                  <a:pt x="97219" y="38702"/>
                  <a:pt x="96989" y="39532"/>
                  <a:pt x="96662" y="40322"/>
                </a:cubicBezTo>
                <a:cubicBezTo>
                  <a:pt x="96572" y="40542"/>
                  <a:pt x="96474" y="40757"/>
                  <a:pt x="96370" y="40970"/>
                </a:cubicBezTo>
                <a:cubicBezTo>
                  <a:pt x="96301" y="41112"/>
                  <a:pt x="96222" y="41249"/>
                  <a:pt x="96150" y="41391"/>
                </a:cubicBezTo>
                <a:cubicBezTo>
                  <a:pt x="96150" y="41244"/>
                  <a:pt x="96152" y="41098"/>
                  <a:pt x="96152" y="40952"/>
                </a:cubicBezTo>
                <a:cubicBezTo>
                  <a:pt x="96160" y="40937"/>
                  <a:pt x="96169" y="40924"/>
                  <a:pt x="96175" y="40909"/>
                </a:cubicBezTo>
                <a:cubicBezTo>
                  <a:pt x="96191" y="40877"/>
                  <a:pt x="96197" y="40839"/>
                  <a:pt x="96207" y="40805"/>
                </a:cubicBezTo>
                <a:cubicBezTo>
                  <a:pt x="96229" y="40734"/>
                  <a:pt x="96251" y="40666"/>
                  <a:pt x="96269" y="40595"/>
                </a:cubicBezTo>
                <a:cubicBezTo>
                  <a:pt x="96303" y="40453"/>
                  <a:pt x="96337" y="40310"/>
                  <a:pt x="96370" y="40168"/>
                </a:cubicBezTo>
                <a:cubicBezTo>
                  <a:pt x="96438" y="39882"/>
                  <a:pt x="96504" y="39598"/>
                  <a:pt x="96568" y="39311"/>
                </a:cubicBezTo>
                <a:cubicBezTo>
                  <a:pt x="96632" y="39025"/>
                  <a:pt x="96699" y="38741"/>
                  <a:pt x="96762" y="38454"/>
                </a:cubicBezTo>
                <a:cubicBezTo>
                  <a:pt x="96792" y="38312"/>
                  <a:pt x="96819" y="38169"/>
                  <a:pt x="96850" y="38025"/>
                </a:cubicBezTo>
                <a:cubicBezTo>
                  <a:pt x="96864" y="37954"/>
                  <a:pt x="96877" y="37882"/>
                  <a:pt x="96885" y="37809"/>
                </a:cubicBezTo>
                <a:cubicBezTo>
                  <a:pt x="96889" y="37775"/>
                  <a:pt x="96899" y="37735"/>
                  <a:pt x="96896" y="37701"/>
                </a:cubicBezTo>
                <a:cubicBezTo>
                  <a:pt x="96893" y="37664"/>
                  <a:pt x="96884" y="37627"/>
                  <a:pt x="96884" y="37589"/>
                </a:cubicBezTo>
                <a:cubicBezTo>
                  <a:pt x="96884" y="37579"/>
                  <a:pt x="96877" y="37574"/>
                  <a:pt x="96870" y="37574"/>
                </a:cubicBezTo>
                <a:cubicBezTo>
                  <a:pt x="96865" y="37574"/>
                  <a:pt x="96860" y="37577"/>
                  <a:pt x="96856" y="37582"/>
                </a:cubicBezTo>
                <a:cubicBezTo>
                  <a:pt x="96840" y="37617"/>
                  <a:pt x="96815" y="37644"/>
                  <a:pt x="96796" y="37676"/>
                </a:cubicBezTo>
                <a:cubicBezTo>
                  <a:pt x="96778" y="37704"/>
                  <a:pt x="96770" y="37746"/>
                  <a:pt x="96758" y="37778"/>
                </a:cubicBezTo>
                <a:cubicBezTo>
                  <a:pt x="96731" y="37846"/>
                  <a:pt x="96712" y="37915"/>
                  <a:pt x="96694" y="37987"/>
                </a:cubicBezTo>
                <a:cubicBezTo>
                  <a:pt x="96658" y="38127"/>
                  <a:pt x="96619" y="38268"/>
                  <a:pt x="96583" y="38409"/>
                </a:cubicBezTo>
                <a:cubicBezTo>
                  <a:pt x="96512" y="38693"/>
                  <a:pt x="96446" y="38977"/>
                  <a:pt x="96379" y="39262"/>
                </a:cubicBezTo>
                <a:cubicBezTo>
                  <a:pt x="96309" y="39547"/>
                  <a:pt x="96242" y="39832"/>
                  <a:pt x="96177" y="40117"/>
                </a:cubicBezTo>
                <a:cubicBezTo>
                  <a:pt x="96168" y="40152"/>
                  <a:pt x="96160" y="40186"/>
                  <a:pt x="96152" y="40222"/>
                </a:cubicBezTo>
                <a:lnTo>
                  <a:pt x="96152" y="39750"/>
                </a:lnTo>
                <a:cubicBezTo>
                  <a:pt x="96175" y="39487"/>
                  <a:pt x="96207" y="39224"/>
                  <a:pt x="96249" y="38964"/>
                </a:cubicBezTo>
                <a:cubicBezTo>
                  <a:pt x="96384" y="38146"/>
                  <a:pt x="96615" y="37344"/>
                  <a:pt x="96933" y="36578"/>
                </a:cubicBezTo>
                <a:cubicBezTo>
                  <a:pt x="97023" y="36362"/>
                  <a:pt x="97120" y="36149"/>
                  <a:pt x="97224" y="35940"/>
                </a:cubicBezTo>
                <a:cubicBezTo>
                  <a:pt x="97296" y="35796"/>
                  <a:pt x="97368" y="35650"/>
                  <a:pt x="97449" y="35510"/>
                </a:cubicBezTo>
                <a:close/>
                <a:moveTo>
                  <a:pt x="94791" y="39097"/>
                </a:moveTo>
                <a:lnTo>
                  <a:pt x="94791" y="39097"/>
                </a:lnTo>
                <a:cubicBezTo>
                  <a:pt x="95242" y="39730"/>
                  <a:pt x="95524" y="40488"/>
                  <a:pt x="95698" y="41243"/>
                </a:cubicBezTo>
                <a:cubicBezTo>
                  <a:pt x="95769" y="41550"/>
                  <a:pt x="95820" y="41860"/>
                  <a:pt x="95858" y="42172"/>
                </a:cubicBezTo>
                <a:cubicBezTo>
                  <a:pt x="95856" y="42687"/>
                  <a:pt x="95852" y="43199"/>
                  <a:pt x="95846" y="43711"/>
                </a:cubicBezTo>
                <a:cubicBezTo>
                  <a:pt x="95733" y="43096"/>
                  <a:pt x="95630" y="42479"/>
                  <a:pt x="95540" y="41860"/>
                </a:cubicBezTo>
                <a:cubicBezTo>
                  <a:pt x="95517" y="41700"/>
                  <a:pt x="95497" y="41539"/>
                  <a:pt x="95472" y="41378"/>
                </a:cubicBezTo>
                <a:cubicBezTo>
                  <a:pt x="95444" y="41210"/>
                  <a:pt x="95399" y="41043"/>
                  <a:pt x="95358" y="40877"/>
                </a:cubicBezTo>
                <a:cubicBezTo>
                  <a:pt x="95353" y="40858"/>
                  <a:pt x="95335" y="40847"/>
                  <a:pt x="95318" y="40847"/>
                </a:cubicBezTo>
                <a:cubicBezTo>
                  <a:pt x="95301" y="40847"/>
                  <a:pt x="95286" y="40858"/>
                  <a:pt x="95286" y="40880"/>
                </a:cubicBezTo>
                <a:cubicBezTo>
                  <a:pt x="95286" y="41024"/>
                  <a:pt x="95283" y="41169"/>
                  <a:pt x="95296" y="41312"/>
                </a:cubicBezTo>
                <a:cubicBezTo>
                  <a:pt x="95308" y="41460"/>
                  <a:pt x="95330" y="41607"/>
                  <a:pt x="95351" y="41754"/>
                </a:cubicBezTo>
                <a:cubicBezTo>
                  <a:pt x="95390" y="42048"/>
                  <a:pt x="95434" y="42343"/>
                  <a:pt x="95479" y="42637"/>
                </a:cubicBezTo>
                <a:cubicBezTo>
                  <a:pt x="95541" y="43033"/>
                  <a:pt x="95607" y="43426"/>
                  <a:pt x="95677" y="43819"/>
                </a:cubicBezTo>
                <a:cubicBezTo>
                  <a:pt x="95552" y="43528"/>
                  <a:pt x="95425" y="43238"/>
                  <a:pt x="95323" y="42942"/>
                </a:cubicBezTo>
                <a:cubicBezTo>
                  <a:pt x="95039" y="42127"/>
                  <a:pt x="94865" y="41268"/>
                  <a:pt x="94799" y="40406"/>
                </a:cubicBezTo>
                <a:cubicBezTo>
                  <a:pt x="94767" y="39970"/>
                  <a:pt x="94770" y="39533"/>
                  <a:pt x="94791" y="39097"/>
                </a:cubicBezTo>
                <a:close/>
                <a:moveTo>
                  <a:pt x="94288" y="42013"/>
                </a:moveTo>
                <a:lnTo>
                  <a:pt x="94288" y="42013"/>
                </a:lnTo>
                <a:cubicBezTo>
                  <a:pt x="94393" y="42189"/>
                  <a:pt x="94489" y="42377"/>
                  <a:pt x="94582" y="42558"/>
                </a:cubicBezTo>
                <a:cubicBezTo>
                  <a:pt x="94704" y="42794"/>
                  <a:pt x="94818" y="43036"/>
                  <a:pt x="94924" y="43281"/>
                </a:cubicBezTo>
                <a:cubicBezTo>
                  <a:pt x="95139" y="43776"/>
                  <a:pt x="95323" y="44286"/>
                  <a:pt x="95472" y="44804"/>
                </a:cubicBezTo>
                <a:cubicBezTo>
                  <a:pt x="95618" y="45319"/>
                  <a:pt x="95733" y="45845"/>
                  <a:pt x="95815" y="46374"/>
                </a:cubicBezTo>
                <a:cubicBezTo>
                  <a:pt x="95809" y="46819"/>
                  <a:pt x="95802" y="47263"/>
                  <a:pt x="95793" y="47705"/>
                </a:cubicBezTo>
                <a:cubicBezTo>
                  <a:pt x="95654" y="46841"/>
                  <a:pt x="95454" y="45989"/>
                  <a:pt x="95199" y="45152"/>
                </a:cubicBezTo>
                <a:cubicBezTo>
                  <a:pt x="95106" y="44845"/>
                  <a:pt x="95006" y="44538"/>
                  <a:pt x="94892" y="44236"/>
                </a:cubicBezTo>
                <a:cubicBezTo>
                  <a:pt x="94878" y="44200"/>
                  <a:pt x="94851" y="44185"/>
                  <a:pt x="94823" y="44185"/>
                </a:cubicBezTo>
                <a:cubicBezTo>
                  <a:pt x="94770" y="44185"/>
                  <a:pt x="94713" y="44239"/>
                  <a:pt x="94737" y="44307"/>
                </a:cubicBezTo>
                <a:cubicBezTo>
                  <a:pt x="94918" y="44843"/>
                  <a:pt x="95089" y="45382"/>
                  <a:pt x="95232" y="45931"/>
                </a:cubicBezTo>
                <a:cubicBezTo>
                  <a:pt x="95374" y="46479"/>
                  <a:pt x="95490" y="47032"/>
                  <a:pt x="95587" y="47591"/>
                </a:cubicBezTo>
                <a:cubicBezTo>
                  <a:pt x="95607" y="47708"/>
                  <a:pt x="95625" y="47824"/>
                  <a:pt x="95643" y="47940"/>
                </a:cubicBezTo>
                <a:cubicBezTo>
                  <a:pt x="95358" y="47302"/>
                  <a:pt x="95117" y="46647"/>
                  <a:pt x="94922" y="45975"/>
                </a:cubicBezTo>
                <a:cubicBezTo>
                  <a:pt x="94671" y="45109"/>
                  <a:pt x="94495" y="44223"/>
                  <a:pt x="94392" y="43327"/>
                </a:cubicBezTo>
                <a:cubicBezTo>
                  <a:pt x="94342" y="42891"/>
                  <a:pt x="94315" y="42452"/>
                  <a:pt x="94288" y="42013"/>
                </a:cubicBezTo>
                <a:close/>
                <a:moveTo>
                  <a:pt x="97208" y="43922"/>
                </a:moveTo>
                <a:cubicBezTo>
                  <a:pt x="97383" y="44722"/>
                  <a:pt x="97423" y="45551"/>
                  <a:pt x="97333" y="46367"/>
                </a:cubicBezTo>
                <a:cubicBezTo>
                  <a:pt x="97236" y="47231"/>
                  <a:pt x="96995" y="48079"/>
                  <a:pt x="96619" y="48862"/>
                </a:cubicBezTo>
                <a:cubicBezTo>
                  <a:pt x="96465" y="49183"/>
                  <a:pt x="96290" y="49490"/>
                  <a:pt x="96092" y="49784"/>
                </a:cubicBezTo>
                <a:cubicBezTo>
                  <a:pt x="96297" y="48617"/>
                  <a:pt x="96537" y="47454"/>
                  <a:pt x="96814" y="46300"/>
                </a:cubicBezTo>
                <a:cubicBezTo>
                  <a:pt x="96900" y="45937"/>
                  <a:pt x="97007" y="45576"/>
                  <a:pt x="97072" y="45209"/>
                </a:cubicBezTo>
                <a:cubicBezTo>
                  <a:pt x="97081" y="45160"/>
                  <a:pt x="97037" y="45129"/>
                  <a:pt x="96995" y="45129"/>
                </a:cubicBezTo>
                <a:cubicBezTo>
                  <a:pt x="96967" y="45129"/>
                  <a:pt x="96939" y="45143"/>
                  <a:pt x="96929" y="45175"/>
                </a:cubicBezTo>
                <a:cubicBezTo>
                  <a:pt x="96820" y="45488"/>
                  <a:pt x="96752" y="45817"/>
                  <a:pt x="96674" y="46137"/>
                </a:cubicBezTo>
                <a:cubicBezTo>
                  <a:pt x="96595" y="46461"/>
                  <a:pt x="96518" y="46786"/>
                  <a:pt x="96446" y="47112"/>
                </a:cubicBezTo>
                <a:cubicBezTo>
                  <a:pt x="96309" y="47713"/>
                  <a:pt x="96183" y="48317"/>
                  <a:pt x="96067" y="48924"/>
                </a:cubicBezTo>
                <a:cubicBezTo>
                  <a:pt x="96083" y="48107"/>
                  <a:pt x="96098" y="47290"/>
                  <a:pt x="96110" y="46476"/>
                </a:cubicBezTo>
                <a:cubicBezTo>
                  <a:pt x="96235" y="45918"/>
                  <a:pt x="96418" y="45377"/>
                  <a:pt x="96665" y="44861"/>
                </a:cubicBezTo>
                <a:cubicBezTo>
                  <a:pt x="96822" y="44534"/>
                  <a:pt x="97005" y="44221"/>
                  <a:pt x="97208" y="43922"/>
                </a:cubicBezTo>
                <a:close/>
                <a:moveTo>
                  <a:pt x="92394" y="46138"/>
                </a:moveTo>
                <a:lnTo>
                  <a:pt x="92394" y="46138"/>
                </a:lnTo>
                <a:cubicBezTo>
                  <a:pt x="92454" y="46174"/>
                  <a:pt x="92513" y="46206"/>
                  <a:pt x="92569" y="46241"/>
                </a:cubicBezTo>
                <a:cubicBezTo>
                  <a:pt x="92733" y="46344"/>
                  <a:pt x="92893" y="46449"/>
                  <a:pt x="93051" y="46560"/>
                </a:cubicBezTo>
                <a:cubicBezTo>
                  <a:pt x="93360" y="46778"/>
                  <a:pt x="93656" y="47011"/>
                  <a:pt x="93935" y="47266"/>
                </a:cubicBezTo>
                <a:cubicBezTo>
                  <a:pt x="94481" y="47764"/>
                  <a:pt x="94959" y="48361"/>
                  <a:pt x="95305" y="49016"/>
                </a:cubicBezTo>
                <a:cubicBezTo>
                  <a:pt x="95402" y="49200"/>
                  <a:pt x="95489" y="49389"/>
                  <a:pt x="95563" y="49583"/>
                </a:cubicBezTo>
                <a:cubicBezTo>
                  <a:pt x="95599" y="49677"/>
                  <a:pt x="95633" y="49771"/>
                  <a:pt x="95664" y="49866"/>
                </a:cubicBezTo>
                <a:cubicBezTo>
                  <a:pt x="95670" y="49886"/>
                  <a:pt x="95676" y="49905"/>
                  <a:pt x="95682" y="49926"/>
                </a:cubicBezTo>
                <a:lnTo>
                  <a:pt x="95539" y="49754"/>
                </a:lnTo>
                <a:cubicBezTo>
                  <a:pt x="95374" y="49557"/>
                  <a:pt x="95209" y="49362"/>
                  <a:pt x="95043" y="49167"/>
                </a:cubicBezTo>
                <a:cubicBezTo>
                  <a:pt x="94715" y="48782"/>
                  <a:pt x="94381" y="48398"/>
                  <a:pt x="94045" y="48018"/>
                </a:cubicBezTo>
                <a:cubicBezTo>
                  <a:pt x="93951" y="47911"/>
                  <a:pt x="93855" y="47802"/>
                  <a:pt x="93758" y="47697"/>
                </a:cubicBezTo>
                <a:cubicBezTo>
                  <a:pt x="93661" y="47592"/>
                  <a:pt x="93568" y="47487"/>
                  <a:pt x="93451" y="47405"/>
                </a:cubicBezTo>
                <a:cubicBezTo>
                  <a:pt x="93450" y="47404"/>
                  <a:pt x="93448" y="47403"/>
                  <a:pt x="93446" y="47403"/>
                </a:cubicBezTo>
                <a:cubicBezTo>
                  <a:pt x="93438" y="47403"/>
                  <a:pt x="93428" y="47412"/>
                  <a:pt x="93434" y="47422"/>
                </a:cubicBezTo>
                <a:cubicBezTo>
                  <a:pt x="93548" y="47640"/>
                  <a:pt x="93734" y="47821"/>
                  <a:pt x="93893" y="48005"/>
                </a:cubicBezTo>
                <a:cubicBezTo>
                  <a:pt x="94060" y="48200"/>
                  <a:pt x="94226" y="48394"/>
                  <a:pt x="94391" y="48590"/>
                </a:cubicBezTo>
                <a:cubicBezTo>
                  <a:pt x="94717" y="48976"/>
                  <a:pt x="95044" y="49365"/>
                  <a:pt x="95367" y="49756"/>
                </a:cubicBezTo>
                <a:cubicBezTo>
                  <a:pt x="95458" y="49867"/>
                  <a:pt x="95550" y="49977"/>
                  <a:pt x="95640" y="50089"/>
                </a:cubicBezTo>
                <a:cubicBezTo>
                  <a:pt x="95654" y="50105"/>
                  <a:pt x="95667" y="50123"/>
                  <a:pt x="95681" y="50139"/>
                </a:cubicBezTo>
                <a:cubicBezTo>
                  <a:pt x="95649" y="50116"/>
                  <a:pt x="95615" y="50095"/>
                  <a:pt x="95581" y="50072"/>
                </a:cubicBezTo>
                <a:cubicBezTo>
                  <a:pt x="95502" y="50019"/>
                  <a:pt x="95425" y="49966"/>
                  <a:pt x="95349" y="49913"/>
                </a:cubicBezTo>
                <a:cubicBezTo>
                  <a:pt x="95203" y="49808"/>
                  <a:pt x="95058" y="49699"/>
                  <a:pt x="94919" y="49583"/>
                </a:cubicBezTo>
                <a:cubicBezTo>
                  <a:pt x="94634" y="49349"/>
                  <a:pt x="94363" y="49098"/>
                  <a:pt x="94111" y="48829"/>
                </a:cubicBezTo>
                <a:cubicBezTo>
                  <a:pt x="93611" y="48296"/>
                  <a:pt x="93179" y="47701"/>
                  <a:pt x="92832" y="47059"/>
                </a:cubicBezTo>
                <a:cubicBezTo>
                  <a:pt x="92734" y="46877"/>
                  <a:pt x="92644" y="46692"/>
                  <a:pt x="92557" y="46505"/>
                </a:cubicBezTo>
                <a:cubicBezTo>
                  <a:pt x="92513" y="46411"/>
                  <a:pt x="92470" y="46314"/>
                  <a:pt x="92430" y="46219"/>
                </a:cubicBezTo>
                <a:cubicBezTo>
                  <a:pt x="92419" y="46191"/>
                  <a:pt x="92408" y="46165"/>
                  <a:pt x="92394" y="46138"/>
                </a:cubicBezTo>
                <a:close/>
                <a:moveTo>
                  <a:pt x="85634" y="50096"/>
                </a:moveTo>
                <a:cubicBezTo>
                  <a:pt x="86025" y="50096"/>
                  <a:pt x="86416" y="50129"/>
                  <a:pt x="86797" y="50184"/>
                </a:cubicBezTo>
                <a:cubicBezTo>
                  <a:pt x="87555" y="50293"/>
                  <a:pt x="88294" y="50517"/>
                  <a:pt x="88985" y="50846"/>
                </a:cubicBezTo>
                <a:cubicBezTo>
                  <a:pt x="89277" y="50985"/>
                  <a:pt x="89571" y="51134"/>
                  <a:pt x="89847" y="51309"/>
                </a:cubicBezTo>
                <a:cubicBezTo>
                  <a:pt x="88856" y="51113"/>
                  <a:pt x="87882" y="50844"/>
                  <a:pt x="86899" y="50610"/>
                </a:cubicBezTo>
                <a:cubicBezTo>
                  <a:pt x="86896" y="50609"/>
                  <a:pt x="86893" y="50609"/>
                  <a:pt x="86890" y="50609"/>
                </a:cubicBezTo>
                <a:cubicBezTo>
                  <a:pt x="86851" y="50609"/>
                  <a:pt x="86841" y="50673"/>
                  <a:pt x="86879" y="50688"/>
                </a:cubicBezTo>
                <a:cubicBezTo>
                  <a:pt x="87667" y="51003"/>
                  <a:pt x="88498" y="51210"/>
                  <a:pt x="89335" y="51366"/>
                </a:cubicBezTo>
                <a:lnTo>
                  <a:pt x="89272" y="51366"/>
                </a:lnTo>
                <a:cubicBezTo>
                  <a:pt x="89225" y="51365"/>
                  <a:pt x="89177" y="51364"/>
                  <a:pt x="89131" y="51362"/>
                </a:cubicBezTo>
                <a:cubicBezTo>
                  <a:pt x="88741" y="51346"/>
                  <a:pt x="88353" y="51321"/>
                  <a:pt x="87968" y="51265"/>
                </a:cubicBezTo>
                <a:cubicBezTo>
                  <a:pt x="87199" y="51152"/>
                  <a:pt x="86440" y="50945"/>
                  <a:pt x="85722" y="50650"/>
                </a:cubicBezTo>
                <a:cubicBezTo>
                  <a:pt x="85375" y="50507"/>
                  <a:pt x="85034" y="50344"/>
                  <a:pt x="84703" y="50165"/>
                </a:cubicBezTo>
                <a:cubicBezTo>
                  <a:pt x="85009" y="50117"/>
                  <a:pt x="85321" y="50096"/>
                  <a:pt x="85634" y="50096"/>
                </a:cubicBezTo>
                <a:close/>
                <a:moveTo>
                  <a:pt x="95890" y="1"/>
                </a:moveTo>
                <a:cubicBezTo>
                  <a:pt x="95797" y="4"/>
                  <a:pt x="95703" y="7"/>
                  <a:pt x="95610" y="9"/>
                </a:cubicBezTo>
                <a:cubicBezTo>
                  <a:pt x="95621" y="474"/>
                  <a:pt x="95632" y="937"/>
                  <a:pt x="95641" y="1401"/>
                </a:cubicBezTo>
                <a:cubicBezTo>
                  <a:pt x="95666" y="2574"/>
                  <a:pt x="95689" y="3746"/>
                  <a:pt x="95711" y="4920"/>
                </a:cubicBezTo>
                <a:cubicBezTo>
                  <a:pt x="95754" y="7239"/>
                  <a:pt x="95783" y="9557"/>
                  <a:pt x="95802" y="11875"/>
                </a:cubicBezTo>
                <a:cubicBezTo>
                  <a:pt x="95838" y="16510"/>
                  <a:pt x="95836" y="21143"/>
                  <a:pt x="95770" y="25777"/>
                </a:cubicBezTo>
                <a:cubicBezTo>
                  <a:pt x="95767" y="25973"/>
                  <a:pt x="95765" y="26188"/>
                  <a:pt x="95760" y="26418"/>
                </a:cubicBezTo>
                <a:cubicBezTo>
                  <a:pt x="95760" y="26425"/>
                  <a:pt x="95798" y="31132"/>
                  <a:pt x="95803" y="31460"/>
                </a:cubicBezTo>
                <a:cubicBezTo>
                  <a:pt x="95831" y="33083"/>
                  <a:pt x="95848" y="34706"/>
                  <a:pt x="95859" y="36331"/>
                </a:cubicBezTo>
                <a:cubicBezTo>
                  <a:pt x="95814" y="35878"/>
                  <a:pt x="95758" y="35426"/>
                  <a:pt x="95692" y="34974"/>
                </a:cubicBezTo>
                <a:cubicBezTo>
                  <a:pt x="95552" y="34013"/>
                  <a:pt x="95372" y="33058"/>
                  <a:pt x="95155" y="32111"/>
                </a:cubicBezTo>
                <a:cubicBezTo>
                  <a:pt x="95094" y="31843"/>
                  <a:pt x="95029" y="31575"/>
                  <a:pt x="94962" y="31310"/>
                </a:cubicBezTo>
                <a:cubicBezTo>
                  <a:pt x="94898" y="31058"/>
                  <a:pt x="94839" y="30800"/>
                  <a:pt x="94740" y="30561"/>
                </a:cubicBezTo>
                <a:cubicBezTo>
                  <a:pt x="94749" y="30550"/>
                  <a:pt x="94756" y="30539"/>
                  <a:pt x="94761" y="30527"/>
                </a:cubicBezTo>
                <a:cubicBezTo>
                  <a:pt x="94819" y="30412"/>
                  <a:pt x="94760" y="30275"/>
                  <a:pt x="94665" y="30203"/>
                </a:cubicBezTo>
                <a:cubicBezTo>
                  <a:pt x="94610" y="30160"/>
                  <a:pt x="94545" y="30140"/>
                  <a:pt x="94476" y="30140"/>
                </a:cubicBezTo>
                <a:cubicBezTo>
                  <a:pt x="94467" y="30140"/>
                  <a:pt x="94458" y="30141"/>
                  <a:pt x="94449" y="30141"/>
                </a:cubicBezTo>
                <a:cubicBezTo>
                  <a:pt x="94398" y="30146"/>
                  <a:pt x="94334" y="30169"/>
                  <a:pt x="94303" y="30211"/>
                </a:cubicBezTo>
                <a:cubicBezTo>
                  <a:pt x="94287" y="30233"/>
                  <a:pt x="94276" y="30270"/>
                  <a:pt x="94270" y="30307"/>
                </a:cubicBezTo>
                <a:cubicBezTo>
                  <a:pt x="94249" y="30336"/>
                  <a:pt x="94235" y="30369"/>
                  <a:pt x="94230" y="30405"/>
                </a:cubicBezTo>
                <a:cubicBezTo>
                  <a:pt x="94223" y="30461"/>
                  <a:pt x="94239" y="30517"/>
                  <a:pt x="94270" y="30564"/>
                </a:cubicBezTo>
                <a:cubicBezTo>
                  <a:pt x="94319" y="30635"/>
                  <a:pt x="94411" y="30674"/>
                  <a:pt x="94497" y="30674"/>
                </a:cubicBezTo>
                <a:cubicBezTo>
                  <a:pt x="94498" y="30674"/>
                  <a:pt x="94500" y="30674"/>
                  <a:pt x="94501" y="30674"/>
                </a:cubicBezTo>
                <a:cubicBezTo>
                  <a:pt x="94525" y="30674"/>
                  <a:pt x="94550" y="30671"/>
                  <a:pt x="94574" y="30665"/>
                </a:cubicBezTo>
                <a:lnTo>
                  <a:pt x="94595" y="30669"/>
                </a:lnTo>
                <a:cubicBezTo>
                  <a:pt x="94628" y="30871"/>
                  <a:pt x="94684" y="31069"/>
                  <a:pt x="94734" y="31267"/>
                </a:cubicBezTo>
                <a:cubicBezTo>
                  <a:pt x="94793" y="31503"/>
                  <a:pt x="94849" y="31740"/>
                  <a:pt x="94903" y="31980"/>
                </a:cubicBezTo>
                <a:cubicBezTo>
                  <a:pt x="95009" y="32450"/>
                  <a:pt x="95107" y="32924"/>
                  <a:pt x="95195" y="33400"/>
                </a:cubicBezTo>
                <a:cubicBezTo>
                  <a:pt x="95360" y="34295"/>
                  <a:pt x="95489" y="35195"/>
                  <a:pt x="95591" y="36100"/>
                </a:cubicBezTo>
                <a:cubicBezTo>
                  <a:pt x="95453" y="35513"/>
                  <a:pt x="95277" y="34936"/>
                  <a:pt x="95058" y="34376"/>
                </a:cubicBezTo>
                <a:cubicBezTo>
                  <a:pt x="94942" y="34080"/>
                  <a:pt x="94814" y="33792"/>
                  <a:pt x="94673" y="33507"/>
                </a:cubicBezTo>
                <a:cubicBezTo>
                  <a:pt x="94542" y="33246"/>
                  <a:pt x="94403" y="32959"/>
                  <a:pt x="94190" y="32752"/>
                </a:cubicBezTo>
                <a:cubicBezTo>
                  <a:pt x="94189" y="32726"/>
                  <a:pt x="94183" y="32700"/>
                  <a:pt x="94174" y="32677"/>
                </a:cubicBezTo>
                <a:cubicBezTo>
                  <a:pt x="94152" y="32622"/>
                  <a:pt x="94102" y="32580"/>
                  <a:pt x="94046" y="32563"/>
                </a:cubicBezTo>
                <a:cubicBezTo>
                  <a:pt x="94035" y="32557"/>
                  <a:pt x="94025" y="32552"/>
                  <a:pt x="94014" y="32547"/>
                </a:cubicBezTo>
                <a:cubicBezTo>
                  <a:pt x="93990" y="32539"/>
                  <a:pt x="93965" y="32536"/>
                  <a:pt x="93941" y="32536"/>
                </a:cubicBezTo>
                <a:cubicBezTo>
                  <a:pt x="93880" y="32536"/>
                  <a:pt x="93820" y="32559"/>
                  <a:pt x="93773" y="32600"/>
                </a:cubicBezTo>
                <a:cubicBezTo>
                  <a:pt x="93699" y="32664"/>
                  <a:pt x="93667" y="32760"/>
                  <a:pt x="93700" y="32855"/>
                </a:cubicBezTo>
                <a:cubicBezTo>
                  <a:pt x="93724" y="32925"/>
                  <a:pt x="93790" y="32977"/>
                  <a:pt x="93862" y="32995"/>
                </a:cubicBezTo>
                <a:lnTo>
                  <a:pt x="93882" y="32999"/>
                </a:lnTo>
                <a:cubicBezTo>
                  <a:pt x="93895" y="33021"/>
                  <a:pt x="93911" y="33041"/>
                  <a:pt x="93933" y="33058"/>
                </a:cubicBezTo>
                <a:cubicBezTo>
                  <a:pt x="93946" y="33068"/>
                  <a:pt x="93965" y="33075"/>
                  <a:pt x="93983" y="33075"/>
                </a:cubicBezTo>
                <a:cubicBezTo>
                  <a:pt x="93987" y="33075"/>
                  <a:pt x="93992" y="33074"/>
                  <a:pt x="93996" y="33073"/>
                </a:cubicBezTo>
                <a:cubicBezTo>
                  <a:pt x="94018" y="33069"/>
                  <a:pt x="94032" y="33058"/>
                  <a:pt x="94047" y="33041"/>
                </a:cubicBezTo>
                <a:cubicBezTo>
                  <a:pt x="94070" y="33015"/>
                  <a:pt x="94091" y="32985"/>
                  <a:pt x="94107" y="32953"/>
                </a:cubicBezTo>
                <a:cubicBezTo>
                  <a:pt x="94109" y="32951"/>
                  <a:pt x="94111" y="32948"/>
                  <a:pt x="94113" y="32946"/>
                </a:cubicBezTo>
                <a:cubicBezTo>
                  <a:pt x="94193" y="33146"/>
                  <a:pt x="94305" y="33334"/>
                  <a:pt x="94403" y="33525"/>
                </a:cubicBezTo>
                <a:cubicBezTo>
                  <a:pt x="94529" y="33772"/>
                  <a:pt x="94649" y="34023"/>
                  <a:pt x="94757" y="34278"/>
                </a:cubicBezTo>
                <a:cubicBezTo>
                  <a:pt x="94975" y="34792"/>
                  <a:pt x="95154" y="35321"/>
                  <a:pt x="95299" y="35862"/>
                </a:cubicBezTo>
                <a:cubicBezTo>
                  <a:pt x="95593" y="36955"/>
                  <a:pt x="95750" y="38082"/>
                  <a:pt x="95838" y="39209"/>
                </a:cubicBezTo>
                <a:cubicBezTo>
                  <a:pt x="95849" y="39359"/>
                  <a:pt x="95860" y="39509"/>
                  <a:pt x="95869" y="39658"/>
                </a:cubicBezTo>
                <a:cubicBezTo>
                  <a:pt x="95869" y="40007"/>
                  <a:pt x="95868" y="40355"/>
                  <a:pt x="95866" y="40705"/>
                </a:cubicBezTo>
                <a:cubicBezTo>
                  <a:pt x="95825" y="40415"/>
                  <a:pt x="95775" y="40126"/>
                  <a:pt x="95721" y="39839"/>
                </a:cubicBezTo>
                <a:cubicBezTo>
                  <a:pt x="95571" y="39052"/>
                  <a:pt x="95371" y="38272"/>
                  <a:pt x="95123" y="37509"/>
                </a:cubicBezTo>
                <a:cubicBezTo>
                  <a:pt x="95020" y="37193"/>
                  <a:pt x="94897" y="36886"/>
                  <a:pt x="94754" y="36589"/>
                </a:cubicBezTo>
                <a:cubicBezTo>
                  <a:pt x="94816" y="36529"/>
                  <a:pt x="94854" y="36445"/>
                  <a:pt x="94834" y="36358"/>
                </a:cubicBezTo>
                <a:cubicBezTo>
                  <a:pt x="94826" y="36323"/>
                  <a:pt x="94814" y="36295"/>
                  <a:pt x="94793" y="36265"/>
                </a:cubicBezTo>
                <a:cubicBezTo>
                  <a:pt x="94778" y="36242"/>
                  <a:pt x="94757" y="36225"/>
                  <a:pt x="94737" y="36208"/>
                </a:cubicBezTo>
                <a:lnTo>
                  <a:pt x="94737" y="36208"/>
                </a:lnTo>
                <a:lnTo>
                  <a:pt x="94742" y="36213"/>
                </a:lnTo>
                <a:cubicBezTo>
                  <a:pt x="94729" y="36200"/>
                  <a:pt x="94716" y="36189"/>
                  <a:pt x="94701" y="36180"/>
                </a:cubicBezTo>
                <a:cubicBezTo>
                  <a:pt x="94669" y="36160"/>
                  <a:pt x="94640" y="36153"/>
                  <a:pt x="94605" y="36144"/>
                </a:cubicBezTo>
                <a:cubicBezTo>
                  <a:pt x="94590" y="36140"/>
                  <a:pt x="94574" y="36139"/>
                  <a:pt x="94559" y="36139"/>
                </a:cubicBezTo>
                <a:cubicBezTo>
                  <a:pt x="94525" y="36139"/>
                  <a:pt x="94491" y="36146"/>
                  <a:pt x="94459" y="36156"/>
                </a:cubicBezTo>
                <a:cubicBezTo>
                  <a:pt x="94436" y="36165"/>
                  <a:pt x="94414" y="36178"/>
                  <a:pt x="94394" y="36192"/>
                </a:cubicBezTo>
                <a:cubicBezTo>
                  <a:pt x="94366" y="36214"/>
                  <a:pt x="94345" y="36247"/>
                  <a:pt x="94344" y="36284"/>
                </a:cubicBezTo>
                <a:cubicBezTo>
                  <a:pt x="94343" y="36302"/>
                  <a:pt x="94344" y="36323"/>
                  <a:pt x="94347" y="36342"/>
                </a:cubicBezTo>
                <a:cubicBezTo>
                  <a:pt x="94355" y="36387"/>
                  <a:pt x="94376" y="36430"/>
                  <a:pt x="94404" y="36467"/>
                </a:cubicBezTo>
                <a:cubicBezTo>
                  <a:pt x="94402" y="36471"/>
                  <a:pt x="94398" y="36474"/>
                  <a:pt x="94396" y="36479"/>
                </a:cubicBezTo>
                <a:cubicBezTo>
                  <a:pt x="94382" y="36502"/>
                  <a:pt x="94371" y="36528"/>
                  <a:pt x="94378" y="36556"/>
                </a:cubicBezTo>
                <a:cubicBezTo>
                  <a:pt x="94383" y="36583"/>
                  <a:pt x="94398" y="36604"/>
                  <a:pt x="94418" y="36622"/>
                </a:cubicBezTo>
                <a:cubicBezTo>
                  <a:pt x="94458" y="36656"/>
                  <a:pt x="94507" y="36670"/>
                  <a:pt x="94557" y="36670"/>
                </a:cubicBezTo>
                <a:cubicBezTo>
                  <a:pt x="94600" y="36670"/>
                  <a:pt x="94643" y="36660"/>
                  <a:pt x="94683" y="36641"/>
                </a:cubicBezTo>
                <a:cubicBezTo>
                  <a:pt x="94770" y="36899"/>
                  <a:pt x="94854" y="37159"/>
                  <a:pt x="94937" y="37418"/>
                </a:cubicBezTo>
                <a:cubicBezTo>
                  <a:pt x="95056" y="37794"/>
                  <a:pt x="95177" y="38169"/>
                  <a:pt x="95278" y="38550"/>
                </a:cubicBezTo>
                <a:cubicBezTo>
                  <a:pt x="95485" y="39316"/>
                  <a:pt x="95641" y="40093"/>
                  <a:pt x="95772" y="40876"/>
                </a:cubicBezTo>
                <a:cubicBezTo>
                  <a:pt x="95803" y="41057"/>
                  <a:pt x="95827" y="41239"/>
                  <a:pt x="95853" y="41421"/>
                </a:cubicBezTo>
                <a:cubicBezTo>
                  <a:pt x="95764" y="40982"/>
                  <a:pt x="95640" y="40553"/>
                  <a:pt x="95473" y="40139"/>
                </a:cubicBezTo>
                <a:cubicBezTo>
                  <a:pt x="95294" y="39696"/>
                  <a:pt x="95062" y="39285"/>
                  <a:pt x="94790" y="38895"/>
                </a:cubicBezTo>
                <a:cubicBezTo>
                  <a:pt x="94779" y="38879"/>
                  <a:pt x="94763" y="38872"/>
                  <a:pt x="94747" y="38872"/>
                </a:cubicBezTo>
                <a:cubicBezTo>
                  <a:pt x="94718" y="38872"/>
                  <a:pt x="94688" y="38895"/>
                  <a:pt x="94684" y="38927"/>
                </a:cubicBezTo>
                <a:cubicBezTo>
                  <a:pt x="94584" y="39785"/>
                  <a:pt x="94623" y="40680"/>
                  <a:pt x="94772" y="41532"/>
                </a:cubicBezTo>
                <a:cubicBezTo>
                  <a:pt x="94848" y="41959"/>
                  <a:pt x="94951" y="42382"/>
                  <a:pt x="95081" y="42797"/>
                </a:cubicBezTo>
                <a:cubicBezTo>
                  <a:pt x="95210" y="43208"/>
                  <a:pt x="95375" y="43606"/>
                  <a:pt x="95542" y="44005"/>
                </a:cubicBezTo>
                <a:cubicBezTo>
                  <a:pt x="95649" y="44258"/>
                  <a:pt x="95755" y="44513"/>
                  <a:pt x="95838" y="44774"/>
                </a:cubicBezTo>
                <a:cubicBezTo>
                  <a:pt x="95835" y="45131"/>
                  <a:pt x="95831" y="45487"/>
                  <a:pt x="95825" y="45844"/>
                </a:cubicBezTo>
                <a:cubicBezTo>
                  <a:pt x="95662" y="45020"/>
                  <a:pt x="95416" y="44210"/>
                  <a:pt x="95095" y="43435"/>
                </a:cubicBezTo>
                <a:cubicBezTo>
                  <a:pt x="94980" y="43156"/>
                  <a:pt x="94854" y="42881"/>
                  <a:pt x="94718" y="42611"/>
                </a:cubicBezTo>
                <a:cubicBezTo>
                  <a:pt x="94580" y="42333"/>
                  <a:pt x="94418" y="42070"/>
                  <a:pt x="94272" y="41795"/>
                </a:cubicBezTo>
                <a:cubicBezTo>
                  <a:pt x="94262" y="41775"/>
                  <a:pt x="94241" y="41765"/>
                  <a:pt x="94221" y="41765"/>
                </a:cubicBezTo>
                <a:cubicBezTo>
                  <a:pt x="94196" y="41765"/>
                  <a:pt x="94173" y="41781"/>
                  <a:pt x="94171" y="41812"/>
                </a:cubicBezTo>
                <a:cubicBezTo>
                  <a:pt x="94131" y="42720"/>
                  <a:pt x="94239" y="43639"/>
                  <a:pt x="94404" y="44530"/>
                </a:cubicBezTo>
                <a:cubicBezTo>
                  <a:pt x="94569" y="45423"/>
                  <a:pt x="94812" y="46302"/>
                  <a:pt x="95128" y="47154"/>
                </a:cubicBezTo>
                <a:cubicBezTo>
                  <a:pt x="95308" y="47637"/>
                  <a:pt x="95511" y="48113"/>
                  <a:pt x="95736" y="48575"/>
                </a:cubicBezTo>
                <a:cubicBezTo>
                  <a:pt x="95747" y="48597"/>
                  <a:pt x="95761" y="48611"/>
                  <a:pt x="95778" y="48619"/>
                </a:cubicBezTo>
                <a:cubicBezTo>
                  <a:pt x="95775" y="48854"/>
                  <a:pt x="95769" y="49087"/>
                  <a:pt x="95765" y="49322"/>
                </a:cubicBezTo>
                <a:cubicBezTo>
                  <a:pt x="95496" y="48898"/>
                  <a:pt x="95250" y="48458"/>
                  <a:pt x="95028" y="48007"/>
                </a:cubicBezTo>
                <a:cubicBezTo>
                  <a:pt x="94888" y="47727"/>
                  <a:pt x="94762" y="47443"/>
                  <a:pt x="94644" y="47154"/>
                </a:cubicBezTo>
                <a:cubicBezTo>
                  <a:pt x="94584" y="47010"/>
                  <a:pt x="94526" y="46866"/>
                  <a:pt x="94471" y="46720"/>
                </a:cubicBezTo>
                <a:cubicBezTo>
                  <a:pt x="94418" y="46578"/>
                  <a:pt x="94370" y="46423"/>
                  <a:pt x="94298" y="46290"/>
                </a:cubicBezTo>
                <a:cubicBezTo>
                  <a:pt x="94291" y="46278"/>
                  <a:pt x="94281" y="46273"/>
                  <a:pt x="94270" y="46273"/>
                </a:cubicBezTo>
                <a:cubicBezTo>
                  <a:pt x="94254" y="46273"/>
                  <a:pt x="94238" y="46286"/>
                  <a:pt x="94239" y="46307"/>
                </a:cubicBezTo>
                <a:cubicBezTo>
                  <a:pt x="94250" y="46439"/>
                  <a:pt x="94292" y="46578"/>
                  <a:pt x="94331" y="46704"/>
                </a:cubicBezTo>
                <a:cubicBezTo>
                  <a:pt x="94371" y="46838"/>
                  <a:pt x="94414" y="46971"/>
                  <a:pt x="94458" y="47104"/>
                </a:cubicBezTo>
                <a:cubicBezTo>
                  <a:pt x="94546" y="47365"/>
                  <a:pt x="94646" y="47621"/>
                  <a:pt x="94753" y="47873"/>
                </a:cubicBezTo>
                <a:cubicBezTo>
                  <a:pt x="94770" y="47914"/>
                  <a:pt x="94787" y="47953"/>
                  <a:pt x="94804" y="47992"/>
                </a:cubicBezTo>
                <a:cubicBezTo>
                  <a:pt x="94358" y="47442"/>
                  <a:pt x="93817" y="46964"/>
                  <a:pt x="93241" y="46556"/>
                </a:cubicBezTo>
                <a:cubicBezTo>
                  <a:pt x="93064" y="46432"/>
                  <a:pt x="92883" y="46312"/>
                  <a:pt x="92698" y="46197"/>
                </a:cubicBezTo>
                <a:cubicBezTo>
                  <a:pt x="92602" y="46137"/>
                  <a:pt x="92505" y="46080"/>
                  <a:pt x="92409" y="46023"/>
                </a:cubicBezTo>
                <a:cubicBezTo>
                  <a:pt x="92315" y="45968"/>
                  <a:pt x="92222" y="45912"/>
                  <a:pt x="92116" y="45882"/>
                </a:cubicBezTo>
                <a:cubicBezTo>
                  <a:pt x="92112" y="45881"/>
                  <a:pt x="92108" y="45881"/>
                  <a:pt x="92105" y="45881"/>
                </a:cubicBezTo>
                <a:cubicBezTo>
                  <a:pt x="92077" y="45881"/>
                  <a:pt x="92062" y="45915"/>
                  <a:pt x="92086" y="45937"/>
                </a:cubicBezTo>
                <a:cubicBezTo>
                  <a:pt x="92134" y="45981"/>
                  <a:pt x="92187" y="46018"/>
                  <a:pt x="92244" y="46054"/>
                </a:cubicBezTo>
                <a:cubicBezTo>
                  <a:pt x="92260" y="46204"/>
                  <a:pt x="92335" y="46355"/>
                  <a:pt x="92392" y="46492"/>
                </a:cubicBezTo>
                <a:cubicBezTo>
                  <a:pt x="92461" y="46662"/>
                  <a:pt x="92541" y="46829"/>
                  <a:pt x="92624" y="46993"/>
                </a:cubicBezTo>
                <a:cubicBezTo>
                  <a:pt x="92794" y="47327"/>
                  <a:pt x="92987" y="47651"/>
                  <a:pt x="93199" y="47959"/>
                </a:cubicBezTo>
                <a:cubicBezTo>
                  <a:pt x="93620" y="48571"/>
                  <a:pt x="94123" y="49131"/>
                  <a:pt x="94689" y="49613"/>
                </a:cubicBezTo>
                <a:cubicBezTo>
                  <a:pt x="94848" y="49749"/>
                  <a:pt x="95013" y="49880"/>
                  <a:pt x="95182" y="50003"/>
                </a:cubicBezTo>
                <a:cubicBezTo>
                  <a:pt x="95266" y="50064"/>
                  <a:pt x="95352" y="50125"/>
                  <a:pt x="95438" y="50183"/>
                </a:cubicBezTo>
                <a:cubicBezTo>
                  <a:pt x="95523" y="50240"/>
                  <a:pt x="95612" y="50319"/>
                  <a:pt x="95720" y="50319"/>
                </a:cubicBezTo>
                <a:cubicBezTo>
                  <a:pt x="95727" y="50319"/>
                  <a:pt x="95734" y="50317"/>
                  <a:pt x="95742" y="50315"/>
                </a:cubicBezTo>
                <a:lnTo>
                  <a:pt x="95742" y="50315"/>
                </a:lnTo>
                <a:cubicBezTo>
                  <a:pt x="95738" y="50462"/>
                  <a:pt x="95734" y="50608"/>
                  <a:pt x="95731" y="50756"/>
                </a:cubicBezTo>
                <a:cubicBezTo>
                  <a:pt x="95610" y="50619"/>
                  <a:pt x="95476" y="50493"/>
                  <a:pt x="95341" y="50370"/>
                </a:cubicBezTo>
                <a:cubicBezTo>
                  <a:pt x="95125" y="50173"/>
                  <a:pt x="94902" y="49987"/>
                  <a:pt x="94667" y="49815"/>
                </a:cubicBezTo>
                <a:cubicBezTo>
                  <a:pt x="94193" y="49466"/>
                  <a:pt x="93684" y="49163"/>
                  <a:pt x="93152" y="48911"/>
                </a:cubicBezTo>
                <a:cubicBezTo>
                  <a:pt x="93000" y="48839"/>
                  <a:pt x="92845" y="48774"/>
                  <a:pt x="92687" y="48717"/>
                </a:cubicBezTo>
                <a:cubicBezTo>
                  <a:pt x="92608" y="48688"/>
                  <a:pt x="92527" y="48661"/>
                  <a:pt x="92448" y="48635"/>
                </a:cubicBezTo>
                <a:cubicBezTo>
                  <a:pt x="92438" y="48631"/>
                  <a:pt x="92429" y="48628"/>
                  <a:pt x="92418" y="48625"/>
                </a:cubicBezTo>
                <a:cubicBezTo>
                  <a:pt x="92422" y="48611"/>
                  <a:pt x="92425" y="48596"/>
                  <a:pt x="92427" y="48582"/>
                </a:cubicBezTo>
                <a:cubicBezTo>
                  <a:pt x="92429" y="48574"/>
                  <a:pt x="92431" y="48564"/>
                  <a:pt x="92431" y="48557"/>
                </a:cubicBezTo>
                <a:cubicBezTo>
                  <a:pt x="92431" y="48538"/>
                  <a:pt x="92432" y="48519"/>
                  <a:pt x="92427" y="48503"/>
                </a:cubicBezTo>
                <a:cubicBezTo>
                  <a:pt x="92423" y="48486"/>
                  <a:pt x="92418" y="48469"/>
                  <a:pt x="92411" y="48450"/>
                </a:cubicBezTo>
                <a:cubicBezTo>
                  <a:pt x="92409" y="48442"/>
                  <a:pt x="92404" y="48434"/>
                  <a:pt x="92399" y="48426"/>
                </a:cubicBezTo>
                <a:cubicBezTo>
                  <a:pt x="92388" y="48406"/>
                  <a:pt x="92377" y="48387"/>
                  <a:pt x="92362" y="48371"/>
                </a:cubicBezTo>
                <a:cubicBezTo>
                  <a:pt x="92348" y="48356"/>
                  <a:pt x="92332" y="48339"/>
                  <a:pt x="92313" y="48327"/>
                </a:cubicBezTo>
                <a:cubicBezTo>
                  <a:pt x="92277" y="48304"/>
                  <a:pt x="92252" y="48294"/>
                  <a:pt x="92209" y="48285"/>
                </a:cubicBezTo>
                <a:cubicBezTo>
                  <a:pt x="92203" y="48284"/>
                  <a:pt x="92200" y="48284"/>
                  <a:pt x="92195" y="48284"/>
                </a:cubicBezTo>
                <a:cubicBezTo>
                  <a:pt x="92175" y="48284"/>
                  <a:pt x="92154" y="48284"/>
                  <a:pt x="92135" y="48288"/>
                </a:cubicBezTo>
                <a:lnTo>
                  <a:pt x="92094" y="48300"/>
                </a:lnTo>
                <a:cubicBezTo>
                  <a:pt x="92074" y="48307"/>
                  <a:pt x="92057" y="48320"/>
                  <a:pt x="92043" y="48338"/>
                </a:cubicBezTo>
                <a:cubicBezTo>
                  <a:pt x="92032" y="48348"/>
                  <a:pt x="92024" y="48359"/>
                  <a:pt x="92019" y="48372"/>
                </a:cubicBezTo>
                <a:cubicBezTo>
                  <a:pt x="92006" y="48392"/>
                  <a:pt x="91999" y="48412"/>
                  <a:pt x="91998" y="48436"/>
                </a:cubicBezTo>
                <a:lnTo>
                  <a:pt x="91998" y="48458"/>
                </a:lnTo>
                <a:cubicBezTo>
                  <a:pt x="91998" y="48472"/>
                  <a:pt x="91999" y="48487"/>
                  <a:pt x="91999" y="48503"/>
                </a:cubicBezTo>
                <a:cubicBezTo>
                  <a:pt x="92002" y="48525"/>
                  <a:pt x="92010" y="48546"/>
                  <a:pt x="92022" y="48562"/>
                </a:cubicBezTo>
                <a:cubicBezTo>
                  <a:pt x="92027" y="48571"/>
                  <a:pt x="92033" y="48581"/>
                  <a:pt x="92042" y="48587"/>
                </a:cubicBezTo>
                <a:cubicBezTo>
                  <a:pt x="92041" y="48624"/>
                  <a:pt x="92047" y="48661"/>
                  <a:pt x="92061" y="48694"/>
                </a:cubicBezTo>
                <a:cubicBezTo>
                  <a:pt x="92069" y="48712"/>
                  <a:pt x="92081" y="48732"/>
                  <a:pt x="92096" y="48747"/>
                </a:cubicBezTo>
                <a:cubicBezTo>
                  <a:pt x="92107" y="48760"/>
                  <a:pt x="92119" y="48771"/>
                  <a:pt x="92131" y="48782"/>
                </a:cubicBezTo>
                <a:cubicBezTo>
                  <a:pt x="92152" y="48798"/>
                  <a:pt x="92182" y="48808"/>
                  <a:pt x="92211" y="48808"/>
                </a:cubicBezTo>
                <a:cubicBezTo>
                  <a:pt x="92221" y="48808"/>
                  <a:pt x="92230" y="48807"/>
                  <a:pt x="92240" y="48805"/>
                </a:cubicBezTo>
                <a:cubicBezTo>
                  <a:pt x="92274" y="48795"/>
                  <a:pt x="92296" y="48787"/>
                  <a:pt x="92326" y="48765"/>
                </a:cubicBezTo>
                <a:cubicBezTo>
                  <a:pt x="92335" y="48758"/>
                  <a:pt x="92344" y="48750"/>
                  <a:pt x="92352" y="48741"/>
                </a:cubicBezTo>
                <a:cubicBezTo>
                  <a:pt x="92425" y="48772"/>
                  <a:pt x="92500" y="48799"/>
                  <a:pt x="92570" y="48829"/>
                </a:cubicBezTo>
                <a:cubicBezTo>
                  <a:pt x="92703" y="48888"/>
                  <a:pt x="92835" y="48950"/>
                  <a:pt x="92967" y="49010"/>
                </a:cubicBezTo>
                <a:cubicBezTo>
                  <a:pt x="93232" y="49133"/>
                  <a:pt x="93492" y="49265"/>
                  <a:pt x="93744" y="49410"/>
                </a:cubicBezTo>
                <a:cubicBezTo>
                  <a:pt x="94041" y="49581"/>
                  <a:pt x="94326" y="49771"/>
                  <a:pt x="94602" y="49973"/>
                </a:cubicBezTo>
                <a:cubicBezTo>
                  <a:pt x="94579" y="49963"/>
                  <a:pt x="94556" y="49953"/>
                  <a:pt x="94534" y="49942"/>
                </a:cubicBezTo>
                <a:cubicBezTo>
                  <a:pt x="94420" y="49892"/>
                  <a:pt x="94303" y="49847"/>
                  <a:pt x="94186" y="49801"/>
                </a:cubicBezTo>
                <a:cubicBezTo>
                  <a:pt x="93957" y="49712"/>
                  <a:pt x="93724" y="49628"/>
                  <a:pt x="93493" y="49550"/>
                </a:cubicBezTo>
                <a:cubicBezTo>
                  <a:pt x="93025" y="49391"/>
                  <a:pt x="92549" y="49255"/>
                  <a:pt x="92068" y="49140"/>
                </a:cubicBezTo>
                <a:cubicBezTo>
                  <a:pt x="91816" y="49079"/>
                  <a:pt x="91558" y="49040"/>
                  <a:pt x="91301" y="49002"/>
                </a:cubicBezTo>
                <a:cubicBezTo>
                  <a:pt x="91300" y="48991"/>
                  <a:pt x="91296" y="48979"/>
                  <a:pt x="91292" y="48968"/>
                </a:cubicBezTo>
                <a:cubicBezTo>
                  <a:pt x="91290" y="48953"/>
                  <a:pt x="91283" y="48939"/>
                  <a:pt x="91274" y="48927"/>
                </a:cubicBezTo>
                <a:cubicBezTo>
                  <a:pt x="91272" y="48919"/>
                  <a:pt x="91269" y="48909"/>
                  <a:pt x="91267" y="48900"/>
                </a:cubicBezTo>
                <a:cubicBezTo>
                  <a:pt x="91258" y="48881"/>
                  <a:pt x="91246" y="48864"/>
                  <a:pt x="91229" y="48850"/>
                </a:cubicBezTo>
                <a:cubicBezTo>
                  <a:pt x="91215" y="48833"/>
                  <a:pt x="91197" y="48822"/>
                  <a:pt x="91175" y="48815"/>
                </a:cubicBezTo>
                <a:cubicBezTo>
                  <a:pt x="91160" y="48810"/>
                  <a:pt x="91147" y="48806"/>
                  <a:pt x="91132" y="48804"/>
                </a:cubicBezTo>
                <a:cubicBezTo>
                  <a:pt x="91130" y="48804"/>
                  <a:pt x="91130" y="48801"/>
                  <a:pt x="91129" y="48801"/>
                </a:cubicBezTo>
                <a:cubicBezTo>
                  <a:pt x="91125" y="48800"/>
                  <a:pt x="91104" y="48796"/>
                  <a:pt x="91102" y="48795"/>
                </a:cubicBezTo>
                <a:lnTo>
                  <a:pt x="91098" y="48795"/>
                </a:lnTo>
                <a:cubicBezTo>
                  <a:pt x="91094" y="48795"/>
                  <a:pt x="91090" y="48794"/>
                  <a:pt x="91087" y="48794"/>
                </a:cubicBezTo>
                <a:cubicBezTo>
                  <a:pt x="91078" y="48794"/>
                  <a:pt x="91069" y="48795"/>
                  <a:pt x="91060" y="48796"/>
                </a:cubicBezTo>
                <a:cubicBezTo>
                  <a:pt x="91045" y="48798"/>
                  <a:pt x="91031" y="48804"/>
                  <a:pt x="91015" y="48809"/>
                </a:cubicBezTo>
                <a:cubicBezTo>
                  <a:pt x="91000" y="48815"/>
                  <a:pt x="90987" y="48823"/>
                  <a:pt x="90973" y="48832"/>
                </a:cubicBezTo>
                <a:cubicBezTo>
                  <a:pt x="90960" y="48842"/>
                  <a:pt x="90949" y="48854"/>
                  <a:pt x="90938" y="48866"/>
                </a:cubicBezTo>
                <a:cubicBezTo>
                  <a:pt x="90935" y="48870"/>
                  <a:pt x="90933" y="48873"/>
                  <a:pt x="90932" y="48876"/>
                </a:cubicBezTo>
                <a:cubicBezTo>
                  <a:pt x="90924" y="48882"/>
                  <a:pt x="90917" y="48888"/>
                  <a:pt x="90912" y="48897"/>
                </a:cubicBezTo>
                <a:lnTo>
                  <a:pt x="90908" y="48905"/>
                </a:lnTo>
                <a:cubicBezTo>
                  <a:pt x="90901" y="48913"/>
                  <a:pt x="90895" y="48921"/>
                  <a:pt x="90891" y="48931"/>
                </a:cubicBezTo>
                <a:cubicBezTo>
                  <a:pt x="90883" y="48942"/>
                  <a:pt x="90879" y="48953"/>
                  <a:pt x="90878" y="48966"/>
                </a:cubicBezTo>
                <a:cubicBezTo>
                  <a:pt x="90871" y="48986"/>
                  <a:pt x="90871" y="49005"/>
                  <a:pt x="90873" y="49024"/>
                </a:cubicBezTo>
                <a:cubicBezTo>
                  <a:pt x="90878" y="49041"/>
                  <a:pt x="90882" y="49057"/>
                  <a:pt x="90889" y="49074"/>
                </a:cubicBezTo>
                <a:cubicBezTo>
                  <a:pt x="90890" y="49075"/>
                  <a:pt x="90890" y="49078"/>
                  <a:pt x="90891" y="49079"/>
                </a:cubicBezTo>
                <a:cubicBezTo>
                  <a:pt x="90891" y="49080"/>
                  <a:pt x="90893" y="49081"/>
                  <a:pt x="90893" y="49081"/>
                </a:cubicBezTo>
                <a:lnTo>
                  <a:pt x="90913" y="49114"/>
                </a:lnTo>
                <a:lnTo>
                  <a:pt x="90915" y="49117"/>
                </a:lnTo>
                <a:cubicBezTo>
                  <a:pt x="90923" y="49124"/>
                  <a:pt x="90933" y="49133"/>
                  <a:pt x="90940" y="49141"/>
                </a:cubicBezTo>
                <a:cubicBezTo>
                  <a:pt x="90944" y="49144"/>
                  <a:pt x="90948" y="49147"/>
                  <a:pt x="90950" y="49150"/>
                </a:cubicBezTo>
                <a:cubicBezTo>
                  <a:pt x="90951" y="49151"/>
                  <a:pt x="90955" y="49152"/>
                  <a:pt x="90956" y="49153"/>
                </a:cubicBezTo>
                <a:cubicBezTo>
                  <a:pt x="90968" y="49162"/>
                  <a:pt x="90982" y="49168"/>
                  <a:pt x="90995" y="49175"/>
                </a:cubicBezTo>
                <a:cubicBezTo>
                  <a:pt x="91015" y="49185"/>
                  <a:pt x="91039" y="49190"/>
                  <a:pt x="91060" y="49194"/>
                </a:cubicBezTo>
                <a:cubicBezTo>
                  <a:pt x="91065" y="49195"/>
                  <a:pt x="91069" y="49195"/>
                  <a:pt x="91074" y="49195"/>
                </a:cubicBezTo>
                <a:lnTo>
                  <a:pt x="91082" y="49195"/>
                </a:lnTo>
                <a:cubicBezTo>
                  <a:pt x="91094" y="49197"/>
                  <a:pt x="91106" y="49199"/>
                  <a:pt x="91118" y="49199"/>
                </a:cubicBezTo>
                <a:cubicBezTo>
                  <a:pt x="91129" y="49199"/>
                  <a:pt x="91140" y="49198"/>
                  <a:pt x="91151" y="49196"/>
                </a:cubicBezTo>
                <a:lnTo>
                  <a:pt x="91148" y="49196"/>
                </a:lnTo>
                <a:cubicBezTo>
                  <a:pt x="91149" y="49196"/>
                  <a:pt x="91149" y="49196"/>
                  <a:pt x="91151" y="49195"/>
                </a:cubicBezTo>
                <a:cubicBezTo>
                  <a:pt x="91158" y="49194"/>
                  <a:pt x="91163" y="49191"/>
                  <a:pt x="91169" y="49190"/>
                </a:cubicBezTo>
                <a:cubicBezTo>
                  <a:pt x="91174" y="49189"/>
                  <a:pt x="91179" y="49188"/>
                  <a:pt x="91182" y="49185"/>
                </a:cubicBezTo>
                <a:cubicBezTo>
                  <a:pt x="91185" y="49184"/>
                  <a:pt x="91188" y="49184"/>
                  <a:pt x="91191" y="49183"/>
                </a:cubicBezTo>
                <a:lnTo>
                  <a:pt x="91190" y="49183"/>
                </a:lnTo>
                <a:cubicBezTo>
                  <a:pt x="91191" y="49183"/>
                  <a:pt x="91192" y="49180"/>
                  <a:pt x="91195" y="49180"/>
                </a:cubicBezTo>
                <a:cubicBezTo>
                  <a:pt x="91223" y="49168"/>
                  <a:pt x="91248" y="49147"/>
                  <a:pt x="91264" y="49123"/>
                </a:cubicBezTo>
                <a:cubicBezTo>
                  <a:pt x="91274" y="49109"/>
                  <a:pt x="91280" y="49100"/>
                  <a:pt x="91284" y="49089"/>
                </a:cubicBezTo>
                <a:cubicBezTo>
                  <a:pt x="92219" y="49310"/>
                  <a:pt x="93152" y="49553"/>
                  <a:pt x="94056" y="49883"/>
                </a:cubicBezTo>
                <a:cubicBezTo>
                  <a:pt x="94186" y="49931"/>
                  <a:pt x="94314" y="49982"/>
                  <a:pt x="94444" y="50029"/>
                </a:cubicBezTo>
                <a:cubicBezTo>
                  <a:pt x="94508" y="50052"/>
                  <a:pt x="94573" y="50078"/>
                  <a:pt x="94639" y="50101"/>
                </a:cubicBezTo>
                <a:cubicBezTo>
                  <a:pt x="94702" y="50124"/>
                  <a:pt x="94770" y="50134"/>
                  <a:pt x="94836" y="50149"/>
                </a:cubicBezTo>
                <a:lnTo>
                  <a:pt x="94841" y="50149"/>
                </a:lnTo>
                <a:cubicBezTo>
                  <a:pt x="94952" y="50235"/>
                  <a:pt x="95061" y="50325"/>
                  <a:pt x="95166" y="50415"/>
                </a:cubicBezTo>
                <a:cubicBezTo>
                  <a:pt x="95357" y="50578"/>
                  <a:pt x="95536" y="50754"/>
                  <a:pt x="95727" y="50918"/>
                </a:cubicBezTo>
                <a:cubicBezTo>
                  <a:pt x="95725" y="51046"/>
                  <a:pt x="95721" y="51177"/>
                  <a:pt x="95718" y="51305"/>
                </a:cubicBezTo>
                <a:cubicBezTo>
                  <a:pt x="95497" y="51305"/>
                  <a:pt x="95275" y="51310"/>
                  <a:pt x="95053" y="51313"/>
                </a:cubicBezTo>
                <a:cubicBezTo>
                  <a:pt x="94244" y="51310"/>
                  <a:pt x="93433" y="51234"/>
                  <a:pt x="92642" y="51057"/>
                </a:cubicBezTo>
                <a:cubicBezTo>
                  <a:pt x="91731" y="50853"/>
                  <a:pt x="90850" y="50518"/>
                  <a:pt x="90029" y="50074"/>
                </a:cubicBezTo>
                <a:cubicBezTo>
                  <a:pt x="89670" y="49881"/>
                  <a:pt x="89324" y="49662"/>
                  <a:pt x="88991" y="49424"/>
                </a:cubicBezTo>
                <a:lnTo>
                  <a:pt x="88991" y="49424"/>
                </a:lnTo>
                <a:cubicBezTo>
                  <a:pt x="89874" y="49570"/>
                  <a:pt x="90757" y="49716"/>
                  <a:pt x="91641" y="49854"/>
                </a:cubicBezTo>
                <a:cubicBezTo>
                  <a:pt x="92436" y="49977"/>
                  <a:pt x="93238" y="50132"/>
                  <a:pt x="93970" y="50474"/>
                </a:cubicBezTo>
                <a:cubicBezTo>
                  <a:pt x="94305" y="50630"/>
                  <a:pt x="94622" y="50831"/>
                  <a:pt x="94894" y="51079"/>
                </a:cubicBezTo>
                <a:cubicBezTo>
                  <a:pt x="93992" y="50912"/>
                  <a:pt x="93115" y="50627"/>
                  <a:pt x="92280" y="50243"/>
                </a:cubicBezTo>
                <a:cubicBezTo>
                  <a:pt x="92024" y="50125"/>
                  <a:pt x="91764" y="50017"/>
                  <a:pt x="91506" y="49902"/>
                </a:cubicBezTo>
                <a:cubicBezTo>
                  <a:pt x="91500" y="49899"/>
                  <a:pt x="91495" y="49898"/>
                  <a:pt x="91490" y="49898"/>
                </a:cubicBezTo>
                <a:cubicBezTo>
                  <a:pt x="91454" y="49898"/>
                  <a:pt x="91432" y="49951"/>
                  <a:pt x="91467" y="49974"/>
                </a:cubicBezTo>
                <a:cubicBezTo>
                  <a:pt x="92300" y="50537"/>
                  <a:pt x="93283" y="50870"/>
                  <a:pt x="94257" y="51097"/>
                </a:cubicBezTo>
                <a:cubicBezTo>
                  <a:pt x="94537" y="51161"/>
                  <a:pt x="94819" y="51216"/>
                  <a:pt x="95103" y="51260"/>
                </a:cubicBezTo>
                <a:cubicBezTo>
                  <a:pt x="95106" y="51261"/>
                  <a:pt x="95109" y="51261"/>
                  <a:pt x="95112" y="51261"/>
                </a:cubicBezTo>
                <a:cubicBezTo>
                  <a:pt x="95166" y="51261"/>
                  <a:pt x="95207" y="51186"/>
                  <a:pt x="95166" y="51145"/>
                </a:cubicBezTo>
                <a:cubicBezTo>
                  <a:pt x="94596" y="50559"/>
                  <a:pt x="93839" y="50226"/>
                  <a:pt x="93062" y="50015"/>
                </a:cubicBezTo>
                <a:cubicBezTo>
                  <a:pt x="92665" y="49908"/>
                  <a:pt x="92262" y="49828"/>
                  <a:pt x="91857" y="49751"/>
                </a:cubicBezTo>
                <a:cubicBezTo>
                  <a:pt x="91374" y="49660"/>
                  <a:pt x="90890" y="49569"/>
                  <a:pt x="90405" y="49487"/>
                </a:cubicBezTo>
                <a:cubicBezTo>
                  <a:pt x="89824" y="49388"/>
                  <a:pt x="89243" y="49290"/>
                  <a:pt x="88662" y="49191"/>
                </a:cubicBezTo>
                <a:cubicBezTo>
                  <a:pt x="88657" y="49191"/>
                  <a:pt x="88652" y="49190"/>
                  <a:pt x="88648" y="49190"/>
                </a:cubicBezTo>
                <a:cubicBezTo>
                  <a:pt x="88569" y="49190"/>
                  <a:pt x="88541" y="49302"/>
                  <a:pt x="88601" y="49348"/>
                </a:cubicBezTo>
                <a:cubicBezTo>
                  <a:pt x="89354" y="49931"/>
                  <a:pt x="90190" y="50405"/>
                  <a:pt x="91077" y="50751"/>
                </a:cubicBezTo>
                <a:cubicBezTo>
                  <a:pt x="91215" y="50805"/>
                  <a:pt x="91356" y="50855"/>
                  <a:pt x="91497" y="50903"/>
                </a:cubicBezTo>
                <a:cubicBezTo>
                  <a:pt x="91070" y="50802"/>
                  <a:pt x="90646" y="50690"/>
                  <a:pt x="90226" y="50561"/>
                </a:cubicBezTo>
                <a:cubicBezTo>
                  <a:pt x="89644" y="50377"/>
                  <a:pt x="89071" y="50166"/>
                  <a:pt x="88510" y="49927"/>
                </a:cubicBezTo>
                <a:cubicBezTo>
                  <a:pt x="88123" y="49664"/>
                  <a:pt x="87739" y="49391"/>
                  <a:pt x="87377" y="49095"/>
                </a:cubicBezTo>
                <a:cubicBezTo>
                  <a:pt x="87185" y="48938"/>
                  <a:pt x="87000" y="48772"/>
                  <a:pt x="86816" y="48604"/>
                </a:cubicBezTo>
                <a:cubicBezTo>
                  <a:pt x="86639" y="48443"/>
                  <a:pt x="86457" y="48288"/>
                  <a:pt x="86284" y="48121"/>
                </a:cubicBezTo>
                <a:cubicBezTo>
                  <a:pt x="86289" y="48121"/>
                  <a:pt x="86293" y="48121"/>
                  <a:pt x="86297" y="48119"/>
                </a:cubicBezTo>
                <a:cubicBezTo>
                  <a:pt x="86298" y="48119"/>
                  <a:pt x="86300" y="48119"/>
                  <a:pt x="86303" y="48118"/>
                </a:cubicBezTo>
                <a:cubicBezTo>
                  <a:pt x="86312" y="48117"/>
                  <a:pt x="86323" y="48113"/>
                  <a:pt x="86333" y="48109"/>
                </a:cubicBezTo>
                <a:cubicBezTo>
                  <a:pt x="86364" y="48095"/>
                  <a:pt x="86385" y="48070"/>
                  <a:pt x="86400" y="48040"/>
                </a:cubicBezTo>
                <a:cubicBezTo>
                  <a:pt x="86405" y="48029"/>
                  <a:pt x="86408" y="48015"/>
                  <a:pt x="86409" y="48004"/>
                </a:cubicBezTo>
                <a:cubicBezTo>
                  <a:pt x="86413" y="47992"/>
                  <a:pt x="86411" y="47980"/>
                  <a:pt x="86409" y="47967"/>
                </a:cubicBezTo>
                <a:cubicBezTo>
                  <a:pt x="86409" y="47964"/>
                  <a:pt x="86409" y="47960"/>
                  <a:pt x="86408" y="47956"/>
                </a:cubicBezTo>
                <a:cubicBezTo>
                  <a:pt x="86405" y="47944"/>
                  <a:pt x="86402" y="47932"/>
                  <a:pt x="86397" y="47920"/>
                </a:cubicBezTo>
                <a:cubicBezTo>
                  <a:pt x="86392" y="47909"/>
                  <a:pt x="86385" y="47898"/>
                  <a:pt x="86378" y="47888"/>
                </a:cubicBezTo>
                <a:cubicBezTo>
                  <a:pt x="86375" y="47884"/>
                  <a:pt x="86374" y="47881"/>
                  <a:pt x="86371" y="47878"/>
                </a:cubicBezTo>
                <a:cubicBezTo>
                  <a:pt x="86363" y="47870"/>
                  <a:pt x="86353" y="47859"/>
                  <a:pt x="86344" y="47852"/>
                </a:cubicBezTo>
                <a:cubicBezTo>
                  <a:pt x="86333" y="47845"/>
                  <a:pt x="86322" y="47838"/>
                  <a:pt x="86309" y="47834"/>
                </a:cubicBezTo>
                <a:cubicBezTo>
                  <a:pt x="86289" y="47827"/>
                  <a:pt x="86273" y="47826"/>
                  <a:pt x="86255" y="47826"/>
                </a:cubicBezTo>
                <a:cubicBezTo>
                  <a:pt x="86246" y="47823"/>
                  <a:pt x="86238" y="47821"/>
                  <a:pt x="86228" y="47821"/>
                </a:cubicBezTo>
                <a:lnTo>
                  <a:pt x="86217" y="47821"/>
                </a:lnTo>
                <a:cubicBezTo>
                  <a:pt x="86204" y="47816"/>
                  <a:pt x="86192" y="47814"/>
                  <a:pt x="86179" y="47814"/>
                </a:cubicBezTo>
                <a:cubicBezTo>
                  <a:pt x="86172" y="47814"/>
                  <a:pt x="86164" y="47815"/>
                  <a:pt x="86156" y="47816"/>
                </a:cubicBezTo>
                <a:cubicBezTo>
                  <a:pt x="86144" y="47821"/>
                  <a:pt x="86129" y="47824"/>
                  <a:pt x="86117" y="47828"/>
                </a:cubicBezTo>
                <a:cubicBezTo>
                  <a:pt x="86092" y="47839"/>
                  <a:pt x="86072" y="47856"/>
                  <a:pt x="86056" y="47878"/>
                </a:cubicBezTo>
                <a:cubicBezTo>
                  <a:pt x="86050" y="47883"/>
                  <a:pt x="86046" y="47890"/>
                  <a:pt x="86040" y="47898"/>
                </a:cubicBezTo>
                <a:cubicBezTo>
                  <a:pt x="86029" y="47915"/>
                  <a:pt x="86020" y="47932"/>
                  <a:pt x="86012" y="47950"/>
                </a:cubicBezTo>
                <a:cubicBezTo>
                  <a:pt x="86003" y="47970"/>
                  <a:pt x="85999" y="47992"/>
                  <a:pt x="85995" y="48011"/>
                </a:cubicBezTo>
                <a:cubicBezTo>
                  <a:pt x="85993" y="48020"/>
                  <a:pt x="85992" y="48026"/>
                  <a:pt x="85992" y="48035"/>
                </a:cubicBezTo>
                <a:cubicBezTo>
                  <a:pt x="85992" y="48048"/>
                  <a:pt x="85993" y="48062"/>
                  <a:pt x="85993" y="48076"/>
                </a:cubicBezTo>
                <a:cubicBezTo>
                  <a:pt x="85996" y="48096"/>
                  <a:pt x="86003" y="48114"/>
                  <a:pt x="86015" y="48130"/>
                </a:cubicBezTo>
                <a:cubicBezTo>
                  <a:pt x="86021" y="48141"/>
                  <a:pt x="86028" y="48151"/>
                  <a:pt x="86039" y="48159"/>
                </a:cubicBezTo>
                <a:cubicBezTo>
                  <a:pt x="86040" y="48161"/>
                  <a:pt x="86042" y="48163"/>
                  <a:pt x="86043" y="48165"/>
                </a:cubicBezTo>
                <a:cubicBezTo>
                  <a:pt x="86045" y="48167"/>
                  <a:pt x="86046" y="48169"/>
                  <a:pt x="86047" y="48170"/>
                </a:cubicBezTo>
                <a:cubicBezTo>
                  <a:pt x="86051" y="48175"/>
                  <a:pt x="86057" y="48180"/>
                  <a:pt x="86062" y="48184"/>
                </a:cubicBezTo>
                <a:cubicBezTo>
                  <a:pt x="86069" y="48194"/>
                  <a:pt x="86079" y="48200"/>
                  <a:pt x="86090" y="48203"/>
                </a:cubicBezTo>
                <a:cubicBezTo>
                  <a:pt x="86095" y="48207"/>
                  <a:pt x="86100" y="48211"/>
                  <a:pt x="86106" y="48212"/>
                </a:cubicBezTo>
                <a:lnTo>
                  <a:pt x="86140" y="48219"/>
                </a:lnTo>
                <a:cubicBezTo>
                  <a:pt x="86145" y="48220"/>
                  <a:pt x="86150" y="48221"/>
                  <a:pt x="86155" y="48221"/>
                </a:cubicBezTo>
                <a:cubicBezTo>
                  <a:pt x="86167" y="48221"/>
                  <a:pt x="86179" y="48218"/>
                  <a:pt x="86191" y="48214"/>
                </a:cubicBezTo>
                <a:cubicBezTo>
                  <a:pt x="86202" y="48213"/>
                  <a:pt x="86212" y="48207"/>
                  <a:pt x="86222" y="48201"/>
                </a:cubicBezTo>
                <a:cubicBezTo>
                  <a:pt x="86229" y="48196"/>
                  <a:pt x="86237" y="48191"/>
                  <a:pt x="86244" y="48184"/>
                </a:cubicBezTo>
                <a:cubicBezTo>
                  <a:pt x="86391" y="48364"/>
                  <a:pt x="86537" y="48541"/>
                  <a:pt x="86706" y="48705"/>
                </a:cubicBezTo>
                <a:cubicBezTo>
                  <a:pt x="86888" y="48883"/>
                  <a:pt x="87084" y="49047"/>
                  <a:pt x="87282" y="49207"/>
                </a:cubicBezTo>
                <a:cubicBezTo>
                  <a:pt x="87474" y="49359"/>
                  <a:pt x="87671" y="49502"/>
                  <a:pt x="87874" y="49635"/>
                </a:cubicBezTo>
                <a:cubicBezTo>
                  <a:pt x="87617" y="49513"/>
                  <a:pt x="87364" y="49386"/>
                  <a:pt x="87112" y="49251"/>
                </a:cubicBezTo>
                <a:cubicBezTo>
                  <a:pt x="86831" y="49100"/>
                  <a:pt x="86553" y="48941"/>
                  <a:pt x="86278" y="48779"/>
                </a:cubicBezTo>
                <a:cubicBezTo>
                  <a:pt x="86003" y="48619"/>
                  <a:pt x="85735" y="48449"/>
                  <a:pt x="85454" y="48300"/>
                </a:cubicBezTo>
                <a:cubicBezTo>
                  <a:pt x="85446" y="48296"/>
                  <a:pt x="85439" y="48294"/>
                  <a:pt x="85432" y="48294"/>
                </a:cubicBezTo>
                <a:cubicBezTo>
                  <a:pt x="85391" y="48294"/>
                  <a:pt x="85370" y="48359"/>
                  <a:pt x="85405" y="48390"/>
                </a:cubicBezTo>
                <a:cubicBezTo>
                  <a:pt x="85834" y="48763"/>
                  <a:pt x="86338" y="49058"/>
                  <a:pt x="86833" y="49334"/>
                </a:cubicBezTo>
                <a:cubicBezTo>
                  <a:pt x="87046" y="49453"/>
                  <a:pt x="87264" y="49565"/>
                  <a:pt x="87480" y="49675"/>
                </a:cubicBezTo>
                <a:cubicBezTo>
                  <a:pt x="87308" y="49627"/>
                  <a:pt x="87133" y="49579"/>
                  <a:pt x="86962" y="49525"/>
                </a:cubicBezTo>
                <a:cubicBezTo>
                  <a:pt x="86531" y="49391"/>
                  <a:pt x="86101" y="49262"/>
                  <a:pt x="85677" y="49111"/>
                </a:cubicBezTo>
                <a:cubicBezTo>
                  <a:pt x="85673" y="49110"/>
                  <a:pt x="85669" y="49109"/>
                  <a:pt x="85665" y="49109"/>
                </a:cubicBezTo>
                <a:cubicBezTo>
                  <a:pt x="85635" y="49109"/>
                  <a:pt x="85613" y="49152"/>
                  <a:pt x="85645" y="49169"/>
                </a:cubicBezTo>
                <a:cubicBezTo>
                  <a:pt x="86042" y="49393"/>
                  <a:pt x="86448" y="49589"/>
                  <a:pt x="86883" y="49724"/>
                </a:cubicBezTo>
                <a:cubicBezTo>
                  <a:pt x="87100" y="49792"/>
                  <a:pt x="87320" y="49855"/>
                  <a:pt x="87542" y="49903"/>
                </a:cubicBezTo>
                <a:cubicBezTo>
                  <a:pt x="87650" y="49926"/>
                  <a:pt x="87759" y="49951"/>
                  <a:pt x="87869" y="49968"/>
                </a:cubicBezTo>
                <a:cubicBezTo>
                  <a:pt x="87933" y="49978"/>
                  <a:pt x="88001" y="49987"/>
                  <a:pt x="88067" y="49987"/>
                </a:cubicBezTo>
                <a:cubicBezTo>
                  <a:pt x="88088" y="49987"/>
                  <a:pt x="88108" y="49986"/>
                  <a:pt x="88128" y="49984"/>
                </a:cubicBezTo>
                <a:cubicBezTo>
                  <a:pt x="88210" y="50020"/>
                  <a:pt x="88292" y="50058"/>
                  <a:pt x="88375" y="50095"/>
                </a:cubicBezTo>
                <a:cubicBezTo>
                  <a:pt x="89423" y="50550"/>
                  <a:pt x="90517" y="50893"/>
                  <a:pt x="91635" y="51133"/>
                </a:cubicBezTo>
                <a:cubicBezTo>
                  <a:pt x="91948" y="51200"/>
                  <a:pt x="92263" y="51249"/>
                  <a:pt x="92580" y="51294"/>
                </a:cubicBezTo>
                <a:cubicBezTo>
                  <a:pt x="92662" y="51307"/>
                  <a:pt x="92745" y="51318"/>
                  <a:pt x="92827" y="51327"/>
                </a:cubicBezTo>
                <a:cubicBezTo>
                  <a:pt x="92300" y="51333"/>
                  <a:pt x="91772" y="51338"/>
                  <a:pt x="91245" y="51346"/>
                </a:cubicBezTo>
                <a:cubicBezTo>
                  <a:pt x="90884" y="51349"/>
                  <a:pt x="90525" y="51354"/>
                  <a:pt x="90166" y="51357"/>
                </a:cubicBezTo>
                <a:cubicBezTo>
                  <a:pt x="89858" y="51139"/>
                  <a:pt x="89548" y="50926"/>
                  <a:pt x="89210" y="50756"/>
                </a:cubicBezTo>
                <a:cubicBezTo>
                  <a:pt x="88859" y="50581"/>
                  <a:pt x="88496" y="50432"/>
                  <a:pt x="88123" y="50314"/>
                </a:cubicBezTo>
                <a:cubicBezTo>
                  <a:pt x="87378" y="50075"/>
                  <a:pt x="86601" y="49949"/>
                  <a:pt x="85819" y="49949"/>
                </a:cubicBezTo>
                <a:cubicBezTo>
                  <a:pt x="85815" y="49949"/>
                  <a:pt x="85812" y="49949"/>
                  <a:pt x="85809" y="49949"/>
                </a:cubicBezTo>
                <a:cubicBezTo>
                  <a:pt x="85365" y="49951"/>
                  <a:pt x="84931" y="50001"/>
                  <a:pt x="84494" y="50063"/>
                </a:cubicBezTo>
                <a:cubicBezTo>
                  <a:pt x="84438" y="50072"/>
                  <a:pt x="84415" y="50154"/>
                  <a:pt x="84466" y="50187"/>
                </a:cubicBezTo>
                <a:cubicBezTo>
                  <a:pt x="85188" y="50646"/>
                  <a:pt x="85980" y="50989"/>
                  <a:pt x="86804" y="51215"/>
                </a:cubicBezTo>
                <a:lnTo>
                  <a:pt x="86557" y="51190"/>
                </a:lnTo>
                <a:cubicBezTo>
                  <a:pt x="86168" y="51148"/>
                  <a:pt x="85781" y="51097"/>
                  <a:pt x="85397" y="51029"/>
                </a:cubicBezTo>
                <a:cubicBezTo>
                  <a:pt x="85194" y="50992"/>
                  <a:pt x="84992" y="50952"/>
                  <a:pt x="84791" y="50908"/>
                </a:cubicBezTo>
                <a:cubicBezTo>
                  <a:pt x="84754" y="50891"/>
                  <a:pt x="84717" y="50876"/>
                  <a:pt x="84681" y="50859"/>
                </a:cubicBezTo>
                <a:cubicBezTo>
                  <a:pt x="84591" y="50820"/>
                  <a:pt x="84502" y="50778"/>
                  <a:pt x="84412" y="50734"/>
                </a:cubicBezTo>
                <a:cubicBezTo>
                  <a:pt x="84227" y="50645"/>
                  <a:pt x="84044" y="50550"/>
                  <a:pt x="83867" y="50448"/>
                </a:cubicBezTo>
                <a:cubicBezTo>
                  <a:pt x="83520" y="50249"/>
                  <a:pt x="83196" y="50017"/>
                  <a:pt x="82857" y="49805"/>
                </a:cubicBezTo>
                <a:cubicBezTo>
                  <a:pt x="82851" y="49801"/>
                  <a:pt x="82844" y="49800"/>
                  <a:pt x="82838" y="49800"/>
                </a:cubicBezTo>
                <a:cubicBezTo>
                  <a:pt x="82812" y="49800"/>
                  <a:pt x="82794" y="49835"/>
                  <a:pt x="82818" y="49858"/>
                </a:cubicBezTo>
                <a:cubicBezTo>
                  <a:pt x="83116" y="50127"/>
                  <a:pt x="83470" y="50341"/>
                  <a:pt x="83818" y="50535"/>
                </a:cubicBezTo>
                <a:cubicBezTo>
                  <a:pt x="83986" y="50629"/>
                  <a:pt x="84156" y="50717"/>
                  <a:pt x="84328" y="50799"/>
                </a:cubicBezTo>
                <a:cubicBezTo>
                  <a:pt x="83915" y="50695"/>
                  <a:pt x="83505" y="50574"/>
                  <a:pt x="83102" y="50437"/>
                </a:cubicBezTo>
                <a:cubicBezTo>
                  <a:pt x="82893" y="50365"/>
                  <a:pt x="82684" y="50293"/>
                  <a:pt x="82477" y="50217"/>
                </a:cubicBezTo>
                <a:cubicBezTo>
                  <a:pt x="82269" y="50141"/>
                  <a:pt x="82058" y="50075"/>
                  <a:pt x="81851" y="50001"/>
                </a:cubicBezTo>
                <a:cubicBezTo>
                  <a:pt x="81848" y="49998"/>
                  <a:pt x="81845" y="49998"/>
                  <a:pt x="81842" y="49998"/>
                </a:cubicBezTo>
                <a:cubicBezTo>
                  <a:pt x="81862" y="49970"/>
                  <a:pt x="81870" y="49935"/>
                  <a:pt x="81864" y="49900"/>
                </a:cubicBezTo>
                <a:cubicBezTo>
                  <a:pt x="81861" y="49875"/>
                  <a:pt x="81850" y="49854"/>
                  <a:pt x="81836" y="49834"/>
                </a:cubicBezTo>
                <a:cubicBezTo>
                  <a:pt x="81815" y="49806"/>
                  <a:pt x="81785" y="49795"/>
                  <a:pt x="81753" y="49789"/>
                </a:cubicBezTo>
                <a:lnTo>
                  <a:pt x="81732" y="49768"/>
                </a:lnTo>
                <a:cubicBezTo>
                  <a:pt x="81731" y="49767"/>
                  <a:pt x="81730" y="49766"/>
                  <a:pt x="81727" y="49765"/>
                </a:cubicBezTo>
                <a:cubicBezTo>
                  <a:pt x="81718" y="49759"/>
                  <a:pt x="81707" y="49751"/>
                  <a:pt x="81696" y="49748"/>
                </a:cubicBezTo>
                <a:cubicBezTo>
                  <a:pt x="81694" y="49746"/>
                  <a:pt x="81693" y="49746"/>
                  <a:pt x="81691" y="49746"/>
                </a:cubicBezTo>
                <a:cubicBezTo>
                  <a:pt x="81680" y="49743"/>
                  <a:pt x="81665" y="49739"/>
                  <a:pt x="81654" y="49738"/>
                </a:cubicBezTo>
                <a:cubicBezTo>
                  <a:pt x="81648" y="49737"/>
                  <a:pt x="81642" y="49737"/>
                  <a:pt x="81636" y="49737"/>
                </a:cubicBezTo>
                <a:cubicBezTo>
                  <a:pt x="81578" y="49737"/>
                  <a:pt x="81526" y="49775"/>
                  <a:pt x="81502" y="49828"/>
                </a:cubicBezTo>
                <a:cubicBezTo>
                  <a:pt x="81491" y="49854"/>
                  <a:pt x="81490" y="49881"/>
                  <a:pt x="81493" y="49907"/>
                </a:cubicBezTo>
                <a:cubicBezTo>
                  <a:pt x="81494" y="49924"/>
                  <a:pt x="81499" y="49940"/>
                  <a:pt x="81507" y="49955"/>
                </a:cubicBezTo>
                <a:cubicBezTo>
                  <a:pt x="81524" y="49986"/>
                  <a:pt x="81548" y="50013"/>
                  <a:pt x="81582" y="50026"/>
                </a:cubicBezTo>
                <a:cubicBezTo>
                  <a:pt x="81583" y="50028"/>
                  <a:pt x="81586" y="50028"/>
                  <a:pt x="81587" y="50028"/>
                </a:cubicBezTo>
                <a:cubicBezTo>
                  <a:pt x="81598" y="50030"/>
                  <a:pt x="81609" y="50035"/>
                  <a:pt x="81620" y="50036"/>
                </a:cubicBezTo>
                <a:cubicBezTo>
                  <a:pt x="81622" y="50036"/>
                  <a:pt x="81625" y="50036"/>
                  <a:pt x="81627" y="50036"/>
                </a:cubicBezTo>
                <a:cubicBezTo>
                  <a:pt x="81631" y="50036"/>
                  <a:pt x="81636" y="50036"/>
                  <a:pt x="81642" y="50036"/>
                </a:cubicBezTo>
                <a:cubicBezTo>
                  <a:pt x="81647" y="50037"/>
                  <a:pt x="81649" y="50037"/>
                  <a:pt x="81653" y="50039"/>
                </a:cubicBezTo>
                <a:lnTo>
                  <a:pt x="81654" y="50039"/>
                </a:lnTo>
                <a:cubicBezTo>
                  <a:pt x="81659" y="50042"/>
                  <a:pt x="81661" y="50047"/>
                  <a:pt x="81666" y="50051"/>
                </a:cubicBezTo>
                <a:cubicBezTo>
                  <a:pt x="81674" y="50056"/>
                  <a:pt x="81682" y="50059"/>
                  <a:pt x="81691" y="50062"/>
                </a:cubicBezTo>
                <a:cubicBezTo>
                  <a:pt x="81704" y="50067"/>
                  <a:pt x="81716" y="50067"/>
                  <a:pt x="81731" y="50067"/>
                </a:cubicBezTo>
                <a:cubicBezTo>
                  <a:pt x="81763" y="50064"/>
                  <a:pt x="81792" y="50051"/>
                  <a:pt x="81815" y="50030"/>
                </a:cubicBezTo>
                <a:cubicBezTo>
                  <a:pt x="81817" y="50039"/>
                  <a:pt x="81820" y="50048"/>
                  <a:pt x="81830" y="50052"/>
                </a:cubicBezTo>
                <a:cubicBezTo>
                  <a:pt x="82011" y="50147"/>
                  <a:pt x="82191" y="50244"/>
                  <a:pt x="82379" y="50325"/>
                </a:cubicBezTo>
                <a:cubicBezTo>
                  <a:pt x="82559" y="50399"/>
                  <a:pt x="82740" y="50473"/>
                  <a:pt x="82924" y="50539"/>
                </a:cubicBezTo>
                <a:cubicBezTo>
                  <a:pt x="83300" y="50671"/>
                  <a:pt x="83682" y="50788"/>
                  <a:pt x="84068" y="50891"/>
                </a:cubicBezTo>
                <a:cubicBezTo>
                  <a:pt x="84828" y="51094"/>
                  <a:pt x="85606" y="51242"/>
                  <a:pt x="86387" y="51327"/>
                </a:cubicBezTo>
                <a:cubicBezTo>
                  <a:pt x="86607" y="51353"/>
                  <a:pt x="86827" y="51368"/>
                  <a:pt x="87047" y="51381"/>
                </a:cubicBezTo>
                <a:cubicBezTo>
                  <a:pt x="87089" y="51384"/>
                  <a:pt x="87129" y="51385"/>
                  <a:pt x="87170" y="51387"/>
                </a:cubicBezTo>
                <a:lnTo>
                  <a:pt x="86218" y="51395"/>
                </a:lnTo>
                <a:cubicBezTo>
                  <a:pt x="82884" y="51418"/>
                  <a:pt x="79551" y="51443"/>
                  <a:pt x="76217" y="51467"/>
                </a:cubicBezTo>
                <a:cubicBezTo>
                  <a:pt x="74772" y="51478"/>
                  <a:pt x="73326" y="51483"/>
                  <a:pt x="71879" y="51501"/>
                </a:cubicBezTo>
                <a:cubicBezTo>
                  <a:pt x="66890" y="51458"/>
                  <a:pt x="61904" y="51429"/>
                  <a:pt x="56916" y="51404"/>
                </a:cubicBezTo>
                <a:cubicBezTo>
                  <a:pt x="50058" y="51370"/>
                  <a:pt x="43200" y="51354"/>
                  <a:pt x="36343" y="51354"/>
                </a:cubicBezTo>
                <a:cubicBezTo>
                  <a:pt x="30576" y="51354"/>
                  <a:pt x="24809" y="51365"/>
                  <a:pt x="19042" y="51387"/>
                </a:cubicBezTo>
                <a:cubicBezTo>
                  <a:pt x="12694" y="51410"/>
                  <a:pt x="6348" y="51447"/>
                  <a:pt x="1" y="51495"/>
                </a:cubicBezTo>
                <a:cubicBezTo>
                  <a:pt x="6" y="51635"/>
                  <a:pt x="19" y="51774"/>
                  <a:pt x="39" y="51911"/>
                </a:cubicBezTo>
                <a:cubicBezTo>
                  <a:pt x="11927" y="51821"/>
                  <a:pt x="23813" y="51776"/>
                  <a:pt x="35701" y="51776"/>
                </a:cubicBezTo>
                <a:cubicBezTo>
                  <a:pt x="48324" y="51778"/>
                  <a:pt x="60947" y="51824"/>
                  <a:pt x="73570" y="51918"/>
                </a:cubicBezTo>
                <a:cubicBezTo>
                  <a:pt x="74021" y="51921"/>
                  <a:pt x="74472" y="51923"/>
                  <a:pt x="74922" y="51923"/>
                </a:cubicBezTo>
                <a:cubicBezTo>
                  <a:pt x="81579" y="51923"/>
                  <a:pt x="88052" y="51574"/>
                  <a:pt x="90659" y="51571"/>
                </a:cubicBezTo>
                <a:cubicBezTo>
                  <a:pt x="91599" y="51569"/>
                  <a:pt x="92538" y="51568"/>
                  <a:pt x="93479" y="51562"/>
                </a:cubicBezTo>
                <a:cubicBezTo>
                  <a:pt x="93941" y="51560"/>
                  <a:pt x="94402" y="51557"/>
                  <a:pt x="94864" y="51555"/>
                </a:cubicBezTo>
                <a:cubicBezTo>
                  <a:pt x="94932" y="51554"/>
                  <a:pt x="94999" y="51554"/>
                  <a:pt x="95067" y="51554"/>
                </a:cubicBezTo>
                <a:cubicBezTo>
                  <a:pt x="95160" y="51554"/>
                  <a:pt x="95254" y="51554"/>
                  <a:pt x="95347" y="51554"/>
                </a:cubicBezTo>
                <a:cubicBezTo>
                  <a:pt x="95471" y="51554"/>
                  <a:pt x="95596" y="51554"/>
                  <a:pt x="95721" y="51551"/>
                </a:cubicBezTo>
                <a:lnTo>
                  <a:pt x="95721" y="51551"/>
                </a:lnTo>
                <a:cubicBezTo>
                  <a:pt x="95718" y="51657"/>
                  <a:pt x="95715" y="51763"/>
                  <a:pt x="95712" y="51870"/>
                </a:cubicBezTo>
                <a:cubicBezTo>
                  <a:pt x="95709" y="51973"/>
                  <a:pt x="95794" y="52029"/>
                  <a:pt x="95874" y="52029"/>
                </a:cubicBezTo>
                <a:cubicBezTo>
                  <a:pt x="95941" y="52029"/>
                  <a:pt x="96004" y="51988"/>
                  <a:pt x="96006" y="51902"/>
                </a:cubicBezTo>
                <a:cubicBezTo>
                  <a:pt x="96009" y="51782"/>
                  <a:pt x="96012" y="51662"/>
                  <a:pt x="96016" y="51544"/>
                </a:cubicBezTo>
                <a:cubicBezTo>
                  <a:pt x="96104" y="51539"/>
                  <a:pt x="96192" y="51535"/>
                  <a:pt x="96280" y="51528"/>
                </a:cubicBezTo>
                <a:cubicBezTo>
                  <a:pt x="96398" y="51518"/>
                  <a:pt x="96392" y="51326"/>
                  <a:pt x="96272" y="51318"/>
                </a:cubicBezTo>
                <a:cubicBezTo>
                  <a:pt x="96189" y="51313"/>
                  <a:pt x="96105" y="51310"/>
                  <a:pt x="96022" y="51307"/>
                </a:cubicBezTo>
                <a:cubicBezTo>
                  <a:pt x="96031" y="50932"/>
                  <a:pt x="96039" y="50557"/>
                  <a:pt x="96049" y="50183"/>
                </a:cubicBezTo>
                <a:cubicBezTo>
                  <a:pt x="96565" y="49482"/>
                  <a:pt x="96953" y="48692"/>
                  <a:pt x="97202" y="47859"/>
                </a:cubicBezTo>
                <a:cubicBezTo>
                  <a:pt x="97455" y="47011"/>
                  <a:pt x="97566" y="46125"/>
                  <a:pt x="97527" y="45242"/>
                </a:cubicBezTo>
                <a:cubicBezTo>
                  <a:pt x="97505" y="44741"/>
                  <a:pt x="97433" y="44243"/>
                  <a:pt x="97310" y="43758"/>
                </a:cubicBezTo>
                <a:cubicBezTo>
                  <a:pt x="97302" y="43725"/>
                  <a:pt x="97273" y="43704"/>
                  <a:pt x="97244" y="43704"/>
                </a:cubicBezTo>
                <a:cubicBezTo>
                  <a:pt x="97226" y="43704"/>
                  <a:pt x="97208" y="43712"/>
                  <a:pt x="97195" y="43730"/>
                </a:cubicBezTo>
                <a:cubicBezTo>
                  <a:pt x="96721" y="44405"/>
                  <a:pt x="96360" y="45154"/>
                  <a:pt x="96124" y="45943"/>
                </a:cubicBezTo>
                <a:cubicBezTo>
                  <a:pt x="96126" y="45880"/>
                  <a:pt x="96126" y="45818"/>
                  <a:pt x="96127" y="45756"/>
                </a:cubicBezTo>
                <a:cubicBezTo>
                  <a:pt x="96194" y="45539"/>
                  <a:pt x="96234" y="45313"/>
                  <a:pt x="96275" y="45090"/>
                </a:cubicBezTo>
                <a:cubicBezTo>
                  <a:pt x="96324" y="44829"/>
                  <a:pt x="96379" y="44570"/>
                  <a:pt x="96436" y="44310"/>
                </a:cubicBezTo>
                <a:cubicBezTo>
                  <a:pt x="96550" y="43790"/>
                  <a:pt x="96687" y="43275"/>
                  <a:pt x="96845" y="42767"/>
                </a:cubicBezTo>
                <a:cubicBezTo>
                  <a:pt x="96890" y="42622"/>
                  <a:pt x="96937" y="42476"/>
                  <a:pt x="96984" y="42332"/>
                </a:cubicBezTo>
                <a:cubicBezTo>
                  <a:pt x="97006" y="42262"/>
                  <a:pt x="97030" y="42193"/>
                  <a:pt x="97052" y="42121"/>
                </a:cubicBezTo>
                <a:cubicBezTo>
                  <a:pt x="97062" y="42090"/>
                  <a:pt x="97067" y="42061"/>
                  <a:pt x="97073" y="42029"/>
                </a:cubicBezTo>
                <a:cubicBezTo>
                  <a:pt x="97079" y="41989"/>
                  <a:pt x="97070" y="41963"/>
                  <a:pt x="97062" y="41924"/>
                </a:cubicBezTo>
                <a:cubicBezTo>
                  <a:pt x="97061" y="41919"/>
                  <a:pt x="97058" y="41916"/>
                  <a:pt x="97054" y="41916"/>
                </a:cubicBezTo>
                <a:cubicBezTo>
                  <a:pt x="97052" y="41916"/>
                  <a:pt x="97050" y="41917"/>
                  <a:pt x="97049" y="41918"/>
                </a:cubicBezTo>
                <a:cubicBezTo>
                  <a:pt x="97000" y="41954"/>
                  <a:pt x="96975" y="41981"/>
                  <a:pt x="96946" y="42037"/>
                </a:cubicBezTo>
                <a:cubicBezTo>
                  <a:pt x="96915" y="42099"/>
                  <a:pt x="96895" y="42166"/>
                  <a:pt x="96870" y="42231"/>
                </a:cubicBezTo>
                <a:cubicBezTo>
                  <a:pt x="96823" y="42357"/>
                  <a:pt x="96777" y="42485"/>
                  <a:pt x="96737" y="42612"/>
                </a:cubicBezTo>
                <a:cubicBezTo>
                  <a:pt x="96653" y="42869"/>
                  <a:pt x="96574" y="43127"/>
                  <a:pt x="96502" y="43386"/>
                </a:cubicBezTo>
                <a:cubicBezTo>
                  <a:pt x="96357" y="43904"/>
                  <a:pt x="96234" y="44427"/>
                  <a:pt x="96137" y="44957"/>
                </a:cubicBezTo>
                <a:cubicBezTo>
                  <a:pt x="96148" y="43963"/>
                  <a:pt x="96156" y="42970"/>
                  <a:pt x="96160" y="41976"/>
                </a:cubicBezTo>
                <a:cubicBezTo>
                  <a:pt x="96160" y="41883"/>
                  <a:pt x="96160" y="41788"/>
                  <a:pt x="96161" y="41695"/>
                </a:cubicBezTo>
                <a:cubicBezTo>
                  <a:pt x="96162" y="41694"/>
                  <a:pt x="96166" y="41693"/>
                  <a:pt x="96167" y="41690"/>
                </a:cubicBezTo>
                <a:cubicBezTo>
                  <a:pt x="96307" y="41524"/>
                  <a:pt x="96402" y="41328"/>
                  <a:pt x="96499" y="41135"/>
                </a:cubicBezTo>
                <a:cubicBezTo>
                  <a:pt x="96596" y="40942"/>
                  <a:pt x="96688" y="40745"/>
                  <a:pt x="96774" y="40546"/>
                </a:cubicBezTo>
                <a:cubicBezTo>
                  <a:pt x="96946" y="40145"/>
                  <a:pt x="97095" y="39730"/>
                  <a:pt x="97217" y="39311"/>
                </a:cubicBezTo>
                <a:cubicBezTo>
                  <a:pt x="97460" y="38476"/>
                  <a:pt x="97611" y="37609"/>
                  <a:pt x="97642" y="36738"/>
                </a:cubicBezTo>
                <a:cubicBezTo>
                  <a:pt x="97649" y="36499"/>
                  <a:pt x="97649" y="36258"/>
                  <a:pt x="97643" y="36018"/>
                </a:cubicBezTo>
                <a:cubicBezTo>
                  <a:pt x="97625" y="35768"/>
                  <a:pt x="97615" y="35517"/>
                  <a:pt x="97578" y="35271"/>
                </a:cubicBezTo>
                <a:cubicBezTo>
                  <a:pt x="97572" y="35233"/>
                  <a:pt x="97544" y="35215"/>
                  <a:pt x="97515" y="35215"/>
                </a:cubicBezTo>
                <a:cubicBezTo>
                  <a:pt x="97488" y="35215"/>
                  <a:pt x="97460" y="35230"/>
                  <a:pt x="97445" y="35258"/>
                </a:cubicBezTo>
                <a:cubicBezTo>
                  <a:pt x="97348" y="35444"/>
                  <a:pt x="97243" y="35623"/>
                  <a:pt x="97148" y="35810"/>
                </a:cubicBezTo>
                <a:cubicBezTo>
                  <a:pt x="97054" y="35997"/>
                  <a:pt x="96964" y="36188"/>
                  <a:pt x="96882" y="36380"/>
                </a:cubicBezTo>
                <a:cubicBezTo>
                  <a:pt x="96716" y="36764"/>
                  <a:pt x="96572" y="37160"/>
                  <a:pt x="96451" y="37560"/>
                </a:cubicBezTo>
                <a:cubicBezTo>
                  <a:pt x="96325" y="37981"/>
                  <a:pt x="96225" y="38408"/>
                  <a:pt x="96150" y="38840"/>
                </a:cubicBezTo>
                <a:cubicBezTo>
                  <a:pt x="96149" y="38202"/>
                  <a:pt x="96147" y="37564"/>
                  <a:pt x="96143" y="36927"/>
                </a:cubicBezTo>
                <a:cubicBezTo>
                  <a:pt x="96167" y="36775"/>
                  <a:pt x="96188" y="36625"/>
                  <a:pt x="96215" y="36477"/>
                </a:cubicBezTo>
                <a:cubicBezTo>
                  <a:pt x="96302" y="36001"/>
                  <a:pt x="96406" y="35529"/>
                  <a:pt x="96529" y="35063"/>
                </a:cubicBezTo>
                <a:cubicBezTo>
                  <a:pt x="96563" y="34936"/>
                  <a:pt x="96599" y="34810"/>
                  <a:pt x="96633" y="34682"/>
                </a:cubicBezTo>
                <a:cubicBezTo>
                  <a:pt x="96651" y="34615"/>
                  <a:pt x="96676" y="34546"/>
                  <a:pt x="96688" y="34479"/>
                </a:cubicBezTo>
                <a:cubicBezTo>
                  <a:pt x="96694" y="34452"/>
                  <a:pt x="96689" y="34425"/>
                  <a:pt x="96693" y="34397"/>
                </a:cubicBezTo>
                <a:cubicBezTo>
                  <a:pt x="96695" y="34358"/>
                  <a:pt x="96704" y="34320"/>
                  <a:pt x="96709" y="34282"/>
                </a:cubicBezTo>
                <a:cubicBezTo>
                  <a:pt x="96712" y="34264"/>
                  <a:pt x="96699" y="34255"/>
                  <a:pt x="96686" y="34255"/>
                </a:cubicBezTo>
                <a:cubicBezTo>
                  <a:pt x="96676" y="34255"/>
                  <a:pt x="96665" y="34260"/>
                  <a:pt x="96660" y="34270"/>
                </a:cubicBezTo>
                <a:cubicBezTo>
                  <a:pt x="96631" y="34324"/>
                  <a:pt x="96599" y="34371"/>
                  <a:pt x="96569" y="34423"/>
                </a:cubicBezTo>
                <a:cubicBezTo>
                  <a:pt x="96538" y="34474"/>
                  <a:pt x="96523" y="34546"/>
                  <a:pt x="96503" y="34602"/>
                </a:cubicBezTo>
                <a:cubicBezTo>
                  <a:pt x="96463" y="34714"/>
                  <a:pt x="96429" y="34826"/>
                  <a:pt x="96395" y="34940"/>
                </a:cubicBezTo>
                <a:cubicBezTo>
                  <a:pt x="96325" y="35175"/>
                  <a:pt x="96259" y="35411"/>
                  <a:pt x="96200" y="35649"/>
                </a:cubicBezTo>
                <a:cubicBezTo>
                  <a:pt x="96177" y="35739"/>
                  <a:pt x="96156" y="35830"/>
                  <a:pt x="96135" y="35920"/>
                </a:cubicBezTo>
                <a:cubicBezTo>
                  <a:pt x="96124" y="34628"/>
                  <a:pt x="96106" y="33337"/>
                  <a:pt x="96084" y="32047"/>
                </a:cubicBezTo>
                <a:cubicBezTo>
                  <a:pt x="96068" y="31124"/>
                  <a:pt x="96044" y="30201"/>
                  <a:pt x="96016" y="29278"/>
                </a:cubicBezTo>
                <a:cubicBezTo>
                  <a:pt x="95990" y="28405"/>
                  <a:pt x="95981" y="27528"/>
                  <a:pt x="95929" y="26656"/>
                </a:cubicBezTo>
                <a:cubicBezTo>
                  <a:pt x="95978" y="24046"/>
                  <a:pt x="96017" y="21410"/>
                  <a:pt x="96027" y="19626"/>
                </a:cubicBezTo>
                <a:cubicBezTo>
                  <a:pt x="96051" y="14994"/>
                  <a:pt x="96058" y="10363"/>
                  <a:pt x="95996" y="5731"/>
                </a:cubicBezTo>
                <a:cubicBezTo>
                  <a:pt x="95979" y="4428"/>
                  <a:pt x="95958" y="3125"/>
                  <a:pt x="95931" y="1821"/>
                </a:cubicBezTo>
                <a:cubicBezTo>
                  <a:pt x="95919" y="1215"/>
                  <a:pt x="95904" y="608"/>
                  <a:pt x="95890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702360" y="457200"/>
            <a:ext cx="7703640" cy="46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3" name="Google Shape;24;p4"/>
          <p:cNvGrpSpPr/>
          <p:nvPr/>
        </p:nvGrpSpPr>
        <p:grpSpPr>
          <a:xfrm>
            <a:off x="204120" y="388800"/>
            <a:ext cx="8197200" cy="4635360"/>
            <a:chOff x="204120" y="388800"/>
            <a:chExt cx="8197200" cy="4635360"/>
          </a:xfrm>
        </p:grpSpPr>
        <p:sp>
          <p:nvSpPr>
            <p:cNvPr id="94" name="Google Shape;25;p4"/>
            <p:cNvSpPr/>
            <p:nvPr/>
          </p:nvSpPr>
          <p:spPr>
            <a:xfrm>
              <a:off x="255960" y="909720"/>
              <a:ext cx="8145360" cy="4114440"/>
            </a:xfrm>
            <a:custGeom>
              <a:avLst/>
              <a:gdLst>
                <a:gd name="textAreaLeft" fmla="*/ 0 w 8145360"/>
                <a:gd name="textAreaRight" fmla="*/ 8145720 w 8145360"/>
                <a:gd name="textAreaTop" fmla="*/ 0 h 4114440"/>
                <a:gd name="textAreaBottom" fmla="*/ 4114800 h 4114440"/>
              </a:gdLst>
              <a:ahLst/>
              <a:cxnLst/>
              <a:rect l="textAreaLeft" t="textAreaTop" r="textAreaRight" b="textAreaBottom"/>
              <a:pathLst>
                <a:path w="97112" h="48862">
                  <a:moveTo>
                    <a:pt x="386" y="3780"/>
                  </a:moveTo>
                  <a:cubicBezTo>
                    <a:pt x="716" y="4528"/>
                    <a:pt x="988" y="5304"/>
                    <a:pt x="1199" y="6093"/>
                  </a:cubicBezTo>
                  <a:cubicBezTo>
                    <a:pt x="1351" y="6652"/>
                    <a:pt x="1471" y="7218"/>
                    <a:pt x="1562" y="7789"/>
                  </a:cubicBezTo>
                  <a:cubicBezTo>
                    <a:pt x="1534" y="7746"/>
                    <a:pt x="1506" y="7705"/>
                    <a:pt x="1476" y="7665"/>
                  </a:cubicBezTo>
                  <a:cubicBezTo>
                    <a:pt x="1259" y="7342"/>
                    <a:pt x="1084" y="6994"/>
                    <a:pt x="957" y="6626"/>
                  </a:cubicBezTo>
                  <a:cubicBezTo>
                    <a:pt x="883" y="6416"/>
                    <a:pt x="825" y="6199"/>
                    <a:pt x="784" y="5981"/>
                  </a:cubicBezTo>
                  <a:cubicBezTo>
                    <a:pt x="743" y="5764"/>
                    <a:pt x="725" y="5545"/>
                    <a:pt x="692" y="5329"/>
                  </a:cubicBezTo>
                  <a:cubicBezTo>
                    <a:pt x="689" y="5305"/>
                    <a:pt x="668" y="5293"/>
                    <a:pt x="648" y="5293"/>
                  </a:cubicBezTo>
                  <a:cubicBezTo>
                    <a:pt x="627" y="5293"/>
                    <a:pt x="607" y="5305"/>
                    <a:pt x="605" y="5331"/>
                  </a:cubicBezTo>
                  <a:cubicBezTo>
                    <a:pt x="593" y="5556"/>
                    <a:pt x="627" y="5780"/>
                    <a:pt x="669" y="6000"/>
                  </a:cubicBezTo>
                  <a:cubicBezTo>
                    <a:pt x="711" y="6225"/>
                    <a:pt x="771" y="6446"/>
                    <a:pt x="847" y="6663"/>
                  </a:cubicBezTo>
                  <a:cubicBezTo>
                    <a:pt x="914" y="6857"/>
                    <a:pt x="995" y="7047"/>
                    <a:pt x="1089" y="7231"/>
                  </a:cubicBezTo>
                  <a:cubicBezTo>
                    <a:pt x="840" y="6982"/>
                    <a:pt x="583" y="6738"/>
                    <a:pt x="413" y="6427"/>
                  </a:cubicBezTo>
                  <a:cubicBezTo>
                    <a:pt x="120" y="5887"/>
                    <a:pt x="117" y="5254"/>
                    <a:pt x="205" y="4661"/>
                  </a:cubicBezTo>
                  <a:cubicBezTo>
                    <a:pt x="248" y="4365"/>
                    <a:pt x="314" y="4071"/>
                    <a:pt x="386" y="3780"/>
                  </a:cubicBezTo>
                  <a:close/>
                  <a:moveTo>
                    <a:pt x="3313" y="6991"/>
                  </a:moveTo>
                  <a:lnTo>
                    <a:pt x="3313" y="6991"/>
                  </a:lnTo>
                  <a:cubicBezTo>
                    <a:pt x="3383" y="8269"/>
                    <a:pt x="3036" y="9585"/>
                    <a:pt x="2378" y="10678"/>
                  </a:cubicBezTo>
                  <a:cubicBezTo>
                    <a:pt x="2228" y="10928"/>
                    <a:pt x="2060" y="11167"/>
                    <a:pt x="1878" y="11393"/>
                  </a:cubicBezTo>
                  <a:cubicBezTo>
                    <a:pt x="1954" y="10973"/>
                    <a:pt x="2058" y="10561"/>
                    <a:pt x="2191" y="10154"/>
                  </a:cubicBezTo>
                  <a:cubicBezTo>
                    <a:pt x="2350" y="9673"/>
                    <a:pt x="2556" y="9216"/>
                    <a:pt x="2775" y="8761"/>
                  </a:cubicBezTo>
                  <a:cubicBezTo>
                    <a:pt x="2796" y="8718"/>
                    <a:pt x="2754" y="8678"/>
                    <a:pt x="2714" y="8678"/>
                  </a:cubicBezTo>
                  <a:cubicBezTo>
                    <a:pt x="2698" y="8678"/>
                    <a:pt x="2681" y="8685"/>
                    <a:pt x="2671" y="8702"/>
                  </a:cubicBezTo>
                  <a:cubicBezTo>
                    <a:pt x="2418" y="9149"/>
                    <a:pt x="2224" y="9633"/>
                    <a:pt x="2065" y="10118"/>
                  </a:cubicBezTo>
                  <a:cubicBezTo>
                    <a:pt x="1926" y="10540"/>
                    <a:pt x="1819" y="10970"/>
                    <a:pt x="1741" y="11407"/>
                  </a:cubicBezTo>
                  <a:cubicBezTo>
                    <a:pt x="1807" y="10389"/>
                    <a:pt x="1976" y="9371"/>
                    <a:pt x="2385" y="8431"/>
                  </a:cubicBezTo>
                  <a:cubicBezTo>
                    <a:pt x="2615" y="7905"/>
                    <a:pt x="2923" y="7412"/>
                    <a:pt x="3313" y="6991"/>
                  </a:cubicBezTo>
                  <a:close/>
                  <a:moveTo>
                    <a:pt x="2857" y="1"/>
                  </a:moveTo>
                  <a:cubicBezTo>
                    <a:pt x="2843" y="1"/>
                    <a:pt x="2829" y="7"/>
                    <a:pt x="2818" y="21"/>
                  </a:cubicBezTo>
                  <a:cubicBezTo>
                    <a:pt x="2291" y="736"/>
                    <a:pt x="1913" y="1558"/>
                    <a:pt x="1710" y="2422"/>
                  </a:cubicBezTo>
                  <a:cubicBezTo>
                    <a:pt x="1598" y="2903"/>
                    <a:pt x="1544" y="3394"/>
                    <a:pt x="1511" y="3886"/>
                  </a:cubicBezTo>
                  <a:cubicBezTo>
                    <a:pt x="1478" y="4388"/>
                    <a:pt x="1462" y="4892"/>
                    <a:pt x="1450" y="5395"/>
                  </a:cubicBezTo>
                  <a:cubicBezTo>
                    <a:pt x="1443" y="5680"/>
                    <a:pt x="1438" y="5966"/>
                    <a:pt x="1436" y="6249"/>
                  </a:cubicBezTo>
                  <a:cubicBezTo>
                    <a:pt x="1436" y="6369"/>
                    <a:pt x="1432" y="6491"/>
                    <a:pt x="1432" y="6614"/>
                  </a:cubicBezTo>
                  <a:cubicBezTo>
                    <a:pt x="1304" y="6060"/>
                    <a:pt x="1149" y="5512"/>
                    <a:pt x="967" y="4975"/>
                  </a:cubicBezTo>
                  <a:cubicBezTo>
                    <a:pt x="806" y="4503"/>
                    <a:pt x="622" y="4040"/>
                    <a:pt x="422" y="3583"/>
                  </a:cubicBezTo>
                  <a:cubicBezTo>
                    <a:pt x="412" y="3561"/>
                    <a:pt x="387" y="3549"/>
                    <a:pt x="364" y="3549"/>
                  </a:cubicBezTo>
                  <a:cubicBezTo>
                    <a:pt x="341" y="3549"/>
                    <a:pt x="320" y="3560"/>
                    <a:pt x="313" y="3585"/>
                  </a:cubicBezTo>
                  <a:cubicBezTo>
                    <a:pt x="149" y="4195"/>
                    <a:pt x="0" y="4824"/>
                    <a:pt x="29" y="5461"/>
                  </a:cubicBezTo>
                  <a:cubicBezTo>
                    <a:pt x="43" y="5764"/>
                    <a:pt x="103" y="6067"/>
                    <a:pt x="228" y="6346"/>
                  </a:cubicBezTo>
                  <a:cubicBezTo>
                    <a:pt x="357" y="6632"/>
                    <a:pt x="556" y="6873"/>
                    <a:pt x="774" y="7097"/>
                  </a:cubicBezTo>
                  <a:cubicBezTo>
                    <a:pt x="1018" y="7346"/>
                    <a:pt x="1282" y="7583"/>
                    <a:pt x="1473" y="7880"/>
                  </a:cubicBezTo>
                  <a:cubicBezTo>
                    <a:pt x="1485" y="7897"/>
                    <a:pt x="1501" y="7904"/>
                    <a:pt x="1516" y="7904"/>
                  </a:cubicBezTo>
                  <a:cubicBezTo>
                    <a:pt x="1539" y="7904"/>
                    <a:pt x="1560" y="7889"/>
                    <a:pt x="1571" y="7867"/>
                  </a:cubicBezTo>
                  <a:cubicBezTo>
                    <a:pt x="1611" y="8131"/>
                    <a:pt x="1648" y="8398"/>
                    <a:pt x="1677" y="8664"/>
                  </a:cubicBezTo>
                  <a:cubicBezTo>
                    <a:pt x="1731" y="9146"/>
                    <a:pt x="1762" y="9629"/>
                    <a:pt x="1776" y="10114"/>
                  </a:cubicBezTo>
                  <a:cubicBezTo>
                    <a:pt x="1718" y="10450"/>
                    <a:pt x="1677" y="10789"/>
                    <a:pt x="1650" y="11129"/>
                  </a:cubicBezTo>
                  <a:cubicBezTo>
                    <a:pt x="1592" y="10866"/>
                    <a:pt x="1507" y="10606"/>
                    <a:pt x="1416" y="10356"/>
                  </a:cubicBezTo>
                  <a:cubicBezTo>
                    <a:pt x="1328" y="10119"/>
                    <a:pt x="1227" y="9887"/>
                    <a:pt x="1115" y="9661"/>
                  </a:cubicBezTo>
                  <a:cubicBezTo>
                    <a:pt x="1038" y="9505"/>
                    <a:pt x="957" y="9349"/>
                    <a:pt x="863" y="9201"/>
                  </a:cubicBezTo>
                  <a:cubicBezTo>
                    <a:pt x="896" y="9184"/>
                    <a:pt x="927" y="9145"/>
                    <a:pt x="946" y="9124"/>
                  </a:cubicBezTo>
                  <a:cubicBezTo>
                    <a:pt x="988" y="9079"/>
                    <a:pt x="1018" y="9011"/>
                    <a:pt x="1046" y="8955"/>
                  </a:cubicBezTo>
                  <a:cubicBezTo>
                    <a:pt x="1072" y="8899"/>
                    <a:pt x="1097" y="8841"/>
                    <a:pt x="1117" y="8783"/>
                  </a:cubicBezTo>
                  <a:cubicBezTo>
                    <a:pt x="1141" y="8714"/>
                    <a:pt x="1154" y="8643"/>
                    <a:pt x="1167" y="8574"/>
                  </a:cubicBezTo>
                  <a:cubicBezTo>
                    <a:pt x="1180" y="8503"/>
                    <a:pt x="1172" y="8432"/>
                    <a:pt x="1164" y="8362"/>
                  </a:cubicBezTo>
                  <a:cubicBezTo>
                    <a:pt x="1162" y="8342"/>
                    <a:pt x="1144" y="8331"/>
                    <a:pt x="1127" y="8331"/>
                  </a:cubicBezTo>
                  <a:cubicBezTo>
                    <a:pt x="1112" y="8331"/>
                    <a:pt x="1097" y="8338"/>
                    <a:pt x="1092" y="8354"/>
                  </a:cubicBezTo>
                  <a:cubicBezTo>
                    <a:pt x="1072" y="8411"/>
                    <a:pt x="1048" y="8467"/>
                    <a:pt x="1031" y="8526"/>
                  </a:cubicBezTo>
                  <a:cubicBezTo>
                    <a:pt x="1015" y="8586"/>
                    <a:pt x="994" y="8643"/>
                    <a:pt x="973" y="8702"/>
                  </a:cubicBezTo>
                  <a:cubicBezTo>
                    <a:pt x="962" y="8731"/>
                    <a:pt x="952" y="8758"/>
                    <a:pt x="941" y="8786"/>
                  </a:cubicBezTo>
                  <a:cubicBezTo>
                    <a:pt x="939" y="8750"/>
                    <a:pt x="935" y="8712"/>
                    <a:pt x="928" y="8675"/>
                  </a:cubicBezTo>
                  <a:cubicBezTo>
                    <a:pt x="913" y="8591"/>
                    <a:pt x="891" y="8505"/>
                    <a:pt x="859" y="8427"/>
                  </a:cubicBezTo>
                  <a:cubicBezTo>
                    <a:pt x="845" y="8388"/>
                    <a:pt x="824" y="8350"/>
                    <a:pt x="802" y="8314"/>
                  </a:cubicBezTo>
                  <a:cubicBezTo>
                    <a:pt x="780" y="8278"/>
                    <a:pt x="751" y="8258"/>
                    <a:pt x="726" y="8226"/>
                  </a:cubicBezTo>
                  <a:cubicBezTo>
                    <a:pt x="722" y="8220"/>
                    <a:pt x="716" y="8218"/>
                    <a:pt x="711" y="8218"/>
                  </a:cubicBezTo>
                  <a:cubicBezTo>
                    <a:pt x="698" y="8218"/>
                    <a:pt x="686" y="8232"/>
                    <a:pt x="691" y="8248"/>
                  </a:cubicBezTo>
                  <a:cubicBezTo>
                    <a:pt x="699" y="8273"/>
                    <a:pt x="694" y="8281"/>
                    <a:pt x="697" y="8305"/>
                  </a:cubicBezTo>
                  <a:cubicBezTo>
                    <a:pt x="697" y="8324"/>
                    <a:pt x="705" y="8345"/>
                    <a:pt x="711" y="8365"/>
                  </a:cubicBezTo>
                  <a:cubicBezTo>
                    <a:pt x="721" y="8400"/>
                    <a:pt x="729" y="8437"/>
                    <a:pt x="738" y="8472"/>
                  </a:cubicBezTo>
                  <a:cubicBezTo>
                    <a:pt x="758" y="8548"/>
                    <a:pt x="774" y="8623"/>
                    <a:pt x="782" y="8700"/>
                  </a:cubicBezTo>
                  <a:cubicBezTo>
                    <a:pt x="791" y="8775"/>
                    <a:pt x="796" y="8852"/>
                    <a:pt x="795" y="8928"/>
                  </a:cubicBezTo>
                  <a:cubicBezTo>
                    <a:pt x="795" y="8966"/>
                    <a:pt x="788" y="9005"/>
                    <a:pt x="791" y="9044"/>
                  </a:cubicBezTo>
                  <a:cubicBezTo>
                    <a:pt x="792" y="9063"/>
                    <a:pt x="795" y="9079"/>
                    <a:pt x="799" y="9096"/>
                  </a:cubicBezTo>
                  <a:cubicBezTo>
                    <a:pt x="799" y="9097"/>
                    <a:pt x="798" y="9098"/>
                    <a:pt x="798" y="9099"/>
                  </a:cubicBezTo>
                  <a:cubicBezTo>
                    <a:pt x="776" y="9068"/>
                    <a:pt x="754" y="9037"/>
                    <a:pt x="731" y="9008"/>
                  </a:cubicBezTo>
                  <a:cubicBezTo>
                    <a:pt x="727" y="9004"/>
                    <a:pt x="725" y="9002"/>
                    <a:pt x="722" y="9000"/>
                  </a:cubicBezTo>
                  <a:cubicBezTo>
                    <a:pt x="718" y="8959"/>
                    <a:pt x="709" y="8918"/>
                    <a:pt x="702" y="8879"/>
                  </a:cubicBezTo>
                  <a:cubicBezTo>
                    <a:pt x="686" y="8800"/>
                    <a:pt x="656" y="8722"/>
                    <a:pt x="625" y="8646"/>
                  </a:cubicBezTo>
                  <a:cubicBezTo>
                    <a:pt x="594" y="8574"/>
                    <a:pt x="563" y="8499"/>
                    <a:pt x="521" y="8433"/>
                  </a:cubicBezTo>
                  <a:cubicBezTo>
                    <a:pt x="500" y="8400"/>
                    <a:pt x="477" y="8367"/>
                    <a:pt x="452" y="8339"/>
                  </a:cubicBezTo>
                  <a:cubicBezTo>
                    <a:pt x="441" y="8325"/>
                    <a:pt x="429" y="8308"/>
                    <a:pt x="414" y="8297"/>
                  </a:cubicBezTo>
                  <a:cubicBezTo>
                    <a:pt x="401" y="8286"/>
                    <a:pt x="385" y="8284"/>
                    <a:pt x="369" y="8275"/>
                  </a:cubicBezTo>
                  <a:cubicBezTo>
                    <a:pt x="368" y="8275"/>
                    <a:pt x="368" y="8275"/>
                    <a:pt x="367" y="8275"/>
                  </a:cubicBezTo>
                  <a:cubicBezTo>
                    <a:pt x="362" y="8275"/>
                    <a:pt x="358" y="8279"/>
                    <a:pt x="359" y="8284"/>
                  </a:cubicBezTo>
                  <a:cubicBezTo>
                    <a:pt x="362" y="8299"/>
                    <a:pt x="358" y="8316"/>
                    <a:pt x="363" y="8330"/>
                  </a:cubicBezTo>
                  <a:cubicBezTo>
                    <a:pt x="368" y="8347"/>
                    <a:pt x="378" y="8365"/>
                    <a:pt x="385" y="8382"/>
                  </a:cubicBezTo>
                  <a:cubicBezTo>
                    <a:pt x="400" y="8416"/>
                    <a:pt x="416" y="8449"/>
                    <a:pt x="431" y="8483"/>
                  </a:cubicBezTo>
                  <a:cubicBezTo>
                    <a:pt x="463" y="8553"/>
                    <a:pt x="497" y="8621"/>
                    <a:pt x="524" y="8692"/>
                  </a:cubicBezTo>
                  <a:cubicBezTo>
                    <a:pt x="550" y="8761"/>
                    <a:pt x="570" y="8829"/>
                    <a:pt x="590" y="8898"/>
                  </a:cubicBezTo>
                  <a:cubicBezTo>
                    <a:pt x="549" y="8851"/>
                    <a:pt x="508" y="8805"/>
                    <a:pt x="466" y="8758"/>
                  </a:cubicBezTo>
                  <a:cubicBezTo>
                    <a:pt x="373" y="8656"/>
                    <a:pt x="270" y="8559"/>
                    <a:pt x="164" y="8471"/>
                  </a:cubicBezTo>
                  <a:cubicBezTo>
                    <a:pt x="158" y="8466"/>
                    <a:pt x="153" y="8464"/>
                    <a:pt x="148" y="8464"/>
                  </a:cubicBezTo>
                  <a:cubicBezTo>
                    <a:pt x="128" y="8464"/>
                    <a:pt x="113" y="8491"/>
                    <a:pt x="125" y="8510"/>
                  </a:cubicBezTo>
                  <a:cubicBezTo>
                    <a:pt x="200" y="8626"/>
                    <a:pt x="286" y="8734"/>
                    <a:pt x="378" y="8837"/>
                  </a:cubicBezTo>
                  <a:cubicBezTo>
                    <a:pt x="423" y="8888"/>
                    <a:pt x="469" y="8937"/>
                    <a:pt x="515" y="8988"/>
                  </a:cubicBezTo>
                  <a:lnTo>
                    <a:pt x="516" y="8989"/>
                  </a:lnTo>
                  <a:cubicBezTo>
                    <a:pt x="478" y="8971"/>
                    <a:pt x="438" y="8955"/>
                    <a:pt x="400" y="8936"/>
                  </a:cubicBezTo>
                  <a:cubicBezTo>
                    <a:pt x="299" y="8887"/>
                    <a:pt x="208" y="8822"/>
                    <a:pt x="112" y="8764"/>
                  </a:cubicBezTo>
                  <a:cubicBezTo>
                    <a:pt x="107" y="8760"/>
                    <a:pt x="101" y="8759"/>
                    <a:pt x="95" y="8759"/>
                  </a:cubicBezTo>
                  <a:cubicBezTo>
                    <a:pt x="72" y="8759"/>
                    <a:pt x="51" y="8785"/>
                    <a:pt x="71" y="8810"/>
                  </a:cubicBezTo>
                  <a:cubicBezTo>
                    <a:pt x="149" y="8904"/>
                    <a:pt x="247" y="8967"/>
                    <a:pt x="356" y="9024"/>
                  </a:cubicBezTo>
                  <a:cubicBezTo>
                    <a:pt x="408" y="9049"/>
                    <a:pt x="460" y="9071"/>
                    <a:pt x="516" y="9088"/>
                  </a:cubicBezTo>
                  <a:cubicBezTo>
                    <a:pt x="545" y="9097"/>
                    <a:pt x="576" y="9107"/>
                    <a:pt x="605" y="9112"/>
                  </a:cubicBezTo>
                  <a:cubicBezTo>
                    <a:pt x="620" y="9114"/>
                    <a:pt x="633" y="9114"/>
                    <a:pt x="645" y="9115"/>
                  </a:cubicBezTo>
                  <a:cubicBezTo>
                    <a:pt x="648" y="9119"/>
                    <a:pt x="653" y="9119"/>
                    <a:pt x="655" y="9121"/>
                  </a:cubicBezTo>
                  <a:cubicBezTo>
                    <a:pt x="638" y="9126"/>
                    <a:pt x="621" y="9132"/>
                    <a:pt x="604" y="9139"/>
                  </a:cubicBezTo>
                  <a:cubicBezTo>
                    <a:pt x="550" y="9158"/>
                    <a:pt x="491" y="9168"/>
                    <a:pt x="435" y="9174"/>
                  </a:cubicBezTo>
                  <a:cubicBezTo>
                    <a:pt x="414" y="9176"/>
                    <a:pt x="394" y="9177"/>
                    <a:pt x="373" y="9177"/>
                  </a:cubicBezTo>
                  <a:cubicBezTo>
                    <a:pt x="281" y="9177"/>
                    <a:pt x="190" y="9155"/>
                    <a:pt x="107" y="9113"/>
                  </a:cubicBezTo>
                  <a:cubicBezTo>
                    <a:pt x="100" y="9110"/>
                    <a:pt x="94" y="9108"/>
                    <a:pt x="88" y="9108"/>
                  </a:cubicBezTo>
                  <a:cubicBezTo>
                    <a:pt x="47" y="9108"/>
                    <a:pt x="17" y="9176"/>
                    <a:pt x="60" y="9200"/>
                  </a:cubicBezTo>
                  <a:cubicBezTo>
                    <a:pt x="159" y="9256"/>
                    <a:pt x="269" y="9285"/>
                    <a:pt x="382" y="9285"/>
                  </a:cubicBezTo>
                  <a:cubicBezTo>
                    <a:pt x="402" y="9285"/>
                    <a:pt x="422" y="9284"/>
                    <a:pt x="442" y="9282"/>
                  </a:cubicBezTo>
                  <a:cubicBezTo>
                    <a:pt x="508" y="9277"/>
                    <a:pt x="568" y="9257"/>
                    <a:pt x="627" y="9228"/>
                  </a:cubicBezTo>
                  <a:cubicBezTo>
                    <a:pt x="656" y="9214"/>
                    <a:pt x="683" y="9200"/>
                    <a:pt x="707" y="9176"/>
                  </a:cubicBezTo>
                  <a:cubicBezTo>
                    <a:pt x="715" y="9168"/>
                    <a:pt x="725" y="9161"/>
                    <a:pt x="733" y="9153"/>
                  </a:cubicBezTo>
                  <a:cubicBezTo>
                    <a:pt x="830" y="9334"/>
                    <a:pt x="938" y="9511"/>
                    <a:pt x="1028" y="9696"/>
                  </a:cubicBezTo>
                  <a:cubicBezTo>
                    <a:pt x="1137" y="9916"/>
                    <a:pt x="1232" y="10142"/>
                    <a:pt x="1317" y="10372"/>
                  </a:cubicBezTo>
                  <a:cubicBezTo>
                    <a:pt x="1402" y="10606"/>
                    <a:pt x="1477" y="10843"/>
                    <a:pt x="1538" y="11084"/>
                  </a:cubicBezTo>
                  <a:cubicBezTo>
                    <a:pt x="1570" y="11211"/>
                    <a:pt x="1597" y="11338"/>
                    <a:pt x="1626" y="11464"/>
                  </a:cubicBezTo>
                  <a:cubicBezTo>
                    <a:pt x="1594" y="12029"/>
                    <a:pt x="1361" y="22502"/>
                    <a:pt x="1336" y="27150"/>
                  </a:cubicBezTo>
                  <a:cubicBezTo>
                    <a:pt x="1311" y="31762"/>
                    <a:pt x="1304" y="36371"/>
                    <a:pt x="1366" y="40982"/>
                  </a:cubicBezTo>
                  <a:cubicBezTo>
                    <a:pt x="1384" y="42279"/>
                    <a:pt x="1405" y="43576"/>
                    <a:pt x="1432" y="44874"/>
                  </a:cubicBezTo>
                  <a:cubicBezTo>
                    <a:pt x="1445" y="45533"/>
                    <a:pt x="1461" y="46190"/>
                    <a:pt x="1476" y="46849"/>
                  </a:cubicBezTo>
                  <a:cubicBezTo>
                    <a:pt x="1290" y="46852"/>
                    <a:pt x="1103" y="46853"/>
                    <a:pt x="916" y="46854"/>
                  </a:cubicBezTo>
                  <a:cubicBezTo>
                    <a:pt x="724" y="46857"/>
                    <a:pt x="689" y="47155"/>
                    <a:pt x="883" y="47155"/>
                  </a:cubicBezTo>
                  <a:cubicBezTo>
                    <a:pt x="884" y="47155"/>
                    <a:pt x="884" y="47155"/>
                    <a:pt x="884" y="47155"/>
                  </a:cubicBezTo>
                  <a:cubicBezTo>
                    <a:pt x="1083" y="47154"/>
                    <a:pt x="1282" y="47153"/>
                    <a:pt x="1480" y="47151"/>
                  </a:cubicBezTo>
                  <a:lnTo>
                    <a:pt x="1480" y="47151"/>
                  </a:lnTo>
                  <a:cubicBezTo>
                    <a:pt x="1484" y="47703"/>
                    <a:pt x="1474" y="48265"/>
                    <a:pt x="1589" y="48801"/>
                  </a:cubicBezTo>
                  <a:cubicBezTo>
                    <a:pt x="1598" y="48841"/>
                    <a:pt x="1631" y="48861"/>
                    <a:pt x="1663" y="48861"/>
                  </a:cubicBezTo>
                  <a:cubicBezTo>
                    <a:pt x="1697" y="48861"/>
                    <a:pt x="1731" y="48840"/>
                    <a:pt x="1738" y="48797"/>
                  </a:cubicBezTo>
                  <a:cubicBezTo>
                    <a:pt x="1760" y="48657"/>
                    <a:pt x="1789" y="48518"/>
                    <a:pt x="1792" y="48378"/>
                  </a:cubicBezTo>
                  <a:cubicBezTo>
                    <a:pt x="1796" y="48237"/>
                    <a:pt x="1786" y="48094"/>
                    <a:pt x="1782" y="47952"/>
                  </a:cubicBezTo>
                  <a:cubicBezTo>
                    <a:pt x="1775" y="47686"/>
                    <a:pt x="1768" y="47418"/>
                    <a:pt x="1763" y="47150"/>
                  </a:cubicBezTo>
                  <a:cubicBezTo>
                    <a:pt x="14183" y="47050"/>
                    <a:pt x="26604" y="46964"/>
                    <a:pt x="39024" y="46931"/>
                  </a:cubicBezTo>
                  <a:cubicBezTo>
                    <a:pt x="43671" y="46919"/>
                    <a:pt x="48318" y="46912"/>
                    <a:pt x="52964" y="46912"/>
                  </a:cubicBezTo>
                  <a:cubicBezTo>
                    <a:pt x="60909" y="46912"/>
                    <a:pt x="68853" y="46931"/>
                    <a:pt x="76798" y="46967"/>
                  </a:cubicBezTo>
                  <a:cubicBezTo>
                    <a:pt x="80333" y="46984"/>
                    <a:pt x="83867" y="47002"/>
                    <a:pt x="87401" y="47027"/>
                  </a:cubicBezTo>
                  <a:cubicBezTo>
                    <a:pt x="89206" y="47039"/>
                    <a:pt x="91012" y="47051"/>
                    <a:pt x="92817" y="47066"/>
                  </a:cubicBezTo>
                  <a:cubicBezTo>
                    <a:pt x="93853" y="47074"/>
                    <a:pt x="94889" y="47098"/>
                    <a:pt x="95926" y="47098"/>
                  </a:cubicBezTo>
                  <a:cubicBezTo>
                    <a:pt x="96283" y="47098"/>
                    <a:pt x="96641" y="47095"/>
                    <a:pt x="96998" y="47088"/>
                  </a:cubicBezTo>
                  <a:cubicBezTo>
                    <a:pt x="97006" y="47069"/>
                    <a:pt x="97013" y="47053"/>
                    <a:pt x="97020" y="47034"/>
                  </a:cubicBezTo>
                  <a:cubicBezTo>
                    <a:pt x="97046" y="46962"/>
                    <a:pt x="97070" y="46889"/>
                    <a:pt x="97091" y="46815"/>
                  </a:cubicBezTo>
                  <a:cubicBezTo>
                    <a:pt x="97098" y="46789"/>
                    <a:pt x="97105" y="46763"/>
                    <a:pt x="97112" y="46736"/>
                  </a:cubicBezTo>
                  <a:cubicBezTo>
                    <a:pt x="95824" y="46686"/>
                    <a:pt x="94533" y="46702"/>
                    <a:pt x="93246" y="46693"/>
                  </a:cubicBezTo>
                  <a:cubicBezTo>
                    <a:pt x="91633" y="46682"/>
                    <a:pt x="90020" y="46672"/>
                    <a:pt x="88409" y="46662"/>
                  </a:cubicBezTo>
                  <a:cubicBezTo>
                    <a:pt x="85258" y="46643"/>
                    <a:pt x="82108" y="46627"/>
                    <a:pt x="78956" y="46613"/>
                  </a:cubicBezTo>
                  <a:cubicBezTo>
                    <a:pt x="72683" y="46585"/>
                    <a:pt x="66409" y="46569"/>
                    <a:pt x="60136" y="46563"/>
                  </a:cubicBezTo>
                  <a:cubicBezTo>
                    <a:pt x="58631" y="46562"/>
                    <a:pt x="57126" y="46561"/>
                    <a:pt x="55620" y="46561"/>
                  </a:cubicBezTo>
                  <a:cubicBezTo>
                    <a:pt x="44535" y="46561"/>
                    <a:pt x="33449" y="46597"/>
                    <a:pt x="22364" y="46665"/>
                  </a:cubicBezTo>
                  <a:cubicBezTo>
                    <a:pt x="15494" y="46708"/>
                    <a:pt x="8626" y="46765"/>
                    <a:pt x="1758" y="46845"/>
                  </a:cubicBezTo>
                  <a:cubicBezTo>
                    <a:pt x="1746" y="46327"/>
                    <a:pt x="1734" y="45810"/>
                    <a:pt x="1723" y="45291"/>
                  </a:cubicBezTo>
                  <a:cubicBezTo>
                    <a:pt x="1698" y="44123"/>
                    <a:pt x="1675" y="42955"/>
                    <a:pt x="1654" y="41786"/>
                  </a:cubicBezTo>
                  <a:cubicBezTo>
                    <a:pt x="1611" y="39479"/>
                    <a:pt x="1582" y="37170"/>
                    <a:pt x="1564" y="34861"/>
                  </a:cubicBezTo>
                  <a:cubicBezTo>
                    <a:pt x="1527" y="30248"/>
                    <a:pt x="1529" y="25635"/>
                    <a:pt x="1595" y="21022"/>
                  </a:cubicBezTo>
                  <a:cubicBezTo>
                    <a:pt x="1632" y="18422"/>
                    <a:pt x="1704" y="12266"/>
                    <a:pt x="1720" y="11821"/>
                  </a:cubicBezTo>
                  <a:cubicBezTo>
                    <a:pt x="1723" y="11823"/>
                    <a:pt x="1727" y="11823"/>
                    <a:pt x="1730" y="11823"/>
                  </a:cubicBezTo>
                  <a:cubicBezTo>
                    <a:pt x="1737" y="11823"/>
                    <a:pt x="1743" y="11820"/>
                    <a:pt x="1743" y="11809"/>
                  </a:cubicBezTo>
                  <a:cubicBezTo>
                    <a:pt x="1742" y="11765"/>
                    <a:pt x="1740" y="11722"/>
                    <a:pt x="1736" y="11678"/>
                  </a:cubicBezTo>
                  <a:lnTo>
                    <a:pt x="1736" y="11678"/>
                  </a:lnTo>
                  <a:cubicBezTo>
                    <a:pt x="1747" y="11684"/>
                    <a:pt x="1759" y="11687"/>
                    <a:pt x="1771" y="11687"/>
                  </a:cubicBezTo>
                  <a:cubicBezTo>
                    <a:pt x="1791" y="11687"/>
                    <a:pt x="1811" y="11679"/>
                    <a:pt x="1825" y="11663"/>
                  </a:cubicBezTo>
                  <a:cubicBezTo>
                    <a:pt x="2728" y="10645"/>
                    <a:pt x="3296" y="9333"/>
                    <a:pt x="3423" y="7978"/>
                  </a:cubicBezTo>
                  <a:cubicBezTo>
                    <a:pt x="3460" y="7598"/>
                    <a:pt x="3454" y="7219"/>
                    <a:pt x="3425" y="6839"/>
                  </a:cubicBezTo>
                  <a:cubicBezTo>
                    <a:pt x="3423" y="6809"/>
                    <a:pt x="3392" y="6788"/>
                    <a:pt x="3363" y="6788"/>
                  </a:cubicBezTo>
                  <a:cubicBezTo>
                    <a:pt x="3351" y="6788"/>
                    <a:pt x="3338" y="6792"/>
                    <a:pt x="3329" y="6801"/>
                  </a:cubicBezTo>
                  <a:cubicBezTo>
                    <a:pt x="2548" y="7597"/>
                    <a:pt x="2098" y="8638"/>
                    <a:pt x="1858" y="9714"/>
                  </a:cubicBezTo>
                  <a:cubicBezTo>
                    <a:pt x="1855" y="9732"/>
                    <a:pt x="1852" y="9749"/>
                    <a:pt x="1847" y="9767"/>
                  </a:cubicBezTo>
                  <a:cubicBezTo>
                    <a:pt x="1836" y="9384"/>
                    <a:pt x="1812" y="9003"/>
                    <a:pt x="1773" y="8624"/>
                  </a:cubicBezTo>
                  <a:lnTo>
                    <a:pt x="1773" y="8624"/>
                  </a:lnTo>
                  <a:cubicBezTo>
                    <a:pt x="1776" y="8651"/>
                    <a:pt x="1780" y="8676"/>
                    <a:pt x="1786" y="8702"/>
                  </a:cubicBezTo>
                  <a:cubicBezTo>
                    <a:pt x="1788" y="8714"/>
                    <a:pt x="1797" y="8720"/>
                    <a:pt x="1807" y="8720"/>
                  </a:cubicBezTo>
                  <a:cubicBezTo>
                    <a:pt x="1816" y="8720"/>
                    <a:pt x="1826" y="8714"/>
                    <a:pt x="1828" y="8701"/>
                  </a:cubicBezTo>
                  <a:cubicBezTo>
                    <a:pt x="1852" y="8478"/>
                    <a:pt x="1863" y="8253"/>
                    <a:pt x="1897" y="8032"/>
                  </a:cubicBezTo>
                  <a:cubicBezTo>
                    <a:pt x="1930" y="7816"/>
                    <a:pt x="1984" y="7602"/>
                    <a:pt x="2055" y="7394"/>
                  </a:cubicBezTo>
                  <a:cubicBezTo>
                    <a:pt x="2126" y="7187"/>
                    <a:pt x="2217" y="6984"/>
                    <a:pt x="2327" y="6795"/>
                  </a:cubicBezTo>
                  <a:cubicBezTo>
                    <a:pt x="2439" y="6599"/>
                    <a:pt x="2575" y="6419"/>
                    <a:pt x="2687" y="6225"/>
                  </a:cubicBezTo>
                  <a:cubicBezTo>
                    <a:pt x="2694" y="6216"/>
                    <a:pt x="2687" y="6206"/>
                    <a:pt x="2678" y="6206"/>
                  </a:cubicBezTo>
                  <a:cubicBezTo>
                    <a:pt x="2676" y="6206"/>
                    <a:pt x="2673" y="6207"/>
                    <a:pt x="2671" y="6208"/>
                  </a:cubicBezTo>
                  <a:cubicBezTo>
                    <a:pt x="2490" y="6345"/>
                    <a:pt x="2355" y="6538"/>
                    <a:pt x="2239" y="6730"/>
                  </a:cubicBezTo>
                  <a:cubicBezTo>
                    <a:pt x="2122" y="6928"/>
                    <a:pt x="2023" y="7136"/>
                    <a:pt x="1945" y="7352"/>
                  </a:cubicBezTo>
                  <a:cubicBezTo>
                    <a:pt x="1823" y="7695"/>
                    <a:pt x="1732" y="8083"/>
                    <a:pt x="1753" y="8455"/>
                  </a:cubicBezTo>
                  <a:cubicBezTo>
                    <a:pt x="1741" y="8343"/>
                    <a:pt x="1725" y="8230"/>
                    <a:pt x="1710" y="8118"/>
                  </a:cubicBezTo>
                  <a:lnTo>
                    <a:pt x="1710" y="8118"/>
                  </a:lnTo>
                  <a:cubicBezTo>
                    <a:pt x="1715" y="8125"/>
                    <a:pt x="1719" y="8132"/>
                    <a:pt x="1724" y="8140"/>
                  </a:cubicBezTo>
                  <a:cubicBezTo>
                    <a:pt x="1726" y="8142"/>
                    <a:pt x="1727" y="8143"/>
                    <a:pt x="1729" y="8143"/>
                  </a:cubicBezTo>
                  <a:cubicBezTo>
                    <a:pt x="1732" y="8143"/>
                    <a:pt x="1736" y="8139"/>
                    <a:pt x="1736" y="8136"/>
                  </a:cubicBezTo>
                  <a:cubicBezTo>
                    <a:pt x="1752" y="8004"/>
                    <a:pt x="1708" y="7868"/>
                    <a:pt x="1691" y="7737"/>
                  </a:cubicBezTo>
                  <a:cubicBezTo>
                    <a:pt x="1674" y="7592"/>
                    <a:pt x="1666" y="7446"/>
                    <a:pt x="1668" y="7301"/>
                  </a:cubicBezTo>
                  <a:cubicBezTo>
                    <a:pt x="1672" y="7017"/>
                    <a:pt x="1712" y="6732"/>
                    <a:pt x="1775" y="6456"/>
                  </a:cubicBezTo>
                  <a:cubicBezTo>
                    <a:pt x="1902" y="5897"/>
                    <a:pt x="2138" y="5367"/>
                    <a:pt x="2406" y="4862"/>
                  </a:cubicBezTo>
                  <a:cubicBezTo>
                    <a:pt x="2528" y="4631"/>
                    <a:pt x="2659" y="4406"/>
                    <a:pt x="2778" y="4173"/>
                  </a:cubicBezTo>
                  <a:cubicBezTo>
                    <a:pt x="2786" y="4168"/>
                    <a:pt x="2795" y="4163"/>
                    <a:pt x="2805" y="4155"/>
                  </a:cubicBezTo>
                  <a:cubicBezTo>
                    <a:pt x="2808" y="4160"/>
                    <a:pt x="2816" y="4165"/>
                    <a:pt x="2823" y="4166"/>
                  </a:cubicBezTo>
                  <a:cubicBezTo>
                    <a:pt x="2827" y="4166"/>
                    <a:pt x="2830" y="4167"/>
                    <a:pt x="2834" y="4167"/>
                  </a:cubicBezTo>
                  <a:cubicBezTo>
                    <a:pt x="2845" y="4167"/>
                    <a:pt x="2855" y="4164"/>
                    <a:pt x="2869" y="4161"/>
                  </a:cubicBezTo>
                  <a:cubicBezTo>
                    <a:pt x="2883" y="4160"/>
                    <a:pt x="2894" y="4160"/>
                    <a:pt x="2907" y="4157"/>
                  </a:cubicBezTo>
                  <a:cubicBezTo>
                    <a:pt x="2938" y="4150"/>
                    <a:pt x="2966" y="4139"/>
                    <a:pt x="2995" y="4130"/>
                  </a:cubicBezTo>
                  <a:cubicBezTo>
                    <a:pt x="3053" y="4110"/>
                    <a:pt x="3110" y="4089"/>
                    <a:pt x="3167" y="4066"/>
                  </a:cubicBezTo>
                  <a:cubicBezTo>
                    <a:pt x="3223" y="4042"/>
                    <a:pt x="3281" y="4022"/>
                    <a:pt x="3335" y="3994"/>
                  </a:cubicBezTo>
                  <a:cubicBezTo>
                    <a:pt x="3363" y="3980"/>
                    <a:pt x="3390" y="3967"/>
                    <a:pt x="3417" y="3952"/>
                  </a:cubicBezTo>
                  <a:cubicBezTo>
                    <a:pt x="3444" y="3936"/>
                    <a:pt x="3467" y="3915"/>
                    <a:pt x="3495" y="3902"/>
                  </a:cubicBezTo>
                  <a:cubicBezTo>
                    <a:pt x="3509" y="3896"/>
                    <a:pt x="3504" y="3873"/>
                    <a:pt x="3491" y="3873"/>
                  </a:cubicBezTo>
                  <a:cubicBezTo>
                    <a:pt x="3489" y="3873"/>
                    <a:pt x="3488" y="3873"/>
                    <a:pt x="3487" y="3874"/>
                  </a:cubicBezTo>
                  <a:cubicBezTo>
                    <a:pt x="3456" y="3880"/>
                    <a:pt x="3428" y="3880"/>
                    <a:pt x="3398" y="3887"/>
                  </a:cubicBezTo>
                  <a:cubicBezTo>
                    <a:pt x="3367" y="3892"/>
                    <a:pt x="3339" y="3901"/>
                    <a:pt x="3310" y="3909"/>
                  </a:cubicBezTo>
                  <a:cubicBezTo>
                    <a:pt x="3250" y="3925"/>
                    <a:pt x="3189" y="3947"/>
                    <a:pt x="3130" y="3968"/>
                  </a:cubicBezTo>
                  <a:cubicBezTo>
                    <a:pt x="3072" y="3987"/>
                    <a:pt x="3015" y="4011"/>
                    <a:pt x="2957" y="4033"/>
                  </a:cubicBezTo>
                  <a:lnTo>
                    <a:pt x="2924" y="4045"/>
                  </a:lnTo>
                  <a:cubicBezTo>
                    <a:pt x="2968" y="3998"/>
                    <a:pt x="3008" y="3947"/>
                    <a:pt x="3048" y="3898"/>
                  </a:cubicBezTo>
                  <a:cubicBezTo>
                    <a:pt x="3092" y="3842"/>
                    <a:pt x="3130" y="3784"/>
                    <a:pt x="3167" y="3723"/>
                  </a:cubicBezTo>
                  <a:cubicBezTo>
                    <a:pt x="3186" y="3694"/>
                    <a:pt x="3207" y="3662"/>
                    <a:pt x="3222" y="3629"/>
                  </a:cubicBezTo>
                  <a:cubicBezTo>
                    <a:pt x="3237" y="3596"/>
                    <a:pt x="3251" y="3563"/>
                    <a:pt x="3266" y="3530"/>
                  </a:cubicBezTo>
                  <a:cubicBezTo>
                    <a:pt x="3271" y="3521"/>
                    <a:pt x="3262" y="3513"/>
                    <a:pt x="3253" y="3513"/>
                  </a:cubicBezTo>
                  <a:cubicBezTo>
                    <a:pt x="3249" y="3513"/>
                    <a:pt x="3245" y="3514"/>
                    <a:pt x="3242" y="3518"/>
                  </a:cubicBezTo>
                  <a:cubicBezTo>
                    <a:pt x="3200" y="3572"/>
                    <a:pt x="3154" y="3623"/>
                    <a:pt x="3112" y="3677"/>
                  </a:cubicBezTo>
                  <a:cubicBezTo>
                    <a:pt x="3069" y="3732"/>
                    <a:pt x="3022" y="3787"/>
                    <a:pt x="2979" y="3842"/>
                  </a:cubicBezTo>
                  <a:cubicBezTo>
                    <a:pt x="2940" y="3890"/>
                    <a:pt x="2899" y="3937"/>
                    <a:pt x="2858" y="3984"/>
                  </a:cubicBezTo>
                  <a:cubicBezTo>
                    <a:pt x="2854" y="3980"/>
                    <a:pt x="2850" y="3978"/>
                    <a:pt x="2845" y="3978"/>
                  </a:cubicBezTo>
                  <a:cubicBezTo>
                    <a:pt x="2843" y="3978"/>
                    <a:pt x="2840" y="3979"/>
                    <a:pt x="2838" y="3980"/>
                  </a:cubicBezTo>
                  <a:cubicBezTo>
                    <a:pt x="2856" y="3956"/>
                    <a:pt x="2871" y="3929"/>
                    <a:pt x="2885" y="3902"/>
                  </a:cubicBezTo>
                  <a:cubicBezTo>
                    <a:pt x="2913" y="3850"/>
                    <a:pt x="2935" y="3792"/>
                    <a:pt x="2955" y="3738"/>
                  </a:cubicBezTo>
                  <a:cubicBezTo>
                    <a:pt x="2976" y="3682"/>
                    <a:pt x="2994" y="3624"/>
                    <a:pt x="3008" y="3566"/>
                  </a:cubicBezTo>
                  <a:cubicBezTo>
                    <a:pt x="3015" y="3537"/>
                    <a:pt x="3022" y="3508"/>
                    <a:pt x="3025" y="3479"/>
                  </a:cubicBezTo>
                  <a:cubicBezTo>
                    <a:pt x="3025" y="3452"/>
                    <a:pt x="3022" y="3425"/>
                    <a:pt x="3021" y="3397"/>
                  </a:cubicBezTo>
                  <a:cubicBezTo>
                    <a:pt x="3021" y="3388"/>
                    <a:pt x="3015" y="3384"/>
                    <a:pt x="3008" y="3384"/>
                  </a:cubicBezTo>
                  <a:cubicBezTo>
                    <a:pt x="3001" y="3384"/>
                    <a:pt x="2994" y="3387"/>
                    <a:pt x="2992" y="3394"/>
                  </a:cubicBezTo>
                  <a:cubicBezTo>
                    <a:pt x="2979" y="3420"/>
                    <a:pt x="2962" y="3447"/>
                    <a:pt x="2951" y="3474"/>
                  </a:cubicBezTo>
                  <a:cubicBezTo>
                    <a:pt x="2942" y="3497"/>
                    <a:pt x="2937" y="3523"/>
                    <a:pt x="2928" y="3548"/>
                  </a:cubicBezTo>
                  <a:cubicBezTo>
                    <a:pt x="2910" y="3600"/>
                    <a:pt x="2893" y="3654"/>
                    <a:pt x="2872" y="3706"/>
                  </a:cubicBezTo>
                  <a:cubicBezTo>
                    <a:pt x="2851" y="3758"/>
                    <a:pt x="2828" y="3809"/>
                    <a:pt x="2806" y="3859"/>
                  </a:cubicBezTo>
                  <a:cubicBezTo>
                    <a:pt x="2785" y="3908"/>
                    <a:pt x="2758" y="3962"/>
                    <a:pt x="2759" y="4013"/>
                  </a:cubicBezTo>
                  <a:cubicBezTo>
                    <a:pt x="2759" y="4023"/>
                    <a:pt x="2768" y="4035"/>
                    <a:pt x="2778" y="4035"/>
                  </a:cubicBezTo>
                  <a:cubicBezTo>
                    <a:pt x="2781" y="4035"/>
                    <a:pt x="2783" y="4034"/>
                    <a:pt x="2785" y="4033"/>
                  </a:cubicBezTo>
                  <a:cubicBezTo>
                    <a:pt x="2801" y="4024"/>
                    <a:pt x="2813" y="4012"/>
                    <a:pt x="2825" y="4000"/>
                  </a:cubicBezTo>
                  <a:lnTo>
                    <a:pt x="2825" y="4000"/>
                  </a:lnTo>
                  <a:cubicBezTo>
                    <a:pt x="2803" y="4033"/>
                    <a:pt x="2781" y="4064"/>
                    <a:pt x="2759" y="4097"/>
                  </a:cubicBezTo>
                  <a:cubicBezTo>
                    <a:pt x="2748" y="4085"/>
                    <a:pt x="2737" y="4074"/>
                    <a:pt x="2728" y="4061"/>
                  </a:cubicBezTo>
                  <a:cubicBezTo>
                    <a:pt x="2719" y="4050"/>
                    <a:pt x="2713" y="4040"/>
                    <a:pt x="2704" y="4029"/>
                  </a:cubicBezTo>
                  <a:cubicBezTo>
                    <a:pt x="2713" y="4012"/>
                    <a:pt x="2718" y="3994"/>
                    <a:pt x="2724" y="3979"/>
                  </a:cubicBezTo>
                  <a:cubicBezTo>
                    <a:pt x="2740" y="3931"/>
                    <a:pt x="2752" y="3881"/>
                    <a:pt x="2764" y="3831"/>
                  </a:cubicBezTo>
                  <a:cubicBezTo>
                    <a:pt x="2789" y="3733"/>
                    <a:pt x="2805" y="3634"/>
                    <a:pt x="2803" y="3534"/>
                  </a:cubicBezTo>
                  <a:cubicBezTo>
                    <a:pt x="2803" y="3518"/>
                    <a:pt x="2796" y="3503"/>
                    <a:pt x="2781" y="3495"/>
                  </a:cubicBezTo>
                  <a:cubicBezTo>
                    <a:pt x="2780" y="3484"/>
                    <a:pt x="2779" y="3473"/>
                    <a:pt x="2775" y="3462"/>
                  </a:cubicBezTo>
                  <a:cubicBezTo>
                    <a:pt x="2775" y="3456"/>
                    <a:pt x="2769" y="3453"/>
                    <a:pt x="2764" y="3453"/>
                  </a:cubicBezTo>
                  <a:cubicBezTo>
                    <a:pt x="2760" y="3453"/>
                    <a:pt x="2757" y="3454"/>
                    <a:pt x="2756" y="3459"/>
                  </a:cubicBezTo>
                  <a:cubicBezTo>
                    <a:pt x="2752" y="3470"/>
                    <a:pt x="2750" y="3481"/>
                    <a:pt x="2746" y="3492"/>
                  </a:cubicBezTo>
                  <a:cubicBezTo>
                    <a:pt x="2730" y="3497"/>
                    <a:pt x="2723" y="3509"/>
                    <a:pt x="2718" y="3526"/>
                  </a:cubicBezTo>
                  <a:cubicBezTo>
                    <a:pt x="2701" y="3619"/>
                    <a:pt x="2686" y="3714"/>
                    <a:pt x="2663" y="3808"/>
                  </a:cubicBezTo>
                  <a:cubicBezTo>
                    <a:pt x="2653" y="3846"/>
                    <a:pt x="2642" y="3882"/>
                    <a:pt x="2631" y="3920"/>
                  </a:cubicBezTo>
                  <a:cubicBezTo>
                    <a:pt x="2624" y="3904"/>
                    <a:pt x="2614" y="3891"/>
                    <a:pt x="2607" y="3875"/>
                  </a:cubicBezTo>
                  <a:cubicBezTo>
                    <a:pt x="2567" y="3787"/>
                    <a:pt x="2550" y="3684"/>
                    <a:pt x="2559" y="3588"/>
                  </a:cubicBezTo>
                  <a:cubicBezTo>
                    <a:pt x="2561" y="3560"/>
                    <a:pt x="2542" y="3546"/>
                    <a:pt x="2522" y="3546"/>
                  </a:cubicBezTo>
                  <a:cubicBezTo>
                    <a:pt x="2505" y="3546"/>
                    <a:pt x="2486" y="3557"/>
                    <a:pt x="2481" y="3579"/>
                  </a:cubicBezTo>
                  <a:cubicBezTo>
                    <a:pt x="2454" y="3695"/>
                    <a:pt x="2470" y="3809"/>
                    <a:pt x="2516" y="3915"/>
                  </a:cubicBezTo>
                  <a:cubicBezTo>
                    <a:pt x="2538" y="3967"/>
                    <a:pt x="2567" y="4022"/>
                    <a:pt x="2605" y="4060"/>
                  </a:cubicBezTo>
                  <a:lnTo>
                    <a:pt x="2607" y="4061"/>
                  </a:lnTo>
                  <a:cubicBezTo>
                    <a:pt x="2608" y="4067"/>
                    <a:pt x="2610" y="4072"/>
                    <a:pt x="2613" y="4077"/>
                  </a:cubicBezTo>
                  <a:cubicBezTo>
                    <a:pt x="2618" y="4086"/>
                    <a:pt x="2626" y="4092"/>
                    <a:pt x="2635" y="4092"/>
                  </a:cubicBezTo>
                  <a:cubicBezTo>
                    <a:pt x="2637" y="4092"/>
                    <a:pt x="2639" y="4091"/>
                    <a:pt x="2640" y="4091"/>
                  </a:cubicBezTo>
                  <a:cubicBezTo>
                    <a:pt x="2666" y="4114"/>
                    <a:pt x="2695" y="4133"/>
                    <a:pt x="2726" y="4145"/>
                  </a:cubicBezTo>
                  <a:cubicBezTo>
                    <a:pt x="2440" y="4580"/>
                    <a:pt x="2197" y="5052"/>
                    <a:pt x="1993" y="5530"/>
                  </a:cubicBezTo>
                  <a:cubicBezTo>
                    <a:pt x="1765" y="6066"/>
                    <a:pt x="1605" y="6637"/>
                    <a:pt x="1588" y="7220"/>
                  </a:cubicBezTo>
                  <a:cubicBezTo>
                    <a:pt x="1587" y="7262"/>
                    <a:pt x="1587" y="7301"/>
                    <a:pt x="1587" y="7342"/>
                  </a:cubicBezTo>
                  <a:cubicBezTo>
                    <a:pt x="1565" y="7225"/>
                    <a:pt x="1543" y="7110"/>
                    <a:pt x="1518" y="6995"/>
                  </a:cubicBezTo>
                  <a:cubicBezTo>
                    <a:pt x="1539" y="6782"/>
                    <a:pt x="1529" y="6566"/>
                    <a:pt x="1531" y="6352"/>
                  </a:cubicBezTo>
                  <a:cubicBezTo>
                    <a:pt x="1533" y="6104"/>
                    <a:pt x="1538" y="5854"/>
                    <a:pt x="1543" y="5606"/>
                  </a:cubicBezTo>
                  <a:cubicBezTo>
                    <a:pt x="1554" y="5106"/>
                    <a:pt x="1571" y="4605"/>
                    <a:pt x="1599" y="4107"/>
                  </a:cubicBezTo>
                  <a:cubicBezTo>
                    <a:pt x="1627" y="3619"/>
                    <a:pt x="1671" y="3132"/>
                    <a:pt x="1765" y="2653"/>
                  </a:cubicBezTo>
                  <a:cubicBezTo>
                    <a:pt x="1852" y="2217"/>
                    <a:pt x="1985" y="1789"/>
                    <a:pt x="2159" y="1381"/>
                  </a:cubicBezTo>
                  <a:cubicBezTo>
                    <a:pt x="2334" y="971"/>
                    <a:pt x="2550" y="582"/>
                    <a:pt x="2805" y="219"/>
                  </a:cubicBezTo>
                  <a:lnTo>
                    <a:pt x="2805" y="219"/>
                  </a:lnTo>
                  <a:cubicBezTo>
                    <a:pt x="2783" y="769"/>
                    <a:pt x="2770" y="1323"/>
                    <a:pt x="2724" y="1872"/>
                  </a:cubicBezTo>
                  <a:cubicBezTo>
                    <a:pt x="2698" y="2164"/>
                    <a:pt x="2651" y="2453"/>
                    <a:pt x="2548" y="2728"/>
                  </a:cubicBezTo>
                  <a:cubicBezTo>
                    <a:pt x="2451" y="2985"/>
                    <a:pt x="2316" y="3224"/>
                    <a:pt x="2163" y="3451"/>
                  </a:cubicBezTo>
                  <a:cubicBezTo>
                    <a:pt x="2029" y="3646"/>
                    <a:pt x="1884" y="3833"/>
                    <a:pt x="1735" y="4019"/>
                  </a:cubicBezTo>
                  <a:cubicBezTo>
                    <a:pt x="1889" y="3270"/>
                    <a:pt x="2142" y="2551"/>
                    <a:pt x="2459" y="1854"/>
                  </a:cubicBezTo>
                  <a:cubicBezTo>
                    <a:pt x="2475" y="1819"/>
                    <a:pt x="2445" y="1793"/>
                    <a:pt x="2415" y="1793"/>
                  </a:cubicBezTo>
                  <a:cubicBezTo>
                    <a:pt x="2399" y="1793"/>
                    <a:pt x="2382" y="1801"/>
                    <a:pt x="2372" y="1820"/>
                  </a:cubicBezTo>
                  <a:cubicBezTo>
                    <a:pt x="1999" y="2567"/>
                    <a:pt x="1751" y="3381"/>
                    <a:pt x="1598" y="4199"/>
                  </a:cubicBezTo>
                  <a:cubicBezTo>
                    <a:pt x="1592" y="4231"/>
                    <a:pt x="1619" y="4250"/>
                    <a:pt x="1646" y="4250"/>
                  </a:cubicBezTo>
                  <a:cubicBezTo>
                    <a:pt x="1661" y="4250"/>
                    <a:pt x="1676" y="4245"/>
                    <a:pt x="1686" y="4233"/>
                  </a:cubicBezTo>
                  <a:cubicBezTo>
                    <a:pt x="2031" y="3810"/>
                    <a:pt x="2380" y="3380"/>
                    <a:pt x="2596" y="2874"/>
                  </a:cubicBezTo>
                  <a:cubicBezTo>
                    <a:pt x="2830" y="2322"/>
                    <a:pt x="2835" y="1718"/>
                    <a:pt x="2861" y="1129"/>
                  </a:cubicBezTo>
                  <a:cubicBezTo>
                    <a:pt x="2877" y="772"/>
                    <a:pt x="2894" y="414"/>
                    <a:pt x="2910" y="58"/>
                  </a:cubicBezTo>
                  <a:cubicBezTo>
                    <a:pt x="2912" y="25"/>
                    <a:pt x="2885" y="1"/>
                    <a:pt x="285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26;p4"/>
            <p:cNvSpPr/>
            <p:nvPr/>
          </p:nvSpPr>
          <p:spPr>
            <a:xfrm>
              <a:off x="204120" y="689760"/>
              <a:ext cx="143640" cy="41040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1717" h="4878">
                  <a:moveTo>
                    <a:pt x="649" y="829"/>
                  </a:moveTo>
                  <a:lnTo>
                    <a:pt x="649" y="829"/>
                  </a:lnTo>
                  <a:cubicBezTo>
                    <a:pt x="643" y="833"/>
                    <a:pt x="637" y="840"/>
                    <a:pt x="634" y="851"/>
                  </a:cubicBezTo>
                  <a:cubicBezTo>
                    <a:pt x="624" y="853"/>
                    <a:pt x="616" y="854"/>
                    <a:pt x="606" y="855"/>
                  </a:cubicBezTo>
                  <a:cubicBezTo>
                    <a:pt x="605" y="849"/>
                    <a:pt x="604" y="843"/>
                    <a:pt x="602" y="836"/>
                  </a:cubicBezTo>
                  <a:cubicBezTo>
                    <a:pt x="618" y="836"/>
                    <a:pt x="635" y="834"/>
                    <a:pt x="649" y="829"/>
                  </a:cubicBezTo>
                  <a:close/>
                  <a:moveTo>
                    <a:pt x="624" y="963"/>
                  </a:moveTo>
                  <a:cubicBezTo>
                    <a:pt x="626" y="964"/>
                    <a:pt x="627" y="965"/>
                    <a:pt x="627" y="966"/>
                  </a:cubicBezTo>
                  <a:cubicBezTo>
                    <a:pt x="623" y="966"/>
                    <a:pt x="618" y="965"/>
                    <a:pt x="614" y="965"/>
                  </a:cubicBezTo>
                  <a:cubicBezTo>
                    <a:pt x="617" y="965"/>
                    <a:pt x="621" y="964"/>
                    <a:pt x="624" y="963"/>
                  </a:cubicBezTo>
                  <a:close/>
                  <a:moveTo>
                    <a:pt x="566" y="0"/>
                  </a:moveTo>
                  <a:cubicBezTo>
                    <a:pt x="562" y="0"/>
                    <a:pt x="557" y="3"/>
                    <a:pt x="556" y="10"/>
                  </a:cubicBezTo>
                  <a:cubicBezTo>
                    <a:pt x="550" y="47"/>
                    <a:pt x="549" y="85"/>
                    <a:pt x="540" y="122"/>
                  </a:cubicBezTo>
                  <a:cubicBezTo>
                    <a:pt x="534" y="151"/>
                    <a:pt x="531" y="179"/>
                    <a:pt x="530" y="207"/>
                  </a:cubicBezTo>
                  <a:cubicBezTo>
                    <a:pt x="528" y="275"/>
                    <a:pt x="530" y="346"/>
                    <a:pt x="532" y="413"/>
                  </a:cubicBezTo>
                  <a:cubicBezTo>
                    <a:pt x="535" y="481"/>
                    <a:pt x="538" y="547"/>
                    <a:pt x="544" y="614"/>
                  </a:cubicBezTo>
                  <a:cubicBezTo>
                    <a:pt x="545" y="637"/>
                    <a:pt x="546" y="659"/>
                    <a:pt x="550" y="682"/>
                  </a:cubicBezTo>
                  <a:cubicBezTo>
                    <a:pt x="532" y="632"/>
                    <a:pt x="511" y="583"/>
                    <a:pt x="492" y="533"/>
                  </a:cubicBezTo>
                  <a:cubicBezTo>
                    <a:pt x="453" y="421"/>
                    <a:pt x="426" y="303"/>
                    <a:pt x="397" y="186"/>
                  </a:cubicBezTo>
                  <a:cubicBezTo>
                    <a:pt x="392" y="167"/>
                    <a:pt x="374" y="156"/>
                    <a:pt x="356" y="156"/>
                  </a:cubicBezTo>
                  <a:cubicBezTo>
                    <a:pt x="339" y="156"/>
                    <a:pt x="323" y="167"/>
                    <a:pt x="321" y="190"/>
                  </a:cubicBezTo>
                  <a:cubicBezTo>
                    <a:pt x="310" y="323"/>
                    <a:pt x="337" y="446"/>
                    <a:pt x="380" y="572"/>
                  </a:cubicBezTo>
                  <a:cubicBezTo>
                    <a:pt x="398" y="625"/>
                    <a:pt x="420" y="675"/>
                    <a:pt x="446" y="723"/>
                  </a:cubicBezTo>
                  <a:cubicBezTo>
                    <a:pt x="419" y="712"/>
                    <a:pt x="392" y="698"/>
                    <a:pt x="368" y="685"/>
                  </a:cubicBezTo>
                  <a:cubicBezTo>
                    <a:pt x="276" y="634"/>
                    <a:pt x="196" y="560"/>
                    <a:pt x="133" y="476"/>
                  </a:cubicBezTo>
                  <a:cubicBezTo>
                    <a:pt x="127" y="468"/>
                    <a:pt x="119" y="465"/>
                    <a:pt x="111" y="465"/>
                  </a:cubicBezTo>
                  <a:cubicBezTo>
                    <a:pt x="91" y="465"/>
                    <a:pt x="71" y="486"/>
                    <a:pt x="83" y="508"/>
                  </a:cubicBezTo>
                  <a:cubicBezTo>
                    <a:pt x="139" y="610"/>
                    <a:pt x="223" y="695"/>
                    <a:pt x="326" y="753"/>
                  </a:cubicBezTo>
                  <a:cubicBezTo>
                    <a:pt x="379" y="784"/>
                    <a:pt x="431" y="806"/>
                    <a:pt x="489" y="819"/>
                  </a:cubicBezTo>
                  <a:cubicBezTo>
                    <a:pt x="498" y="822"/>
                    <a:pt x="509" y="823"/>
                    <a:pt x="519" y="827"/>
                  </a:cubicBezTo>
                  <a:cubicBezTo>
                    <a:pt x="527" y="838"/>
                    <a:pt x="535" y="849"/>
                    <a:pt x="545" y="860"/>
                  </a:cubicBezTo>
                  <a:cubicBezTo>
                    <a:pt x="515" y="861"/>
                    <a:pt x="485" y="863"/>
                    <a:pt x="456" y="863"/>
                  </a:cubicBezTo>
                  <a:cubicBezTo>
                    <a:pt x="440" y="863"/>
                    <a:pt x="423" y="862"/>
                    <a:pt x="407" y="861"/>
                  </a:cubicBezTo>
                  <a:cubicBezTo>
                    <a:pt x="344" y="856"/>
                    <a:pt x="288" y="841"/>
                    <a:pt x="229" y="824"/>
                  </a:cubicBezTo>
                  <a:cubicBezTo>
                    <a:pt x="200" y="817"/>
                    <a:pt x="171" y="808"/>
                    <a:pt x="143" y="796"/>
                  </a:cubicBezTo>
                  <a:cubicBezTo>
                    <a:pt x="108" y="783"/>
                    <a:pt x="89" y="779"/>
                    <a:pt x="57" y="767"/>
                  </a:cubicBezTo>
                  <a:cubicBezTo>
                    <a:pt x="54" y="766"/>
                    <a:pt x="50" y="765"/>
                    <a:pt x="47" y="765"/>
                  </a:cubicBezTo>
                  <a:cubicBezTo>
                    <a:pt x="22" y="765"/>
                    <a:pt x="1" y="796"/>
                    <a:pt x="20" y="817"/>
                  </a:cubicBezTo>
                  <a:cubicBezTo>
                    <a:pt x="44" y="841"/>
                    <a:pt x="63" y="866"/>
                    <a:pt x="94" y="884"/>
                  </a:cubicBezTo>
                  <a:cubicBezTo>
                    <a:pt x="124" y="903"/>
                    <a:pt x="156" y="921"/>
                    <a:pt x="190" y="936"/>
                  </a:cubicBezTo>
                  <a:cubicBezTo>
                    <a:pt x="255" y="964"/>
                    <a:pt x="331" y="976"/>
                    <a:pt x="399" y="981"/>
                  </a:cubicBezTo>
                  <a:cubicBezTo>
                    <a:pt x="416" y="983"/>
                    <a:pt x="432" y="984"/>
                    <a:pt x="449" y="984"/>
                  </a:cubicBezTo>
                  <a:cubicBezTo>
                    <a:pt x="463" y="984"/>
                    <a:pt x="476" y="984"/>
                    <a:pt x="490" y="983"/>
                  </a:cubicBezTo>
                  <a:lnTo>
                    <a:pt x="490" y="983"/>
                  </a:lnTo>
                  <a:cubicBezTo>
                    <a:pt x="487" y="991"/>
                    <a:pt x="487" y="999"/>
                    <a:pt x="491" y="1008"/>
                  </a:cubicBezTo>
                  <a:cubicBezTo>
                    <a:pt x="506" y="1043"/>
                    <a:pt x="550" y="1057"/>
                    <a:pt x="584" y="1070"/>
                  </a:cubicBezTo>
                  <a:cubicBezTo>
                    <a:pt x="606" y="1079"/>
                    <a:pt x="627" y="1087"/>
                    <a:pt x="649" y="1095"/>
                  </a:cubicBezTo>
                  <a:cubicBezTo>
                    <a:pt x="655" y="1149"/>
                    <a:pt x="662" y="1200"/>
                    <a:pt x="670" y="1249"/>
                  </a:cubicBezTo>
                  <a:cubicBezTo>
                    <a:pt x="688" y="1383"/>
                    <a:pt x="706" y="1520"/>
                    <a:pt x="727" y="1655"/>
                  </a:cubicBezTo>
                  <a:cubicBezTo>
                    <a:pt x="770" y="1924"/>
                    <a:pt x="821" y="2191"/>
                    <a:pt x="880" y="2457"/>
                  </a:cubicBezTo>
                  <a:cubicBezTo>
                    <a:pt x="997" y="2985"/>
                    <a:pt x="1146" y="3505"/>
                    <a:pt x="1323" y="4016"/>
                  </a:cubicBezTo>
                  <a:cubicBezTo>
                    <a:pt x="1423" y="4305"/>
                    <a:pt x="1527" y="4594"/>
                    <a:pt x="1673" y="4865"/>
                  </a:cubicBezTo>
                  <a:cubicBezTo>
                    <a:pt x="1678" y="4873"/>
                    <a:pt x="1685" y="4877"/>
                    <a:pt x="1692" y="4877"/>
                  </a:cubicBezTo>
                  <a:cubicBezTo>
                    <a:pt x="1705" y="4877"/>
                    <a:pt x="1717" y="4864"/>
                    <a:pt x="1711" y="4847"/>
                  </a:cubicBezTo>
                  <a:cubicBezTo>
                    <a:pt x="1633" y="4590"/>
                    <a:pt x="1532" y="4341"/>
                    <a:pt x="1442" y="4087"/>
                  </a:cubicBezTo>
                  <a:cubicBezTo>
                    <a:pt x="1352" y="3829"/>
                    <a:pt x="1270" y="3569"/>
                    <a:pt x="1194" y="3307"/>
                  </a:cubicBezTo>
                  <a:cubicBezTo>
                    <a:pt x="1047" y="2795"/>
                    <a:pt x="930" y="2276"/>
                    <a:pt x="840" y="1751"/>
                  </a:cubicBezTo>
                  <a:cubicBezTo>
                    <a:pt x="815" y="1605"/>
                    <a:pt x="792" y="1458"/>
                    <a:pt x="771" y="1310"/>
                  </a:cubicBezTo>
                  <a:cubicBezTo>
                    <a:pt x="761" y="1245"/>
                    <a:pt x="756" y="1178"/>
                    <a:pt x="749" y="1111"/>
                  </a:cubicBezTo>
                  <a:lnTo>
                    <a:pt x="749" y="1111"/>
                  </a:lnTo>
                  <a:cubicBezTo>
                    <a:pt x="753" y="1111"/>
                    <a:pt x="758" y="1111"/>
                    <a:pt x="762" y="1111"/>
                  </a:cubicBezTo>
                  <a:cubicBezTo>
                    <a:pt x="817" y="1111"/>
                    <a:pt x="872" y="1104"/>
                    <a:pt x="924" y="1089"/>
                  </a:cubicBezTo>
                  <a:cubicBezTo>
                    <a:pt x="1001" y="1067"/>
                    <a:pt x="1065" y="1034"/>
                    <a:pt x="1129" y="986"/>
                  </a:cubicBezTo>
                  <a:cubicBezTo>
                    <a:pt x="1160" y="963"/>
                    <a:pt x="1177" y="933"/>
                    <a:pt x="1204" y="906"/>
                  </a:cubicBezTo>
                  <a:cubicBezTo>
                    <a:pt x="1230" y="877"/>
                    <a:pt x="1249" y="845"/>
                    <a:pt x="1272" y="815"/>
                  </a:cubicBezTo>
                  <a:cubicBezTo>
                    <a:pt x="1280" y="804"/>
                    <a:pt x="1271" y="793"/>
                    <a:pt x="1261" y="793"/>
                  </a:cubicBezTo>
                  <a:cubicBezTo>
                    <a:pt x="1257" y="793"/>
                    <a:pt x="1253" y="794"/>
                    <a:pt x="1250" y="798"/>
                  </a:cubicBezTo>
                  <a:cubicBezTo>
                    <a:pt x="1230" y="820"/>
                    <a:pt x="1204" y="836"/>
                    <a:pt x="1179" y="853"/>
                  </a:cubicBezTo>
                  <a:cubicBezTo>
                    <a:pt x="1168" y="861"/>
                    <a:pt x="1154" y="872"/>
                    <a:pt x="1142" y="876"/>
                  </a:cubicBezTo>
                  <a:cubicBezTo>
                    <a:pt x="1128" y="880"/>
                    <a:pt x="1116" y="880"/>
                    <a:pt x="1101" y="887"/>
                  </a:cubicBezTo>
                  <a:cubicBezTo>
                    <a:pt x="1054" y="908"/>
                    <a:pt x="1007" y="924"/>
                    <a:pt x="958" y="939"/>
                  </a:cubicBezTo>
                  <a:cubicBezTo>
                    <a:pt x="919" y="950"/>
                    <a:pt x="880" y="955"/>
                    <a:pt x="841" y="961"/>
                  </a:cubicBezTo>
                  <a:cubicBezTo>
                    <a:pt x="939" y="925"/>
                    <a:pt x="1029" y="860"/>
                    <a:pt x="1099" y="787"/>
                  </a:cubicBezTo>
                  <a:cubicBezTo>
                    <a:pt x="1146" y="739"/>
                    <a:pt x="1188" y="686"/>
                    <a:pt x="1222" y="630"/>
                  </a:cubicBezTo>
                  <a:cubicBezTo>
                    <a:pt x="1259" y="573"/>
                    <a:pt x="1276" y="505"/>
                    <a:pt x="1292" y="439"/>
                  </a:cubicBezTo>
                  <a:cubicBezTo>
                    <a:pt x="1297" y="417"/>
                    <a:pt x="1276" y="394"/>
                    <a:pt x="1255" y="388"/>
                  </a:cubicBezTo>
                  <a:cubicBezTo>
                    <a:pt x="1251" y="388"/>
                    <a:pt x="1248" y="387"/>
                    <a:pt x="1244" y="387"/>
                  </a:cubicBezTo>
                  <a:cubicBezTo>
                    <a:pt x="1225" y="387"/>
                    <a:pt x="1210" y="398"/>
                    <a:pt x="1200" y="416"/>
                  </a:cubicBezTo>
                  <a:cubicBezTo>
                    <a:pt x="1175" y="465"/>
                    <a:pt x="1139" y="508"/>
                    <a:pt x="1107" y="554"/>
                  </a:cubicBezTo>
                  <a:cubicBezTo>
                    <a:pt x="1077" y="598"/>
                    <a:pt x="1045" y="637"/>
                    <a:pt x="1007" y="672"/>
                  </a:cubicBezTo>
                  <a:cubicBezTo>
                    <a:pt x="948" y="727"/>
                    <a:pt x="888" y="766"/>
                    <a:pt x="822" y="804"/>
                  </a:cubicBezTo>
                  <a:cubicBezTo>
                    <a:pt x="842" y="739"/>
                    <a:pt x="862" y="675"/>
                    <a:pt x="879" y="611"/>
                  </a:cubicBezTo>
                  <a:cubicBezTo>
                    <a:pt x="919" y="452"/>
                    <a:pt x="956" y="296"/>
                    <a:pt x="956" y="131"/>
                  </a:cubicBezTo>
                  <a:cubicBezTo>
                    <a:pt x="956" y="114"/>
                    <a:pt x="943" y="104"/>
                    <a:pt x="929" y="104"/>
                  </a:cubicBezTo>
                  <a:cubicBezTo>
                    <a:pt x="920" y="104"/>
                    <a:pt x="910" y="109"/>
                    <a:pt x="904" y="119"/>
                  </a:cubicBezTo>
                  <a:cubicBezTo>
                    <a:pt x="825" y="263"/>
                    <a:pt x="781" y="417"/>
                    <a:pt x="741" y="575"/>
                  </a:cubicBezTo>
                  <a:cubicBezTo>
                    <a:pt x="722" y="652"/>
                    <a:pt x="706" y="728"/>
                    <a:pt x="690" y="805"/>
                  </a:cubicBezTo>
                  <a:cubicBezTo>
                    <a:pt x="689" y="812"/>
                    <a:pt x="688" y="820"/>
                    <a:pt x="687" y="828"/>
                  </a:cubicBezTo>
                  <a:cubicBezTo>
                    <a:pt x="680" y="824"/>
                    <a:pt x="672" y="823"/>
                    <a:pt x="665" y="823"/>
                  </a:cubicBezTo>
                  <a:cubicBezTo>
                    <a:pt x="663" y="823"/>
                    <a:pt x="661" y="823"/>
                    <a:pt x="659" y="823"/>
                  </a:cubicBezTo>
                  <a:cubicBezTo>
                    <a:pt x="668" y="818"/>
                    <a:pt x="672" y="800"/>
                    <a:pt x="660" y="795"/>
                  </a:cubicBezTo>
                  <a:cubicBezTo>
                    <a:pt x="650" y="789"/>
                    <a:pt x="640" y="786"/>
                    <a:pt x="629" y="784"/>
                  </a:cubicBezTo>
                  <a:cubicBezTo>
                    <a:pt x="633" y="758"/>
                    <a:pt x="633" y="734"/>
                    <a:pt x="637" y="709"/>
                  </a:cubicBezTo>
                  <a:cubicBezTo>
                    <a:pt x="640" y="681"/>
                    <a:pt x="640" y="651"/>
                    <a:pt x="639" y="620"/>
                  </a:cubicBezTo>
                  <a:cubicBezTo>
                    <a:pt x="639" y="552"/>
                    <a:pt x="637" y="483"/>
                    <a:pt x="634" y="413"/>
                  </a:cubicBezTo>
                  <a:cubicBezTo>
                    <a:pt x="632" y="346"/>
                    <a:pt x="626" y="280"/>
                    <a:pt x="621" y="213"/>
                  </a:cubicBezTo>
                  <a:cubicBezTo>
                    <a:pt x="617" y="181"/>
                    <a:pt x="612" y="151"/>
                    <a:pt x="602" y="120"/>
                  </a:cubicBezTo>
                  <a:cubicBezTo>
                    <a:pt x="591" y="85"/>
                    <a:pt x="586" y="47"/>
                    <a:pt x="578" y="10"/>
                  </a:cubicBezTo>
                  <a:cubicBezTo>
                    <a:pt x="576" y="3"/>
                    <a:pt x="571" y="0"/>
                    <a:pt x="56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27;p4"/>
            <p:cNvSpPr/>
            <p:nvPr/>
          </p:nvSpPr>
          <p:spPr>
            <a:xfrm>
              <a:off x="487800" y="1260360"/>
              <a:ext cx="46800" cy="24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563" h="295">
                  <a:moveTo>
                    <a:pt x="41" y="1"/>
                  </a:moveTo>
                  <a:cubicBezTo>
                    <a:pt x="18" y="1"/>
                    <a:pt x="0" y="33"/>
                    <a:pt x="16" y="55"/>
                  </a:cubicBezTo>
                  <a:cubicBezTo>
                    <a:pt x="22" y="62"/>
                    <a:pt x="30" y="72"/>
                    <a:pt x="35" y="82"/>
                  </a:cubicBezTo>
                  <a:cubicBezTo>
                    <a:pt x="39" y="101"/>
                    <a:pt x="54" y="115"/>
                    <a:pt x="69" y="131"/>
                  </a:cubicBezTo>
                  <a:cubicBezTo>
                    <a:pt x="89" y="150"/>
                    <a:pt x="107" y="167"/>
                    <a:pt x="129" y="182"/>
                  </a:cubicBezTo>
                  <a:cubicBezTo>
                    <a:pt x="171" y="210"/>
                    <a:pt x="215" y="234"/>
                    <a:pt x="261" y="253"/>
                  </a:cubicBezTo>
                  <a:cubicBezTo>
                    <a:pt x="304" y="272"/>
                    <a:pt x="351" y="285"/>
                    <a:pt x="400" y="291"/>
                  </a:cubicBezTo>
                  <a:cubicBezTo>
                    <a:pt x="416" y="292"/>
                    <a:pt x="433" y="294"/>
                    <a:pt x="451" y="294"/>
                  </a:cubicBezTo>
                  <a:cubicBezTo>
                    <a:pt x="460" y="294"/>
                    <a:pt x="469" y="294"/>
                    <a:pt x="478" y="292"/>
                  </a:cubicBezTo>
                  <a:cubicBezTo>
                    <a:pt x="498" y="287"/>
                    <a:pt x="529" y="282"/>
                    <a:pt x="546" y="271"/>
                  </a:cubicBezTo>
                  <a:cubicBezTo>
                    <a:pt x="563" y="261"/>
                    <a:pt x="563" y="241"/>
                    <a:pt x="545" y="232"/>
                  </a:cubicBezTo>
                  <a:cubicBezTo>
                    <a:pt x="528" y="223"/>
                    <a:pt x="506" y="220"/>
                    <a:pt x="486" y="212"/>
                  </a:cubicBezTo>
                  <a:cubicBezTo>
                    <a:pt x="467" y="204"/>
                    <a:pt x="443" y="204"/>
                    <a:pt x="423" y="198"/>
                  </a:cubicBezTo>
                  <a:cubicBezTo>
                    <a:pt x="381" y="187"/>
                    <a:pt x="338" y="173"/>
                    <a:pt x="297" y="157"/>
                  </a:cubicBezTo>
                  <a:cubicBezTo>
                    <a:pt x="259" y="142"/>
                    <a:pt x="222" y="123"/>
                    <a:pt x="188" y="100"/>
                  </a:cubicBezTo>
                  <a:cubicBezTo>
                    <a:pt x="171" y="87"/>
                    <a:pt x="153" y="73"/>
                    <a:pt x="135" y="61"/>
                  </a:cubicBezTo>
                  <a:cubicBezTo>
                    <a:pt x="117" y="49"/>
                    <a:pt x="103" y="35"/>
                    <a:pt x="85" y="30"/>
                  </a:cubicBezTo>
                  <a:cubicBezTo>
                    <a:pt x="76" y="27"/>
                    <a:pt x="67" y="14"/>
                    <a:pt x="59" y="8"/>
                  </a:cubicBezTo>
                  <a:cubicBezTo>
                    <a:pt x="53" y="3"/>
                    <a:pt x="47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28;p4"/>
            <p:cNvSpPr/>
            <p:nvPr/>
          </p:nvSpPr>
          <p:spPr>
            <a:xfrm>
              <a:off x="477360" y="714960"/>
              <a:ext cx="14400" cy="1656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78" h="200">
                  <a:moveTo>
                    <a:pt x="132" y="108"/>
                  </a:moveTo>
                  <a:cubicBezTo>
                    <a:pt x="130" y="109"/>
                    <a:pt x="128" y="109"/>
                    <a:pt x="127" y="109"/>
                  </a:cubicBezTo>
                  <a:cubicBezTo>
                    <a:pt x="130" y="109"/>
                    <a:pt x="131" y="108"/>
                    <a:pt x="132" y="108"/>
                  </a:cubicBezTo>
                  <a:close/>
                  <a:moveTo>
                    <a:pt x="116" y="1"/>
                  </a:moveTo>
                  <a:cubicBezTo>
                    <a:pt x="113" y="1"/>
                    <a:pt x="109" y="1"/>
                    <a:pt x="106" y="2"/>
                  </a:cubicBezTo>
                  <a:cubicBezTo>
                    <a:pt x="86" y="4"/>
                    <a:pt x="70" y="15"/>
                    <a:pt x="55" y="30"/>
                  </a:cubicBezTo>
                  <a:lnTo>
                    <a:pt x="51" y="30"/>
                  </a:lnTo>
                  <a:cubicBezTo>
                    <a:pt x="37" y="33"/>
                    <a:pt x="22" y="40"/>
                    <a:pt x="13" y="53"/>
                  </a:cubicBezTo>
                  <a:cubicBezTo>
                    <a:pt x="7" y="62"/>
                    <a:pt x="2" y="73"/>
                    <a:pt x="2" y="82"/>
                  </a:cubicBezTo>
                  <a:cubicBezTo>
                    <a:pt x="0" y="96"/>
                    <a:pt x="5" y="112"/>
                    <a:pt x="13" y="120"/>
                  </a:cubicBezTo>
                  <a:lnTo>
                    <a:pt x="22" y="130"/>
                  </a:lnTo>
                  <a:cubicBezTo>
                    <a:pt x="22" y="130"/>
                    <a:pt x="24" y="130"/>
                    <a:pt x="24" y="131"/>
                  </a:cubicBezTo>
                  <a:lnTo>
                    <a:pt x="28" y="148"/>
                  </a:lnTo>
                  <a:cubicBezTo>
                    <a:pt x="28" y="149"/>
                    <a:pt x="29" y="152"/>
                    <a:pt x="31" y="153"/>
                  </a:cubicBezTo>
                  <a:cubicBezTo>
                    <a:pt x="33" y="159"/>
                    <a:pt x="38" y="167"/>
                    <a:pt x="42" y="170"/>
                  </a:cubicBezTo>
                  <a:cubicBezTo>
                    <a:pt x="56" y="186"/>
                    <a:pt x="80" y="199"/>
                    <a:pt x="103" y="199"/>
                  </a:cubicBezTo>
                  <a:cubicBezTo>
                    <a:pt x="112" y="199"/>
                    <a:pt x="121" y="197"/>
                    <a:pt x="130" y="193"/>
                  </a:cubicBezTo>
                  <a:cubicBezTo>
                    <a:pt x="154" y="181"/>
                    <a:pt x="171" y="160"/>
                    <a:pt x="175" y="133"/>
                  </a:cubicBezTo>
                  <a:cubicBezTo>
                    <a:pt x="177" y="115"/>
                    <a:pt x="172" y="98"/>
                    <a:pt x="163" y="83"/>
                  </a:cubicBezTo>
                  <a:cubicBezTo>
                    <a:pt x="170" y="72"/>
                    <a:pt x="174" y="59"/>
                    <a:pt x="171" y="47"/>
                  </a:cubicBezTo>
                  <a:cubicBezTo>
                    <a:pt x="168" y="33"/>
                    <a:pt x="160" y="19"/>
                    <a:pt x="149" y="11"/>
                  </a:cubicBezTo>
                  <a:cubicBezTo>
                    <a:pt x="139" y="5"/>
                    <a:pt x="128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29;p4"/>
            <p:cNvSpPr/>
            <p:nvPr/>
          </p:nvSpPr>
          <p:spPr>
            <a:xfrm>
              <a:off x="254520" y="388800"/>
              <a:ext cx="277560" cy="8503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850320"/>
                <a:gd name="textAreaBottom" fmla="*/ 850680 h 850320"/>
              </a:gdLst>
              <a:ahLst/>
              <a:cxnLst/>
              <a:rect l="textAreaLeft" t="textAreaTop" r="textAreaRight" b="textAreaBottom"/>
              <a:pathLst>
                <a:path w="3315" h="10100">
                  <a:moveTo>
                    <a:pt x="2518" y="2559"/>
                  </a:moveTo>
                  <a:cubicBezTo>
                    <a:pt x="2511" y="2600"/>
                    <a:pt x="2511" y="2644"/>
                    <a:pt x="2507" y="2684"/>
                  </a:cubicBezTo>
                  <a:cubicBezTo>
                    <a:pt x="2507" y="2691"/>
                    <a:pt x="2506" y="2697"/>
                    <a:pt x="2506" y="2703"/>
                  </a:cubicBezTo>
                  <a:cubicBezTo>
                    <a:pt x="2505" y="2703"/>
                    <a:pt x="2505" y="2704"/>
                    <a:pt x="2504" y="2704"/>
                  </a:cubicBezTo>
                  <a:cubicBezTo>
                    <a:pt x="2499" y="2700"/>
                    <a:pt x="2496" y="2696"/>
                    <a:pt x="2493" y="2692"/>
                  </a:cubicBezTo>
                  <a:cubicBezTo>
                    <a:pt x="2490" y="2691"/>
                    <a:pt x="2490" y="2689"/>
                    <a:pt x="2489" y="2688"/>
                  </a:cubicBezTo>
                  <a:cubicBezTo>
                    <a:pt x="2493" y="2688"/>
                    <a:pt x="2495" y="2685"/>
                    <a:pt x="2495" y="2682"/>
                  </a:cubicBezTo>
                  <a:cubicBezTo>
                    <a:pt x="2501" y="2641"/>
                    <a:pt x="2511" y="2600"/>
                    <a:pt x="2518" y="2559"/>
                  </a:cubicBezTo>
                  <a:close/>
                  <a:moveTo>
                    <a:pt x="1112" y="0"/>
                  </a:moveTo>
                  <a:cubicBezTo>
                    <a:pt x="1108" y="0"/>
                    <a:pt x="1103" y="2"/>
                    <a:pt x="1101" y="7"/>
                  </a:cubicBezTo>
                  <a:cubicBezTo>
                    <a:pt x="1018" y="206"/>
                    <a:pt x="998" y="429"/>
                    <a:pt x="969" y="641"/>
                  </a:cubicBezTo>
                  <a:cubicBezTo>
                    <a:pt x="942" y="847"/>
                    <a:pt x="913" y="1056"/>
                    <a:pt x="919" y="1263"/>
                  </a:cubicBezTo>
                  <a:cubicBezTo>
                    <a:pt x="909" y="1254"/>
                    <a:pt x="898" y="1247"/>
                    <a:pt x="888" y="1238"/>
                  </a:cubicBezTo>
                  <a:cubicBezTo>
                    <a:pt x="890" y="1234"/>
                    <a:pt x="891" y="1230"/>
                    <a:pt x="891" y="1226"/>
                  </a:cubicBezTo>
                  <a:cubicBezTo>
                    <a:pt x="885" y="1051"/>
                    <a:pt x="852" y="879"/>
                    <a:pt x="826" y="705"/>
                  </a:cubicBezTo>
                  <a:cubicBezTo>
                    <a:pt x="813" y="619"/>
                    <a:pt x="800" y="533"/>
                    <a:pt x="789" y="446"/>
                  </a:cubicBezTo>
                  <a:cubicBezTo>
                    <a:pt x="780" y="359"/>
                    <a:pt x="776" y="272"/>
                    <a:pt x="760" y="187"/>
                  </a:cubicBezTo>
                  <a:cubicBezTo>
                    <a:pt x="754" y="158"/>
                    <a:pt x="729" y="144"/>
                    <a:pt x="704" y="144"/>
                  </a:cubicBezTo>
                  <a:cubicBezTo>
                    <a:pt x="680" y="144"/>
                    <a:pt x="656" y="158"/>
                    <a:pt x="655" y="189"/>
                  </a:cubicBezTo>
                  <a:cubicBezTo>
                    <a:pt x="650" y="281"/>
                    <a:pt x="661" y="375"/>
                    <a:pt x="671" y="467"/>
                  </a:cubicBezTo>
                  <a:cubicBezTo>
                    <a:pt x="679" y="553"/>
                    <a:pt x="689" y="641"/>
                    <a:pt x="704" y="726"/>
                  </a:cubicBezTo>
                  <a:cubicBezTo>
                    <a:pt x="728" y="877"/>
                    <a:pt x="760" y="1034"/>
                    <a:pt x="817" y="1176"/>
                  </a:cubicBezTo>
                  <a:lnTo>
                    <a:pt x="772" y="1139"/>
                  </a:lnTo>
                  <a:cubicBezTo>
                    <a:pt x="710" y="1083"/>
                    <a:pt x="650" y="1025"/>
                    <a:pt x="596" y="961"/>
                  </a:cubicBezTo>
                  <a:cubicBezTo>
                    <a:pt x="544" y="897"/>
                    <a:pt x="497" y="831"/>
                    <a:pt x="458" y="759"/>
                  </a:cubicBezTo>
                  <a:cubicBezTo>
                    <a:pt x="438" y="723"/>
                    <a:pt x="418" y="688"/>
                    <a:pt x="398" y="650"/>
                  </a:cubicBezTo>
                  <a:cubicBezTo>
                    <a:pt x="391" y="634"/>
                    <a:pt x="383" y="612"/>
                    <a:pt x="372" y="600"/>
                  </a:cubicBezTo>
                  <a:cubicBezTo>
                    <a:pt x="363" y="589"/>
                    <a:pt x="348" y="588"/>
                    <a:pt x="338" y="577"/>
                  </a:cubicBezTo>
                  <a:cubicBezTo>
                    <a:pt x="331" y="569"/>
                    <a:pt x="327" y="553"/>
                    <a:pt x="323" y="545"/>
                  </a:cubicBezTo>
                  <a:cubicBezTo>
                    <a:pt x="320" y="540"/>
                    <a:pt x="316" y="538"/>
                    <a:pt x="311" y="538"/>
                  </a:cubicBezTo>
                  <a:cubicBezTo>
                    <a:pt x="304" y="538"/>
                    <a:pt x="297" y="543"/>
                    <a:pt x="299" y="552"/>
                  </a:cubicBezTo>
                  <a:cubicBezTo>
                    <a:pt x="303" y="561"/>
                    <a:pt x="306" y="575"/>
                    <a:pt x="306" y="586"/>
                  </a:cubicBezTo>
                  <a:cubicBezTo>
                    <a:pt x="306" y="604"/>
                    <a:pt x="294" y="616"/>
                    <a:pt x="297" y="634"/>
                  </a:cubicBezTo>
                  <a:cubicBezTo>
                    <a:pt x="298" y="654"/>
                    <a:pt x="310" y="677"/>
                    <a:pt x="317" y="694"/>
                  </a:cubicBezTo>
                  <a:cubicBezTo>
                    <a:pt x="332" y="736"/>
                    <a:pt x="349" y="774"/>
                    <a:pt x="370" y="813"/>
                  </a:cubicBezTo>
                  <a:cubicBezTo>
                    <a:pt x="413" y="890"/>
                    <a:pt x="462" y="963"/>
                    <a:pt x="519" y="1033"/>
                  </a:cubicBezTo>
                  <a:cubicBezTo>
                    <a:pt x="572" y="1095"/>
                    <a:pt x="629" y="1156"/>
                    <a:pt x="694" y="1206"/>
                  </a:cubicBezTo>
                  <a:cubicBezTo>
                    <a:pt x="650" y="1194"/>
                    <a:pt x="605" y="1181"/>
                    <a:pt x="562" y="1165"/>
                  </a:cubicBezTo>
                  <a:cubicBezTo>
                    <a:pt x="497" y="1143"/>
                    <a:pt x="435" y="1120"/>
                    <a:pt x="371" y="1093"/>
                  </a:cubicBezTo>
                  <a:cubicBezTo>
                    <a:pt x="341" y="1079"/>
                    <a:pt x="310" y="1068"/>
                    <a:pt x="281" y="1056"/>
                  </a:cubicBezTo>
                  <a:cubicBezTo>
                    <a:pt x="246" y="1040"/>
                    <a:pt x="211" y="1033"/>
                    <a:pt x="174" y="1018"/>
                  </a:cubicBezTo>
                  <a:cubicBezTo>
                    <a:pt x="172" y="1017"/>
                    <a:pt x="170" y="1017"/>
                    <a:pt x="168" y="1017"/>
                  </a:cubicBezTo>
                  <a:cubicBezTo>
                    <a:pt x="151" y="1017"/>
                    <a:pt x="141" y="1041"/>
                    <a:pt x="157" y="1051"/>
                  </a:cubicBezTo>
                  <a:cubicBezTo>
                    <a:pt x="187" y="1074"/>
                    <a:pt x="213" y="1098"/>
                    <a:pt x="246" y="1118"/>
                  </a:cubicBezTo>
                  <a:cubicBezTo>
                    <a:pt x="278" y="1137"/>
                    <a:pt x="309" y="1154"/>
                    <a:pt x="342" y="1170"/>
                  </a:cubicBezTo>
                  <a:cubicBezTo>
                    <a:pt x="407" y="1198"/>
                    <a:pt x="471" y="1226"/>
                    <a:pt x="539" y="1247"/>
                  </a:cubicBezTo>
                  <a:cubicBezTo>
                    <a:pt x="641" y="1277"/>
                    <a:pt x="753" y="1305"/>
                    <a:pt x="863" y="1310"/>
                  </a:cubicBezTo>
                  <a:cubicBezTo>
                    <a:pt x="886" y="1321"/>
                    <a:pt x="910" y="1332"/>
                    <a:pt x="934" y="1336"/>
                  </a:cubicBezTo>
                  <a:cubicBezTo>
                    <a:pt x="936" y="1336"/>
                    <a:pt x="938" y="1335"/>
                    <a:pt x="940" y="1335"/>
                  </a:cubicBezTo>
                  <a:cubicBezTo>
                    <a:pt x="938" y="1336"/>
                    <a:pt x="938" y="1337"/>
                    <a:pt x="936" y="1338"/>
                  </a:cubicBezTo>
                  <a:cubicBezTo>
                    <a:pt x="931" y="1351"/>
                    <a:pt x="942" y="1361"/>
                    <a:pt x="952" y="1361"/>
                  </a:cubicBezTo>
                  <a:cubicBezTo>
                    <a:pt x="957" y="1361"/>
                    <a:pt x="962" y="1359"/>
                    <a:pt x="965" y="1354"/>
                  </a:cubicBezTo>
                  <a:cubicBezTo>
                    <a:pt x="990" y="1326"/>
                    <a:pt x="1013" y="1297"/>
                    <a:pt x="1036" y="1266"/>
                  </a:cubicBezTo>
                  <a:lnTo>
                    <a:pt x="1036" y="1266"/>
                  </a:lnTo>
                  <a:cubicBezTo>
                    <a:pt x="1024" y="1352"/>
                    <a:pt x="1017" y="1437"/>
                    <a:pt x="1009" y="1523"/>
                  </a:cubicBezTo>
                  <a:cubicBezTo>
                    <a:pt x="997" y="1665"/>
                    <a:pt x="985" y="1808"/>
                    <a:pt x="975" y="1950"/>
                  </a:cubicBezTo>
                  <a:cubicBezTo>
                    <a:pt x="953" y="2246"/>
                    <a:pt x="934" y="2544"/>
                    <a:pt x="920" y="2841"/>
                  </a:cubicBezTo>
                  <a:cubicBezTo>
                    <a:pt x="893" y="3433"/>
                    <a:pt x="880" y="4023"/>
                    <a:pt x="888" y="4615"/>
                  </a:cubicBezTo>
                  <a:cubicBezTo>
                    <a:pt x="903" y="5784"/>
                    <a:pt x="980" y="6953"/>
                    <a:pt x="1119" y="8114"/>
                  </a:cubicBezTo>
                  <a:cubicBezTo>
                    <a:pt x="1159" y="8445"/>
                    <a:pt x="1204" y="8776"/>
                    <a:pt x="1254" y="9106"/>
                  </a:cubicBezTo>
                  <a:cubicBezTo>
                    <a:pt x="1278" y="9270"/>
                    <a:pt x="1304" y="9431"/>
                    <a:pt x="1332" y="9594"/>
                  </a:cubicBezTo>
                  <a:cubicBezTo>
                    <a:pt x="1349" y="9704"/>
                    <a:pt x="1366" y="9815"/>
                    <a:pt x="1390" y="9923"/>
                  </a:cubicBezTo>
                  <a:cubicBezTo>
                    <a:pt x="1190" y="9523"/>
                    <a:pt x="954" y="9139"/>
                    <a:pt x="731" y="8751"/>
                  </a:cubicBezTo>
                  <a:cubicBezTo>
                    <a:pt x="616" y="8552"/>
                    <a:pt x="503" y="8352"/>
                    <a:pt x="391" y="8150"/>
                  </a:cubicBezTo>
                  <a:cubicBezTo>
                    <a:pt x="282" y="7954"/>
                    <a:pt x="183" y="7749"/>
                    <a:pt x="45" y="7573"/>
                  </a:cubicBezTo>
                  <a:cubicBezTo>
                    <a:pt x="39" y="7567"/>
                    <a:pt x="33" y="7564"/>
                    <a:pt x="27" y="7564"/>
                  </a:cubicBezTo>
                  <a:cubicBezTo>
                    <a:pt x="13" y="7564"/>
                    <a:pt x="1" y="7580"/>
                    <a:pt x="6" y="7596"/>
                  </a:cubicBezTo>
                  <a:cubicBezTo>
                    <a:pt x="73" y="7815"/>
                    <a:pt x="195" y="8017"/>
                    <a:pt x="304" y="8217"/>
                  </a:cubicBezTo>
                  <a:cubicBezTo>
                    <a:pt x="424" y="8424"/>
                    <a:pt x="535" y="8626"/>
                    <a:pt x="649" y="8826"/>
                  </a:cubicBezTo>
                  <a:cubicBezTo>
                    <a:pt x="873" y="9222"/>
                    <a:pt x="1101" y="9617"/>
                    <a:pt x="1379" y="9978"/>
                  </a:cubicBezTo>
                  <a:cubicBezTo>
                    <a:pt x="1383" y="9983"/>
                    <a:pt x="1388" y="9985"/>
                    <a:pt x="1393" y="9985"/>
                  </a:cubicBezTo>
                  <a:cubicBezTo>
                    <a:pt x="1399" y="9985"/>
                    <a:pt x="1405" y="9983"/>
                    <a:pt x="1409" y="9978"/>
                  </a:cubicBezTo>
                  <a:cubicBezTo>
                    <a:pt x="1417" y="10012"/>
                    <a:pt x="1425" y="10046"/>
                    <a:pt x="1436" y="10079"/>
                  </a:cubicBezTo>
                  <a:cubicBezTo>
                    <a:pt x="1441" y="10094"/>
                    <a:pt x="1451" y="10099"/>
                    <a:pt x="1462" y="10099"/>
                  </a:cubicBezTo>
                  <a:cubicBezTo>
                    <a:pt x="1481" y="10099"/>
                    <a:pt x="1501" y="10082"/>
                    <a:pt x="1500" y="10061"/>
                  </a:cubicBezTo>
                  <a:cubicBezTo>
                    <a:pt x="1491" y="9914"/>
                    <a:pt x="1458" y="9770"/>
                    <a:pt x="1434" y="9626"/>
                  </a:cubicBezTo>
                  <a:cubicBezTo>
                    <a:pt x="1409" y="9481"/>
                    <a:pt x="1386" y="9336"/>
                    <a:pt x="1364" y="9190"/>
                  </a:cubicBezTo>
                  <a:cubicBezTo>
                    <a:pt x="1319" y="8901"/>
                    <a:pt x="1278" y="8610"/>
                    <a:pt x="1242" y="8319"/>
                  </a:cubicBezTo>
                  <a:cubicBezTo>
                    <a:pt x="1184" y="7859"/>
                    <a:pt x="1135" y="7398"/>
                    <a:pt x="1096" y="6936"/>
                  </a:cubicBezTo>
                  <a:cubicBezTo>
                    <a:pt x="1123" y="6828"/>
                    <a:pt x="1138" y="6716"/>
                    <a:pt x="1160" y="6607"/>
                  </a:cubicBezTo>
                  <a:cubicBezTo>
                    <a:pt x="1189" y="6459"/>
                    <a:pt x="1220" y="6310"/>
                    <a:pt x="1253" y="6162"/>
                  </a:cubicBezTo>
                  <a:cubicBezTo>
                    <a:pt x="1320" y="5866"/>
                    <a:pt x="1401" y="5571"/>
                    <a:pt x="1489" y="5280"/>
                  </a:cubicBezTo>
                  <a:cubicBezTo>
                    <a:pt x="1523" y="5257"/>
                    <a:pt x="1539" y="5218"/>
                    <a:pt x="1563" y="5178"/>
                  </a:cubicBezTo>
                  <a:cubicBezTo>
                    <a:pt x="1600" y="5120"/>
                    <a:pt x="1637" y="5064"/>
                    <a:pt x="1676" y="5008"/>
                  </a:cubicBezTo>
                  <a:cubicBezTo>
                    <a:pt x="1759" y="4888"/>
                    <a:pt x="1849" y="4773"/>
                    <a:pt x="1947" y="4664"/>
                  </a:cubicBezTo>
                  <a:cubicBezTo>
                    <a:pt x="2142" y="4446"/>
                    <a:pt x="2370" y="4263"/>
                    <a:pt x="2583" y="4066"/>
                  </a:cubicBezTo>
                  <a:cubicBezTo>
                    <a:pt x="2592" y="4056"/>
                    <a:pt x="2585" y="4040"/>
                    <a:pt x="2574" y="4040"/>
                  </a:cubicBezTo>
                  <a:cubicBezTo>
                    <a:pt x="2572" y="4040"/>
                    <a:pt x="2570" y="4040"/>
                    <a:pt x="2567" y="4042"/>
                  </a:cubicBezTo>
                  <a:cubicBezTo>
                    <a:pt x="2299" y="4169"/>
                    <a:pt x="2080" y="4374"/>
                    <a:pt x="1882" y="4593"/>
                  </a:cubicBezTo>
                  <a:cubicBezTo>
                    <a:pt x="1782" y="4704"/>
                    <a:pt x="1689" y="4821"/>
                    <a:pt x="1604" y="4943"/>
                  </a:cubicBezTo>
                  <a:lnTo>
                    <a:pt x="1588" y="4967"/>
                  </a:lnTo>
                  <a:cubicBezTo>
                    <a:pt x="1749" y="4484"/>
                    <a:pt x="1941" y="4012"/>
                    <a:pt x="2165" y="3554"/>
                  </a:cubicBezTo>
                  <a:cubicBezTo>
                    <a:pt x="2283" y="3311"/>
                    <a:pt x="2420" y="3078"/>
                    <a:pt x="2541" y="2837"/>
                  </a:cubicBezTo>
                  <a:cubicBezTo>
                    <a:pt x="2554" y="2837"/>
                    <a:pt x="2567" y="2830"/>
                    <a:pt x="2574" y="2817"/>
                  </a:cubicBezTo>
                  <a:cubicBezTo>
                    <a:pt x="2574" y="2815"/>
                    <a:pt x="2574" y="2815"/>
                    <a:pt x="2576" y="2814"/>
                  </a:cubicBezTo>
                  <a:cubicBezTo>
                    <a:pt x="2672" y="2859"/>
                    <a:pt x="2777" y="2886"/>
                    <a:pt x="2881" y="2906"/>
                  </a:cubicBezTo>
                  <a:cubicBezTo>
                    <a:pt x="2935" y="2915"/>
                    <a:pt x="2990" y="2920"/>
                    <a:pt x="3045" y="2920"/>
                  </a:cubicBezTo>
                  <a:cubicBezTo>
                    <a:pt x="3056" y="2920"/>
                    <a:pt x="3067" y="2920"/>
                    <a:pt x="3078" y="2919"/>
                  </a:cubicBezTo>
                  <a:cubicBezTo>
                    <a:pt x="3142" y="2918"/>
                    <a:pt x="3211" y="2917"/>
                    <a:pt x="3269" y="2891"/>
                  </a:cubicBezTo>
                  <a:cubicBezTo>
                    <a:pt x="3287" y="2883"/>
                    <a:pt x="3290" y="2851"/>
                    <a:pt x="3268" y="2846"/>
                  </a:cubicBezTo>
                  <a:cubicBezTo>
                    <a:pt x="3212" y="2831"/>
                    <a:pt x="3151" y="2834"/>
                    <a:pt x="3093" y="2829"/>
                  </a:cubicBezTo>
                  <a:cubicBezTo>
                    <a:pt x="3031" y="2825"/>
                    <a:pt x="2967" y="2814"/>
                    <a:pt x="2905" y="2804"/>
                  </a:cubicBezTo>
                  <a:cubicBezTo>
                    <a:pt x="2867" y="2798"/>
                    <a:pt x="2831" y="2790"/>
                    <a:pt x="2795" y="2780"/>
                  </a:cubicBezTo>
                  <a:cubicBezTo>
                    <a:pt x="2853" y="2762"/>
                    <a:pt x="2911" y="2741"/>
                    <a:pt x="2967" y="2714"/>
                  </a:cubicBezTo>
                  <a:cubicBezTo>
                    <a:pt x="3027" y="2685"/>
                    <a:pt x="3088" y="2653"/>
                    <a:pt x="3143" y="2616"/>
                  </a:cubicBezTo>
                  <a:cubicBezTo>
                    <a:pt x="3169" y="2599"/>
                    <a:pt x="3195" y="2582"/>
                    <a:pt x="3218" y="2561"/>
                  </a:cubicBezTo>
                  <a:cubicBezTo>
                    <a:pt x="3239" y="2544"/>
                    <a:pt x="3262" y="2526"/>
                    <a:pt x="3269" y="2501"/>
                  </a:cubicBezTo>
                  <a:cubicBezTo>
                    <a:pt x="3276" y="2494"/>
                    <a:pt x="3283" y="2489"/>
                    <a:pt x="3290" y="2482"/>
                  </a:cubicBezTo>
                  <a:cubicBezTo>
                    <a:pt x="3314" y="2459"/>
                    <a:pt x="3298" y="2413"/>
                    <a:pt x="3267" y="2413"/>
                  </a:cubicBezTo>
                  <a:cubicBezTo>
                    <a:pt x="3262" y="2413"/>
                    <a:pt x="3256" y="2414"/>
                    <a:pt x="3250" y="2417"/>
                  </a:cubicBezTo>
                  <a:cubicBezTo>
                    <a:pt x="3239" y="2423"/>
                    <a:pt x="3228" y="2428"/>
                    <a:pt x="3218" y="2434"/>
                  </a:cubicBezTo>
                  <a:cubicBezTo>
                    <a:pt x="3218" y="2434"/>
                    <a:pt x="3217" y="2434"/>
                    <a:pt x="3216" y="2434"/>
                  </a:cubicBezTo>
                  <a:cubicBezTo>
                    <a:pt x="3170" y="2434"/>
                    <a:pt x="3117" y="2471"/>
                    <a:pt x="3078" y="2490"/>
                  </a:cubicBezTo>
                  <a:cubicBezTo>
                    <a:pt x="3020" y="2517"/>
                    <a:pt x="2961" y="2548"/>
                    <a:pt x="2902" y="2572"/>
                  </a:cubicBezTo>
                  <a:cubicBezTo>
                    <a:pt x="2845" y="2597"/>
                    <a:pt x="2787" y="2622"/>
                    <a:pt x="2729" y="2642"/>
                  </a:cubicBezTo>
                  <a:cubicBezTo>
                    <a:pt x="2719" y="2645"/>
                    <a:pt x="2710" y="2649"/>
                    <a:pt x="2701" y="2653"/>
                  </a:cubicBezTo>
                  <a:cubicBezTo>
                    <a:pt x="2748" y="2608"/>
                    <a:pt x="2797" y="2562"/>
                    <a:pt x="2842" y="2515"/>
                  </a:cubicBezTo>
                  <a:cubicBezTo>
                    <a:pt x="2896" y="2457"/>
                    <a:pt x="2948" y="2397"/>
                    <a:pt x="3001" y="2337"/>
                  </a:cubicBezTo>
                  <a:cubicBezTo>
                    <a:pt x="3027" y="2308"/>
                    <a:pt x="3054" y="2279"/>
                    <a:pt x="3077" y="2247"/>
                  </a:cubicBezTo>
                  <a:cubicBezTo>
                    <a:pt x="3088" y="2232"/>
                    <a:pt x="3104" y="2216"/>
                    <a:pt x="3114" y="2200"/>
                  </a:cubicBezTo>
                  <a:cubicBezTo>
                    <a:pt x="3125" y="2181"/>
                    <a:pt x="3135" y="2164"/>
                    <a:pt x="3149" y="2145"/>
                  </a:cubicBezTo>
                  <a:cubicBezTo>
                    <a:pt x="3158" y="2135"/>
                    <a:pt x="3148" y="2122"/>
                    <a:pt x="3137" y="2122"/>
                  </a:cubicBezTo>
                  <a:cubicBezTo>
                    <a:pt x="3134" y="2122"/>
                    <a:pt x="3130" y="2123"/>
                    <a:pt x="3127" y="2125"/>
                  </a:cubicBezTo>
                  <a:cubicBezTo>
                    <a:pt x="3111" y="2138"/>
                    <a:pt x="3092" y="2147"/>
                    <a:pt x="3076" y="2159"/>
                  </a:cubicBezTo>
                  <a:cubicBezTo>
                    <a:pt x="3060" y="2169"/>
                    <a:pt x="3045" y="2182"/>
                    <a:pt x="3032" y="2193"/>
                  </a:cubicBezTo>
                  <a:cubicBezTo>
                    <a:pt x="3000" y="2219"/>
                    <a:pt x="2970" y="2243"/>
                    <a:pt x="2941" y="2269"/>
                  </a:cubicBezTo>
                  <a:cubicBezTo>
                    <a:pt x="2880" y="2324"/>
                    <a:pt x="2819" y="2376"/>
                    <a:pt x="2758" y="2433"/>
                  </a:cubicBezTo>
                  <a:cubicBezTo>
                    <a:pt x="2724" y="2466"/>
                    <a:pt x="2690" y="2500"/>
                    <a:pt x="2657" y="2534"/>
                  </a:cubicBezTo>
                  <a:cubicBezTo>
                    <a:pt x="2675" y="2473"/>
                    <a:pt x="2692" y="2413"/>
                    <a:pt x="2712" y="2353"/>
                  </a:cubicBezTo>
                  <a:cubicBezTo>
                    <a:pt x="2759" y="2202"/>
                    <a:pt x="2837" y="2056"/>
                    <a:pt x="2875" y="1902"/>
                  </a:cubicBezTo>
                  <a:cubicBezTo>
                    <a:pt x="2879" y="1883"/>
                    <a:pt x="2860" y="1869"/>
                    <a:pt x="2843" y="1869"/>
                  </a:cubicBezTo>
                  <a:cubicBezTo>
                    <a:pt x="2837" y="1869"/>
                    <a:pt x="2830" y="1871"/>
                    <a:pt x="2825" y="1876"/>
                  </a:cubicBezTo>
                  <a:cubicBezTo>
                    <a:pt x="2704" y="1986"/>
                    <a:pt x="2633" y="2159"/>
                    <a:pt x="2580" y="2310"/>
                  </a:cubicBezTo>
                  <a:cubicBezTo>
                    <a:pt x="2553" y="2384"/>
                    <a:pt x="2535" y="2459"/>
                    <a:pt x="2521" y="2536"/>
                  </a:cubicBezTo>
                  <a:lnTo>
                    <a:pt x="2521" y="2536"/>
                  </a:lnTo>
                  <a:cubicBezTo>
                    <a:pt x="2524" y="2514"/>
                    <a:pt x="2527" y="2493"/>
                    <a:pt x="2528" y="2471"/>
                  </a:cubicBezTo>
                  <a:cubicBezTo>
                    <a:pt x="2532" y="2395"/>
                    <a:pt x="2532" y="2321"/>
                    <a:pt x="2531" y="2247"/>
                  </a:cubicBezTo>
                  <a:cubicBezTo>
                    <a:pt x="2529" y="2111"/>
                    <a:pt x="2543" y="1953"/>
                    <a:pt x="2476" y="1831"/>
                  </a:cubicBezTo>
                  <a:cubicBezTo>
                    <a:pt x="2474" y="1829"/>
                    <a:pt x="2472" y="1828"/>
                    <a:pt x="2470" y="1828"/>
                  </a:cubicBezTo>
                  <a:cubicBezTo>
                    <a:pt x="2468" y="1828"/>
                    <a:pt x="2466" y="1829"/>
                    <a:pt x="2465" y="1831"/>
                  </a:cubicBezTo>
                  <a:cubicBezTo>
                    <a:pt x="2397" y="1955"/>
                    <a:pt x="2412" y="2114"/>
                    <a:pt x="2410" y="2252"/>
                  </a:cubicBezTo>
                  <a:cubicBezTo>
                    <a:pt x="2408" y="2324"/>
                    <a:pt x="2408" y="2394"/>
                    <a:pt x="2412" y="2467"/>
                  </a:cubicBezTo>
                  <a:cubicBezTo>
                    <a:pt x="2415" y="2515"/>
                    <a:pt x="2424" y="2562"/>
                    <a:pt x="2433" y="2611"/>
                  </a:cubicBezTo>
                  <a:lnTo>
                    <a:pt x="2424" y="2599"/>
                  </a:lnTo>
                  <a:cubicBezTo>
                    <a:pt x="2378" y="2533"/>
                    <a:pt x="2334" y="2461"/>
                    <a:pt x="2296" y="2390"/>
                  </a:cubicBezTo>
                  <a:cubicBezTo>
                    <a:pt x="2259" y="2320"/>
                    <a:pt x="2226" y="2247"/>
                    <a:pt x="2198" y="2172"/>
                  </a:cubicBezTo>
                  <a:cubicBezTo>
                    <a:pt x="2171" y="2096"/>
                    <a:pt x="2149" y="2019"/>
                    <a:pt x="2115" y="1946"/>
                  </a:cubicBezTo>
                  <a:cubicBezTo>
                    <a:pt x="2109" y="1936"/>
                    <a:pt x="2098" y="1930"/>
                    <a:pt x="2087" y="1930"/>
                  </a:cubicBezTo>
                  <a:cubicBezTo>
                    <a:pt x="2074" y="1930"/>
                    <a:pt x="2061" y="1939"/>
                    <a:pt x="2060" y="1955"/>
                  </a:cubicBezTo>
                  <a:cubicBezTo>
                    <a:pt x="2046" y="2120"/>
                    <a:pt x="2121" y="2291"/>
                    <a:pt x="2196" y="2435"/>
                  </a:cubicBezTo>
                  <a:cubicBezTo>
                    <a:pt x="2234" y="2511"/>
                    <a:pt x="2280" y="2581"/>
                    <a:pt x="2333" y="2647"/>
                  </a:cubicBezTo>
                  <a:cubicBezTo>
                    <a:pt x="2359" y="2680"/>
                    <a:pt x="2389" y="2705"/>
                    <a:pt x="2418" y="2735"/>
                  </a:cubicBezTo>
                  <a:cubicBezTo>
                    <a:pt x="2430" y="2747"/>
                    <a:pt x="2444" y="2760"/>
                    <a:pt x="2457" y="2773"/>
                  </a:cubicBezTo>
                  <a:lnTo>
                    <a:pt x="2445" y="2793"/>
                  </a:lnTo>
                  <a:cubicBezTo>
                    <a:pt x="2441" y="2801"/>
                    <a:pt x="2443" y="2808"/>
                    <a:pt x="2448" y="2815"/>
                  </a:cubicBezTo>
                  <a:cubicBezTo>
                    <a:pt x="2327" y="3005"/>
                    <a:pt x="2226" y="3208"/>
                    <a:pt x="2126" y="3408"/>
                  </a:cubicBezTo>
                  <a:cubicBezTo>
                    <a:pt x="1986" y="3686"/>
                    <a:pt x="1859" y="3970"/>
                    <a:pt x="1744" y="4257"/>
                  </a:cubicBezTo>
                  <a:cubicBezTo>
                    <a:pt x="1513" y="4829"/>
                    <a:pt x="1327" y="5420"/>
                    <a:pt x="1195" y="6022"/>
                  </a:cubicBezTo>
                  <a:cubicBezTo>
                    <a:pt x="1157" y="6190"/>
                    <a:pt x="1124" y="6357"/>
                    <a:pt x="1095" y="6526"/>
                  </a:cubicBezTo>
                  <a:cubicBezTo>
                    <a:pt x="1086" y="6568"/>
                    <a:pt x="1079" y="6612"/>
                    <a:pt x="1072" y="6657"/>
                  </a:cubicBezTo>
                  <a:cubicBezTo>
                    <a:pt x="1069" y="6631"/>
                    <a:pt x="1067" y="6604"/>
                    <a:pt x="1064" y="6578"/>
                  </a:cubicBezTo>
                  <a:cubicBezTo>
                    <a:pt x="979" y="5406"/>
                    <a:pt x="959" y="4229"/>
                    <a:pt x="995" y="3055"/>
                  </a:cubicBezTo>
                  <a:cubicBezTo>
                    <a:pt x="1003" y="2726"/>
                    <a:pt x="1019" y="2398"/>
                    <a:pt x="1039" y="2068"/>
                  </a:cubicBezTo>
                  <a:cubicBezTo>
                    <a:pt x="1047" y="1909"/>
                    <a:pt x="1058" y="1749"/>
                    <a:pt x="1072" y="1589"/>
                  </a:cubicBezTo>
                  <a:cubicBezTo>
                    <a:pt x="1075" y="1527"/>
                    <a:pt x="1082" y="1464"/>
                    <a:pt x="1086" y="1402"/>
                  </a:cubicBezTo>
                  <a:cubicBezTo>
                    <a:pt x="1093" y="1403"/>
                    <a:pt x="1100" y="1403"/>
                    <a:pt x="1108" y="1403"/>
                  </a:cubicBezTo>
                  <a:cubicBezTo>
                    <a:pt x="1136" y="1403"/>
                    <a:pt x="1164" y="1396"/>
                    <a:pt x="1190" y="1393"/>
                  </a:cubicBezTo>
                  <a:cubicBezTo>
                    <a:pt x="1234" y="1387"/>
                    <a:pt x="1275" y="1381"/>
                    <a:pt x="1316" y="1368"/>
                  </a:cubicBezTo>
                  <a:cubicBezTo>
                    <a:pt x="1404" y="1341"/>
                    <a:pt x="1489" y="1307"/>
                    <a:pt x="1571" y="1265"/>
                  </a:cubicBezTo>
                  <a:cubicBezTo>
                    <a:pt x="1734" y="1184"/>
                    <a:pt x="1871" y="1072"/>
                    <a:pt x="1999" y="943"/>
                  </a:cubicBezTo>
                  <a:cubicBezTo>
                    <a:pt x="2019" y="922"/>
                    <a:pt x="2004" y="892"/>
                    <a:pt x="1981" y="892"/>
                  </a:cubicBezTo>
                  <a:cubicBezTo>
                    <a:pt x="1976" y="892"/>
                    <a:pt x="1970" y="894"/>
                    <a:pt x="1963" y="899"/>
                  </a:cubicBezTo>
                  <a:cubicBezTo>
                    <a:pt x="1827" y="1001"/>
                    <a:pt x="1676" y="1082"/>
                    <a:pt x="1520" y="1151"/>
                  </a:cubicBezTo>
                  <a:cubicBezTo>
                    <a:pt x="1445" y="1186"/>
                    <a:pt x="1365" y="1216"/>
                    <a:pt x="1287" y="1242"/>
                  </a:cubicBezTo>
                  <a:cubicBezTo>
                    <a:pt x="1248" y="1254"/>
                    <a:pt x="1210" y="1266"/>
                    <a:pt x="1173" y="1282"/>
                  </a:cubicBezTo>
                  <a:cubicBezTo>
                    <a:pt x="1148" y="1293"/>
                    <a:pt x="1118" y="1298"/>
                    <a:pt x="1091" y="1308"/>
                  </a:cubicBezTo>
                  <a:cubicBezTo>
                    <a:pt x="1091" y="1296"/>
                    <a:pt x="1093" y="1282"/>
                    <a:pt x="1093" y="1270"/>
                  </a:cubicBezTo>
                  <a:lnTo>
                    <a:pt x="1097" y="1270"/>
                  </a:lnTo>
                  <a:cubicBezTo>
                    <a:pt x="1140" y="1254"/>
                    <a:pt x="1179" y="1245"/>
                    <a:pt x="1220" y="1223"/>
                  </a:cubicBezTo>
                  <a:cubicBezTo>
                    <a:pt x="1260" y="1199"/>
                    <a:pt x="1300" y="1178"/>
                    <a:pt x="1338" y="1150"/>
                  </a:cubicBezTo>
                  <a:cubicBezTo>
                    <a:pt x="1415" y="1094"/>
                    <a:pt x="1487" y="1034"/>
                    <a:pt x="1555" y="967"/>
                  </a:cubicBezTo>
                  <a:cubicBezTo>
                    <a:pt x="1621" y="899"/>
                    <a:pt x="1679" y="827"/>
                    <a:pt x="1734" y="753"/>
                  </a:cubicBezTo>
                  <a:cubicBezTo>
                    <a:pt x="1791" y="673"/>
                    <a:pt x="1830" y="590"/>
                    <a:pt x="1869" y="502"/>
                  </a:cubicBezTo>
                  <a:cubicBezTo>
                    <a:pt x="1873" y="492"/>
                    <a:pt x="1864" y="483"/>
                    <a:pt x="1855" y="483"/>
                  </a:cubicBezTo>
                  <a:cubicBezTo>
                    <a:pt x="1851" y="483"/>
                    <a:pt x="1847" y="485"/>
                    <a:pt x="1844" y="489"/>
                  </a:cubicBezTo>
                  <a:cubicBezTo>
                    <a:pt x="1785" y="557"/>
                    <a:pt x="1721" y="622"/>
                    <a:pt x="1659" y="689"/>
                  </a:cubicBezTo>
                  <a:cubicBezTo>
                    <a:pt x="1599" y="756"/>
                    <a:pt x="1534" y="820"/>
                    <a:pt x="1468" y="880"/>
                  </a:cubicBezTo>
                  <a:cubicBezTo>
                    <a:pt x="1403" y="940"/>
                    <a:pt x="1336" y="997"/>
                    <a:pt x="1267" y="1052"/>
                  </a:cubicBezTo>
                  <a:cubicBezTo>
                    <a:pt x="1231" y="1082"/>
                    <a:pt x="1198" y="1112"/>
                    <a:pt x="1160" y="1140"/>
                  </a:cubicBezTo>
                  <a:cubicBezTo>
                    <a:pt x="1137" y="1159"/>
                    <a:pt x="1118" y="1179"/>
                    <a:pt x="1097" y="1199"/>
                  </a:cubicBezTo>
                  <a:cubicBezTo>
                    <a:pt x="1122" y="1165"/>
                    <a:pt x="1146" y="1131"/>
                    <a:pt x="1168" y="1094"/>
                  </a:cubicBezTo>
                  <a:cubicBezTo>
                    <a:pt x="1225" y="1000"/>
                    <a:pt x="1278" y="904"/>
                    <a:pt x="1324" y="804"/>
                  </a:cubicBezTo>
                  <a:cubicBezTo>
                    <a:pt x="1370" y="703"/>
                    <a:pt x="1414" y="600"/>
                    <a:pt x="1447" y="492"/>
                  </a:cubicBezTo>
                  <a:cubicBezTo>
                    <a:pt x="1464" y="442"/>
                    <a:pt x="1480" y="392"/>
                    <a:pt x="1492" y="341"/>
                  </a:cubicBezTo>
                  <a:cubicBezTo>
                    <a:pt x="1498" y="315"/>
                    <a:pt x="1507" y="286"/>
                    <a:pt x="1511" y="259"/>
                  </a:cubicBezTo>
                  <a:cubicBezTo>
                    <a:pt x="1512" y="239"/>
                    <a:pt x="1506" y="220"/>
                    <a:pt x="1511" y="198"/>
                  </a:cubicBezTo>
                  <a:cubicBezTo>
                    <a:pt x="1512" y="188"/>
                    <a:pt x="1504" y="183"/>
                    <a:pt x="1496" y="183"/>
                  </a:cubicBezTo>
                  <a:cubicBezTo>
                    <a:pt x="1491" y="183"/>
                    <a:pt x="1486" y="185"/>
                    <a:pt x="1483" y="190"/>
                  </a:cubicBezTo>
                  <a:cubicBezTo>
                    <a:pt x="1473" y="211"/>
                    <a:pt x="1457" y="225"/>
                    <a:pt x="1446" y="243"/>
                  </a:cubicBezTo>
                  <a:cubicBezTo>
                    <a:pt x="1432" y="266"/>
                    <a:pt x="1421" y="295"/>
                    <a:pt x="1410" y="319"/>
                  </a:cubicBezTo>
                  <a:cubicBezTo>
                    <a:pt x="1387" y="369"/>
                    <a:pt x="1366" y="421"/>
                    <a:pt x="1343" y="472"/>
                  </a:cubicBezTo>
                  <a:cubicBezTo>
                    <a:pt x="1300" y="568"/>
                    <a:pt x="1259" y="665"/>
                    <a:pt x="1214" y="759"/>
                  </a:cubicBezTo>
                  <a:cubicBezTo>
                    <a:pt x="1170" y="854"/>
                    <a:pt x="1124" y="948"/>
                    <a:pt x="1078" y="1041"/>
                  </a:cubicBezTo>
                  <a:cubicBezTo>
                    <a:pt x="1036" y="1122"/>
                    <a:pt x="1002" y="1204"/>
                    <a:pt x="964" y="1286"/>
                  </a:cubicBezTo>
                  <a:cubicBezTo>
                    <a:pt x="1029" y="1083"/>
                    <a:pt x="1056" y="866"/>
                    <a:pt x="1084" y="655"/>
                  </a:cubicBezTo>
                  <a:cubicBezTo>
                    <a:pt x="1111" y="442"/>
                    <a:pt x="1151" y="223"/>
                    <a:pt x="1122" y="9"/>
                  </a:cubicBezTo>
                  <a:cubicBezTo>
                    <a:pt x="1121" y="3"/>
                    <a:pt x="1117" y="0"/>
                    <a:pt x="111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30;p4"/>
            <p:cNvSpPr/>
            <p:nvPr/>
          </p:nvSpPr>
          <p:spPr>
            <a:xfrm>
              <a:off x="242280" y="10137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1" y="1"/>
                  </a:moveTo>
                  <a:cubicBezTo>
                    <a:pt x="10" y="1"/>
                    <a:pt x="10" y="1"/>
                    <a:pt x="10" y="1"/>
                  </a:cubicBezTo>
                  <a:lnTo>
                    <a:pt x="10" y="1"/>
                  </a:lnTo>
                  <a:cubicBezTo>
                    <a:pt x="10" y="1"/>
                    <a:pt x="10" y="1"/>
                    <a:pt x="11" y="1"/>
                  </a:cubicBezTo>
                  <a:close/>
                  <a:moveTo>
                    <a:pt x="10" y="1"/>
                  </a:moveTo>
                  <a:cubicBezTo>
                    <a:pt x="6" y="1"/>
                    <a:pt x="4" y="3"/>
                    <a:pt x="1" y="4"/>
                  </a:cubicBezTo>
                  <a:cubicBezTo>
                    <a:pt x="4" y="4"/>
                    <a:pt x="5" y="3"/>
                    <a:pt x="6" y="3"/>
                  </a:cubicBezTo>
                  <a:cubicBezTo>
                    <a:pt x="8" y="1"/>
                    <a:pt x="9" y="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31;p4"/>
            <p:cNvSpPr/>
            <p:nvPr/>
          </p:nvSpPr>
          <p:spPr>
            <a:xfrm>
              <a:off x="228960" y="995040"/>
              <a:ext cx="18720" cy="19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29" h="230">
                  <a:moveTo>
                    <a:pt x="147" y="25"/>
                  </a:moveTo>
                  <a:cubicBezTo>
                    <a:pt x="152" y="28"/>
                    <a:pt x="156" y="31"/>
                    <a:pt x="160" y="34"/>
                  </a:cubicBezTo>
                  <a:lnTo>
                    <a:pt x="160" y="34"/>
                  </a:lnTo>
                  <a:cubicBezTo>
                    <a:pt x="158" y="32"/>
                    <a:pt x="155" y="31"/>
                    <a:pt x="153" y="29"/>
                  </a:cubicBezTo>
                  <a:cubicBezTo>
                    <a:pt x="151" y="28"/>
                    <a:pt x="149" y="27"/>
                    <a:pt x="147" y="25"/>
                  </a:cubicBezTo>
                  <a:close/>
                  <a:moveTo>
                    <a:pt x="98" y="1"/>
                  </a:moveTo>
                  <a:cubicBezTo>
                    <a:pt x="96" y="1"/>
                    <a:pt x="93" y="1"/>
                    <a:pt x="91" y="1"/>
                  </a:cubicBezTo>
                  <a:cubicBezTo>
                    <a:pt x="54" y="3"/>
                    <a:pt x="27" y="33"/>
                    <a:pt x="11" y="62"/>
                  </a:cubicBezTo>
                  <a:cubicBezTo>
                    <a:pt x="4" y="79"/>
                    <a:pt x="0" y="100"/>
                    <a:pt x="4" y="117"/>
                  </a:cubicBezTo>
                  <a:cubicBezTo>
                    <a:pt x="5" y="135"/>
                    <a:pt x="15" y="151"/>
                    <a:pt x="27" y="165"/>
                  </a:cubicBezTo>
                  <a:cubicBezTo>
                    <a:pt x="33" y="173"/>
                    <a:pt x="42" y="183"/>
                    <a:pt x="52" y="190"/>
                  </a:cubicBezTo>
                  <a:cubicBezTo>
                    <a:pt x="55" y="198"/>
                    <a:pt x="61" y="204"/>
                    <a:pt x="69" y="208"/>
                  </a:cubicBezTo>
                  <a:cubicBezTo>
                    <a:pt x="75" y="214"/>
                    <a:pt x="82" y="216"/>
                    <a:pt x="88" y="221"/>
                  </a:cubicBezTo>
                  <a:cubicBezTo>
                    <a:pt x="101" y="226"/>
                    <a:pt x="115" y="229"/>
                    <a:pt x="128" y="229"/>
                  </a:cubicBezTo>
                  <a:cubicBezTo>
                    <a:pt x="141" y="229"/>
                    <a:pt x="153" y="227"/>
                    <a:pt x="164" y="223"/>
                  </a:cubicBezTo>
                  <a:cubicBezTo>
                    <a:pt x="182" y="219"/>
                    <a:pt x="197" y="211"/>
                    <a:pt x="209" y="198"/>
                  </a:cubicBezTo>
                  <a:cubicBezTo>
                    <a:pt x="223" y="182"/>
                    <a:pt x="229" y="161"/>
                    <a:pt x="228" y="140"/>
                  </a:cubicBezTo>
                  <a:cubicBezTo>
                    <a:pt x="226" y="124"/>
                    <a:pt x="218" y="104"/>
                    <a:pt x="204" y="93"/>
                  </a:cubicBezTo>
                  <a:cubicBezTo>
                    <a:pt x="203" y="89"/>
                    <a:pt x="203" y="84"/>
                    <a:pt x="200" y="80"/>
                  </a:cubicBezTo>
                  <a:cubicBezTo>
                    <a:pt x="196" y="71"/>
                    <a:pt x="190" y="62"/>
                    <a:pt x="184" y="55"/>
                  </a:cubicBezTo>
                  <a:cubicBezTo>
                    <a:pt x="181" y="50"/>
                    <a:pt x="176" y="47"/>
                    <a:pt x="174" y="45"/>
                  </a:cubicBezTo>
                  <a:cubicBezTo>
                    <a:pt x="169" y="34"/>
                    <a:pt x="162" y="24"/>
                    <a:pt x="151" y="17"/>
                  </a:cubicBezTo>
                  <a:cubicBezTo>
                    <a:pt x="134" y="5"/>
                    <a:pt x="117" y="1"/>
                    <a:pt x="9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32;p4"/>
            <p:cNvSpPr/>
            <p:nvPr/>
          </p:nvSpPr>
          <p:spPr>
            <a:xfrm>
              <a:off x="482400" y="1399680"/>
              <a:ext cx="16920" cy="194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205" h="236">
                  <a:moveTo>
                    <a:pt x="100" y="0"/>
                  </a:moveTo>
                  <a:cubicBezTo>
                    <a:pt x="79" y="0"/>
                    <a:pt x="59" y="7"/>
                    <a:pt x="44" y="20"/>
                  </a:cubicBezTo>
                  <a:cubicBezTo>
                    <a:pt x="15" y="45"/>
                    <a:pt x="1" y="87"/>
                    <a:pt x="16" y="123"/>
                  </a:cubicBezTo>
                  <a:cubicBezTo>
                    <a:pt x="21" y="132"/>
                    <a:pt x="27" y="139"/>
                    <a:pt x="35" y="145"/>
                  </a:cubicBezTo>
                  <a:cubicBezTo>
                    <a:pt x="35" y="146"/>
                    <a:pt x="37" y="149"/>
                    <a:pt x="37" y="150"/>
                  </a:cubicBezTo>
                  <a:cubicBezTo>
                    <a:pt x="45" y="163"/>
                    <a:pt x="57" y="171"/>
                    <a:pt x="71" y="174"/>
                  </a:cubicBezTo>
                  <a:cubicBezTo>
                    <a:pt x="71" y="176"/>
                    <a:pt x="70" y="177"/>
                    <a:pt x="70" y="178"/>
                  </a:cubicBezTo>
                  <a:cubicBezTo>
                    <a:pt x="67" y="179"/>
                    <a:pt x="66" y="183"/>
                    <a:pt x="62" y="185"/>
                  </a:cubicBezTo>
                  <a:cubicBezTo>
                    <a:pt x="55" y="196"/>
                    <a:pt x="55" y="215"/>
                    <a:pt x="65" y="223"/>
                  </a:cubicBezTo>
                  <a:cubicBezTo>
                    <a:pt x="71" y="231"/>
                    <a:pt x="80" y="235"/>
                    <a:pt x="91" y="235"/>
                  </a:cubicBezTo>
                  <a:cubicBezTo>
                    <a:pt x="95" y="235"/>
                    <a:pt x="99" y="234"/>
                    <a:pt x="103" y="233"/>
                  </a:cubicBezTo>
                  <a:cubicBezTo>
                    <a:pt x="105" y="232"/>
                    <a:pt x="108" y="232"/>
                    <a:pt x="110" y="231"/>
                  </a:cubicBezTo>
                  <a:cubicBezTo>
                    <a:pt x="116" y="231"/>
                    <a:pt x="122" y="229"/>
                    <a:pt x="128" y="227"/>
                  </a:cubicBezTo>
                  <a:cubicBezTo>
                    <a:pt x="133" y="224"/>
                    <a:pt x="137" y="222"/>
                    <a:pt x="143" y="221"/>
                  </a:cubicBezTo>
                  <a:cubicBezTo>
                    <a:pt x="158" y="212"/>
                    <a:pt x="170" y="200"/>
                    <a:pt x="178" y="187"/>
                  </a:cubicBezTo>
                  <a:cubicBezTo>
                    <a:pt x="196" y="160"/>
                    <a:pt x="204" y="124"/>
                    <a:pt x="192" y="94"/>
                  </a:cubicBezTo>
                  <a:cubicBezTo>
                    <a:pt x="189" y="86"/>
                    <a:pt x="185" y="81"/>
                    <a:pt x="181" y="75"/>
                  </a:cubicBezTo>
                  <a:cubicBezTo>
                    <a:pt x="180" y="52"/>
                    <a:pt x="169" y="31"/>
                    <a:pt x="149" y="16"/>
                  </a:cubicBezTo>
                  <a:cubicBezTo>
                    <a:pt x="134" y="5"/>
                    <a:pt x="117" y="0"/>
                    <a:pt x="1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02360" y="457200"/>
            <a:ext cx="7703640" cy="51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39;p5"/>
          <p:cNvSpPr/>
          <p:nvPr/>
        </p:nvSpPr>
        <p:spPr>
          <a:xfrm>
            <a:off x="720000" y="538920"/>
            <a:ext cx="8173080" cy="4354560"/>
          </a:xfrm>
          <a:custGeom>
            <a:avLst/>
            <a:gdLst>
              <a:gd name="textAreaLeft" fmla="*/ 0 w 8173080"/>
              <a:gd name="textAreaRight" fmla="*/ 8173440 w 8173080"/>
              <a:gd name="textAreaTop" fmla="*/ 0 h 4354560"/>
              <a:gd name="textAreaBottom" fmla="*/ 4354920 h 4354560"/>
            </a:gdLst>
            <a:ahLst/>
            <a:cxnLst/>
            <a:rect l="textAreaLeft" t="textAreaTop" r="textAreaRight" b="textAreaBottom"/>
            <a:pathLst>
              <a:path w="97650" h="52029">
                <a:moveTo>
                  <a:pt x="97449" y="35510"/>
                </a:moveTo>
                <a:cubicBezTo>
                  <a:pt x="97465" y="35868"/>
                  <a:pt x="97481" y="36220"/>
                  <a:pt x="97467" y="36573"/>
                </a:cubicBezTo>
                <a:cubicBezTo>
                  <a:pt x="97450" y="37004"/>
                  <a:pt x="97412" y="37432"/>
                  <a:pt x="97347" y="37856"/>
                </a:cubicBezTo>
                <a:cubicBezTo>
                  <a:pt x="97219" y="38702"/>
                  <a:pt x="96989" y="39532"/>
                  <a:pt x="96662" y="40322"/>
                </a:cubicBezTo>
                <a:cubicBezTo>
                  <a:pt x="96572" y="40542"/>
                  <a:pt x="96474" y="40757"/>
                  <a:pt x="96370" y="40970"/>
                </a:cubicBezTo>
                <a:cubicBezTo>
                  <a:pt x="96301" y="41112"/>
                  <a:pt x="96222" y="41249"/>
                  <a:pt x="96150" y="41391"/>
                </a:cubicBezTo>
                <a:cubicBezTo>
                  <a:pt x="96150" y="41244"/>
                  <a:pt x="96152" y="41098"/>
                  <a:pt x="96152" y="40952"/>
                </a:cubicBezTo>
                <a:cubicBezTo>
                  <a:pt x="96160" y="40937"/>
                  <a:pt x="96169" y="40924"/>
                  <a:pt x="96175" y="40909"/>
                </a:cubicBezTo>
                <a:cubicBezTo>
                  <a:pt x="96191" y="40877"/>
                  <a:pt x="96197" y="40839"/>
                  <a:pt x="96207" y="40805"/>
                </a:cubicBezTo>
                <a:cubicBezTo>
                  <a:pt x="96229" y="40734"/>
                  <a:pt x="96251" y="40666"/>
                  <a:pt x="96269" y="40595"/>
                </a:cubicBezTo>
                <a:cubicBezTo>
                  <a:pt x="96303" y="40453"/>
                  <a:pt x="96337" y="40310"/>
                  <a:pt x="96370" y="40168"/>
                </a:cubicBezTo>
                <a:cubicBezTo>
                  <a:pt x="96438" y="39882"/>
                  <a:pt x="96504" y="39598"/>
                  <a:pt x="96568" y="39311"/>
                </a:cubicBezTo>
                <a:cubicBezTo>
                  <a:pt x="96632" y="39025"/>
                  <a:pt x="96699" y="38741"/>
                  <a:pt x="96762" y="38454"/>
                </a:cubicBezTo>
                <a:cubicBezTo>
                  <a:pt x="96792" y="38312"/>
                  <a:pt x="96819" y="38169"/>
                  <a:pt x="96850" y="38025"/>
                </a:cubicBezTo>
                <a:cubicBezTo>
                  <a:pt x="96864" y="37954"/>
                  <a:pt x="96877" y="37882"/>
                  <a:pt x="96885" y="37809"/>
                </a:cubicBezTo>
                <a:cubicBezTo>
                  <a:pt x="96889" y="37775"/>
                  <a:pt x="96899" y="37735"/>
                  <a:pt x="96896" y="37701"/>
                </a:cubicBezTo>
                <a:cubicBezTo>
                  <a:pt x="96893" y="37664"/>
                  <a:pt x="96884" y="37627"/>
                  <a:pt x="96884" y="37589"/>
                </a:cubicBezTo>
                <a:cubicBezTo>
                  <a:pt x="96884" y="37579"/>
                  <a:pt x="96877" y="37574"/>
                  <a:pt x="96870" y="37574"/>
                </a:cubicBezTo>
                <a:cubicBezTo>
                  <a:pt x="96865" y="37574"/>
                  <a:pt x="96860" y="37577"/>
                  <a:pt x="96856" y="37582"/>
                </a:cubicBezTo>
                <a:cubicBezTo>
                  <a:pt x="96840" y="37617"/>
                  <a:pt x="96815" y="37644"/>
                  <a:pt x="96796" y="37676"/>
                </a:cubicBezTo>
                <a:cubicBezTo>
                  <a:pt x="96778" y="37704"/>
                  <a:pt x="96770" y="37746"/>
                  <a:pt x="96758" y="37778"/>
                </a:cubicBezTo>
                <a:cubicBezTo>
                  <a:pt x="96731" y="37846"/>
                  <a:pt x="96712" y="37915"/>
                  <a:pt x="96694" y="37987"/>
                </a:cubicBezTo>
                <a:cubicBezTo>
                  <a:pt x="96658" y="38127"/>
                  <a:pt x="96619" y="38268"/>
                  <a:pt x="96583" y="38409"/>
                </a:cubicBezTo>
                <a:cubicBezTo>
                  <a:pt x="96512" y="38693"/>
                  <a:pt x="96446" y="38977"/>
                  <a:pt x="96379" y="39262"/>
                </a:cubicBezTo>
                <a:cubicBezTo>
                  <a:pt x="96309" y="39547"/>
                  <a:pt x="96242" y="39832"/>
                  <a:pt x="96177" y="40117"/>
                </a:cubicBezTo>
                <a:cubicBezTo>
                  <a:pt x="96168" y="40152"/>
                  <a:pt x="96160" y="40186"/>
                  <a:pt x="96152" y="40222"/>
                </a:cubicBezTo>
                <a:lnTo>
                  <a:pt x="96152" y="39750"/>
                </a:lnTo>
                <a:cubicBezTo>
                  <a:pt x="96175" y="39487"/>
                  <a:pt x="96207" y="39224"/>
                  <a:pt x="96249" y="38964"/>
                </a:cubicBezTo>
                <a:cubicBezTo>
                  <a:pt x="96384" y="38146"/>
                  <a:pt x="96615" y="37344"/>
                  <a:pt x="96933" y="36578"/>
                </a:cubicBezTo>
                <a:cubicBezTo>
                  <a:pt x="97023" y="36362"/>
                  <a:pt x="97120" y="36149"/>
                  <a:pt x="97224" y="35940"/>
                </a:cubicBezTo>
                <a:cubicBezTo>
                  <a:pt x="97296" y="35796"/>
                  <a:pt x="97368" y="35650"/>
                  <a:pt x="97449" y="35510"/>
                </a:cubicBezTo>
                <a:close/>
                <a:moveTo>
                  <a:pt x="94791" y="39097"/>
                </a:moveTo>
                <a:lnTo>
                  <a:pt x="94791" y="39097"/>
                </a:lnTo>
                <a:cubicBezTo>
                  <a:pt x="95242" y="39730"/>
                  <a:pt x="95524" y="40488"/>
                  <a:pt x="95698" y="41243"/>
                </a:cubicBezTo>
                <a:cubicBezTo>
                  <a:pt x="95769" y="41550"/>
                  <a:pt x="95820" y="41860"/>
                  <a:pt x="95858" y="42172"/>
                </a:cubicBezTo>
                <a:cubicBezTo>
                  <a:pt x="95856" y="42687"/>
                  <a:pt x="95852" y="43199"/>
                  <a:pt x="95846" y="43711"/>
                </a:cubicBezTo>
                <a:cubicBezTo>
                  <a:pt x="95733" y="43096"/>
                  <a:pt x="95630" y="42479"/>
                  <a:pt x="95540" y="41860"/>
                </a:cubicBezTo>
                <a:cubicBezTo>
                  <a:pt x="95517" y="41700"/>
                  <a:pt x="95497" y="41539"/>
                  <a:pt x="95472" y="41378"/>
                </a:cubicBezTo>
                <a:cubicBezTo>
                  <a:pt x="95444" y="41210"/>
                  <a:pt x="95399" y="41043"/>
                  <a:pt x="95358" y="40877"/>
                </a:cubicBezTo>
                <a:cubicBezTo>
                  <a:pt x="95353" y="40858"/>
                  <a:pt x="95335" y="40847"/>
                  <a:pt x="95318" y="40847"/>
                </a:cubicBezTo>
                <a:cubicBezTo>
                  <a:pt x="95301" y="40847"/>
                  <a:pt x="95286" y="40858"/>
                  <a:pt x="95286" y="40880"/>
                </a:cubicBezTo>
                <a:cubicBezTo>
                  <a:pt x="95286" y="41024"/>
                  <a:pt x="95283" y="41169"/>
                  <a:pt x="95296" y="41312"/>
                </a:cubicBezTo>
                <a:cubicBezTo>
                  <a:pt x="95308" y="41460"/>
                  <a:pt x="95330" y="41607"/>
                  <a:pt x="95351" y="41754"/>
                </a:cubicBezTo>
                <a:cubicBezTo>
                  <a:pt x="95390" y="42048"/>
                  <a:pt x="95434" y="42343"/>
                  <a:pt x="95479" y="42637"/>
                </a:cubicBezTo>
                <a:cubicBezTo>
                  <a:pt x="95541" y="43033"/>
                  <a:pt x="95607" y="43426"/>
                  <a:pt x="95677" y="43819"/>
                </a:cubicBezTo>
                <a:cubicBezTo>
                  <a:pt x="95552" y="43528"/>
                  <a:pt x="95425" y="43238"/>
                  <a:pt x="95323" y="42942"/>
                </a:cubicBezTo>
                <a:cubicBezTo>
                  <a:pt x="95039" y="42127"/>
                  <a:pt x="94865" y="41268"/>
                  <a:pt x="94799" y="40406"/>
                </a:cubicBezTo>
                <a:cubicBezTo>
                  <a:pt x="94767" y="39970"/>
                  <a:pt x="94770" y="39533"/>
                  <a:pt x="94791" y="39097"/>
                </a:cubicBezTo>
                <a:close/>
                <a:moveTo>
                  <a:pt x="94288" y="42013"/>
                </a:moveTo>
                <a:lnTo>
                  <a:pt x="94288" y="42013"/>
                </a:lnTo>
                <a:cubicBezTo>
                  <a:pt x="94393" y="42189"/>
                  <a:pt x="94489" y="42377"/>
                  <a:pt x="94582" y="42558"/>
                </a:cubicBezTo>
                <a:cubicBezTo>
                  <a:pt x="94704" y="42794"/>
                  <a:pt x="94818" y="43036"/>
                  <a:pt x="94924" y="43281"/>
                </a:cubicBezTo>
                <a:cubicBezTo>
                  <a:pt x="95139" y="43776"/>
                  <a:pt x="95323" y="44286"/>
                  <a:pt x="95472" y="44804"/>
                </a:cubicBezTo>
                <a:cubicBezTo>
                  <a:pt x="95618" y="45319"/>
                  <a:pt x="95733" y="45845"/>
                  <a:pt x="95815" y="46374"/>
                </a:cubicBezTo>
                <a:cubicBezTo>
                  <a:pt x="95809" y="46819"/>
                  <a:pt x="95802" y="47263"/>
                  <a:pt x="95793" y="47705"/>
                </a:cubicBezTo>
                <a:cubicBezTo>
                  <a:pt x="95654" y="46841"/>
                  <a:pt x="95454" y="45989"/>
                  <a:pt x="95199" y="45152"/>
                </a:cubicBezTo>
                <a:cubicBezTo>
                  <a:pt x="95106" y="44845"/>
                  <a:pt x="95006" y="44538"/>
                  <a:pt x="94892" y="44236"/>
                </a:cubicBezTo>
                <a:cubicBezTo>
                  <a:pt x="94878" y="44200"/>
                  <a:pt x="94851" y="44185"/>
                  <a:pt x="94823" y="44185"/>
                </a:cubicBezTo>
                <a:cubicBezTo>
                  <a:pt x="94770" y="44185"/>
                  <a:pt x="94713" y="44239"/>
                  <a:pt x="94737" y="44307"/>
                </a:cubicBezTo>
                <a:cubicBezTo>
                  <a:pt x="94918" y="44843"/>
                  <a:pt x="95089" y="45382"/>
                  <a:pt x="95232" y="45931"/>
                </a:cubicBezTo>
                <a:cubicBezTo>
                  <a:pt x="95374" y="46479"/>
                  <a:pt x="95490" y="47032"/>
                  <a:pt x="95587" y="47591"/>
                </a:cubicBezTo>
                <a:cubicBezTo>
                  <a:pt x="95607" y="47708"/>
                  <a:pt x="95625" y="47824"/>
                  <a:pt x="95643" y="47940"/>
                </a:cubicBezTo>
                <a:cubicBezTo>
                  <a:pt x="95358" y="47302"/>
                  <a:pt x="95117" y="46647"/>
                  <a:pt x="94922" y="45975"/>
                </a:cubicBezTo>
                <a:cubicBezTo>
                  <a:pt x="94671" y="45109"/>
                  <a:pt x="94495" y="44223"/>
                  <a:pt x="94392" y="43327"/>
                </a:cubicBezTo>
                <a:cubicBezTo>
                  <a:pt x="94342" y="42891"/>
                  <a:pt x="94315" y="42452"/>
                  <a:pt x="94288" y="42013"/>
                </a:cubicBezTo>
                <a:close/>
                <a:moveTo>
                  <a:pt x="97208" y="43922"/>
                </a:moveTo>
                <a:cubicBezTo>
                  <a:pt x="97383" y="44722"/>
                  <a:pt x="97423" y="45551"/>
                  <a:pt x="97333" y="46367"/>
                </a:cubicBezTo>
                <a:cubicBezTo>
                  <a:pt x="97236" y="47231"/>
                  <a:pt x="96995" y="48079"/>
                  <a:pt x="96619" y="48862"/>
                </a:cubicBezTo>
                <a:cubicBezTo>
                  <a:pt x="96465" y="49183"/>
                  <a:pt x="96290" y="49490"/>
                  <a:pt x="96092" y="49784"/>
                </a:cubicBezTo>
                <a:cubicBezTo>
                  <a:pt x="96297" y="48617"/>
                  <a:pt x="96537" y="47454"/>
                  <a:pt x="96814" y="46300"/>
                </a:cubicBezTo>
                <a:cubicBezTo>
                  <a:pt x="96900" y="45937"/>
                  <a:pt x="97007" y="45576"/>
                  <a:pt x="97072" y="45209"/>
                </a:cubicBezTo>
                <a:cubicBezTo>
                  <a:pt x="97081" y="45160"/>
                  <a:pt x="97037" y="45129"/>
                  <a:pt x="96995" y="45129"/>
                </a:cubicBezTo>
                <a:cubicBezTo>
                  <a:pt x="96967" y="45129"/>
                  <a:pt x="96939" y="45143"/>
                  <a:pt x="96929" y="45175"/>
                </a:cubicBezTo>
                <a:cubicBezTo>
                  <a:pt x="96820" y="45488"/>
                  <a:pt x="96752" y="45817"/>
                  <a:pt x="96674" y="46137"/>
                </a:cubicBezTo>
                <a:cubicBezTo>
                  <a:pt x="96595" y="46461"/>
                  <a:pt x="96518" y="46786"/>
                  <a:pt x="96446" y="47112"/>
                </a:cubicBezTo>
                <a:cubicBezTo>
                  <a:pt x="96309" y="47713"/>
                  <a:pt x="96183" y="48317"/>
                  <a:pt x="96067" y="48924"/>
                </a:cubicBezTo>
                <a:cubicBezTo>
                  <a:pt x="96083" y="48107"/>
                  <a:pt x="96098" y="47290"/>
                  <a:pt x="96110" y="46476"/>
                </a:cubicBezTo>
                <a:cubicBezTo>
                  <a:pt x="96235" y="45918"/>
                  <a:pt x="96418" y="45377"/>
                  <a:pt x="96665" y="44861"/>
                </a:cubicBezTo>
                <a:cubicBezTo>
                  <a:pt x="96822" y="44534"/>
                  <a:pt x="97005" y="44221"/>
                  <a:pt x="97208" y="43922"/>
                </a:cubicBezTo>
                <a:close/>
                <a:moveTo>
                  <a:pt x="92394" y="46138"/>
                </a:moveTo>
                <a:lnTo>
                  <a:pt x="92394" y="46138"/>
                </a:lnTo>
                <a:cubicBezTo>
                  <a:pt x="92454" y="46174"/>
                  <a:pt x="92513" y="46206"/>
                  <a:pt x="92569" y="46241"/>
                </a:cubicBezTo>
                <a:cubicBezTo>
                  <a:pt x="92733" y="46344"/>
                  <a:pt x="92893" y="46449"/>
                  <a:pt x="93051" y="46560"/>
                </a:cubicBezTo>
                <a:cubicBezTo>
                  <a:pt x="93360" y="46778"/>
                  <a:pt x="93656" y="47011"/>
                  <a:pt x="93935" y="47266"/>
                </a:cubicBezTo>
                <a:cubicBezTo>
                  <a:pt x="94481" y="47764"/>
                  <a:pt x="94959" y="48361"/>
                  <a:pt x="95305" y="49016"/>
                </a:cubicBezTo>
                <a:cubicBezTo>
                  <a:pt x="95402" y="49200"/>
                  <a:pt x="95489" y="49389"/>
                  <a:pt x="95563" y="49583"/>
                </a:cubicBezTo>
                <a:cubicBezTo>
                  <a:pt x="95599" y="49677"/>
                  <a:pt x="95633" y="49771"/>
                  <a:pt x="95664" y="49866"/>
                </a:cubicBezTo>
                <a:cubicBezTo>
                  <a:pt x="95670" y="49886"/>
                  <a:pt x="95676" y="49905"/>
                  <a:pt x="95682" y="49926"/>
                </a:cubicBezTo>
                <a:lnTo>
                  <a:pt x="95539" y="49754"/>
                </a:lnTo>
                <a:cubicBezTo>
                  <a:pt x="95374" y="49557"/>
                  <a:pt x="95209" y="49362"/>
                  <a:pt x="95043" y="49167"/>
                </a:cubicBezTo>
                <a:cubicBezTo>
                  <a:pt x="94715" y="48782"/>
                  <a:pt x="94381" y="48398"/>
                  <a:pt x="94045" y="48018"/>
                </a:cubicBezTo>
                <a:cubicBezTo>
                  <a:pt x="93951" y="47911"/>
                  <a:pt x="93855" y="47802"/>
                  <a:pt x="93758" y="47697"/>
                </a:cubicBezTo>
                <a:cubicBezTo>
                  <a:pt x="93661" y="47592"/>
                  <a:pt x="93568" y="47487"/>
                  <a:pt x="93451" y="47405"/>
                </a:cubicBezTo>
                <a:cubicBezTo>
                  <a:pt x="93450" y="47404"/>
                  <a:pt x="93448" y="47403"/>
                  <a:pt x="93446" y="47403"/>
                </a:cubicBezTo>
                <a:cubicBezTo>
                  <a:pt x="93438" y="47403"/>
                  <a:pt x="93428" y="47412"/>
                  <a:pt x="93434" y="47422"/>
                </a:cubicBezTo>
                <a:cubicBezTo>
                  <a:pt x="93548" y="47640"/>
                  <a:pt x="93734" y="47821"/>
                  <a:pt x="93893" y="48005"/>
                </a:cubicBezTo>
                <a:cubicBezTo>
                  <a:pt x="94060" y="48200"/>
                  <a:pt x="94226" y="48394"/>
                  <a:pt x="94391" y="48590"/>
                </a:cubicBezTo>
                <a:cubicBezTo>
                  <a:pt x="94717" y="48976"/>
                  <a:pt x="95044" y="49365"/>
                  <a:pt x="95367" y="49756"/>
                </a:cubicBezTo>
                <a:cubicBezTo>
                  <a:pt x="95458" y="49867"/>
                  <a:pt x="95550" y="49977"/>
                  <a:pt x="95640" y="50089"/>
                </a:cubicBezTo>
                <a:cubicBezTo>
                  <a:pt x="95654" y="50105"/>
                  <a:pt x="95667" y="50123"/>
                  <a:pt x="95681" y="50139"/>
                </a:cubicBezTo>
                <a:cubicBezTo>
                  <a:pt x="95649" y="50116"/>
                  <a:pt x="95615" y="50095"/>
                  <a:pt x="95581" y="50072"/>
                </a:cubicBezTo>
                <a:cubicBezTo>
                  <a:pt x="95502" y="50019"/>
                  <a:pt x="95425" y="49966"/>
                  <a:pt x="95349" y="49913"/>
                </a:cubicBezTo>
                <a:cubicBezTo>
                  <a:pt x="95203" y="49808"/>
                  <a:pt x="95058" y="49699"/>
                  <a:pt x="94919" y="49583"/>
                </a:cubicBezTo>
                <a:cubicBezTo>
                  <a:pt x="94634" y="49349"/>
                  <a:pt x="94363" y="49098"/>
                  <a:pt x="94111" y="48829"/>
                </a:cubicBezTo>
                <a:cubicBezTo>
                  <a:pt x="93611" y="48296"/>
                  <a:pt x="93179" y="47701"/>
                  <a:pt x="92832" y="47059"/>
                </a:cubicBezTo>
                <a:cubicBezTo>
                  <a:pt x="92734" y="46877"/>
                  <a:pt x="92644" y="46692"/>
                  <a:pt x="92557" y="46505"/>
                </a:cubicBezTo>
                <a:cubicBezTo>
                  <a:pt x="92513" y="46411"/>
                  <a:pt x="92470" y="46314"/>
                  <a:pt x="92430" y="46219"/>
                </a:cubicBezTo>
                <a:cubicBezTo>
                  <a:pt x="92419" y="46191"/>
                  <a:pt x="92408" y="46165"/>
                  <a:pt x="92394" y="46138"/>
                </a:cubicBezTo>
                <a:close/>
                <a:moveTo>
                  <a:pt x="85634" y="50096"/>
                </a:moveTo>
                <a:cubicBezTo>
                  <a:pt x="86025" y="50096"/>
                  <a:pt x="86416" y="50129"/>
                  <a:pt x="86797" y="50184"/>
                </a:cubicBezTo>
                <a:cubicBezTo>
                  <a:pt x="87555" y="50293"/>
                  <a:pt x="88294" y="50517"/>
                  <a:pt x="88985" y="50846"/>
                </a:cubicBezTo>
                <a:cubicBezTo>
                  <a:pt x="89277" y="50985"/>
                  <a:pt x="89571" y="51134"/>
                  <a:pt x="89847" y="51309"/>
                </a:cubicBezTo>
                <a:cubicBezTo>
                  <a:pt x="88856" y="51113"/>
                  <a:pt x="87882" y="50844"/>
                  <a:pt x="86899" y="50610"/>
                </a:cubicBezTo>
                <a:cubicBezTo>
                  <a:pt x="86896" y="50609"/>
                  <a:pt x="86893" y="50609"/>
                  <a:pt x="86890" y="50609"/>
                </a:cubicBezTo>
                <a:cubicBezTo>
                  <a:pt x="86851" y="50609"/>
                  <a:pt x="86841" y="50673"/>
                  <a:pt x="86879" y="50688"/>
                </a:cubicBezTo>
                <a:cubicBezTo>
                  <a:pt x="87667" y="51003"/>
                  <a:pt x="88498" y="51210"/>
                  <a:pt x="89335" y="51366"/>
                </a:cubicBezTo>
                <a:lnTo>
                  <a:pt x="89272" y="51366"/>
                </a:lnTo>
                <a:cubicBezTo>
                  <a:pt x="89225" y="51365"/>
                  <a:pt x="89177" y="51364"/>
                  <a:pt x="89131" y="51362"/>
                </a:cubicBezTo>
                <a:cubicBezTo>
                  <a:pt x="88741" y="51346"/>
                  <a:pt x="88353" y="51321"/>
                  <a:pt x="87968" y="51265"/>
                </a:cubicBezTo>
                <a:cubicBezTo>
                  <a:pt x="87199" y="51152"/>
                  <a:pt x="86440" y="50945"/>
                  <a:pt x="85722" y="50650"/>
                </a:cubicBezTo>
                <a:cubicBezTo>
                  <a:pt x="85375" y="50507"/>
                  <a:pt x="85034" y="50344"/>
                  <a:pt x="84703" y="50165"/>
                </a:cubicBezTo>
                <a:cubicBezTo>
                  <a:pt x="85009" y="50117"/>
                  <a:pt x="85321" y="50096"/>
                  <a:pt x="85634" y="50096"/>
                </a:cubicBezTo>
                <a:close/>
                <a:moveTo>
                  <a:pt x="95890" y="1"/>
                </a:moveTo>
                <a:cubicBezTo>
                  <a:pt x="95797" y="4"/>
                  <a:pt x="95703" y="7"/>
                  <a:pt x="95610" y="9"/>
                </a:cubicBezTo>
                <a:cubicBezTo>
                  <a:pt x="95621" y="474"/>
                  <a:pt x="95632" y="937"/>
                  <a:pt x="95641" y="1401"/>
                </a:cubicBezTo>
                <a:cubicBezTo>
                  <a:pt x="95666" y="2574"/>
                  <a:pt x="95689" y="3746"/>
                  <a:pt x="95711" y="4920"/>
                </a:cubicBezTo>
                <a:cubicBezTo>
                  <a:pt x="95754" y="7239"/>
                  <a:pt x="95783" y="9557"/>
                  <a:pt x="95802" y="11875"/>
                </a:cubicBezTo>
                <a:cubicBezTo>
                  <a:pt x="95838" y="16510"/>
                  <a:pt x="95836" y="21143"/>
                  <a:pt x="95770" y="25777"/>
                </a:cubicBezTo>
                <a:cubicBezTo>
                  <a:pt x="95767" y="25973"/>
                  <a:pt x="95765" y="26188"/>
                  <a:pt x="95760" y="26418"/>
                </a:cubicBezTo>
                <a:cubicBezTo>
                  <a:pt x="95760" y="26425"/>
                  <a:pt x="95798" y="31132"/>
                  <a:pt x="95803" y="31460"/>
                </a:cubicBezTo>
                <a:cubicBezTo>
                  <a:pt x="95831" y="33083"/>
                  <a:pt x="95848" y="34706"/>
                  <a:pt x="95859" y="36331"/>
                </a:cubicBezTo>
                <a:cubicBezTo>
                  <a:pt x="95814" y="35878"/>
                  <a:pt x="95758" y="35426"/>
                  <a:pt x="95692" y="34974"/>
                </a:cubicBezTo>
                <a:cubicBezTo>
                  <a:pt x="95552" y="34013"/>
                  <a:pt x="95372" y="33058"/>
                  <a:pt x="95155" y="32111"/>
                </a:cubicBezTo>
                <a:cubicBezTo>
                  <a:pt x="95094" y="31843"/>
                  <a:pt x="95029" y="31575"/>
                  <a:pt x="94962" y="31310"/>
                </a:cubicBezTo>
                <a:cubicBezTo>
                  <a:pt x="94898" y="31058"/>
                  <a:pt x="94839" y="30800"/>
                  <a:pt x="94740" y="30561"/>
                </a:cubicBezTo>
                <a:cubicBezTo>
                  <a:pt x="94749" y="30550"/>
                  <a:pt x="94756" y="30539"/>
                  <a:pt x="94761" y="30527"/>
                </a:cubicBezTo>
                <a:cubicBezTo>
                  <a:pt x="94819" y="30412"/>
                  <a:pt x="94760" y="30275"/>
                  <a:pt x="94665" y="30203"/>
                </a:cubicBezTo>
                <a:cubicBezTo>
                  <a:pt x="94610" y="30160"/>
                  <a:pt x="94545" y="30140"/>
                  <a:pt x="94476" y="30140"/>
                </a:cubicBezTo>
                <a:cubicBezTo>
                  <a:pt x="94467" y="30140"/>
                  <a:pt x="94458" y="30141"/>
                  <a:pt x="94449" y="30141"/>
                </a:cubicBezTo>
                <a:cubicBezTo>
                  <a:pt x="94398" y="30146"/>
                  <a:pt x="94334" y="30169"/>
                  <a:pt x="94303" y="30211"/>
                </a:cubicBezTo>
                <a:cubicBezTo>
                  <a:pt x="94287" y="30233"/>
                  <a:pt x="94276" y="30270"/>
                  <a:pt x="94270" y="30307"/>
                </a:cubicBezTo>
                <a:cubicBezTo>
                  <a:pt x="94249" y="30336"/>
                  <a:pt x="94235" y="30369"/>
                  <a:pt x="94230" y="30405"/>
                </a:cubicBezTo>
                <a:cubicBezTo>
                  <a:pt x="94223" y="30461"/>
                  <a:pt x="94239" y="30517"/>
                  <a:pt x="94270" y="30564"/>
                </a:cubicBezTo>
                <a:cubicBezTo>
                  <a:pt x="94319" y="30635"/>
                  <a:pt x="94411" y="30674"/>
                  <a:pt x="94497" y="30674"/>
                </a:cubicBezTo>
                <a:cubicBezTo>
                  <a:pt x="94498" y="30674"/>
                  <a:pt x="94500" y="30674"/>
                  <a:pt x="94501" y="30674"/>
                </a:cubicBezTo>
                <a:cubicBezTo>
                  <a:pt x="94525" y="30674"/>
                  <a:pt x="94550" y="30671"/>
                  <a:pt x="94574" y="30665"/>
                </a:cubicBezTo>
                <a:lnTo>
                  <a:pt x="94595" y="30669"/>
                </a:lnTo>
                <a:cubicBezTo>
                  <a:pt x="94628" y="30871"/>
                  <a:pt x="94684" y="31069"/>
                  <a:pt x="94734" y="31267"/>
                </a:cubicBezTo>
                <a:cubicBezTo>
                  <a:pt x="94793" y="31503"/>
                  <a:pt x="94849" y="31740"/>
                  <a:pt x="94903" y="31980"/>
                </a:cubicBezTo>
                <a:cubicBezTo>
                  <a:pt x="95009" y="32450"/>
                  <a:pt x="95107" y="32924"/>
                  <a:pt x="95195" y="33400"/>
                </a:cubicBezTo>
                <a:cubicBezTo>
                  <a:pt x="95360" y="34295"/>
                  <a:pt x="95489" y="35195"/>
                  <a:pt x="95591" y="36100"/>
                </a:cubicBezTo>
                <a:cubicBezTo>
                  <a:pt x="95453" y="35513"/>
                  <a:pt x="95277" y="34936"/>
                  <a:pt x="95058" y="34376"/>
                </a:cubicBezTo>
                <a:cubicBezTo>
                  <a:pt x="94942" y="34080"/>
                  <a:pt x="94814" y="33792"/>
                  <a:pt x="94673" y="33507"/>
                </a:cubicBezTo>
                <a:cubicBezTo>
                  <a:pt x="94542" y="33246"/>
                  <a:pt x="94403" y="32959"/>
                  <a:pt x="94190" y="32752"/>
                </a:cubicBezTo>
                <a:cubicBezTo>
                  <a:pt x="94189" y="32726"/>
                  <a:pt x="94183" y="32700"/>
                  <a:pt x="94174" y="32677"/>
                </a:cubicBezTo>
                <a:cubicBezTo>
                  <a:pt x="94152" y="32622"/>
                  <a:pt x="94102" y="32580"/>
                  <a:pt x="94046" y="32563"/>
                </a:cubicBezTo>
                <a:cubicBezTo>
                  <a:pt x="94035" y="32557"/>
                  <a:pt x="94025" y="32552"/>
                  <a:pt x="94014" y="32547"/>
                </a:cubicBezTo>
                <a:cubicBezTo>
                  <a:pt x="93990" y="32539"/>
                  <a:pt x="93965" y="32536"/>
                  <a:pt x="93941" y="32536"/>
                </a:cubicBezTo>
                <a:cubicBezTo>
                  <a:pt x="93880" y="32536"/>
                  <a:pt x="93820" y="32559"/>
                  <a:pt x="93773" y="32600"/>
                </a:cubicBezTo>
                <a:cubicBezTo>
                  <a:pt x="93699" y="32664"/>
                  <a:pt x="93667" y="32760"/>
                  <a:pt x="93700" y="32855"/>
                </a:cubicBezTo>
                <a:cubicBezTo>
                  <a:pt x="93724" y="32925"/>
                  <a:pt x="93790" y="32977"/>
                  <a:pt x="93862" y="32995"/>
                </a:cubicBezTo>
                <a:lnTo>
                  <a:pt x="93882" y="32999"/>
                </a:lnTo>
                <a:cubicBezTo>
                  <a:pt x="93895" y="33021"/>
                  <a:pt x="93911" y="33041"/>
                  <a:pt x="93933" y="33058"/>
                </a:cubicBezTo>
                <a:cubicBezTo>
                  <a:pt x="93946" y="33068"/>
                  <a:pt x="93965" y="33075"/>
                  <a:pt x="93983" y="33075"/>
                </a:cubicBezTo>
                <a:cubicBezTo>
                  <a:pt x="93987" y="33075"/>
                  <a:pt x="93992" y="33074"/>
                  <a:pt x="93996" y="33073"/>
                </a:cubicBezTo>
                <a:cubicBezTo>
                  <a:pt x="94018" y="33069"/>
                  <a:pt x="94032" y="33058"/>
                  <a:pt x="94047" y="33041"/>
                </a:cubicBezTo>
                <a:cubicBezTo>
                  <a:pt x="94070" y="33015"/>
                  <a:pt x="94091" y="32985"/>
                  <a:pt x="94107" y="32953"/>
                </a:cubicBezTo>
                <a:cubicBezTo>
                  <a:pt x="94109" y="32951"/>
                  <a:pt x="94111" y="32948"/>
                  <a:pt x="94113" y="32946"/>
                </a:cubicBezTo>
                <a:cubicBezTo>
                  <a:pt x="94193" y="33146"/>
                  <a:pt x="94305" y="33334"/>
                  <a:pt x="94403" y="33525"/>
                </a:cubicBezTo>
                <a:cubicBezTo>
                  <a:pt x="94529" y="33772"/>
                  <a:pt x="94649" y="34023"/>
                  <a:pt x="94757" y="34278"/>
                </a:cubicBezTo>
                <a:cubicBezTo>
                  <a:pt x="94975" y="34792"/>
                  <a:pt x="95154" y="35321"/>
                  <a:pt x="95299" y="35862"/>
                </a:cubicBezTo>
                <a:cubicBezTo>
                  <a:pt x="95593" y="36955"/>
                  <a:pt x="95750" y="38082"/>
                  <a:pt x="95838" y="39209"/>
                </a:cubicBezTo>
                <a:cubicBezTo>
                  <a:pt x="95849" y="39359"/>
                  <a:pt x="95860" y="39509"/>
                  <a:pt x="95869" y="39658"/>
                </a:cubicBezTo>
                <a:cubicBezTo>
                  <a:pt x="95869" y="40007"/>
                  <a:pt x="95868" y="40355"/>
                  <a:pt x="95866" y="40705"/>
                </a:cubicBezTo>
                <a:cubicBezTo>
                  <a:pt x="95825" y="40415"/>
                  <a:pt x="95775" y="40126"/>
                  <a:pt x="95721" y="39839"/>
                </a:cubicBezTo>
                <a:cubicBezTo>
                  <a:pt x="95571" y="39052"/>
                  <a:pt x="95371" y="38272"/>
                  <a:pt x="95123" y="37509"/>
                </a:cubicBezTo>
                <a:cubicBezTo>
                  <a:pt x="95020" y="37193"/>
                  <a:pt x="94897" y="36886"/>
                  <a:pt x="94754" y="36589"/>
                </a:cubicBezTo>
                <a:cubicBezTo>
                  <a:pt x="94816" y="36529"/>
                  <a:pt x="94854" y="36445"/>
                  <a:pt x="94834" y="36358"/>
                </a:cubicBezTo>
                <a:cubicBezTo>
                  <a:pt x="94826" y="36323"/>
                  <a:pt x="94814" y="36295"/>
                  <a:pt x="94793" y="36265"/>
                </a:cubicBezTo>
                <a:cubicBezTo>
                  <a:pt x="94778" y="36242"/>
                  <a:pt x="94757" y="36225"/>
                  <a:pt x="94737" y="36208"/>
                </a:cubicBezTo>
                <a:lnTo>
                  <a:pt x="94737" y="36208"/>
                </a:lnTo>
                <a:lnTo>
                  <a:pt x="94742" y="36213"/>
                </a:lnTo>
                <a:cubicBezTo>
                  <a:pt x="94729" y="36200"/>
                  <a:pt x="94716" y="36189"/>
                  <a:pt x="94701" y="36180"/>
                </a:cubicBezTo>
                <a:cubicBezTo>
                  <a:pt x="94669" y="36160"/>
                  <a:pt x="94640" y="36153"/>
                  <a:pt x="94605" y="36144"/>
                </a:cubicBezTo>
                <a:cubicBezTo>
                  <a:pt x="94590" y="36140"/>
                  <a:pt x="94574" y="36139"/>
                  <a:pt x="94559" y="36139"/>
                </a:cubicBezTo>
                <a:cubicBezTo>
                  <a:pt x="94525" y="36139"/>
                  <a:pt x="94491" y="36146"/>
                  <a:pt x="94459" y="36156"/>
                </a:cubicBezTo>
                <a:cubicBezTo>
                  <a:pt x="94436" y="36165"/>
                  <a:pt x="94414" y="36178"/>
                  <a:pt x="94394" y="36192"/>
                </a:cubicBezTo>
                <a:cubicBezTo>
                  <a:pt x="94366" y="36214"/>
                  <a:pt x="94345" y="36247"/>
                  <a:pt x="94344" y="36284"/>
                </a:cubicBezTo>
                <a:cubicBezTo>
                  <a:pt x="94343" y="36302"/>
                  <a:pt x="94344" y="36323"/>
                  <a:pt x="94347" y="36342"/>
                </a:cubicBezTo>
                <a:cubicBezTo>
                  <a:pt x="94355" y="36387"/>
                  <a:pt x="94376" y="36430"/>
                  <a:pt x="94404" y="36467"/>
                </a:cubicBezTo>
                <a:cubicBezTo>
                  <a:pt x="94402" y="36471"/>
                  <a:pt x="94398" y="36474"/>
                  <a:pt x="94396" y="36479"/>
                </a:cubicBezTo>
                <a:cubicBezTo>
                  <a:pt x="94382" y="36502"/>
                  <a:pt x="94371" y="36528"/>
                  <a:pt x="94378" y="36556"/>
                </a:cubicBezTo>
                <a:cubicBezTo>
                  <a:pt x="94383" y="36583"/>
                  <a:pt x="94398" y="36604"/>
                  <a:pt x="94418" y="36622"/>
                </a:cubicBezTo>
                <a:cubicBezTo>
                  <a:pt x="94458" y="36656"/>
                  <a:pt x="94507" y="36670"/>
                  <a:pt x="94557" y="36670"/>
                </a:cubicBezTo>
                <a:cubicBezTo>
                  <a:pt x="94600" y="36670"/>
                  <a:pt x="94643" y="36660"/>
                  <a:pt x="94683" y="36641"/>
                </a:cubicBezTo>
                <a:cubicBezTo>
                  <a:pt x="94770" y="36899"/>
                  <a:pt x="94854" y="37159"/>
                  <a:pt x="94937" y="37418"/>
                </a:cubicBezTo>
                <a:cubicBezTo>
                  <a:pt x="95056" y="37794"/>
                  <a:pt x="95177" y="38169"/>
                  <a:pt x="95278" y="38550"/>
                </a:cubicBezTo>
                <a:cubicBezTo>
                  <a:pt x="95485" y="39316"/>
                  <a:pt x="95641" y="40093"/>
                  <a:pt x="95772" y="40876"/>
                </a:cubicBezTo>
                <a:cubicBezTo>
                  <a:pt x="95803" y="41057"/>
                  <a:pt x="95827" y="41239"/>
                  <a:pt x="95853" y="41421"/>
                </a:cubicBezTo>
                <a:cubicBezTo>
                  <a:pt x="95764" y="40982"/>
                  <a:pt x="95640" y="40553"/>
                  <a:pt x="95473" y="40139"/>
                </a:cubicBezTo>
                <a:cubicBezTo>
                  <a:pt x="95294" y="39696"/>
                  <a:pt x="95062" y="39285"/>
                  <a:pt x="94790" y="38895"/>
                </a:cubicBezTo>
                <a:cubicBezTo>
                  <a:pt x="94779" y="38879"/>
                  <a:pt x="94763" y="38872"/>
                  <a:pt x="94747" y="38872"/>
                </a:cubicBezTo>
                <a:cubicBezTo>
                  <a:pt x="94718" y="38872"/>
                  <a:pt x="94688" y="38895"/>
                  <a:pt x="94684" y="38927"/>
                </a:cubicBezTo>
                <a:cubicBezTo>
                  <a:pt x="94584" y="39785"/>
                  <a:pt x="94623" y="40680"/>
                  <a:pt x="94772" y="41532"/>
                </a:cubicBezTo>
                <a:cubicBezTo>
                  <a:pt x="94848" y="41959"/>
                  <a:pt x="94951" y="42382"/>
                  <a:pt x="95081" y="42797"/>
                </a:cubicBezTo>
                <a:cubicBezTo>
                  <a:pt x="95210" y="43208"/>
                  <a:pt x="95375" y="43606"/>
                  <a:pt x="95542" y="44005"/>
                </a:cubicBezTo>
                <a:cubicBezTo>
                  <a:pt x="95649" y="44258"/>
                  <a:pt x="95755" y="44513"/>
                  <a:pt x="95838" y="44774"/>
                </a:cubicBezTo>
                <a:cubicBezTo>
                  <a:pt x="95835" y="45131"/>
                  <a:pt x="95831" y="45487"/>
                  <a:pt x="95825" y="45844"/>
                </a:cubicBezTo>
                <a:cubicBezTo>
                  <a:pt x="95662" y="45020"/>
                  <a:pt x="95416" y="44210"/>
                  <a:pt x="95095" y="43435"/>
                </a:cubicBezTo>
                <a:cubicBezTo>
                  <a:pt x="94980" y="43156"/>
                  <a:pt x="94854" y="42881"/>
                  <a:pt x="94718" y="42611"/>
                </a:cubicBezTo>
                <a:cubicBezTo>
                  <a:pt x="94580" y="42333"/>
                  <a:pt x="94418" y="42070"/>
                  <a:pt x="94272" y="41795"/>
                </a:cubicBezTo>
                <a:cubicBezTo>
                  <a:pt x="94262" y="41775"/>
                  <a:pt x="94241" y="41765"/>
                  <a:pt x="94221" y="41765"/>
                </a:cubicBezTo>
                <a:cubicBezTo>
                  <a:pt x="94196" y="41765"/>
                  <a:pt x="94173" y="41781"/>
                  <a:pt x="94171" y="41812"/>
                </a:cubicBezTo>
                <a:cubicBezTo>
                  <a:pt x="94131" y="42720"/>
                  <a:pt x="94239" y="43639"/>
                  <a:pt x="94404" y="44530"/>
                </a:cubicBezTo>
                <a:cubicBezTo>
                  <a:pt x="94569" y="45423"/>
                  <a:pt x="94812" y="46302"/>
                  <a:pt x="95128" y="47154"/>
                </a:cubicBezTo>
                <a:cubicBezTo>
                  <a:pt x="95308" y="47637"/>
                  <a:pt x="95511" y="48113"/>
                  <a:pt x="95736" y="48575"/>
                </a:cubicBezTo>
                <a:cubicBezTo>
                  <a:pt x="95747" y="48597"/>
                  <a:pt x="95761" y="48611"/>
                  <a:pt x="95778" y="48619"/>
                </a:cubicBezTo>
                <a:cubicBezTo>
                  <a:pt x="95775" y="48854"/>
                  <a:pt x="95769" y="49087"/>
                  <a:pt x="95765" y="49322"/>
                </a:cubicBezTo>
                <a:cubicBezTo>
                  <a:pt x="95496" y="48898"/>
                  <a:pt x="95250" y="48458"/>
                  <a:pt x="95028" y="48007"/>
                </a:cubicBezTo>
                <a:cubicBezTo>
                  <a:pt x="94888" y="47727"/>
                  <a:pt x="94762" y="47443"/>
                  <a:pt x="94644" y="47154"/>
                </a:cubicBezTo>
                <a:cubicBezTo>
                  <a:pt x="94584" y="47010"/>
                  <a:pt x="94526" y="46866"/>
                  <a:pt x="94471" y="46720"/>
                </a:cubicBezTo>
                <a:cubicBezTo>
                  <a:pt x="94418" y="46578"/>
                  <a:pt x="94370" y="46423"/>
                  <a:pt x="94298" y="46290"/>
                </a:cubicBezTo>
                <a:cubicBezTo>
                  <a:pt x="94291" y="46278"/>
                  <a:pt x="94281" y="46273"/>
                  <a:pt x="94270" y="46273"/>
                </a:cubicBezTo>
                <a:cubicBezTo>
                  <a:pt x="94254" y="46273"/>
                  <a:pt x="94238" y="46286"/>
                  <a:pt x="94239" y="46307"/>
                </a:cubicBezTo>
                <a:cubicBezTo>
                  <a:pt x="94250" y="46439"/>
                  <a:pt x="94292" y="46578"/>
                  <a:pt x="94331" y="46704"/>
                </a:cubicBezTo>
                <a:cubicBezTo>
                  <a:pt x="94371" y="46838"/>
                  <a:pt x="94414" y="46971"/>
                  <a:pt x="94458" y="47104"/>
                </a:cubicBezTo>
                <a:cubicBezTo>
                  <a:pt x="94546" y="47365"/>
                  <a:pt x="94646" y="47621"/>
                  <a:pt x="94753" y="47873"/>
                </a:cubicBezTo>
                <a:cubicBezTo>
                  <a:pt x="94770" y="47914"/>
                  <a:pt x="94787" y="47953"/>
                  <a:pt x="94804" y="47992"/>
                </a:cubicBezTo>
                <a:cubicBezTo>
                  <a:pt x="94358" y="47442"/>
                  <a:pt x="93817" y="46964"/>
                  <a:pt x="93241" y="46556"/>
                </a:cubicBezTo>
                <a:cubicBezTo>
                  <a:pt x="93064" y="46432"/>
                  <a:pt x="92883" y="46312"/>
                  <a:pt x="92698" y="46197"/>
                </a:cubicBezTo>
                <a:cubicBezTo>
                  <a:pt x="92602" y="46137"/>
                  <a:pt x="92505" y="46080"/>
                  <a:pt x="92409" y="46023"/>
                </a:cubicBezTo>
                <a:cubicBezTo>
                  <a:pt x="92315" y="45968"/>
                  <a:pt x="92222" y="45912"/>
                  <a:pt x="92116" y="45882"/>
                </a:cubicBezTo>
                <a:cubicBezTo>
                  <a:pt x="92112" y="45881"/>
                  <a:pt x="92108" y="45881"/>
                  <a:pt x="92105" y="45881"/>
                </a:cubicBezTo>
                <a:cubicBezTo>
                  <a:pt x="92077" y="45881"/>
                  <a:pt x="92062" y="45915"/>
                  <a:pt x="92086" y="45937"/>
                </a:cubicBezTo>
                <a:cubicBezTo>
                  <a:pt x="92134" y="45981"/>
                  <a:pt x="92187" y="46018"/>
                  <a:pt x="92244" y="46054"/>
                </a:cubicBezTo>
                <a:cubicBezTo>
                  <a:pt x="92260" y="46204"/>
                  <a:pt x="92335" y="46355"/>
                  <a:pt x="92392" y="46492"/>
                </a:cubicBezTo>
                <a:cubicBezTo>
                  <a:pt x="92461" y="46662"/>
                  <a:pt x="92541" y="46829"/>
                  <a:pt x="92624" y="46993"/>
                </a:cubicBezTo>
                <a:cubicBezTo>
                  <a:pt x="92794" y="47327"/>
                  <a:pt x="92987" y="47651"/>
                  <a:pt x="93199" y="47959"/>
                </a:cubicBezTo>
                <a:cubicBezTo>
                  <a:pt x="93620" y="48571"/>
                  <a:pt x="94123" y="49131"/>
                  <a:pt x="94689" y="49613"/>
                </a:cubicBezTo>
                <a:cubicBezTo>
                  <a:pt x="94848" y="49749"/>
                  <a:pt x="95013" y="49880"/>
                  <a:pt x="95182" y="50003"/>
                </a:cubicBezTo>
                <a:cubicBezTo>
                  <a:pt x="95266" y="50064"/>
                  <a:pt x="95352" y="50125"/>
                  <a:pt x="95438" y="50183"/>
                </a:cubicBezTo>
                <a:cubicBezTo>
                  <a:pt x="95523" y="50240"/>
                  <a:pt x="95612" y="50319"/>
                  <a:pt x="95720" y="50319"/>
                </a:cubicBezTo>
                <a:cubicBezTo>
                  <a:pt x="95727" y="50319"/>
                  <a:pt x="95734" y="50317"/>
                  <a:pt x="95742" y="50315"/>
                </a:cubicBezTo>
                <a:lnTo>
                  <a:pt x="95742" y="50315"/>
                </a:lnTo>
                <a:cubicBezTo>
                  <a:pt x="95738" y="50462"/>
                  <a:pt x="95734" y="50608"/>
                  <a:pt x="95731" y="50756"/>
                </a:cubicBezTo>
                <a:cubicBezTo>
                  <a:pt x="95610" y="50619"/>
                  <a:pt x="95476" y="50493"/>
                  <a:pt x="95341" y="50370"/>
                </a:cubicBezTo>
                <a:cubicBezTo>
                  <a:pt x="95125" y="50173"/>
                  <a:pt x="94902" y="49987"/>
                  <a:pt x="94667" y="49815"/>
                </a:cubicBezTo>
                <a:cubicBezTo>
                  <a:pt x="94193" y="49466"/>
                  <a:pt x="93684" y="49163"/>
                  <a:pt x="93152" y="48911"/>
                </a:cubicBezTo>
                <a:cubicBezTo>
                  <a:pt x="93000" y="48839"/>
                  <a:pt x="92845" y="48774"/>
                  <a:pt x="92687" y="48717"/>
                </a:cubicBezTo>
                <a:cubicBezTo>
                  <a:pt x="92608" y="48688"/>
                  <a:pt x="92527" y="48661"/>
                  <a:pt x="92448" y="48635"/>
                </a:cubicBezTo>
                <a:cubicBezTo>
                  <a:pt x="92438" y="48631"/>
                  <a:pt x="92429" y="48628"/>
                  <a:pt x="92418" y="48625"/>
                </a:cubicBezTo>
                <a:cubicBezTo>
                  <a:pt x="92422" y="48611"/>
                  <a:pt x="92425" y="48596"/>
                  <a:pt x="92427" y="48582"/>
                </a:cubicBezTo>
                <a:cubicBezTo>
                  <a:pt x="92429" y="48574"/>
                  <a:pt x="92431" y="48564"/>
                  <a:pt x="92431" y="48557"/>
                </a:cubicBezTo>
                <a:cubicBezTo>
                  <a:pt x="92431" y="48538"/>
                  <a:pt x="92432" y="48519"/>
                  <a:pt x="92427" y="48503"/>
                </a:cubicBezTo>
                <a:cubicBezTo>
                  <a:pt x="92423" y="48486"/>
                  <a:pt x="92418" y="48469"/>
                  <a:pt x="92411" y="48450"/>
                </a:cubicBezTo>
                <a:cubicBezTo>
                  <a:pt x="92409" y="48442"/>
                  <a:pt x="92404" y="48434"/>
                  <a:pt x="92399" y="48426"/>
                </a:cubicBezTo>
                <a:cubicBezTo>
                  <a:pt x="92388" y="48406"/>
                  <a:pt x="92377" y="48387"/>
                  <a:pt x="92362" y="48371"/>
                </a:cubicBezTo>
                <a:cubicBezTo>
                  <a:pt x="92348" y="48356"/>
                  <a:pt x="92332" y="48339"/>
                  <a:pt x="92313" y="48327"/>
                </a:cubicBezTo>
                <a:cubicBezTo>
                  <a:pt x="92277" y="48304"/>
                  <a:pt x="92252" y="48294"/>
                  <a:pt x="92209" y="48285"/>
                </a:cubicBezTo>
                <a:cubicBezTo>
                  <a:pt x="92203" y="48284"/>
                  <a:pt x="92200" y="48284"/>
                  <a:pt x="92195" y="48284"/>
                </a:cubicBezTo>
                <a:cubicBezTo>
                  <a:pt x="92175" y="48284"/>
                  <a:pt x="92154" y="48284"/>
                  <a:pt x="92135" y="48288"/>
                </a:cubicBezTo>
                <a:lnTo>
                  <a:pt x="92094" y="48300"/>
                </a:lnTo>
                <a:cubicBezTo>
                  <a:pt x="92074" y="48307"/>
                  <a:pt x="92057" y="48320"/>
                  <a:pt x="92043" y="48338"/>
                </a:cubicBezTo>
                <a:cubicBezTo>
                  <a:pt x="92032" y="48348"/>
                  <a:pt x="92024" y="48359"/>
                  <a:pt x="92019" y="48372"/>
                </a:cubicBezTo>
                <a:cubicBezTo>
                  <a:pt x="92006" y="48392"/>
                  <a:pt x="91999" y="48412"/>
                  <a:pt x="91998" y="48436"/>
                </a:cubicBezTo>
                <a:lnTo>
                  <a:pt x="91998" y="48458"/>
                </a:lnTo>
                <a:cubicBezTo>
                  <a:pt x="91998" y="48472"/>
                  <a:pt x="91999" y="48487"/>
                  <a:pt x="91999" y="48503"/>
                </a:cubicBezTo>
                <a:cubicBezTo>
                  <a:pt x="92002" y="48525"/>
                  <a:pt x="92010" y="48546"/>
                  <a:pt x="92022" y="48562"/>
                </a:cubicBezTo>
                <a:cubicBezTo>
                  <a:pt x="92027" y="48571"/>
                  <a:pt x="92033" y="48581"/>
                  <a:pt x="92042" y="48587"/>
                </a:cubicBezTo>
                <a:cubicBezTo>
                  <a:pt x="92041" y="48624"/>
                  <a:pt x="92047" y="48661"/>
                  <a:pt x="92061" y="48694"/>
                </a:cubicBezTo>
                <a:cubicBezTo>
                  <a:pt x="92069" y="48712"/>
                  <a:pt x="92081" y="48732"/>
                  <a:pt x="92096" y="48747"/>
                </a:cubicBezTo>
                <a:cubicBezTo>
                  <a:pt x="92107" y="48760"/>
                  <a:pt x="92119" y="48771"/>
                  <a:pt x="92131" y="48782"/>
                </a:cubicBezTo>
                <a:cubicBezTo>
                  <a:pt x="92152" y="48798"/>
                  <a:pt x="92182" y="48808"/>
                  <a:pt x="92211" y="48808"/>
                </a:cubicBezTo>
                <a:cubicBezTo>
                  <a:pt x="92221" y="48808"/>
                  <a:pt x="92230" y="48807"/>
                  <a:pt x="92240" y="48805"/>
                </a:cubicBezTo>
                <a:cubicBezTo>
                  <a:pt x="92274" y="48795"/>
                  <a:pt x="92296" y="48787"/>
                  <a:pt x="92326" y="48765"/>
                </a:cubicBezTo>
                <a:cubicBezTo>
                  <a:pt x="92335" y="48758"/>
                  <a:pt x="92344" y="48750"/>
                  <a:pt x="92352" y="48741"/>
                </a:cubicBezTo>
                <a:cubicBezTo>
                  <a:pt x="92425" y="48772"/>
                  <a:pt x="92500" y="48799"/>
                  <a:pt x="92570" y="48829"/>
                </a:cubicBezTo>
                <a:cubicBezTo>
                  <a:pt x="92703" y="48888"/>
                  <a:pt x="92835" y="48950"/>
                  <a:pt x="92967" y="49010"/>
                </a:cubicBezTo>
                <a:cubicBezTo>
                  <a:pt x="93232" y="49133"/>
                  <a:pt x="93492" y="49265"/>
                  <a:pt x="93744" y="49410"/>
                </a:cubicBezTo>
                <a:cubicBezTo>
                  <a:pt x="94041" y="49581"/>
                  <a:pt x="94326" y="49771"/>
                  <a:pt x="94602" y="49973"/>
                </a:cubicBezTo>
                <a:cubicBezTo>
                  <a:pt x="94579" y="49963"/>
                  <a:pt x="94556" y="49953"/>
                  <a:pt x="94534" y="49942"/>
                </a:cubicBezTo>
                <a:cubicBezTo>
                  <a:pt x="94420" y="49892"/>
                  <a:pt x="94303" y="49847"/>
                  <a:pt x="94186" y="49801"/>
                </a:cubicBezTo>
                <a:cubicBezTo>
                  <a:pt x="93957" y="49712"/>
                  <a:pt x="93724" y="49628"/>
                  <a:pt x="93493" y="49550"/>
                </a:cubicBezTo>
                <a:cubicBezTo>
                  <a:pt x="93025" y="49391"/>
                  <a:pt x="92549" y="49255"/>
                  <a:pt x="92068" y="49140"/>
                </a:cubicBezTo>
                <a:cubicBezTo>
                  <a:pt x="91816" y="49079"/>
                  <a:pt x="91558" y="49040"/>
                  <a:pt x="91301" y="49002"/>
                </a:cubicBezTo>
                <a:cubicBezTo>
                  <a:pt x="91300" y="48991"/>
                  <a:pt x="91296" y="48979"/>
                  <a:pt x="91292" y="48968"/>
                </a:cubicBezTo>
                <a:cubicBezTo>
                  <a:pt x="91290" y="48953"/>
                  <a:pt x="91283" y="48939"/>
                  <a:pt x="91274" y="48927"/>
                </a:cubicBezTo>
                <a:cubicBezTo>
                  <a:pt x="91272" y="48919"/>
                  <a:pt x="91269" y="48909"/>
                  <a:pt x="91267" y="48900"/>
                </a:cubicBezTo>
                <a:cubicBezTo>
                  <a:pt x="91258" y="48881"/>
                  <a:pt x="91246" y="48864"/>
                  <a:pt x="91229" y="48850"/>
                </a:cubicBezTo>
                <a:cubicBezTo>
                  <a:pt x="91215" y="48833"/>
                  <a:pt x="91197" y="48822"/>
                  <a:pt x="91175" y="48815"/>
                </a:cubicBezTo>
                <a:cubicBezTo>
                  <a:pt x="91160" y="48810"/>
                  <a:pt x="91147" y="48806"/>
                  <a:pt x="91132" y="48804"/>
                </a:cubicBezTo>
                <a:cubicBezTo>
                  <a:pt x="91130" y="48804"/>
                  <a:pt x="91130" y="48801"/>
                  <a:pt x="91129" y="48801"/>
                </a:cubicBezTo>
                <a:cubicBezTo>
                  <a:pt x="91125" y="48800"/>
                  <a:pt x="91104" y="48796"/>
                  <a:pt x="91102" y="48795"/>
                </a:cubicBezTo>
                <a:lnTo>
                  <a:pt x="91098" y="48795"/>
                </a:lnTo>
                <a:cubicBezTo>
                  <a:pt x="91094" y="48795"/>
                  <a:pt x="91090" y="48794"/>
                  <a:pt x="91087" y="48794"/>
                </a:cubicBezTo>
                <a:cubicBezTo>
                  <a:pt x="91078" y="48794"/>
                  <a:pt x="91069" y="48795"/>
                  <a:pt x="91060" y="48796"/>
                </a:cubicBezTo>
                <a:cubicBezTo>
                  <a:pt x="91045" y="48798"/>
                  <a:pt x="91031" y="48804"/>
                  <a:pt x="91015" y="48809"/>
                </a:cubicBezTo>
                <a:cubicBezTo>
                  <a:pt x="91000" y="48815"/>
                  <a:pt x="90987" y="48823"/>
                  <a:pt x="90973" y="48832"/>
                </a:cubicBezTo>
                <a:cubicBezTo>
                  <a:pt x="90960" y="48842"/>
                  <a:pt x="90949" y="48854"/>
                  <a:pt x="90938" y="48866"/>
                </a:cubicBezTo>
                <a:cubicBezTo>
                  <a:pt x="90935" y="48870"/>
                  <a:pt x="90933" y="48873"/>
                  <a:pt x="90932" y="48876"/>
                </a:cubicBezTo>
                <a:cubicBezTo>
                  <a:pt x="90924" y="48882"/>
                  <a:pt x="90917" y="48888"/>
                  <a:pt x="90912" y="48897"/>
                </a:cubicBezTo>
                <a:lnTo>
                  <a:pt x="90908" y="48905"/>
                </a:lnTo>
                <a:cubicBezTo>
                  <a:pt x="90901" y="48913"/>
                  <a:pt x="90895" y="48921"/>
                  <a:pt x="90891" y="48931"/>
                </a:cubicBezTo>
                <a:cubicBezTo>
                  <a:pt x="90883" y="48942"/>
                  <a:pt x="90879" y="48953"/>
                  <a:pt x="90878" y="48966"/>
                </a:cubicBezTo>
                <a:cubicBezTo>
                  <a:pt x="90871" y="48986"/>
                  <a:pt x="90871" y="49005"/>
                  <a:pt x="90873" y="49024"/>
                </a:cubicBezTo>
                <a:cubicBezTo>
                  <a:pt x="90878" y="49041"/>
                  <a:pt x="90882" y="49057"/>
                  <a:pt x="90889" y="49074"/>
                </a:cubicBezTo>
                <a:cubicBezTo>
                  <a:pt x="90890" y="49075"/>
                  <a:pt x="90890" y="49078"/>
                  <a:pt x="90891" y="49079"/>
                </a:cubicBezTo>
                <a:cubicBezTo>
                  <a:pt x="90891" y="49080"/>
                  <a:pt x="90893" y="49081"/>
                  <a:pt x="90893" y="49081"/>
                </a:cubicBezTo>
                <a:lnTo>
                  <a:pt x="90913" y="49114"/>
                </a:lnTo>
                <a:lnTo>
                  <a:pt x="90915" y="49117"/>
                </a:lnTo>
                <a:cubicBezTo>
                  <a:pt x="90923" y="49124"/>
                  <a:pt x="90933" y="49133"/>
                  <a:pt x="90940" y="49141"/>
                </a:cubicBezTo>
                <a:cubicBezTo>
                  <a:pt x="90944" y="49144"/>
                  <a:pt x="90948" y="49147"/>
                  <a:pt x="90950" y="49150"/>
                </a:cubicBezTo>
                <a:cubicBezTo>
                  <a:pt x="90951" y="49151"/>
                  <a:pt x="90955" y="49152"/>
                  <a:pt x="90956" y="49153"/>
                </a:cubicBezTo>
                <a:cubicBezTo>
                  <a:pt x="90968" y="49162"/>
                  <a:pt x="90982" y="49168"/>
                  <a:pt x="90995" y="49175"/>
                </a:cubicBezTo>
                <a:cubicBezTo>
                  <a:pt x="91015" y="49185"/>
                  <a:pt x="91039" y="49190"/>
                  <a:pt x="91060" y="49194"/>
                </a:cubicBezTo>
                <a:cubicBezTo>
                  <a:pt x="91065" y="49195"/>
                  <a:pt x="91069" y="49195"/>
                  <a:pt x="91074" y="49195"/>
                </a:cubicBezTo>
                <a:lnTo>
                  <a:pt x="91082" y="49195"/>
                </a:lnTo>
                <a:cubicBezTo>
                  <a:pt x="91094" y="49197"/>
                  <a:pt x="91106" y="49199"/>
                  <a:pt x="91118" y="49199"/>
                </a:cubicBezTo>
                <a:cubicBezTo>
                  <a:pt x="91129" y="49199"/>
                  <a:pt x="91140" y="49198"/>
                  <a:pt x="91151" y="49196"/>
                </a:cubicBezTo>
                <a:lnTo>
                  <a:pt x="91148" y="49196"/>
                </a:lnTo>
                <a:cubicBezTo>
                  <a:pt x="91149" y="49196"/>
                  <a:pt x="91149" y="49196"/>
                  <a:pt x="91151" y="49195"/>
                </a:cubicBezTo>
                <a:cubicBezTo>
                  <a:pt x="91158" y="49194"/>
                  <a:pt x="91163" y="49191"/>
                  <a:pt x="91169" y="49190"/>
                </a:cubicBezTo>
                <a:cubicBezTo>
                  <a:pt x="91174" y="49189"/>
                  <a:pt x="91179" y="49188"/>
                  <a:pt x="91182" y="49185"/>
                </a:cubicBezTo>
                <a:cubicBezTo>
                  <a:pt x="91185" y="49184"/>
                  <a:pt x="91188" y="49184"/>
                  <a:pt x="91191" y="49183"/>
                </a:cubicBezTo>
                <a:lnTo>
                  <a:pt x="91190" y="49183"/>
                </a:lnTo>
                <a:cubicBezTo>
                  <a:pt x="91191" y="49183"/>
                  <a:pt x="91192" y="49180"/>
                  <a:pt x="91195" y="49180"/>
                </a:cubicBezTo>
                <a:cubicBezTo>
                  <a:pt x="91223" y="49168"/>
                  <a:pt x="91248" y="49147"/>
                  <a:pt x="91264" y="49123"/>
                </a:cubicBezTo>
                <a:cubicBezTo>
                  <a:pt x="91274" y="49109"/>
                  <a:pt x="91280" y="49100"/>
                  <a:pt x="91284" y="49089"/>
                </a:cubicBezTo>
                <a:cubicBezTo>
                  <a:pt x="92219" y="49310"/>
                  <a:pt x="93152" y="49553"/>
                  <a:pt x="94056" y="49883"/>
                </a:cubicBezTo>
                <a:cubicBezTo>
                  <a:pt x="94186" y="49931"/>
                  <a:pt x="94314" y="49982"/>
                  <a:pt x="94444" y="50029"/>
                </a:cubicBezTo>
                <a:cubicBezTo>
                  <a:pt x="94508" y="50052"/>
                  <a:pt x="94573" y="50078"/>
                  <a:pt x="94639" y="50101"/>
                </a:cubicBezTo>
                <a:cubicBezTo>
                  <a:pt x="94702" y="50124"/>
                  <a:pt x="94770" y="50134"/>
                  <a:pt x="94836" y="50149"/>
                </a:cubicBezTo>
                <a:lnTo>
                  <a:pt x="94841" y="50149"/>
                </a:lnTo>
                <a:cubicBezTo>
                  <a:pt x="94952" y="50235"/>
                  <a:pt x="95061" y="50325"/>
                  <a:pt x="95166" y="50415"/>
                </a:cubicBezTo>
                <a:cubicBezTo>
                  <a:pt x="95357" y="50578"/>
                  <a:pt x="95536" y="50754"/>
                  <a:pt x="95727" y="50918"/>
                </a:cubicBezTo>
                <a:cubicBezTo>
                  <a:pt x="95725" y="51046"/>
                  <a:pt x="95721" y="51177"/>
                  <a:pt x="95718" y="51305"/>
                </a:cubicBezTo>
                <a:cubicBezTo>
                  <a:pt x="95497" y="51305"/>
                  <a:pt x="95275" y="51310"/>
                  <a:pt x="95053" y="51313"/>
                </a:cubicBezTo>
                <a:cubicBezTo>
                  <a:pt x="94244" y="51310"/>
                  <a:pt x="93433" y="51234"/>
                  <a:pt x="92642" y="51057"/>
                </a:cubicBezTo>
                <a:cubicBezTo>
                  <a:pt x="91731" y="50853"/>
                  <a:pt x="90850" y="50518"/>
                  <a:pt x="90029" y="50074"/>
                </a:cubicBezTo>
                <a:cubicBezTo>
                  <a:pt x="89670" y="49881"/>
                  <a:pt x="89324" y="49662"/>
                  <a:pt x="88991" y="49424"/>
                </a:cubicBezTo>
                <a:lnTo>
                  <a:pt x="88991" y="49424"/>
                </a:lnTo>
                <a:cubicBezTo>
                  <a:pt x="89874" y="49570"/>
                  <a:pt x="90757" y="49716"/>
                  <a:pt x="91641" y="49854"/>
                </a:cubicBezTo>
                <a:cubicBezTo>
                  <a:pt x="92436" y="49977"/>
                  <a:pt x="93238" y="50132"/>
                  <a:pt x="93970" y="50474"/>
                </a:cubicBezTo>
                <a:cubicBezTo>
                  <a:pt x="94305" y="50630"/>
                  <a:pt x="94622" y="50831"/>
                  <a:pt x="94894" y="51079"/>
                </a:cubicBezTo>
                <a:cubicBezTo>
                  <a:pt x="93992" y="50912"/>
                  <a:pt x="93115" y="50627"/>
                  <a:pt x="92280" y="50243"/>
                </a:cubicBezTo>
                <a:cubicBezTo>
                  <a:pt x="92024" y="50125"/>
                  <a:pt x="91764" y="50017"/>
                  <a:pt x="91506" y="49902"/>
                </a:cubicBezTo>
                <a:cubicBezTo>
                  <a:pt x="91500" y="49899"/>
                  <a:pt x="91495" y="49898"/>
                  <a:pt x="91490" y="49898"/>
                </a:cubicBezTo>
                <a:cubicBezTo>
                  <a:pt x="91454" y="49898"/>
                  <a:pt x="91432" y="49951"/>
                  <a:pt x="91467" y="49974"/>
                </a:cubicBezTo>
                <a:cubicBezTo>
                  <a:pt x="92300" y="50537"/>
                  <a:pt x="93283" y="50870"/>
                  <a:pt x="94257" y="51097"/>
                </a:cubicBezTo>
                <a:cubicBezTo>
                  <a:pt x="94537" y="51161"/>
                  <a:pt x="94819" y="51216"/>
                  <a:pt x="95103" y="51260"/>
                </a:cubicBezTo>
                <a:cubicBezTo>
                  <a:pt x="95106" y="51261"/>
                  <a:pt x="95109" y="51261"/>
                  <a:pt x="95112" y="51261"/>
                </a:cubicBezTo>
                <a:cubicBezTo>
                  <a:pt x="95166" y="51261"/>
                  <a:pt x="95207" y="51186"/>
                  <a:pt x="95166" y="51145"/>
                </a:cubicBezTo>
                <a:cubicBezTo>
                  <a:pt x="94596" y="50559"/>
                  <a:pt x="93839" y="50226"/>
                  <a:pt x="93062" y="50015"/>
                </a:cubicBezTo>
                <a:cubicBezTo>
                  <a:pt x="92665" y="49908"/>
                  <a:pt x="92262" y="49828"/>
                  <a:pt x="91857" y="49751"/>
                </a:cubicBezTo>
                <a:cubicBezTo>
                  <a:pt x="91374" y="49660"/>
                  <a:pt x="90890" y="49569"/>
                  <a:pt x="90405" y="49487"/>
                </a:cubicBezTo>
                <a:cubicBezTo>
                  <a:pt x="89824" y="49388"/>
                  <a:pt x="89243" y="49290"/>
                  <a:pt x="88662" y="49191"/>
                </a:cubicBezTo>
                <a:cubicBezTo>
                  <a:pt x="88657" y="49191"/>
                  <a:pt x="88652" y="49190"/>
                  <a:pt x="88648" y="49190"/>
                </a:cubicBezTo>
                <a:cubicBezTo>
                  <a:pt x="88569" y="49190"/>
                  <a:pt x="88541" y="49302"/>
                  <a:pt x="88601" y="49348"/>
                </a:cubicBezTo>
                <a:cubicBezTo>
                  <a:pt x="89354" y="49931"/>
                  <a:pt x="90190" y="50405"/>
                  <a:pt x="91077" y="50751"/>
                </a:cubicBezTo>
                <a:cubicBezTo>
                  <a:pt x="91215" y="50805"/>
                  <a:pt x="91356" y="50855"/>
                  <a:pt x="91497" y="50903"/>
                </a:cubicBezTo>
                <a:cubicBezTo>
                  <a:pt x="91070" y="50802"/>
                  <a:pt x="90646" y="50690"/>
                  <a:pt x="90226" y="50561"/>
                </a:cubicBezTo>
                <a:cubicBezTo>
                  <a:pt x="89644" y="50377"/>
                  <a:pt x="89071" y="50166"/>
                  <a:pt x="88510" y="49927"/>
                </a:cubicBezTo>
                <a:cubicBezTo>
                  <a:pt x="88123" y="49664"/>
                  <a:pt x="87739" y="49391"/>
                  <a:pt x="87377" y="49095"/>
                </a:cubicBezTo>
                <a:cubicBezTo>
                  <a:pt x="87185" y="48938"/>
                  <a:pt x="87000" y="48772"/>
                  <a:pt x="86816" y="48604"/>
                </a:cubicBezTo>
                <a:cubicBezTo>
                  <a:pt x="86639" y="48443"/>
                  <a:pt x="86457" y="48288"/>
                  <a:pt x="86284" y="48121"/>
                </a:cubicBezTo>
                <a:cubicBezTo>
                  <a:pt x="86289" y="48121"/>
                  <a:pt x="86293" y="48121"/>
                  <a:pt x="86297" y="48119"/>
                </a:cubicBezTo>
                <a:cubicBezTo>
                  <a:pt x="86298" y="48119"/>
                  <a:pt x="86300" y="48119"/>
                  <a:pt x="86303" y="48118"/>
                </a:cubicBezTo>
                <a:cubicBezTo>
                  <a:pt x="86312" y="48117"/>
                  <a:pt x="86323" y="48113"/>
                  <a:pt x="86333" y="48109"/>
                </a:cubicBezTo>
                <a:cubicBezTo>
                  <a:pt x="86364" y="48095"/>
                  <a:pt x="86385" y="48070"/>
                  <a:pt x="86400" y="48040"/>
                </a:cubicBezTo>
                <a:cubicBezTo>
                  <a:pt x="86405" y="48029"/>
                  <a:pt x="86408" y="48015"/>
                  <a:pt x="86409" y="48004"/>
                </a:cubicBezTo>
                <a:cubicBezTo>
                  <a:pt x="86413" y="47992"/>
                  <a:pt x="86411" y="47980"/>
                  <a:pt x="86409" y="47967"/>
                </a:cubicBezTo>
                <a:cubicBezTo>
                  <a:pt x="86409" y="47964"/>
                  <a:pt x="86409" y="47960"/>
                  <a:pt x="86408" y="47956"/>
                </a:cubicBezTo>
                <a:cubicBezTo>
                  <a:pt x="86405" y="47944"/>
                  <a:pt x="86402" y="47932"/>
                  <a:pt x="86397" y="47920"/>
                </a:cubicBezTo>
                <a:cubicBezTo>
                  <a:pt x="86392" y="47909"/>
                  <a:pt x="86385" y="47898"/>
                  <a:pt x="86378" y="47888"/>
                </a:cubicBezTo>
                <a:cubicBezTo>
                  <a:pt x="86375" y="47884"/>
                  <a:pt x="86374" y="47881"/>
                  <a:pt x="86371" y="47878"/>
                </a:cubicBezTo>
                <a:cubicBezTo>
                  <a:pt x="86363" y="47870"/>
                  <a:pt x="86353" y="47859"/>
                  <a:pt x="86344" y="47852"/>
                </a:cubicBezTo>
                <a:cubicBezTo>
                  <a:pt x="86333" y="47845"/>
                  <a:pt x="86322" y="47838"/>
                  <a:pt x="86309" y="47834"/>
                </a:cubicBezTo>
                <a:cubicBezTo>
                  <a:pt x="86289" y="47827"/>
                  <a:pt x="86273" y="47826"/>
                  <a:pt x="86255" y="47826"/>
                </a:cubicBezTo>
                <a:cubicBezTo>
                  <a:pt x="86246" y="47823"/>
                  <a:pt x="86238" y="47821"/>
                  <a:pt x="86228" y="47821"/>
                </a:cubicBezTo>
                <a:lnTo>
                  <a:pt x="86217" y="47821"/>
                </a:lnTo>
                <a:cubicBezTo>
                  <a:pt x="86204" y="47816"/>
                  <a:pt x="86192" y="47814"/>
                  <a:pt x="86179" y="47814"/>
                </a:cubicBezTo>
                <a:cubicBezTo>
                  <a:pt x="86172" y="47814"/>
                  <a:pt x="86164" y="47815"/>
                  <a:pt x="86156" y="47816"/>
                </a:cubicBezTo>
                <a:cubicBezTo>
                  <a:pt x="86144" y="47821"/>
                  <a:pt x="86129" y="47824"/>
                  <a:pt x="86117" y="47828"/>
                </a:cubicBezTo>
                <a:cubicBezTo>
                  <a:pt x="86092" y="47839"/>
                  <a:pt x="86072" y="47856"/>
                  <a:pt x="86056" y="47878"/>
                </a:cubicBezTo>
                <a:cubicBezTo>
                  <a:pt x="86050" y="47883"/>
                  <a:pt x="86046" y="47890"/>
                  <a:pt x="86040" y="47898"/>
                </a:cubicBezTo>
                <a:cubicBezTo>
                  <a:pt x="86029" y="47915"/>
                  <a:pt x="86020" y="47932"/>
                  <a:pt x="86012" y="47950"/>
                </a:cubicBezTo>
                <a:cubicBezTo>
                  <a:pt x="86003" y="47970"/>
                  <a:pt x="85999" y="47992"/>
                  <a:pt x="85995" y="48011"/>
                </a:cubicBezTo>
                <a:cubicBezTo>
                  <a:pt x="85993" y="48020"/>
                  <a:pt x="85992" y="48026"/>
                  <a:pt x="85992" y="48035"/>
                </a:cubicBezTo>
                <a:cubicBezTo>
                  <a:pt x="85992" y="48048"/>
                  <a:pt x="85993" y="48062"/>
                  <a:pt x="85993" y="48076"/>
                </a:cubicBezTo>
                <a:cubicBezTo>
                  <a:pt x="85996" y="48096"/>
                  <a:pt x="86003" y="48114"/>
                  <a:pt x="86015" y="48130"/>
                </a:cubicBezTo>
                <a:cubicBezTo>
                  <a:pt x="86021" y="48141"/>
                  <a:pt x="86028" y="48151"/>
                  <a:pt x="86039" y="48159"/>
                </a:cubicBezTo>
                <a:cubicBezTo>
                  <a:pt x="86040" y="48161"/>
                  <a:pt x="86042" y="48163"/>
                  <a:pt x="86043" y="48165"/>
                </a:cubicBezTo>
                <a:cubicBezTo>
                  <a:pt x="86045" y="48167"/>
                  <a:pt x="86046" y="48169"/>
                  <a:pt x="86047" y="48170"/>
                </a:cubicBezTo>
                <a:cubicBezTo>
                  <a:pt x="86051" y="48175"/>
                  <a:pt x="86057" y="48180"/>
                  <a:pt x="86062" y="48184"/>
                </a:cubicBezTo>
                <a:cubicBezTo>
                  <a:pt x="86069" y="48194"/>
                  <a:pt x="86079" y="48200"/>
                  <a:pt x="86090" y="48203"/>
                </a:cubicBezTo>
                <a:cubicBezTo>
                  <a:pt x="86095" y="48207"/>
                  <a:pt x="86100" y="48211"/>
                  <a:pt x="86106" y="48212"/>
                </a:cubicBezTo>
                <a:lnTo>
                  <a:pt x="86140" y="48219"/>
                </a:lnTo>
                <a:cubicBezTo>
                  <a:pt x="86145" y="48220"/>
                  <a:pt x="86150" y="48221"/>
                  <a:pt x="86155" y="48221"/>
                </a:cubicBezTo>
                <a:cubicBezTo>
                  <a:pt x="86167" y="48221"/>
                  <a:pt x="86179" y="48218"/>
                  <a:pt x="86191" y="48214"/>
                </a:cubicBezTo>
                <a:cubicBezTo>
                  <a:pt x="86202" y="48213"/>
                  <a:pt x="86212" y="48207"/>
                  <a:pt x="86222" y="48201"/>
                </a:cubicBezTo>
                <a:cubicBezTo>
                  <a:pt x="86229" y="48196"/>
                  <a:pt x="86237" y="48191"/>
                  <a:pt x="86244" y="48184"/>
                </a:cubicBezTo>
                <a:cubicBezTo>
                  <a:pt x="86391" y="48364"/>
                  <a:pt x="86537" y="48541"/>
                  <a:pt x="86706" y="48705"/>
                </a:cubicBezTo>
                <a:cubicBezTo>
                  <a:pt x="86888" y="48883"/>
                  <a:pt x="87084" y="49047"/>
                  <a:pt x="87282" y="49207"/>
                </a:cubicBezTo>
                <a:cubicBezTo>
                  <a:pt x="87474" y="49359"/>
                  <a:pt x="87671" y="49502"/>
                  <a:pt x="87874" y="49635"/>
                </a:cubicBezTo>
                <a:cubicBezTo>
                  <a:pt x="87617" y="49513"/>
                  <a:pt x="87364" y="49386"/>
                  <a:pt x="87112" y="49251"/>
                </a:cubicBezTo>
                <a:cubicBezTo>
                  <a:pt x="86831" y="49100"/>
                  <a:pt x="86553" y="48941"/>
                  <a:pt x="86278" y="48779"/>
                </a:cubicBezTo>
                <a:cubicBezTo>
                  <a:pt x="86003" y="48619"/>
                  <a:pt x="85735" y="48449"/>
                  <a:pt x="85454" y="48300"/>
                </a:cubicBezTo>
                <a:cubicBezTo>
                  <a:pt x="85446" y="48296"/>
                  <a:pt x="85439" y="48294"/>
                  <a:pt x="85432" y="48294"/>
                </a:cubicBezTo>
                <a:cubicBezTo>
                  <a:pt x="85391" y="48294"/>
                  <a:pt x="85370" y="48359"/>
                  <a:pt x="85405" y="48390"/>
                </a:cubicBezTo>
                <a:cubicBezTo>
                  <a:pt x="85834" y="48763"/>
                  <a:pt x="86338" y="49058"/>
                  <a:pt x="86833" y="49334"/>
                </a:cubicBezTo>
                <a:cubicBezTo>
                  <a:pt x="87046" y="49453"/>
                  <a:pt x="87264" y="49565"/>
                  <a:pt x="87480" y="49675"/>
                </a:cubicBezTo>
                <a:cubicBezTo>
                  <a:pt x="87308" y="49627"/>
                  <a:pt x="87133" y="49579"/>
                  <a:pt x="86962" y="49525"/>
                </a:cubicBezTo>
                <a:cubicBezTo>
                  <a:pt x="86531" y="49391"/>
                  <a:pt x="86101" y="49262"/>
                  <a:pt x="85677" y="49111"/>
                </a:cubicBezTo>
                <a:cubicBezTo>
                  <a:pt x="85673" y="49110"/>
                  <a:pt x="85669" y="49109"/>
                  <a:pt x="85665" y="49109"/>
                </a:cubicBezTo>
                <a:cubicBezTo>
                  <a:pt x="85635" y="49109"/>
                  <a:pt x="85613" y="49152"/>
                  <a:pt x="85645" y="49169"/>
                </a:cubicBezTo>
                <a:cubicBezTo>
                  <a:pt x="86042" y="49393"/>
                  <a:pt x="86448" y="49589"/>
                  <a:pt x="86883" y="49724"/>
                </a:cubicBezTo>
                <a:cubicBezTo>
                  <a:pt x="87100" y="49792"/>
                  <a:pt x="87320" y="49855"/>
                  <a:pt x="87542" y="49903"/>
                </a:cubicBezTo>
                <a:cubicBezTo>
                  <a:pt x="87650" y="49926"/>
                  <a:pt x="87759" y="49951"/>
                  <a:pt x="87869" y="49968"/>
                </a:cubicBezTo>
                <a:cubicBezTo>
                  <a:pt x="87933" y="49978"/>
                  <a:pt x="88001" y="49987"/>
                  <a:pt x="88067" y="49987"/>
                </a:cubicBezTo>
                <a:cubicBezTo>
                  <a:pt x="88088" y="49987"/>
                  <a:pt x="88108" y="49986"/>
                  <a:pt x="88128" y="49984"/>
                </a:cubicBezTo>
                <a:cubicBezTo>
                  <a:pt x="88210" y="50020"/>
                  <a:pt x="88292" y="50058"/>
                  <a:pt x="88375" y="50095"/>
                </a:cubicBezTo>
                <a:cubicBezTo>
                  <a:pt x="89423" y="50550"/>
                  <a:pt x="90517" y="50893"/>
                  <a:pt x="91635" y="51133"/>
                </a:cubicBezTo>
                <a:cubicBezTo>
                  <a:pt x="91948" y="51200"/>
                  <a:pt x="92263" y="51249"/>
                  <a:pt x="92580" y="51294"/>
                </a:cubicBezTo>
                <a:cubicBezTo>
                  <a:pt x="92662" y="51307"/>
                  <a:pt x="92745" y="51318"/>
                  <a:pt x="92827" y="51327"/>
                </a:cubicBezTo>
                <a:cubicBezTo>
                  <a:pt x="92300" y="51333"/>
                  <a:pt x="91772" y="51338"/>
                  <a:pt x="91245" y="51346"/>
                </a:cubicBezTo>
                <a:cubicBezTo>
                  <a:pt x="90884" y="51349"/>
                  <a:pt x="90525" y="51354"/>
                  <a:pt x="90166" y="51357"/>
                </a:cubicBezTo>
                <a:cubicBezTo>
                  <a:pt x="89858" y="51139"/>
                  <a:pt x="89548" y="50926"/>
                  <a:pt x="89210" y="50756"/>
                </a:cubicBezTo>
                <a:cubicBezTo>
                  <a:pt x="88859" y="50581"/>
                  <a:pt x="88496" y="50432"/>
                  <a:pt x="88123" y="50314"/>
                </a:cubicBezTo>
                <a:cubicBezTo>
                  <a:pt x="87378" y="50075"/>
                  <a:pt x="86601" y="49949"/>
                  <a:pt x="85819" y="49949"/>
                </a:cubicBezTo>
                <a:cubicBezTo>
                  <a:pt x="85815" y="49949"/>
                  <a:pt x="85812" y="49949"/>
                  <a:pt x="85809" y="49949"/>
                </a:cubicBezTo>
                <a:cubicBezTo>
                  <a:pt x="85365" y="49951"/>
                  <a:pt x="84931" y="50001"/>
                  <a:pt x="84494" y="50063"/>
                </a:cubicBezTo>
                <a:cubicBezTo>
                  <a:pt x="84438" y="50072"/>
                  <a:pt x="84415" y="50154"/>
                  <a:pt x="84466" y="50187"/>
                </a:cubicBezTo>
                <a:cubicBezTo>
                  <a:pt x="85188" y="50646"/>
                  <a:pt x="85980" y="50989"/>
                  <a:pt x="86804" y="51215"/>
                </a:cubicBezTo>
                <a:lnTo>
                  <a:pt x="86557" y="51190"/>
                </a:lnTo>
                <a:cubicBezTo>
                  <a:pt x="86168" y="51148"/>
                  <a:pt x="85781" y="51097"/>
                  <a:pt x="85397" y="51029"/>
                </a:cubicBezTo>
                <a:cubicBezTo>
                  <a:pt x="85194" y="50992"/>
                  <a:pt x="84992" y="50952"/>
                  <a:pt x="84791" y="50908"/>
                </a:cubicBezTo>
                <a:cubicBezTo>
                  <a:pt x="84754" y="50891"/>
                  <a:pt x="84717" y="50876"/>
                  <a:pt x="84681" y="50859"/>
                </a:cubicBezTo>
                <a:cubicBezTo>
                  <a:pt x="84591" y="50820"/>
                  <a:pt x="84502" y="50778"/>
                  <a:pt x="84412" y="50734"/>
                </a:cubicBezTo>
                <a:cubicBezTo>
                  <a:pt x="84227" y="50645"/>
                  <a:pt x="84044" y="50550"/>
                  <a:pt x="83867" y="50448"/>
                </a:cubicBezTo>
                <a:cubicBezTo>
                  <a:pt x="83520" y="50249"/>
                  <a:pt x="83196" y="50017"/>
                  <a:pt x="82857" y="49805"/>
                </a:cubicBezTo>
                <a:cubicBezTo>
                  <a:pt x="82851" y="49801"/>
                  <a:pt x="82844" y="49800"/>
                  <a:pt x="82838" y="49800"/>
                </a:cubicBezTo>
                <a:cubicBezTo>
                  <a:pt x="82812" y="49800"/>
                  <a:pt x="82794" y="49835"/>
                  <a:pt x="82818" y="49858"/>
                </a:cubicBezTo>
                <a:cubicBezTo>
                  <a:pt x="83116" y="50127"/>
                  <a:pt x="83470" y="50341"/>
                  <a:pt x="83818" y="50535"/>
                </a:cubicBezTo>
                <a:cubicBezTo>
                  <a:pt x="83986" y="50629"/>
                  <a:pt x="84156" y="50717"/>
                  <a:pt x="84328" y="50799"/>
                </a:cubicBezTo>
                <a:cubicBezTo>
                  <a:pt x="83915" y="50695"/>
                  <a:pt x="83505" y="50574"/>
                  <a:pt x="83102" y="50437"/>
                </a:cubicBezTo>
                <a:cubicBezTo>
                  <a:pt x="82893" y="50365"/>
                  <a:pt x="82684" y="50293"/>
                  <a:pt x="82477" y="50217"/>
                </a:cubicBezTo>
                <a:cubicBezTo>
                  <a:pt x="82269" y="50141"/>
                  <a:pt x="82058" y="50075"/>
                  <a:pt x="81851" y="50001"/>
                </a:cubicBezTo>
                <a:cubicBezTo>
                  <a:pt x="81848" y="49998"/>
                  <a:pt x="81845" y="49998"/>
                  <a:pt x="81842" y="49998"/>
                </a:cubicBezTo>
                <a:cubicBezTo>
                  <a:pt x="81862" y="49970"/>
                  <a:pt x="81870" y="49935"/>
                  <a:pt x="81864" y="49900"/>
                </a:cubicBezTo>
                <a:cubicBezTo>
                  <a:pt x="81861" y="49875"/>
                  <a:pt x="81850" y="49854"/>
                  <a:pt x="81836" y="49834"/>
                </a:cubicBezTo>
                <a:cubicBezTo>
                  <a:pt x="81815" y="49806"/>
                  <a:pt x="81785" y="49795"/>
                  <a:pt x="81753" y="49789"/>
                </a:cubicBezTo>
                <a:lnTo>
                  <a:pt x="81732" y="49768"/>
                </a:lnTo>
                <a:cubicBezTo>
                  <a:pt x="81731" y="49767"/>
                  <a:pt x="81730" y="49766"/>
                  <a:pt x="81727" y="49765"/>
                </a:cubicBezTo>
                <a:cubicBezTo>
                  <a:pt x="81718" y="49759"/>
                  <a:pt x="81707" y="49751"/>
                  <a:pt x="81696" y="49748"/>
                </a:cubicBezTo>
                <a:cubicBezTo>
                  <a:pt x="81694" y="49746"/>
                  <a:pt x="81693" y="49746"/>
                  <a:pt x="81691" y="49746"/>
                </a:cubicBezTo>
                <a:cubicBezTo>
                  <a:pt x="81680" y="49743"/>
                  <a:pt x="81665" y="49739"/>
                  <a:pt x="81654" y="49738"/>
                </a:cubicBezTo>
                <a:cubicBezTo>
                  <a:pt x="81648" y="49737"/>
                  <a:pt x="81642" y="49737"/>
                  <a:pt x="81636" y="49737"/>
                </a:cubicBezTo>
                <a:cubicBezTo>
                  <a:pt x="81578" y="49737"/>
                  <a:pt x="81526" y="49775"/>
                  <a:pt x="81502" y="49828"/>
                </a:cubicBezTo>
                <a:cubicBezTo>
                  <a:pt x="81491" y="49854"/>
                  <a:pt x="81490" y="49881"/>
                  <a:pt x="81493" y="49907"/>
                </a:cubicBezTo>
                <a:cubicBezTo>
                  <a:pt x="81494" y="49924"/>
                  <a:pt x="81499" y="49940"/>
                  <a:pt x="81507" y="49955"/>
                </a:cubicBezTo>
                <a:cubicBezTo>
                  <a:pt x="81524" y="49986"/>
                  <a:pt x="81548" y="50013"/>
                  <a:pt x="81582" y="50026"/>
                </a:cubicBezTo>
                <a:cubicBezTo>
                  <a:pt x="81583" y="50028"/>
                  <a:pt x="81586" y="50028"/>
                  <a:pt x="81587" y="50028"/>
                </a:cubicBezTo>
                <a:cubicBezTo>
                  <a:pt x="81598" y="50030"/>
                  <a:pt x="81609" y="50035"/>
                  <a:pt x="81620" y="50036"/>
                </a:cubicBezTo>
                <a:cubicBezTo>
                  <a:pt x="81622" y="50036"/>
                  <a:pt x="81625" y="50036"/>
                  <a:pt x="81627" y="50036"/>
                </a:cubicBezTo>
                <a:cubicBezTo>
                  <a:pt x="81631" y="50036"/>
                  <a:pt x="81636" y="50036"/>
                  <a:pt x="81642" y="50036"/>
                </a:cubicBezTo>
                <a:cubicBezTo>
                  <a:pt x="81647" y="50037"/>
                  <a:pt x="81649" y="50037"/>
                  <a:pt x="81653" y="50039"/>
                </a:cubicBezTo>
                <a:lnTo>
                  <a:pt x="81654" y="50039"/>
                </a:lnTo>
                <a:cubicBezTo>
                  <a:pt x="81659" y="50042"/>
                  <a:pt x="81661" y="50047"/>
                  <a:pt x="81666" y="50051"/>
                </a:cubicBezTo>
                <a:cubicBezTo>
                  <a:pt x="81674" y="50056"/>
                  <a:pt x="81682" y="50059"/>
                  <a:pt x="81691" y="50062"/>
                </a:cubicBezTo>
                <a:cubicBezTo>
                  <a:pt x="81704" y="50067"/>
                  <a:pt x="81716" y="50067"/>
                  <a:pt x="81731" y="50067"/>
                </a:cubicBezTo>
                <a:cubicBezTo>
                  <a:pt x="81763" y="50064"/>
                  <a:pt x="81792" y="50051"/>
                  <a:pt x="81815" y="50030"/>
                </a:cubicBezTo>
                <a:cubicBezTo>
                  <a:pt x="81817" y="50039"/>
                  <a:pt x="81820" y="50048"/>
                  <a:pt x="81830" y="50052"/>
                </a:cubicBezTo>
                <a:cubicBezTo>
                  <a:pt x="82011" y="50147"/>
                  <a:pt x="82191" y="50244"/>
                  <a:pt x="82379" y="50325"/>
                </a:cubicBezTo>
                <a:cubicBezTo>
                  <a:pt x="82559" y="50399"/>
                  <a:pt x="82740" y="50473"/>
                  <a:pt x="82924" y="50539"/>
                </a:cubicBezTo>
                <a:cubicBezTo>
                  <a:pt x="83300" y="50671"/>
                  <a:pt x="83682" y="50788"/>
                  <a:pt x="84068" y="50891"/>
                </a:cubicBezTo>
                <a:cubicBezTo>
                  <a:pt x="84828" y="51094"/>
                  <a:pt x="85606" y="51242"/>
                  <a:pt x="86387" y="51327"/>
                </a:cubicBezTo>
                <a:cubicBezTo>
                  <a:pt x="86607" y="51353"/>
                  <a:pt x="86827" y="51368"/>
                  <a:pt x="87047" y="51381"/>
                </a:cubicBezTo>
                <a:cubicBezTo>
                  <a:pt x="87089" y="51384"/>
                  <a:pt x="87129" y="51385"/>
                  <a:pt x="87170" y="51387"/>
                </a:cubicBezTo>
                <a:lnTo>
                  <a:pt x="86218" y="51395"/>
                </a:lnTo>
                <a:cubicBezTo>
                  <a:pt x="82884" y="51418"/>
                  <a:pt x="79551" y="51443"/>
                  <a:pt x="76217" y="51467"/>
                </a:cubicBezTo>
                <a:cubicBezTo>
                  <a:pt x="74772" y="51478"/>
                  <a:pt x="73326" y="51483"/>
                  <a:pt x="71879" y="51501"/>
                </a:cubicBezTo>
                <a:cubicBezTo>
                  <a:pt x="66890" y="51458"/>
                  <a:pt x="61904" y="51429"/>
                  <a:pt x="56916" y="51404"/>
                </a:cubicBezTo>
                <a:cubicBezTo>
                  <a:pt x="50058" y="51370"/>
                  <a:pt x="43200" y="51354"/>
                  <a:pt x="36343" y="51354"/>
                </a:cubicBezTo>
                <a:cubicBezTo>
                  <a:pt x="30576" y="51354"/>
                  <a:pt x="24809" y="51365"/>
                  <a:pt x="19042" y="51387"/>
                </a:cubicBezTo>
                <a:cubicBezTo>
                  <a:pt x="12694" y="51410"/>
                  <a:pt x="6348" y="51447"/>
                  <a:pt x="1" y="51495"/>
                </a:cubicBezTo>
                <a:cubicBezTo>
                  <a:pt x="6" y="51635"/>
                  <a:pt x="19" y="51774"/>
                  <a:pt x="39" y="51911"/>
                </a:cubicBezTo>
                <a:cubicBezTo>
                  <a:pt x="11927" y="51821"/>
                  <a:pt x="23813" y="51776"/>
                  <a:pt x="35701" y="51776"/>
                </a:cubicBezTo>
                <a:cubicBezTo>
                  <a:pt x="48324" y="51778"/>
                  <a:pt x="60947" y="51824"/>
                  <a:pt x="73570" y="51918"/>
                </a:cubicBezTo>
                <a:cubicBezTo>
                  <a:pt x="74021" y="51921"/>
                  <a:pt x="74472" y="51923"/>
                  <a:pt x="74922" y="51923"/>
                </a:cubicBezTo>
                <a:cubicBezTo>
                  <a:pt x="81579" y="51923"/>
                  <a:pt x="88052" y="51574"/>
                  <a:pt x="90659" y="51571"/>
                </a:cubicBezTo>
                <a:cubicBezTo>
                  <a:pt x="91599" y="51569"/>
                  <a:pt x="92538" y="51568"/>
                  <a:pt x="93479" y="51562"/>
                </a:cubicBezTo>
                <a:cubicBezTo>
                  <a:pt x="93941" y="51560"/>
                  <a:pt x="94402" y="51557"/>
                  <a:pt x="94864" y="51555"/>
                </a:cubicBezTo>
                <a:cubicBezTo>
                  <a:pt x="94932" y="51554"/>
                  <a:pt x="94999" y="51554"/>
                  <a:pt x="95067" y="51554"/>
                </a:cubicBezTo>
                <a:cubicBezTo>
                  <a:pt x="95160" y="51554"/>
                  <a:pt x="95254" y="51554"/>
                  <a:pt x="95347" y="51554"/>
                </a:cubicBezTo>
                <a:cubicBezTo>
                  <a:pt x="95471" y="51554"/>
                  <a:pt x="95596" y="51554"/>
                  <a:pt x="95721" y="51551"/>
                </a:cubicBezTo>
                <a:lnTo>
                  <a:pt x="95721" y="51551"/>
                </a:lnTo>
                <a:cubicBezTo>
                  <a:pt x="95718" y="51657"/>
                  <a:pt x="95715" y="51763"/>
                  <a:pt x="95712" y="51870"/>
                </a:cubicBezTo>
                <a:cubicBezTo>
                  <a:pt x="95709" y="51973"/>
                  <a:pt x="95794" y="52029"/>
                  <a:pt x="95874" y="52029"/>
                </a:cubicBezTo>
                <a:cubicBezTo>
                  <a:pt x="95941" y="52029"/>
                  <a:pt x="96004" y="51988"/>
                  <a:pt x="96006" y="51902"/>
                </a:cubicBezTo>
                <a:cubicBezTo>
                  <a:pt x="96009" y="51782"/>
                  <a:pt x="96012" y="51662"/>
                  <a:pt x="96016" y="51544"/>
                </a:cubicBezTo>
                <a:cubicBezTo>
                  <a:pt x="96104" y="51539"/>
                  <a:pt x="96192" y="51535"/>
                  <a:pt x="96280" y="51528"/>
                </a:cubicBezTo>
                <a:cubicBezTo>
                  <a:pt x="96398" y="51518"/>
                  <a:pt x="96392" y="51326"/>
                  <a:pt x="96272" y="51318"/>
                </a:cubicBezTo>
                <a:cubicBezTo>
                  <a:pt x="96189" y="51313"/>
                  <a:pt x="96105" y="51310"/>
                  <a:pt x="96022" y="51307"/>
                </a:cubicBezTo>
                <a:cubicBezTo>
                  <a:pt x="96031" y="50932"/>
                  <a:pt x="96039" y="50557"/>
                  <a:pt x="96049" y="50183"/>
                </a:cubicBezTo>
                <a:cubicBezTo>
                  <a:pt x="96565" y="49482"/>
                  <a:pt x="96953" y="48692"/>
                  <a:pt x="97202" y="47859"/>
                </a:cubicBezTo>
                <a:cubicBezTo>
                  <a:pt x="97455" y="47011"/>
                  <a:pt x="97566" y="46125"/>
                  <a:pt x="97527" y="45242"/>
                </a:cubicBezTo>
                <a:cubicBezTo>
                  <a:pt x="97505" y="44741"/>
                  <a:pt x="97433" y="44243"/>
                  <a:pt x="97310" y="43758"/>
                </a:cubicBezTo>
                <a:cubicBezTo>
                  <a:pt x="97302" y="43725"/>
                  <a:pt x="97273" y="43704"/>
                  <a:pt x="97244" y="43704"/>
                </a:cubicBezTo>
                <a:cubicBezTo>
                  <a:pt x="97226" y="43704"/>
                  <a:pt x="97208" y="43712"/>
                  <a:pt x="97195" y="43730"/>
                </a:cubicBezTo>
                <a:cubicBezTo>
                  <a:pt x="96721" y="44405"/>
                  <a:pt x="96360" y="45154"/>
                  <a:pt x="96124" y="45943"/>
                </a:cubicBezTo>
                <a:cubicBezTo>
                  <a:pt x="96126" y="45880"/>
                  <a:pt x="96126" y="45818"/>
                  <a:pt x="96127" y="45756"/>
                </a:cubicBezTo>
                <a:cubicBezTo>
                  <a:pt x="96194" y="45539"/>
                  <a:pt x="96234" y="45313"/>
                  <a:pt x="96275" y="45090"/>
                </a:cubicBezTo>
                <a:cubicBezTo>
                  <a:pt x="96324" y="44829"/>
                  <a:pt x="96379" y="44570"/>
                  <a:pt x="96436" y="44310"/>
                </a:cubicBezTo>
                <a:cubicBezTo>
                  <a:pt x="96550" y="43790"/>
                  <a:pt x="96687" y="43275"/>
                  <a:pt x="96845" y="42767"/>
                </a:cubicBezTo>
                <a:cubicBezTo>
                  <a:pt x="96890" y="42622"/>
                  <a:pt x="96937" y="42476"/>
                  <a:pt x="96984" y="42332"/>
                </a:cubicBezTo>
                <a:cubicBezTo>
                  <a:pt x="97006" y="42262"/>
                  <a:pt x="97030" y="42193"/>
                  <a:pt x="97052" y="42121"/>
                </a:cubicBezTo>
                <a:cubicBezTo>
                  <a:pt x="97062" y="42090"/>
                  <a:pt x="97067" y="42061"/>
                  <a:pt x="97073" y="42029"/>
                </a:cubicBezTo>
                <a:cubicBezTo>
                  <a:pt x="97079" y="41989"/>
                  <a:pt x="97070" y="41963"/>
                  <a:pt x="97062" y="41924"/>
                </a:cubicBezTo>
                <a:cubicBezTo>
                  <a:pt x="97061" y="41919"/>
                  <a:pt x="97058" y="41916"/>
                  <a:pt x="97054" y="41916"/>
                </a:cubicBezTo>
                <a:cubicBezTo>
                  <a:pt x="97052" y="41916"/>
                  <a:pt x="97050" y="41917"/>
                  <a:pt x="97049" y="41918"/>
                </a:cubicBezTo>
                <a:cubicBezTo>
                  <a:pt x="97000" y="41954"/>
                  <a:pt x="96975" y="41981"/>
                  <a:pt x="96946" y="42037"/>
                </a:cubicBezTo>
                <a:cubicBezTo>
                  <a:pt x="96915" y="42099"/>
                  <a:pt x="96895" y="42166"/>
                  <a:pt x="96870" y="42231"/>
                </a:cubicBezTo>
                <a:cubicBezTo>
                  <a:pt x="96823" y="42357"/>
                  <a:pt x="96777" y="42485"/>
                  <a:pt x="96737" y="42612"/>
                </a:cubicBezTo>
                <a:cubicBezTo>
                  <a:pt x="96653" y="42869"/>
                  <a:pt x="96574" y="43127"/>
                  <a:pt x="96502" y="43386"/>
                </a:cubicBezTo>
                <a:cubicBezTo>
                  <a:pt x="96357" y="43904"/>
                  <a:pt x="96234" y="44427"/>
                  <a:pt x="96137" y="44957"/>
                </a:cubicBezTo>
                <a:cubicBezTo>
                  <a:pt x="96148" y="43963"/>
                  <a:pt x="96156" y="42970"/>
                  <a:pt x="96160" y="41976"/>
                </a:cubicBezTo>
                <a:cubicBezTo>
                  <a:pt x="96160" y="41883"/>
                  <a:pt x="96160" y="41788"/>
                  <a:pt x="96161" y="41695"/>
                </a:cubicBezTo>
                <a:cubicBezTo>
                  <a:pt x="96162" y="41694"/>
                  <a:pt x="96166" y="41693"/>
                  <a:pt x="96167" y="41690"/>
                </a:cubicBezTo>
                <a:cubicBezTo>
                  <a:pt x="96307" y="41524"/>
                  <a:pt x="96402" y="41328"/>
                  <a:pt x="96499" y="41135"/>
                </a:cubicBezTo>
                <a:cubicBezTo>
                  <a:pt x="96596" y="40942"/>
                  <a:pt x="96688" y="40745"/>
                  <a:pt x="96774" y="40546"/>
                </a:cubicBezTo>
                <a:cubicBezTo>
                  <a:pt x="96946" y="40145"/>
                  <a:pt x="97095" y="39730"/>
                  <a:pt x="97217" y="39311"/>
                </a:cubicBezTo>
                <a:cubicBezTo>
                  <a:pt x="97460" y="38476"/>
                  <a:pt x="97611" y="37609"/>
                  <a:pt x="97642" y="36738"/>
                </a:cubicBezTo>
                <a:cubicBezTo>
                  <a:pt x="97649" y="36499"/>
                  <a:pt x="97649" y="36258"/>
                  <a:pt x="97643" y="36018"/>
                </a:cubicBezTo>
                <a:cubicBezTo>
                  <a:pt x="97625" y="35768"/>
                  <a:pt x="97615" y="35517"/>
                  <a:pt x="97578" y="35271"/>
                </a:cubicBezTo>
                <a:cubicBezTo>
                  <a:pt x="97572" y="35233"/>
                  <a:pt x="97544" y="35215"/>
                  <a:pt x="97515" y="35215"/>
                </a:cubicBezTo>
                <a:cubicBezTo>
                  <a:pt x="97488" y="35215"/>
                  <a:pt x="97460" y="35230"/>
                  <a:pt x="97445" y="35258"/>
                </a:cubicBezTo>
                <a:cubicBezTo>
                  <a:pt x="97348" y="35444"/>
                  <a:pt x="97243" y="35623"/>
                  <a:pt x="97148" y="35810"/>
                </a:cubicBezTo>
                <a:cubicBezTo>
                  <a:pt x="97054" y="35997"/>
                  <a:pt x="96964" y="36188"/>
                  <a:pt x="96882" y="36380"/>
                </a:cubicBezTo>
                <a:cubicBezTo>
                  <a:pt x="96716" y="36764"/>
                  <a:pt x="96572" y="37160"/>
                  <a:pt x="96451" y="37560"/>
                </a:cubicBezTo>
                <a:cubicBezTo>
                  <a:pt x="96325" y="37981"/>
                  <a:pt x="96225" y="38408"/>
                  <a:pt x="96150" y="38840"/>
                </a:cubicBezTo>
                <a:cubicBezTo>
                  <a:pt x="96149" y="38202"/>
                  <a:pt x="96147" y="37564"/>
                  <a:pt x="96143" y="36927"/>
                </a:cubicBezTo>
                <a:cubicBezTo>
                  <a:pt x="96167" y="36775"/>
                  <a:pt x="96188" y="36625"/>
                  <a:pt x="96215" y="36477"/>
                </a:cubicBezTo>
                <a:cubicBezTo>
                  <a:pt x="96302" y="36001"/>
                  <a:pt x="96406" y="35529"/>
                  <a:pt x="96529" y="35063"/>
                </a:cubicBezTo>
                <a:cubicBezTo>
                  <a:pt x="96563" y="34936"/>
                  <a:pt x="96599" y="34810"/>
                  <a:pt x="96633" y="34682"/>
                </a:cubicBezTo>
                <a:cubicBezTo>
                  <a:pt x="96651" y="34615"/>
                  <a:pt x="96676" y="34546"/>
                  <a:pt x="96688" y="34479"/>
                </a:cubicBezTo>
                <a:cubicBezTo>
                  <a:pt x="96694" y="34452"/>
                  <a:pt x="96689" y="34425"/>
                  <a:pt x="96693" y="34397"/>
                </a:cubicBezTo>
                <a:cubicBezTo>
                  <a:pt x="96695" y="34358"/>
                  <a:pt x="96704" y="34320"/>
                  <a:pt x="96709" y="34282"/>
                </a:cubicBezTo>
                <a:cubicBezTo>
                  <a:pt x="96712" y="34264"/>
                  <a:pt x="96699" y="34255"/>
                  <a:pt x="96686" y="34255"/>
                </a:cubicBezTo>
                <a:cubicBezTo>
                  <a:pt x="96676" y="34255"/>
                  <a:pt x="96665" y="34260"/>
                  <a:pt x="96660" y="34270"/>
                </a:cubicBezTo>
                <a:cubicBezTo>
                  <a:pt x="96631" y="34324"/>
                  <a:pt x="96599" y="34371"/>
                  <a:pt x="96569" y="34423"/>
                </a:cubicBezTo>
                <a:cubicBezTo>
                  <a:pt x="96538" y="34474"/>
                  <a:pt x="96523" y="34546"/>
                  <a:pt x="96503" y="34602"/>
                </a:cubicBezTo>
                <a:cubicBezTo>
                  <a:pt x="96463" y="34714"/>
                  <a:pt x="96429" y="34826"/>
                  <a:pt x="96395" y="34940"/>
                </a:cubicBezTo>
                <a:cubicBezTo>
                  <a:pt x="96325" y="35175"/>
                  <a:pt x="96259" y="35411"/>
                  <a:pt x="96200" y="35649"/>
                </a:cubicBezTo>
                <a:cubicBezTo>
                  <a:pt x="96177" y="35739"/>
                  <a:pt x="96156" y="35830"/>
                  <a:pt x="96135" y="35920"/>
                </a:cubicBezTo>
                <a:cubicBezTo>
                  <a:pt x="96124" y="34628"/>
                  <a:pt x="96106" y="33337"/>
                  <a:pt x="96084" y="32047"/>
                </a:cubicBezTo>
                <a:cubicBezTo>
                  <a:pt x="96068" y="31124"/>
                  <a:pt x="96044" y="30201"/>
                  <a:pt x="96016" y="29278"/>
                </a:cubicBezTo>
                <a:cubicBezTo>
                  <a:pt x="95990" y="28405"/>
                  <a:pt x="95981" y="27528"/>
                  <a:pt x="95929" y="26656"/>
                </a:cubicBezTo>
                <a:cubicBezTo>
                  <a:pt x="95978" y="24046"/>
                  <a:pt x="96017" y="21410"/>
                  <a:pt x="96027" y="19626"/>
                </a:cubicBezTo>
                <a:cubicBezTo>
                  <a:pt x="96051" y="14994"/>
                  <a:pt x="96058" y="10363"/>
                  <a:pt x="95996" y="5731"/>
                </a:cubicBezTo>
                <a:cubicBezTo>
                  <a:pt x="95979" y="4428"/>
                  <a:pt x="95958" y="3125"/>
                  <a:pt x="95931" y="1821"/>
                </a:cubicBezTo>
                <a:cubicBezTo>
                  <a:pt x="95919" y="1215"/>
                  <a:pt x="95904" y="608"/>
                  <a:pt x="95890" y="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02360" y="457200"/>
            <a:ext cx="7703640" cy="46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5" name="Google Shape;42;p6"/>
          <p:cNvGrpSpPr/>
          <p:nvPr/>
        </p:nvGrpSpPr>
        <p:grpSpPr>
          <a:xfrm>
            <a:off x="204120" y="388800"/>
            <a:ext cx="8197200" cy="4635360"/>
            <a:chOff x="204120" y="388800"/>
            <a:chExt cx="8197200" cy="4635360"/>
          </a:xfrm>
        </p:grpSpPr>
        <p:sp>
          <p:nvSpPr>
            <p:cNvPr id="106" name="Google Shape;43;p6"/>
            <p:cNvSpPr/>
            <p:nvPr/>
          </p:nvSpPr>
          <p:spPr>
            <a:xfrm>
              <a:off x="255960" y="909720"/>
              <a:ext cx="8145360" cy="4114440"/>
            </a:xfrm>
            <a:custGeom>
              <a:avLst/>
              <a:gdLst>
                <a:gd name="textAreaLeft" fmla="*/ 0 w 8145360"/>
                <a:gd name="textAreaRight" fmla="*/ 8145720 w 8145360"/>
                <a:gd name="textAreaTop" fmla="*/ 0 h 4114440"/>
                <a:gd name="textAreaBottom" fmla="*/ 4114800 h 4114440"/>
              </a:gdLst>
              <a:ahLst/>
              <a:cxnLst/>
              <a:rect l="textAreaLeft" t="textAreaTop" r="textAreaRight" b="textAreaBottom"/>
              <a:pathLst>
                <a:path w="97112" h="48862">
                  <a:moveTo>
                    <a:pt x="386" y="3780"/>
                  </a:moveTo>
                  <a:cubicBezTo>
                    <a:pt x="716" y="4528"/>
                    <a:pt x="988" y="5304"/>
                    <a:pt x="1199" y="6093"/>
                  </a:cubicBezTo>
                  <a:cubicBezTo>
                    <a:pt x="1351" y="6652"/>
                    <a:pt x="1471" y="7218"/>
                    <a:pt x="1562" y="7789"/>
                  </a:cubicBezTo>
                  <a:cubicBezTo>
                    <a:pt x="1534" y="7746"/>
                    <a:pt x="1506" y="7705"/>
                    <a:pt x="1476" y="7665"/>
                  </a:cubicBezTo>
                  <a:cubicBezTo>
                    <a:pt x="1259" y="7342"/>
                    <a:pt x="1084" y="6994"/>
                    <a:pt x="957" y="6626"/>
                  </a:cubicBezTo>
                  <a:cubicBezTo>
                    <a:pt x="883" y="6416"/>
                    <a:pt x="825" y="6199"/>
                    <a:pt x="784" y="5981"/>
                  </a:cubicBezTo>
                  <a:cubicBezTo>
                    <a:pt x="743" y="5764"/>
                    <a:pt x="725" y="5545"/>
                    <a:pt x="692" y="5329"/>
                  </a:cubicBezTo>
                  <a:cubicBezTo>
                    <a:pt x="689" y="5305"/>
                    <a:pt x="668" y="5293"/>
                    <a:pt x="648" y="5293"/>
                  </a:cubicBezTo>
                  <a:cubicBezTo>
                    <a:pt x="627" y="5293"/>
                    <a:pt x="607" y="5305"/>
                    <a:pt x="605" y="5331"/>
                  </a:cubicBezTo>
                  <a:cubicBezTo>
                    <a:pt x="593" y="5556"/>
                    <a:pt x="627" y="5780"/>
                    <a:pt x="669" y="6000"/>
                  </a:cubicBezTo>
                  <a:cubicBezTo>
                    <a:pt x="711" y="6225"/>
                    <a:pt x="771" y="6446"/>
                    <a:pt x="847" y="6663"/>
                  </a:cubicBezTo>
                  <a:cubicBezTo>
                    <a:pt x="914" y="6857"/>
                    <a:pt x="995" y="7047"/>
                    <a:pt x="1089" y="7231"/>
                  </a:cubicBezTo>
                  <a:cubicBezTo>
                    <a:pt x="840" y="6982"/>
                    <a:pt x="583" y="6738"/>
                    <a:pt x="413" y="6427"/>
                  </a:cubicBezTo>
                  <a:cubicBezTo>
                    <a:pt x="120" y="5887"/>
                    <a:pt x="117" y="5254"/>
                    <a:pt x="205" y="4661"/>
                  </a:cubicBezTo>
                  <a:cubicBezTo>
                    <a:pt x="248" y="4365"/>
                    <a:pt x="314" y="4071"/>
                    <a:pt x="386" y="3780"/>
                  </a:cubicBezTo>
                  <a:close/>
                  <a:moveTo>
                    <a:pt x="3313" y="6991"/>
                  </a:moveTo>
                  <a:lnTo>
                    <a:pt x="3313" y="6991"/>
                  </a:lnTo>
                  <a:cubicBezTo>
                    <a:pt x="3383" y="8269"/>
                    <a:pt x="3036" y="9585"/>
                    <a:pt x="2378" y="10678"/>
                  </a:cubicBezTo>
                  <a:cubicBezTo>
                    <a:pt x="2228" y="10928"/>
                    <a:pt x="2060" y="11167"/>
                    <a:pt x="1878" y="11393"/>
                  </a:cubicBezTo>
                  <a:cubicBezTo>
                    <a:pt x="1954" y="10973"/>
                    <a:pt x="2058" y="10561"/>
                    <a:pt x="2191" y="10154"/>
                  </a:cubicBezTo>
                  <a:cubicBezTo>
                    <a:pt x="2350" y="9673"/>
                    <a:pt x="2556" y="9216"/>
                    <a:pt x="2775" y="8761"/>
                  </a:cubicBezTo>
                  <a:cubicBezTo>
                    <a:pt x="2796" y="8718"/>
                    <a:pt x="2754" y="8678"/>
                    <a:pt x="2714" y="8678"/>
                  </a:cubicBezTo>
                  <a:cubicBezTo>
                    <a:pt x="2698" y="8678"/>
                    <a:pt x="2681" y="8685"/>
                    <a:pt x="2671" y="8702"/>
                  </a:cubicBezTo>
                  <a:cubicBezTo>
                    <a:pt x="2418" y="9149"/>
                    <a:pt x="2224" y="9633"/>
                    <a:pt x="2065" y="10118"/>
                  </a:cubicBezTo>
                  <a:cubicBezTo>
                    <a:pt x="1926" y="10540"/>
                    <a:pt x="1819" y="10970"/>
                    <a:pt x="1741" y="11407"/>
                  </a:cubicBezTo>
                  <a:cubicBezTo>
                    <a:pt x="1807" y="10389"/>
                    <a:pt x="1976" y="9371"/>
                    <a:pt x="2385" y="8431"/>
                  </a:cubicBezTo>
                  <a:cubicBezTo>
                    <a:pt x="2615" y="7905"/>
                    <a:pt x="2923" y="7412"/>
                    <a:pt x="3313" y="6991"/>
                  </a:cubicBezTo>
                  <a:close/>
                  <a:moveTo>
                    <a:pt x="2857" y="1"/>
                  </a:moveTo>
                  <a:cubicBezTo>
                    <a:pt x="2843" y="1"/>
                    <a:pt x="2829" y="7"/>
                    <a:pt x="2818" y="21"/>
                  </a:cubicBezTo>
                  <a:cubicBezTo>
                    <a:pt x="2291" y="736"/>
                    <a:pt x="1913" y="1558"/>
                    <a:pt x="1710" y="2422"/>
                  </a:cubicBezTo>
                  <a:cubicBezTo>
                    <a:pt x="1598" y="2903"/>
                    <a:pt x="1544" y="3394"/>
                    <a:pt x="1511" y="3886"/>
                  </a:cubicBezTo>
                  <a:cubicBezTo>
                    <a:pt x="1478" y="4388"/>
                    <a:pt x="1462" y="4892"/>
                    <a:pt x="1450" y="5395"/>
                  </a:cubicBezTo>
                  <a:cubicBezTo>
                    <a:pt x="1443" y="5680"/>
                    <a:pt x="1438" y="5966"/>
                    <a:pt x="1436" y="6249"/>
                  </a:cubicBezTo>
                  <a:cubicBezTo>
                    <a:pt x="1436" y="6369"/>
                    <a:pt x="1432" y="6491"/>
                    <a:pt x="1432" y="6614"/>
                  </a:cubicBezTo>
                  <a:cubicBezTo>
                    <a:pt x="1304" y="6060"/>
                    <a:pt x="1149" y="5512"/>
                    <a:pt x="967" y="4975"/>
                  </a:cubicBezTo>
                  <a:cubicBezTo>
                    <a:pt x="806" y="4503"/>
                    <a:pt x="622" y="4040"/>
                    <a:pt x="422" y="3583"/>
                  </a:cubicBezTo>
                  <a:cubicBezTo>
                    <a:pt x="412" y="3561"/>
                    <a:pt x="387" y="3549"/>
                    <a:pt x="364" y="3549"/>
                  </a:cubicBezTo>
                  <a:cubicBezTo>
                    <a:pt x="341" y="3549"/>
                    <a:pt x="320" y="3560"/>
                    <a:pt x="313" y="3585"/>
                  </a:cubicBezTo>
                  <a:cubicBezTo>
                    <a:pt x="149" y="4195"/>
                    <a:pt x="0" y="4824"/>
                    <a:pt x="29" y="5461"/>
                  </a:cubicBezTo>
                  <a:cubicBezTo>
                    <a:pt x="43" y="5764"/>
                    <a:pt x="103" y="6067"/>
                    <a:pt x="228" y="6346"/>
                  </a:cubicBezTo>
                  <a:cubicBezTo>
                    <a:pt x="357" y="6632"/>
                    <a:pt x="556" y="6873"/>
                    <a:pt x="774" y="7097"/>
                  </a:cubicBezTo>
                  <a:cubicBezTo>
                    <a:pt x="1018" y="7346"/>
                    <a:pt x="1282" y="7583"/>
                    <a:pt x="1473" y="7880"/>
                  </a:cubicBezTo>
                  <a:cubicBezTo>
                    <a:pt x="1485" y="7897"/>
                    <a:pt x="1501" y="7904"/>
                    <a:pt x="1516" y="7904"/>
                  </a:cubicBezTo>
                  <a:cubicBezTo>
                    <a:pt x="1539" y="7904"/>
                    <a:pt x="1560" y="7889"/>
                    <a:pt x="1571" y="7867"/>
                  </a:cubicBezTo>
                  <a:cubicBezTo>
                    <a:pt x="1611" y="8131"/>
                    <a:pt x="1648" y="8398"/>
                    <a:pt x="1677" y="8664"/>
                  </a:cubicBezTo>
                  <a:cubicBezTo>
                    <a:pt x="1731" y="9146"/>
                    <a:pt x="1762" y="9629"/>
                    <a:pt x="1776" y="10114"/>
                  </a:cubicBezTo>
                  <a:cubicBezTo>
                    <a:pt x="1718" y="10450"/>
                    <a:pt x="1677" y="10789"/>
                    <a:pt x="1650" y="11129"/>
                  </a:cubicBezTo>
                  <a:cubicBezTo>
                    <a:pt x="1592" y="10866"/>
                    <a:pt x="1507" y="10606"/>
                    <a:pt x="1416" y="10356"/>
                  </a:cubicBezTo>
                  <a:cubicBezTo>
                    <a:pt x="1328" y="10119"/>
                    <a:pt x="1227" y="9887"/>
                    <a:pt x="1115" y="9661"/>
                  </a:cubicBezTo>
                  <a:cubicBezTo>
                    <a:pt x="1038" y="9505"/>
                    <a:pt x="957" y="9349"/>
                    <a:pt x="863" y="9201"/>
                  </a:cubicBezTo>
                  <a:cubicBezTo>
                    <a:pt x="896" y="9184"/>
                    <a:pt x="927" y="9145"/>
                    <a:pt x="946" y="9124"/>
                  </a:cubicBezTo>
                  <a:cubicBezTo>
                    <a:pt x="988" y="9079"/>
                    <a:pt x="1018" y="9011"/>
                    <a:pt x="1046" y="8955"/>
                  </a:cubicBezTo>
                  <a:cubicBezTo>
                    <a:pt x="1072" y="8899"/>
                    <a:pt x="1097" y="8841"/>
                    <a:pt x="1117" y="8783"/>
                  </a:cubicBezTo>
                  <a:cubicBezTo>
                    <a:pt x="1141" y="8714"/>
                    <a:pt x="1154" y="8643"/>
                    <a:pt x="1167" y="8574"/>
                  </a:cubicBezTo>
                  <a:cubicBezTo>
                    <a:pt x="1180" y="8503"/>
                    <a:pt x="1172" y="8432"/>
                    <a:pt x="1164" y="8362"/>
                  </a:cubicBezTo>
                  <a:cubicBezTo>
                    <a:pt x="1162" y="8342"/>
                    <a:pt x="1144" y="8331"/>
                    <a:pt x="1127" y="8331"/>
                  </a:cubicBezTo>
                  <a:cubicBezTo>
                    <a:pt x="1112" y="8331"/>
                    <a:pt x="1097" y="8338"/>
                    <a:pt x="1092" y="8354"/>
                  </a:cubicBezTo>
                  <a:cubicBezTo>
                    <a:pt x="1072" y="8411"/>
                    <a:pt x="1048" y="8467"/>
                    <a:pt x="1031" y="8526"/>
                  </a:cubicBezTo>
                  <a:cubicBezTo>
                    <a:pt x="1015" y="8586"/>
                    <a:pt x="994" y="8643"/>
                    <a:pt x="973" y="8702"/>
                  </a:cubicBezTo>
                  <a:cubicBezTo>
                    <a:pt x="962" y="8731"/>
                    <a:pt x="952" y="8758"/>
                    <a:pt x="941" y="8786"/>
                  </a:cubicBezTo>
                  <a:cubicBezTo>
                    <a:pt x="939" y="8750"/>
                    <a:pt x="935" y="8712"/>
                    <a:pt x="928" y="8675"/>
                  </a:cubicBezTo>
                  <a:cubicBezTo>
                    <a:pt x="913" y="8591"/>
                    <a:pt x="891" y="8505"/>
                    <a:pt x="859" y="8427"/>
                  </a:cubicBezTo>
                  <a:cubicBezTo>
                    <a:pt x="845" y="8388"/>
                    <a:pt x="824" y="8350"/>
                    <a:pt x="802" y="8314"/>
                  </a:cubicBezTo>
                  <a:cubicBezTo>
                    <a:pt x="780" y="8278"/>
                    <a:pt x="751" y="8258"/>
                    <a:pt x="726" y="8226"/>
                  </a:cubicBezTo>
                  <a:cubicBezTo>
                    <a:pt x="722" y="8220"/>
                    <a:pt x="716" y="8218"/>
                    <a:pt x="711" y="8218"/>
                  </a:cubicBezTo>
                  <a:cubicBezTo>
                    <a:pt x="698" y="8218"/>
                    <a:pt x="686" y="8232"/>
                    <a:pt x="691" y="8248"/>
                  </a:cubicBezTo>
                  <a:cubicBezTo>
                    <a:pt x="699" y="8273"/>
                    <a:pt x="694" y="8281"/>
                    <a:pt x="697" y="8305"/>
                  </a:cubicBezTo>
                  <a:cubicBezTo>
                    <a:pt x="697" y="8324"/>
                    <a:pt x="705" y="8345"/>
                    <a:pt x="711" y="8365"/>
                  </a:cubicBezTo>
                  <a:cubicBezTo>
                    <a:pt x="721" y="8400"/>
                    <a:pt x="729" y="8437"/>
                    <a:pt x="738" y="8472"/>
                  </a:cubicBezTo>
                  <a:cubicBezTo>
                    <a:pt x="758" y="8548"/>
                    <a:pt x="774" y="8623"/>
                    <a:pt x="782" y="8700"/>
                  </a:cubicBezTo>
                  <a:cubicBezTo>
                    <a:pt x="791" y="8775"/>
                    <a:pt x="796" y="8852"/>
                    <a:pt x="795" y="8928"/>
                  </a:cubicBezTo>
                  <a:cubicBezTo>
                    <a:pt x="795" y="8966"/>
                    <a:pt x="788" y="9005"/>
                    <a:pt x="791" y="9044"/>
                  </a:cubicBezTo>
                  <a:cubicBezTo>
                    <a:pt x="792" y="9063"/>
                    <a:pt x="795" y="9079"/>
                    <a:pt x="799" y="9096"/>
                  </a:cubicBezTo>
                  <a:cubicBezTo>
                    <a:pt x="799" y="9097"/>
                    <a:pt x="798" y="9098"/>
                    <a:pt x="798" y="9099"/>
                  </a:cubicBezTo>
                  <a:cubicBezTo>
                    <a:pt x="776" y="9068"/>
                    <a:pt x="754" y="9037"/>
                    <a:pt x="731" y="9008"/>
                  </a:cubicBezTo>
                  <a:cubicBezTo>
                    <a:pt x="727" y="9004"/>
                    <a:pt x="725" y="9002"/>
                    <a:pt x="722" y="9000"/>
                  </a:cubicBezTo>
                  <a:cubicBezTo>
                    <a:pt x="718" y="8959"/>
                    <a:pt x="709" y="8918"/>
                    <a:pt x="702" y="8879"/>
                  </a:cubicBezTo>
                  <a:cubicBezTo>
                    <a:pt x="686" y="8800"/>
                    <a:pt x="656" y="8722"/>
                    <a:pt x="625" y="8646"/>
                  </a:cubicBezTo>
                  <a:cubicBezTo>
                    <a:pt x="594" y="8574"/>
                    <a:pt x="563" y="8499"/>
                    <a:pt x="521" y="8433"/>
                  </a:cubicBezTo>
                  <a:cubicBezTo>
                    <a:pt x="500" y="8400"/>
                    <a:pt x="477" y="8367"/>
                    <a:pt x="452" y="8339"/>
                  </a:cubicBezTo>
                  <a:cubicBezTo>
                    <a:pt x="441" y="8325"/>
                    <a:pt x="429" y="8308"/>
                    <a:pt x="414" y="8297"/>
                  </a:cubicBezTo>
                  <a:cubicBezTo>
                    <a:pt x="401" y="8286"/>
                    <a:pt x="385" y="8284"/>
                    <a:pt x="369" y="8275"/>
                  </a:cubicBezTo>
                  <a:cubicBezTo>
                    <a:pt x="368" y="8275"/>
                    <a:pt x="368" y="8275"/>
                    <a:pt x="367" y="8275"/>
                  </a:cubicBezTo>
                  <a:cubicBezTo>
                    <a:pt x="362" y="8275"/>
                    <a:pt x="358" y="8279"/>
                    <a:pt x="359" y="8284"/>
                  </a:cubicBezTo>
                  <a:cubicBezTo>
                    <a:pt x="362" y="8299"/>
                    <a:pt x="358" y="8316"/>
                    <a:pt x="363" y="8330"/>
                  </a:cubicBezTo>
                  <a:cubicBezTo>
                    <a:pt x="368" y="8347"/>
                    <a:pt x="378" y="8365"/>
                    <a:pt x="385" y="8382"/>
                  </a:cubicBezTo>
                  <a:cubicBezTo>
                    <a:pt x="400" y="8416"/>
                    <a:pt x="416" y="8449"/>
                    <a:pt x="431" y="8483"/>
                  </a:cubicBezTo>
                  <a:cubicBezTo>
                    <a:pt x="463" y="8553"/>
                    <a:pt x="497" y="8621"/>
                    <a:pt x="524" y="8692"/>
                  </a:cubicBezTo>
                  <a:cubicBezTo>
                    <a:pt x="550" y="8761"/>
                    <a:pt x="570" y="8829"/>
                    <a:pt x="590" y="8898"/>
                  </a:cubicBezTo>
                  <a:cubicBezTo>
                    <a:pt x="549" y="8851"/>
                    <a:pt x="508" y="8805"/>
                    <a:pt x="466" y="8758"/>
                  </a:cubicBezTo>
                  <a:cubicBezTo>
                    <a:pt x="373" y="8656"/>
                    <a:pt x="270" y="8559"/>
                    <a:pt x="164" y="8471"/>
                  </a:cubicBezTo>
                  <a:cubicBezTo>
                    <a:pt x="158" y="8466"/>
                    <a:pt x="153" y="8464"/>
                    <a:pt x="148" y="8464"/>
                  </a:cubicBezTo>
                  <a:cubicBezTo>
                    <a:pt x="128" y="8464"/>
                    <a:pt x="113" y="8491"/>
                    <a:pt x="125" y="8510"/>
                  </a:cubicBezTo>
                  <a:cubicBezTo>
                    <a:pt x="200" y="8626"/>
                    <a:pt x="286" y="8734"/>
                    <a:pt x="378" y="8837"/>
                  </a:cubicBezTo>
                  <a:cubicBezTo>
                    <a:pt x="423" y="8888"/>
                    <a:pt x="469" y="8937"/>
                    <a:pt x="515" y="8988"/>
                  </a:cubicBezTo>
                  <a:lnTo>
                    <a:pt x="516" y="8989"/>
                  </a:lnTo>
                  <a:cubicBezTo>
                    <a:pt x="478" y="8971"/>
                    <a:pt x="438" y="8955"/>
                    <a:pt x="400" y="8936"/>
                  </a:cubicBezTo>
                  <a:cubicBezTo>
                    <a:pt x="299" y="8887"/>
                    <a:pt x="208" y="8822"/>
                    <a:pt x="112" y="8764"/>
                  </a:cubicBezTo>
                  <a:cubicBezTo>
                    <a:pt x="107" y="8760"/>
                    <a:pt x="101" y="8759"/>
                    <a:pt x="95" y="8759"/>
                  </a:cubicBezTo>
                  <a:cubicBezTo>
                    <a:pt x="72" y="8759"/>
                    <a:pt x="51" y="8785"/>
                    <a:pt x="71" y="8810"/>
                  </a:cubicBezTo>
                  <a:cubicBezTo>
                    <a:pt x="149" y="8904"/>
                    <a:pt x="247" y="8967"/>
                    <a:pt x="356" y="9024"/>
                  </a:cubicBezTo>
                  <a:cubicBezTo>
                    <a:pt x="408" y="9049"/>
                    <a:pt x="460" y="9071"/>
                    <a:pt x="516" y="9088"/>
                  </a:cubicBezTo>
                  <a:cubicBezTo>
                    <a:pt x="545" y="9097"/>
                    <a:pt x="576" y="9107"/>
                    <a:pt x="605" y="9112"/>
                  </a:cubicBezTo>
                  <a:cubicBezTo>
                    <a:pt x="620" y="9114"/>
                    <a:pt x="633" y="9114"/>
                    <a:pt x="645" y="9115"/>
                  </a:cubicBezTo>
                  <a:cubicBezTo>
                    <a:pt x="648" y="9119"/>
                    <a:pt x="653" y="9119"/>
                    <a:pt x="655" y="9121"/>
                  </a:cubicBezTo>
                  <a:cubicBezTo>
                    <a:pt x="638" y="9126"/>
                    <a:pt x="621" y="9132"/>
                    <a:pt x="604" y="9139"/>
                  </a:cubicBezTo>
                  <a:cubicBezTo>
                    <a:pt x="550" y="9158"/>
                    <a:pt x="491" y="9168"/>
                    <a:pt x="435" y="9174"/>
                  </a:cubicBezTo>
                  <a:cubicBezTo>
                    <a:pt x="414" y="9176"/>
                    <a:pt x="394" y="9177"/>
                    <a:pt x="373" y="9177"/>
                  </a:cubicBezTo>
                  <a:cubicBezTo>
                    <a:pt x="281" y="9177"/>
                    <a:pt x="190" y="9155"/>
                    <a:pt x="107" y="9113"/>
                  </a:cubicBezTo>
                  <a:cubicBezTo>
                    <a:pt x="100" y="9110"/>
                    <a:pt x="94" y="9108"/>
                    <a:pt x="88" y="9108"/>
                  </a:cubicBezTo>
                  <a:cubicBezTo>
                    <a:pt x="47" y="9108"/>
                    <a:pt x="17" y="9176"/>
                    <a:pt x="60" y="9200"/>
                  </a:cubicBezTo>
                  <a:cubicBezTo>
                    <a:pt x="159" y="9256"/>
                    <a:pt x="269" y="9285"/>
                    <a:pt x="382" y="9285"/>
                  </a:cubicBezTo>
                  <a:cubicBezTo>
                    <a:pt x="402" y="9285"/>
                    <a:pt x="422" y="9284"/>
                    <a:pt x="442" y="9282"/>
                  </a:cubicBezTo>
                  <a:cubicBezTo>
                    <a:pt x="508" y="9277"/>
                    <a:pt x="568" y="9257"/>
                    <a:pt x="627" y="9228"/>
                  </a:cubicBezTo>
                  <a:cubicBezTo>
                    <a:pt x="656" y="9214"/>
                    <a:pt x="683" y="9200"/>
                    <a:pt x="707" y="9176"/>
                  </a:cubicBezTo>
                  <a:cubicBezTo>
                    <a:pt x="715" y="9168"/>
                    <a:pt x="725" y="9161"/>
                    <a:pt x="733" y="9153"/>
                  </a:cubicBezTo>
                  <a:cubicBezTo>
                    <a:pt x="830" y="9334"/>
                    <a:pt x="938" y="9511"/>
                    <a:pt x="1028" y="9696"/>
                  </a:cubicBezTo>
                  <a:cubicBezTo>
                    <a:pt x="1137" y="9916"/>
                    <a:pt x="1232" y="10142"/>
                    <a:pt x="1317" y="10372"/>
                  </a:cubicBezTo>
                  <a:cubicBezTo>
                    <a:pt x="1402" y="10606"/>
                    <a:pt x="1477" y="10843"/>
                    <a:pt x="1538" y="11084"/>
                  </a:cubicBezTo>
                  <a:cubicBezTo>
                    <a:pt x="1570" y="11211"/>
                    <a:pt x="1597" y="11338"/>
                    <a:pt x="1626" y="11464"/>
                  </a:cubicBezTo>
                  <a:cubicBezTo>
                    <a:pt x="1594" y="12029"/>
                    <a:pt x="1361" y="22502"/>
                    <a:pt x="1336" y="27150"/>
                  </a:cubicBezTo>
                  <a:cubicBezTo>
                    <a:pt x="1311" y="31762"/>
                    <a:pt x="1304" y="36371"/>
                    <a:pt x="1366" y="40982"/>
                  </a:cubicBezTo>
                  <a:cubicBezTo>
                    <a:pt x="1384" y="42279"/>
                    <a:pt x="1405" y="43576"/>
                    <a:pt x="1432" y="44874"/>
                  </a:cubicBezTo>
                  <a:cubicBezTo>
                    <a:pt x="1445" y="45533"/>
                    <a:pt x="1461" y="46190"/>
                    <a:pt x="1476" y="46849"/>
                  </a:cubicBezTo>
                  <a:cubicBezTo>
                    <a:pt x="1290" y="46852"/>
                    <a:pt x="1103" y="46853"/>
                    <a:pt x="916" y="46854"/>
                  </a:cubicBezTo>
                  <a:cubicBezTo>
                    <a:pt x="724" y="46857"/>
                    <a:pt x="689" y="47155"/>
                    <a:pt x="883" y="47155"/>
                  </a:cubicBezTo>
                  <a:cubicBezTo>
                    <a:pt x="884" y="47155"/>
                    <a:pt x="884" y="47155"/>
                    <a:pt x="884" y="47155"/>
                  </a:cubicBezTo>
                  <a:cubicBezTo>
                    <a:pt x="1083" y="47154"/>
                    <a:pt x="1282" y="47153"/>
                    <a:pt x="1480" y="47151"/>
                  </a:cubicBezTo>
                  <a:lnTo>
                    <a:pt x="1480" y="47151"/>
                  </a:lnTo>
                  <a:cubicBezTo>
                    <a:pt x="1484" y="47703"/>
                    <a:pt x="1474" y="48265"/>
                    <a:pt x="1589" y="48801"/>
                  </a:cubicBezTo>
                  <a:cubicBezTo>
                    <a:pt x="1598" y="48841"/>
                    <a:pt x="1631" y="48861"/>
                    <a:pt x="1663" y="48861"/>
                  </a:cubicBezTo>
                  <a:cubicBezTo>
                    <a:pt x="1697" y="48861"/>
                    <a:pt x="1731" y="48840"/>
                    <a:pt x="1738" y="48797"/>
                  </a:cubicBezTo>
                  <a:cubicBezTo>
                    <a:pt x="1760" y="48657"/>
                    <a:pt x="1789" y="48518"/>
                    <a:pt x="1792" y="48378"/>
                  </a:cubicBezTo>
                  <a:cubicBezTo>
                    <a:pt x="1796" y="48237"/>
                    <a:pt x="1786" y="48094"/>
                    <a:pt x="1782" y="47952"/>
                  </a:cubicBezTo>
                  <a:cubicBezTo>
                    <a:pt x="1775" y="47686"/>
                    <a:pt x="1768" y="47418"/>
                    <a:pt x="1763" y="47150"/>
                  </a:cubicBezTo>
                  <a:cubicBezTo>
                    <a:pt x="14183" y="47050"/>
                    <a:pt x="26604" y="46964"/>
                    <a:pt x="39024" y="46931"/>
                  </a:cubicBezTo>
                  <a:cubicBezTo>
                    <a:pt x="43671" y="46919"/>
                    <a:pt x="48318" y="46912"/>
                    <a:pt x="52964" y="46912"/>
                  </a:cubicBezTo>
                  <a:cubicBezTo>
                    <a:pt x="60909" y="46912"/>
                    <a:pt x="68853" y="46931"/>
                    <a:pt x="76798" y="46967"/>
                  </a:cubicBezTo>
                  <a:cubicBezTo>
                    <a:pt x="80333" y="46984"/>
                    <a:pt x="83867" y="47002"/>
                    <a:pt x="87401" y="47027"/>
                  </a:cubicBezTo>
                  <a:cubicBezTo>
                    <a:pt x="89206" y="47039"/>
                    <a:pt x="91012" y="47051"/>
                    <a:pt x="92817" y="47066"/>
                  </a:cubicBezTo>
                  <a:cubicBezTo>
                    <a:pt x="93853" y="47074"/>
                    <a:pt x="94889" y="47098"/>
                    <a:pt x="95926" y="47098"/>
                  </a:cubicBezTo>
                  <a:cubicBezTo>
                    <a:pt x="96283" y="47098"/>
                    <a:pt x="96641" y="47095"/>
                    <a:pt x="96998" y="47088"/>
                  </a:cubicBezTo>
                  <a:cubicBezTo>
                    <a:pt x="97006" y="47069"/>
                    <a:pt x="97013" y="47053"/>
                    <a:pt x="97020" y="47034"/>
                  </a:cubicBezTo>
                  <a:cubicBezTo>
                    <a:pt x="97046" y="46962"/>
                    <a:pt x="97070" y="46889"/>
                    <a:pt x="97091" y="46815"/>
                  </a:cubicBezTo>
                  <a:cubicBezTo>
                    <a:pt x="97098" y="46789"/>
                    <a:pt x="97105" y="46763"/>
                    <a:pt x="97112" y="46736"/>
                  </a:cubicBezTo>
                  <a:cubicBezTo>
                    <a:pt x="95824" y="46686"/>
                    <a:pt x="94533" y="46702"/>
                    <a:pt x="93246" y="46693"/>
                  </a:cubicBezTo>
                  <a:cubicBezTo>
                    <a:pt x="91633" y="46682"/>
                    <a:pt x="90020" y="46672"/>
                    <a:pt x="88409" y="46662"/>
                  </a:cubicBezTo>
                  <a:cubicBezTo>
                    <a:pt x="85258" y="46643"/>
                    <a:pt x="82108" y="46627"/>
                    <a:pt x="78956" y="46613"/>
                  </a:cubicBezTo>
                  <a:cubicBezTo>
                    <a:pt x="72683" y="46585"/>
                    <a:pt x="66409" y="46569"/>
                    <a:pt x="60136" y="46563"/>
                  </a:cubicBezTo>
                  <a:cubicBezTo>
                    <a:pt x="58631" y="46562"/>
                    <a:pt x="57126" y="46561"/>
                    <a:pt x="55620" y="46561"/>
                  </a:cubicBezTo>
                  <a:cubicBezTo>
                    <a:pt x="44535" y="46561"/>
                    <a:pt x="33449" y="46597"/>
                    <a:pt x="22364" y="46665"/>
                  </a:cubicBezTo>
                  <a:cubicBezTo>
                    <a:pt x="15494" y="46708"/>
                    <a:pt x="8626" y="46765"/>
                    <a:pt x="1758" y="46845"/>
                  </a:cubicBezTo>
                  <a:cubicBezTo>
                    <a:pt x="1746" y="46327"/>
                    <a:pt x="1734" y="45810"/>
                    <a:pt x="1723" y="45291"/>
                  </a:cubicBezTo>
                  <a:cubicBezTo>
                    <a:pt x="1698" y="44123"/>
                    <a:pt x="1675" y="42955"/>
                    <a:pt x="1654" y="41786"/>
                  </a:cubicBezTo>
                  <a:cubicBezTo>
                    <a:pt x="1611" y="39479"/>
                    <a:pt x="1582" y="37170"/>
                    <a:pt x="1564" y="34861"/>
                  </a:cubicBezTo>
                  <a:cubicBezTo>
                    <a:pt x="1527" y="30248"/>
                    <a:pt x="1529" y="25635"/>
                    <a:pt x="1595" y="21022"/>
                  </a:cubicBezTo>
                  <a:cubicBezTo>
                    <a:pt x="1632" y="18422"/>
                    <a:pt x="1704" y="12266"/>
                    <a:pt x="1720" y="11821"/>
                  </a:cubicBezTo>
                  <a:cubicBezTo>
                    <a:pt x="1723" y="11823"/>
                    <a:pt x="1727" y="11823"/>
                    <a:pt x="1730" y="11823"/>
                  </a:cubicBezTo>
                  <a:cubicBezTo>
                    <a:pt x="1737" y="11823"/>
                    <a:pt x="1743" y="11820"/>
                    <a:pt x="1743" y="11809"/>
                  </a:cubicBezTo>
                  <a:cubicBezTo>
                    <a:pt x="1742" y="11765"/>
                    <a:pt x="1740" y="11722"/>
                    <a:pt x="1736" y="11678"/>
                  </a:cubicBezTo>
                  <a:lnTo>
                    <a:pt x="1736" y="11678"/>
                  </a:lnTo>
                  <a:cubicBezTo>
                    <a:pt x="1747" y="11684"/>
                    <a:pt x="1759" y="11687"/>
                    <a:pt x="1771" y="11687"/>
                  </a:cubicBezTo>
                  <a:cubicBezTo>
                    <a:pt x="1791" y="11687"/>
                    <a:pt x="1811" y="11679"/>
                    <a:pt x="1825" y="11663"/>
                  </a:cubicBezTo>
                  <a:cubicBezTo>
                    <a:pt x="2728" y="10645"/>
                    <a:pt x="3296" y="9333"/>
                    <a:pt x="3423" y="7978"/>
                  </a:cubicBezTo>
                  <a:cubicBezTo>
                    <a:pt x="3460" y="7598"/>
                    <a:pt x="3454" y="7219"/>
                    <a:pt x="3425" y="6839"/>
                  </a:cubicBezTo>
                  <a:cubicBezTo>
                    <a:pt x="3423" y="6809"/>
                    <a:pt x="3392" y="6788"/>
                    <a:pt x="3363" y="6788"/>
                  </a:cubicBezTo>
                  <a:cubicBezTo>
                    <a:pt x="3351" y="6788"/>
                    <a:pt x="3338" y="6792"/>
                    <a:pt x="3329" y="6801"/>
                  </a:cubicBezTo>
                  <a:cubicBezTo>
                    <a:pt x="2548" y="7597"/>
                    <a:pt x="2098" y="8638"/>
                    <a:pt x="1858" y="9714"/>
                  </a:cubicBezTo>
                  <a:cubicBezTo>
                    <a:pt x="1855" y="9732"/>
                    <a:pt x="1852" y="9749"/>
                    <a:pt x="1847" y="9767"/>
                  </a:cubicBezTo>
                  <a:cubicBezTo>
                    <a:pt x="1836" y="9384"/>
                    <a:pt x="1812" y="9003"/>
                    <a:pt x="1773" y="8624"/>
                  </a:cubicBezTo>
                  <a:lnTo>
                    <a:pt x="1773" y="8624"/>
                  </a:lnTo>
                  <a:cubicBezTo>
                    <a:pt x="1776" y="8651"/>
                    <a:pt x="1780" y="8676"/>
                    <a:pt x="1786" y="8702"/>
                  </a:cubicBezTo>
                  <a:cubicBezTo>
                    <a:pt x="1788" y="8714"/>
                    <a:pt x="1797" y="8720"/>
                    <a:pt x="1807" y="8720"/>
                  </a:cubicBezTo>
                  <a:cubicBezTo>
                    <a:pt x="1816" y="8720"/>
                    <a:pt x="1826" y="8714"/>
                    <a:pt x="1828" y="8701"/>
                  </a:cubicBezTo>
                  <a:cubicBezTo>
                    <a:pt x="1852" y="8478"/>
                    <a:pt x="1863" y="8253"/>
                    <a:pt x="1897" y="8032"/>
                  </a:cubicBezTo>
                  <a:cubicBezTo>
                    <a:pt x="1930" y="7816"/>
                    <a:pt x="1984" y="7602"/>
                    <a:pt x="2055" y="7394"/>
                  </a:cubicBezTo>
                  <a:cubicBezTo>
                    <a:pt x="2126" y="7187"/>
                    <a:pt x="2217" y="6984"/>
                    <a:pt x="2327" y="6795"/>
                  </a:cubicBezTo>
                  <a:cubicBezTo>
                    <a:pt x="2439" y="6599"/>
                    <a:pt x="2575" y="6419"/>
                    <a:pt x="2687" y="6225"/>
                  </a:cubicBezTo>
                  <a:cubicBezTo>
                    <a:pt x="2694" y="6216"/>
                    <a:pt x="2687" y="6206"/>
                    <a:pt x="2678" y="6206"/>
                  </a:cubicBezTo>
                  <a:cubicBezTo>
                    <a:pt x="2676" y="6206"/>
                    <a:pt x="2673" y="6207"/>
                    <a:pt x="2671" y="6208"/>
                  </a:cubicBezTo>
                  <a:cubicBezTo>
                    <a:pt x="2490" y="6345"/>
                    <a:pt x="2355" y="6538"/>
                    <a:pt x="2239" y="6730"/>
                  </a:cubicBezTo>
                  <a:cubicBezTo>
                    <a:pt x="2122" y="6928"/>
                    <a:pt x="2023" y="7136"/>
                    <a:pt x="1945" y="7352"/>
                  </a:cubicBezTo>
                  <a:cubicBezTo>
                    <a:pt x="1823" y="7695"/>
                    <a:pt x="1732" y="8083"/>
                    <a:pt x="1753" y="8455"/>
                  </a:cubicBezTo>
                  <a:cubicBezTo>
                    <a:pt x="1741" y="8343"/>
                    <a:pt x="1725" y="8230"/>
                    <a:pt x="1710" y="8118"/>
                  </a:cubicBezTo>
                  <a:lnTo>
                    <a:pt x="1710" y="8118"/>
                  </a:lnTo>
                  <a:cubicBezTo>
                    <a:pt x="1715" y="8125"/>
                    <a:pt x="1719" y="8132"/>
                    <a:pt x="1724" y="8140"/>
                  </a:cubicBezTo>
                  <a:cubicBezTo>
                    <a:pt x="1726" y="8142"/>
                    <a:pt x="1727" y="8143"/>
                    <a:pt x="1729" y="8143"/>
                  </a:cubicBezTo>
                  <a:cubicBezTo>
                    <a:pt x="1732" y="8143"/>
                    <a:pt x="1736" y="8139"/>
                    <a:pt x="1736" y="8136"/>
                  </a:cubicBezTo>
                  <a:cubicBezTo>
                    <a:pt x="1752" y="8004"/>
                    <a:pt x="1708" y="7868"/>
                    <a:pt x="1691" y="7737"/>
                  </a:cubicBezTo>
                  <a:cubicBezTo>
                    <a:pt x="1674" y="7592"/>
                    <a:pt x="1666" y="7446"/>
                    <a:pt x="1668" y="7301"/>
                  </a:cubicBezTo>
                  <a:cubicBezTo>
                    <a:pt x="1672" y="7017"/>
                    <a:pt x="1712" y="6732"/>
                    <a:pt x="1775" y="6456"/>
                  </a:cubicBezTo>
                  <a:cubicBezTo>
                    <a:pt x="1902" y="5897"/>
                    <a:pt x="2138" y="5367"/>
                    <a:pt x="2406" y="4862"/>
                  </a:cubicBezTo>
                  <a:cubicBezTo>
                    <a:pt x="2528" y="4631"/>
                    <a:pt x="2659" y="4406"/>
                    <a:pt x="2778" y="4173"/>
                  </a:cubicBezTo>
                  <a:cubicBezTo>
                    <a:pt x="2786" y="4168"/>
                    <a:pt x="2795" y="4163"/>
                    <a:pt x="2805" y="4155"/>
                  </a:cubicBezTo>
                  <a:cubicBezTo>
                    <a:pt x="2808" y="4160"/>
                    <a:pt x="2816" y="4165"/>
                    <a:pt x="2823" y="4166"/>
                  </a:cubicBezTo>
                  <a:cubicBezTo>
                    <a:pt x="2827" y="4166"/>
                    <a:pt x="2830" y="4167"/>
                    <a:pt x="2834" y="4167"/>
                  </a:cubicBezTo>
                  <a:cubicBezTo>
                    <a:pt x="2845" y="4167"/>
                    <a:pt x="2855" y="4164"/>
                    <a:pt x="2869" y="4161"/>
                  </a:cubicBezTo>
                  <a:cubicBezTo>
                    <a:pt x="2883" y="4160"/>
                    <a:pt x="2894" y="4160"/>
                    <a:pt x="2907" y="4157"/>
                  </a:cubicBezTo>
                  <a:cubicBezTo>
                    <a:pt x="2938" y="4150"/>
                    <a:pt x="2966" y="4139"/>
                    <a:pt x="2995" y="4130"/>
                  </a:cubicBezTo>
                  <a:cubicBezTo>
                    <a:pt x="3053" y="4110"/>
                    <a:pt x="3110" y="4089"/>
                    <a:pt x="3167" y="4066"/>
                  </a:cubicBezTo>
                  <a:cubicBezTo>
                    <a:pt x="3223" y="4042"/>
                    <a:pt x="3281" y="4022"/>
                    <a:pt x="3335" y="3994"/>
                  </a:cubicBezTo>
                  <a:cubicBezTo>
                    <a:pt x="3363" y="3980"/>
                    <a:pt x="3390" y="3967"/>
                    <a:pt x="3417" y="3952"/>
                  </a:cubicBezTo>
                  <a:cubicBezTo>
                    <a:pt x="3444" y="3936"/>
                    <a:pt x="3467" y="3915"/>
                    <a:pt x="3495" y="3902"/>
                  </a:cubicBezTo>
                  <a:cubicBezTo>
                    <a:pt x="3509" y="3896"/>
                    <a:pt x="3504" y="3873"/>
                    <a:pt x="3491" y="3873"/>
                  </a:cubicBezTo>
                  <a:cubicBezTo>
                    <a:pt x="3489" y="3873"/>
                    <a:pt x="3488" y="3873"/>
                    <a:pt x="3487" y="3874"/>
                  </a:cubicBezTo>
                  <a:cubicBezTo>
                    <a:pt x="3456" y="3880"/>
                    <a:pt x="3428" y="3880"/>
                    <a:pt x="3398" y="3887"/>
                  </a:cubicBezTo>
                  <a:cubicBezTo>
                    <a:pt x="3367" y="3892"/>
                    <a:pt x="3339" y="3901"/>
                    <a:pt x="3310" y="3909"/>
                  </a:cubicBezTo>
                  <a:cubicBezTo>
                    <a:pt x="3250" y="3925"/>
                    <a:pt x="3189" y="3947"/>
                    <a:pt x="3130" y="3968"/>
                  </a:cubicBezTo>
                  <a:cubicBezTo>
                    <a:pt x="3072" y="3987"/>
                    <a:pt x="3015" y="4011"/>
                    <a:pt x="2957" y="4033"/>
                  </a:cubicBezTo>
                  <a:lnTo>
                    <a:pt x="2924" y="4045"/>
                  </a:lnTo>
                  <a:cubicBezTo>
                    <a:pt x="2968" y="3998"/>
                    <a:pt x="3008" y="3947"/>
                    <a:pt x="3048" y="3898"/>
                  </a:cubicBezTo>
                  <a:cubicBezTo>
                    <a:pt x="3092" y="3842"/>
                    <a:pt x="3130" y="3784"/>
                    <a:pt x="3167" y="3723"/>
                  </a:cubicBezTo>
                  <a:cubicBezTo>
                    <a:pt x="3186" y="3694"/>
                    <a:pt x="3207" y="3662"/>
                    <a:pt x="3222" y="3629"/>
                  </a:cubicBezTo>
                  <a:cubicBezTo>
                    <a:pt x="3237" y="3596"/>
                    <a:pt x="3251" y="3563"/>
                    <a:pt x="3266" y="3530"/>
                  </a:cubicBezTo>
                  <a:cubicBezTo>
                    <a:pt x="3271" y="3521"/>
                    <a:pt x="3262" y="3513"/>
                    <a:pt x="3253" y="3513"/>
                  </a:cubicBezTo>
                  <a:cubicBezTo>
                    <a:pt x="3249" y="3513"/>
                    <a:pt x="3245" y="3514"/>
                    <a:pt x="3242" y="3518"/>
                  </a:cubicBezTo>
                  <a:cubicBezTo>
                    <a:pt x="3200" y="3572"/>
                    <a:pt x="3154" y="3623"/>
                    <a:pt x="3112" y="3677"/>
                  </a:cubicBezTo>
                  <a:cubicBezTo>
                    <a:pt x="3069" y="3732"/>
                    <a:pt x="3022" y="3787"/>
                    <a:pt x="2979" y="3842"/>
                  </a:cubicBezTo>
                  <a:cubicBezTo>
                    <a:pt x="2940" y="3890"/>
                    <a:pt x="2899" y="3937"/>
                    <a:pt x="2858" y="3984"/>
                  </a:cubicBezTo>
                  <a:cubicBezTo>
                    <a:pt x="2854" y="3980"/>
                    <a:pt x="2850" y="3978"/>
                    <a:pt x="2845" y="3978"/>
                  </a:cubicBezTo>
                  <a:cubicBezTo>
                    <a:pt x="2843" y="3978"/>
                    <a:pt x="2840" y="3979"/>
                    <a:pt x="2838" y="3980"/>
                  </a:cubicBezTo>
                  <a:cubicBezTo>
                    <a:pt x="2856" y="3956"/>
                    <a:pt x="2871" y="3929"/>
                    <a:pt x="2885" y="3902"/>
                  </a:cubicBezTo>
                  <a:cubicBezTo>
                    <a:pt x="2913" y="3850"/>
                    <a:pt x="2935" y="3792"/>
                    <a:pt x="2955" y="3738"/>
                  </a:cubicBezTo>
                  <a:cubicBezTo>
                    <a:pt x="2976" y="3682"/>
                    <a:pt x="2994" y="3624"/>
                    <a:pt x="3008" y="3566"/>
                  </a:cubicBezTo>
                  <a:cubicBezTo>
                    <a:pt x="3015" y="3537"/>
                    <a:pt x="3022" y="3508"/>
                    <a:pt x="3025" y="3479"/>
                  </a:cubicBezTo>
                  <a:cubicBezTo>
                    <a:pt x="3025" y="3452"/>
                    <a:pt x="3022" y="3425"/>
                    <a:pt x="3021" y="3397"/>
                  </a:cubicBezTo>
                  <a:cubicBezTo>
                    <a:pt x="3021" y="3388"/>
                    <a:pt x="3015" y="3384"/>
                    <a:pt x="3008" y="3384"/>
                  </a:cubicBezTo>
                  <a:cubicBezTo>
                    <a:pt x="3001" y="3384"/>
                    <a:pt x="2994" y="3387"/>
                    <a:pt x="2992" y="3394"/>
                  </a:cubicBezTo>
                  <a:cubicBezTo>
                    <a:pt x="2979" y="3420"/>
                    <a:pt x="2962" y="3447"/>
                    <a:pt x="2951" y="3474"/>
                  </a:cubicBezTo>
                  <a:cubicBezTo>
                    <a:pt x="2942" y="3497"/>
                    <a:pt x="2937" y="3523"/>
                    <a:pt x="2928" y="3548"/>
                  </a:cubicBezTo>
                  <a:cubicBezTo>
                    <a:pt x="2910" y="3600"/>
                    <a:pt x="2893" y="3654"/>
                    <a:pt x="2872" y="3706"/>
                  </a:cubicBezTo>
                  <a:cubicBezTo>
                    <a:pt x="2851" y="3758"/>
                    <a:pt x="2828" y="3809"/>
                    <a:pt x="2806" y="3859"/>
                  </a:cubicBezTo>
                  <a:cubicBezTo>
                    <a:pt x="2785" y="3908"/>
                    <a:pt x="2758" y="3962"/>
                    <a:pt x="2759" y="4013"/>
                  </a:cubicBezTo>
                  <a:cubicBezTo>
                    <a:pt x="2759" y="4023"/>
                    <a:pt x="2768" y="4035"/>
                    <a:pt x="2778" y="4035"/>
                  </a:cubicBezTo>
                  <a:cubicBezTo>
                    <a:pt x="2781" y="4035"/>
                    <a:pt x="2783" y="4034"/>
                    <a:pt x="2785" y="4033"/>
                  </a:cubicBezTo>
                  <a:cubicBezTo>
                    <a:pt x="2801" y="4024"/>
                    <a:pt x="2813" y="4012"/>
                    <a:pt x="2825" y="4000"/>
                  </a:cubicBezTo>
                  <a:lnTo>
                    <a:pt x="2825" y="4000"/>
                  </a:lnTo>
                  <a:cubicBezTo>
                    <a:pt x="2803" y="4033"/>
                    <a:pt x="2781" y="4064"/>
                    <a:pt x="2759" y="4097"/>
                  </a:cubicBezTo>
                  <a:cubicBezTo>
                    <a:pt x="2748" y="4085"/>
                    <a:pt x="2737" y="4074"/>
                    <a:pt x="2728" y="4061"/>
                  </a:cubicBezTo>
                  <a:cubicBezTo>
                    <a:pt x="2719" y="4050"/>
                    <a:pt x="2713" y="4040"/>
                    <a:pt x="2704" y="4029"/>
                  </a:cubicBezTo>
                  <a:cubicBezTo>
                    <a:pt x="2713" y="4012"/>
                    <a:pt x="2718" y="3994"/>
                    <a:pt x="2724" y="3979"/>
                  </a:cubicBezTo>
                  <a:cubicBezTo>
                    <a:pt x="2740" y="3931"/>
                    <a:pt x="2752" y="3881"/>
                    <a:pt x="2764" y="3831"/>
                  </a:cubicBezTo>
                  <a:cubicBezTo>
                    <a:pt x="2789" y="3733"/>
                    <a:pt x="2805" y="3634"/>
                    <a:pt x="2803" y="3534"/>
                  </a:cubicBezTo>
                  <a:cubicBezTo>
                    <a:pt x="2803" y="3518"/>
                    <a:pt x="2796" y="3503"/>
                    <a:pt x="2781" y="3495"/>
                  </a:cubicBezTo>
                  <a:cubicBezTo>
                    <a:pt x="2780" y="3484"/>
                    <a:pt x="2779" y="3473"/>
                    <a:pt x="2775" y="3462"/>
                  </a:cubicBezTo>
                  <a:cubicBezTo>
                    <a:pt x="2775" y="3456"/>
                    <a:pt x="2769" y="3453"/>
                    <a:pt x="2764" y="3453"/>
                  </a:cubicBezTo>
                  <a:cubicBezTo>
                    <a:pt x="2760" y="3453"/>
                    <a:pt x="2757" y="3454"/>
                    <a:pt x="2756" y="3459"/>
                  </a:cubicBezTo>
                  <a:cubicBezTo>
                    <a:pt x="2752" y="3470"/>
                    <a:pt x="2750" y="3481"/>
                    <a:pt x="2746" y="3492"/>
                  </a:cubicBezTo>
                  <a:cubicBezTo>
                    <a:pt x="2730" y="3497"/>
                    <a:pt x="2723" y="3509"/>
                    <a:pt x="2718" y="3526"/>
                  </a:cubicBezTo>
                  <a:cubicBezTo>
                    <a:pt x="2701" y="3619"/>
                    <a:pt x="2686" y="3714"/>
                    <a:pt x="2663" y="3808"/>
                  </a:cubicBezTo>
                  <a:cubicBezTo>
                    <a:pt x="2653" y="3846"/>
                    <a:pt x="2642" y="3882"/>
                    <a:pt x="2631" y="3920"/>
                  </a:cubicBezTo>
                  <a:cubicBezTo>
                    <a:pt x="2624" y="3904"/>
                    <a:pt x="2614" y="3891"/>
                    <a:pt x="2607" y="3875"/>
                  </a:cubicBezTo>
                  <a:cubicBezTo>
                    <a:pt x="2567" y="3787"/>
                    <a:pt x="2550" y="3684"/>
                    <a:pt x="2559" y="3588"/>
                  </a:cubicBezTo>
                  <a:cubicBezTo>
                    <a:pt x="2561" y="3560"/>
                    <a:pt x="2542" y="3546"/>
                    <a:pt x="2522" y="3546"/>
                  </a:cubicBezTo>
                  <a:cubicBezTo>
                    <a:pt x="2505" y="3546"/>
                    <a:pt x="2486" y="3557"/>
                    <a:pt x="2481" y="3579"/>
                  </a:cubicBezTo>
                  <a:cubicBezTo>
                    <a:pt x="2454" y="3695"/>
                    <a:pt x="2470" y="3809"/>
                    <a:pt x="2516" y="3915"/>
                  </a:cubicBezTo>
                  <a:cubicBezTo>
                    <a:pt x="2538" y="3967"/>
                    <a:pt x="2567" y="4022"/>
                    <a:pt x="2605" y="4060"/>
                  </a:cubicBezTo>
                  <a:lnTo>
                    <a:pt x="2607" y="4061"/>
                  </a:lnTo>
                  <a:cubicBezTo>
                    <a:pt x="2608" y="4067"/>
                    <a:pt x="2610" y="4072"/>
                    <a:pt x="2613" y="4077"/>
                  </a:cubicBezTo>
                  <a:cubicBezTo>
                    <a:pt x="2618" y="4086"/>
                    <a:pt x="2626" y="4092"/>
                    <a:pt x="2635" y="4092"/>
                  </a:cubicBezTo>
                  <a:cubicBezTo>
                    <a:pt x="2637" y="4092"/>
                    <a:pt x="2639" y="4091"/>
                    <a:pt x="2640" y="4091"/>
                  </a:cubicBezTo>
                  <a:cubicBezTo>
                    <a:pt x="2666" y="4114"/>
                    <a:pt x="2695" y="4133"/>
                    <a:pt x="2726" y="4145"/>
                  </a:cubicBezTo>
                  <a:cubicBezTo>
                    <a:pt x="2440" y="4580"/>
                    <a:pt x="2197" y="5052"/>
                    <a:pt x="1993" y="5530"/>
                  </a:cubicBezTo>
                  <a:cubicBezTo>
                    <a:pt x="1765" y="6066"/>
                    <a:pt x="1605" y="6637"/>
                    <a:pt x="1588" y="7220"/>
                  </a:cubicBezTo>
                  <a:cubicBezTo>
                    <a:pt x="1587" y="7262"/>
                    <a:pt x="1587" y="7301"/>
                    <a:pt x="1587" y="7342"/>
                  </a:cubicBezTo>
                  <a:cubicBezTo>
                    <a:pt x="1565" y="7225"/>
                    <a:pt x="1543" y="7110"/>
                    <a:pt x="1518" y="6995"/>
                  </a:cubicBezTo>
                  <a:cubicBezTo>
                    <a:pt x="1539" y="6782"/>
                    <a:pt x="1529" y="6566"/>
                    <a:pt x="1531" y="6352"/>
                  </a:cubicBezTo>
                  <a:cubicBezTo>
                    <a:pt x="1533" y="6104"/>
                    <a:pt x="1538" y="5854"/>
                    <a:pt x="1543" y="5606"/>
                  </a:cubicBezTo>
                  <a:cubicBezTo>
                    <a:pt x="1554" y="5106"/>
                    <a:pt x="1571" y="4605"/>
                    <a:pt x="1599" y="4107"/>
                  </a:cubicBezTo>
                  <a:cubicBezTo>
                    <a:pt x="1627" y="3619"/>
                    <a:pt x="1671" y="3132"/>
                    <a:pt x="1765" y="2653"/>
                  </a:cubicBezTo>
                  <a:cubicBezTo>
                    <a:pt x="1852" y="2217"/>
                    <a:pt x="1985" y="1789"/>
                    <a:pt x="2159" y="1381"/>
                  </a:cubicBezTo>
                  <a:cubicBezTo>
                    <a:pt x="2334" y="971"/>
                    <a:pt x="2550" y="582"/>
                    <a:pt x="2805" y="219"/>
                  </a:cubicBezTo>
                  <a:lnTo>
                    <a:pt x="2805" y="219"/>
                  </a:lnTo>
                  <a:cubicBezTo>
                    <a:pt x="2783" y="769"/>
                    <a:pt x="2770" y="1323"/>
                    <a:pt x="2724" y="1872"/>
                  </a:cubicBezTo>
                  <a:cubicBezTo>
                    <a:pt x="2698" y="2164"/>
                    <a:pt x="2651" y="2453"/>
                    <a:pt x="2548" y="2728"/>
                  </a:cubicBezTo>
                  <a:cubicBezTo>
                    <a:pt x="2451" y="2985"/>
                    <a:pt x="2316" y="3224"/>
                    <a:pt x="2163" y="3451"/>
                  </a:cubicBezTo>
                  <a:cubicBezTo>
                    <a:pt x="2029" y="3646"/>
                    <a:pt x="1884" y="3833"/>
                    <a:pt x="1735" y="4019"/>
                  </a:cubicBezTo>
                  <a:cubicBezTo>
                    <a:pt x="1889" y="3270"/>
                    <a:pt x="2142" y="2551"/>
                    <a:pt x="2459" y="1854"/>
                  </a:cubicBezTo>
                  <a:cubicBezTo>
                    <a:pt x="2475" y="1819"/>
                    <a:pt x="2445" y="1793"/>
                    <a:pt x="2415" y="1793"/>
                  </a:cubicBezTo>
                  <a:cubicBezTo>
                    <a:pt x="2399" y="1793"/>
                    <a:pt x="2382" y="1801"/>
                    <a:pt x="2372" y="1820"/>
                  </a:cubicBezTo>
                  <a:cubicBezTo>
                    <a:pt x="1999" y="2567"/>
                    <a:pt x="1751" y="3381"/>
                    <a:pt x="1598" y="4199"/>
                  </a:cubicBezTo>
                  <a:cubicBezTo>
                    <a:pt x="1592" y="4231"/>
                    <a:pt x="1619" y="4250"/>
                    <a:pt x="1646" y="4250"/>
                  </a:cubicBezTo>
                  <a:cubicBezTo>
                    <a:pt x="1661" y="4250"/>
                    <a:pt x="1676" y="4245"/>
                    <a:pt x="1686" y="4233"/>
                  </a:cubicBezTo>
                  <a:cubicBezTo>
                    <a:pt x="2031" y="3810"/>
                    <a:pt x="2380" y="3380"/>
                    <a:pt x="2596" y="2874"/>
                  </a:cubicBezTo>
                  <a:cubicBezTo>
                    <a:pt x="2830" y="2322"/>
                    <a:pt x="2835" y="1718"/>
                    <a:pt x="2861" y="1129"/>
                  </a:cubicBezTo>
                  <a:cubicBezTo>
                    <a:pt x="2877" y="772"/>
                    <a:pt x="2894" y="414"/>
                    <a:pt x="2910" y="58"/>
                  </a:cubicBezTo>
                  <a:cubicBezTo>
                    <a:pt x="2912" y="25"/>
                    <a:pt x="2885" y="1"/>
                    <a:pt x="285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44;p6"/>
            <p:cNvSpPr/>
            <p:nvPr/>
          </p:nvSpPr>
          <p:spPr>
            <a:xfrm>
              <a:off x="204120" y="689760"/>
              <a:ext cx="143640" cy="41040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1717" h="4878">
                  <a:moveTo>
                    <a:pt x="649" y="829"/>
                  </a:moveTo>
                  <a:lnTo>
                    <a:pt x="649" y="829"/>
                  </a:lnTo>
                  <a:cubicBezTo>
                    <a:pt x="643" y="833"/>
                    <a:pt x="637" y="840"/>
                    <a:pt x="634" y="851"/>
                  </a:cubicBezTo>
                  <a:cubicBezTo>
                    <a:pt x="624" y="853"/>
                    <a:pt x="616" y="854"/>
                    <a:pt x="606" y="855"/>
                  </a:cubicBezTo>
                  <a:cubicBezTo>
                    <a:pt x="605" y="849"/>
                    <a:pt x="604" y="843"/>
                    <a:pt x="602" y="836"/>
                  </a:cubicBezTo>
                  <a:cubicBezTo>
                    <a:pt x="618" y="836"/>
                    <a:pt x="635" y="834"/>
                    <a:pt x="649" y="829"/>
                  </a:cubicBezTo>
                  <a:close/>
                  <a:moveTo>
                    <a:pt x="624" y="963"/>
                  </a:moveTo>
                  <a:cubicBezTo>
                    <a:pt x="626" y="964"/>
                    <a:pt x="627" y="965"/>
                    <a:pt x="627" y="966"/>
                  </a:cubicBezTo>
                  <a:cubicBezTo>
                    <a:pt x="623" y="966"/>
                    <a:pt x="618" y="965"/>
                    <a:pt x="614" y="965"/>
                  </a:cubicBezTo>
                  <a:cubicBezTo>
                    <a:pt x="617" y="965"/>
                    <a:pt x="621" y="964"/>
                    <a:pt x="624" y="963"/>
                  </a:cubicBezTo>
                  <a:close/>
                  <a:moveTo>
                    <a:pt x="566" y="0"/>
                  </a:moveTo>
                  <a:cubicBezTo>
                    <a:pt x="562" y="0"/>
                    <a:pt x="557" y="3"/>
                    <a:pt x="556" y="10"/>
                  </a:cubicBezTo>
                  <a:cubicBezTo>
                    <a:pt x="550" y="47"/>
                    <a:pt x="549" y="85"/>
                    <a:pt x="540" y="122"/>
                  </a:cubicBezTo>
                  <a:cubicBezTo>
                    <a:pt x="534" y="151"/>
                    <a:pt x="531" y="179"/>
                    <a:pt x="530" y="207"/>
                  </a:cubicBezTo>
                  <a:cubicBezTo>
                    <a:pt x="528" y="275"/>
                    <a:pt x="530" y="346"/>
                    <a:pt x="532" y="413"/>
                  </a:cubicBezTo>
                  <a:cubicBezTo>
                    <a:pt x="535" y="481"/>
                    <a:pt x="538" y="547"/>
                    <a:pt x="544" y="614"/>
                  </a:cubicBezTo>
                  <a:cubicBezTo>
                    <a:pt x="545" y="637"/>
                    <a:pt x="546" y="659"/>
                    <a:pt x="550" y="682"/>
                  </a:cubicBezTo>
                  <a:cubicBezTo>
                    <a:pt x="532" y="632"/>
                    <a:pt x="511" y="583"/>
                    <a:pt x="492" y="533"/>
                  </a:cubicBezTo>
                  <a:cubicBezTo>
                    <a:pt x="453" y="421"/>
                    <a:pt x="426" y="303"/>
                    <a:pt x="397" y="186"/>
                  </a:cubicBezTo>
                  <a:cubicBezTo>
                    <a:pt x="392" y="167"/>
                    <a:pt x="374" y="156"/>
                    <a:pt x="356" y="156"/>
                  </a:cubicBezTo>
                  <a:cubicBezTo>
                    <a:pt x="339" y="156"/>
                    <a:pt x="323" y="167"/>
                    <a:pt x="321" y="190"/>
                  </a:cubicBezTo>
                  <a:cubicBezTo>
                    <a:pt x="310" y="323"/>
                    <a:pt x="337" y="446"/>
                    <a:pt x="380" y="572"/>
                  </a:cubicBezTo>
                  <a:cubicBezTo>
                    <a:pt x="398" y="625"/>
                    <a:pt x="420" y="675"/>
                    <a:pt x="446" y="723"/>
                  </a:cubicBezTo>
                  <a:cubicBezTo>
                    <a:pt x="419" y="712"/>
                    <a:pt x="392" y="698"/>
                    <a:pt x="368" y="685"/>
                  </a:cubicBezTo>
                  <a:cubicBezTo>
                    <a:pt x="276" y="634"/>
                    <a:pt x="196" y="560"/>
                    <a:pt x="133" y="476"/>
                  </a:cubicBezTo>
                  <a:cubicBezTo>
                    <a:pt x="127" y="468"/>
                    <a:pt x="119" y="465"/>
                    <a:pt x="111" y="465"/>
                  </a:cubicBezTo>
                  <a:cubicBezTo>
                    <a:pt x="91" y="465"/>
                    <a:pt x="71" y="486"/>
                    <a:pt x="83" y="508"/>
                  </a:cubicBezTo>
                  <a:cubicBezTo>
                    <a:pt x="139" y="610"/>
                    <a:pt x="223" y="695"/>
                    <a:pt x="326" y="753"/>
                  </a:cubicBezTo>
                  <a:cubicBezTo>
                    <a:pt x="379" y="784"/>
                    <a:pt x="431" y="806"/>
                    <a:pt x="489" y="819"/>
                  </a:cubicBezTo>
                  <a:cubicBezTo>
                    <a:pt x="498" y="822"/>
                    <a:pt x="509" y="823"/>
                    <a:pt x="519" y="827"/>
                  </a:cubicBezTo>
                  <a:cubicBezTo>
                    <a:pt x="527" y="838"/>
                    <a:pt x="535" y="849"/>
                    <a:pt x="545" y="860"/>
                  </a:cubicBezTo>
                  <a:cubicBezTo>
                    <a:pt x="515" y="861"/>
                    <a:pt x="485" y="863"/>
                    <a:pt x="456" y="863"/>
                  </a:cubicBezTo>
                  <a:cubicBezTo>
                    <a:pt x="440" y="863"/>
                    <a:pt x="423" y="862"/>
                    <a:pt x="407" y="861"/>
                  </a:cubicBezTo>
                  <a:cubicBezTo>
                    <a:pt x="344" y="856"/>
                    <a:pt x="288" y="841"/>
                    <a:pt x="229" y="824"/>
                  </a:cubicBezTo>
                  <a:cubicBezTo>
                    <a:pt x="200" y="817"/>
                    <a:pt x="171" y="808"/>
                    <a:pt x="143" y="796"/>
                  </a:cubicBezTo>
                  <a:cubicBezTo>
                    <a:pt x="108" y="783"/>
                    <a:pt x="89" y="779"/>
                    <a:pt x="57" y="767"/>
                  </a:cubicBezTo>
                  <a:cubicBezTo>
                    <a:pt x="54" y="766"/>
                    <a:pt x="50" y="765"/>
                    <a:pt x="47" y="765"/>
                  </a:cubicBezTo>
                  <a:cubicBezTo>
                    <a:pt x="22" y="765"/>
                    <a:pt x="1" y="796"/>
                    <a:pt x="20" y="817"/>
                  </a:cubicBezTo>
                  <a:cubicBezTo>
                    <a:pt x="44" y="841"/>
                    <a:pt x="63" y="866"/>
                    <a:pt x="94" y="884"/>
                  </a:cubicBezTo>
                  <a:cubicBezTo>
                    <a:pt x="124" y="903"/>
                    <a:pt x="156" y="921"/>
                    <a:pt x="190" y="936"/>
                  </a:cubicBezTo>
                  <a:cubicBezTo>
                    <a:pt x="255" y="964"/>
                    <a:pt x="331" y="976"/>
                    <a:pt x="399" y="981"/>
                  </a:cubicBezTo>
                  <a:cubicBezTo>
                    <a:pt x="416" y="983"/>
                    <a:pt x="432" y="984"/>
                    <a:pt x="449" y="984"/>
                  </a:cubicBezTo>
                  <a:cubicBezTo>
                    <a:pt x="463" y="984"/>
                    <a:pt x="476" y="984"/>
                    <a:pt x="490" y="983"/>
                  </a:cubicBezTo>
                  <a:lnTo>
                    <a:pt x="490" y="983"/>
                  </a:lnTo>
                  <a:cubicBezTo>
                    <a:pt x="487" y="991"/>
                    <a:pt x="487" y="999"/>
                    <a:pt x="491" y="1008"/>
                  </a:cubicBezTo>
                  <a:cubicBezTo>
                    <a:pt x="506" y="1043"/>
                    <a:pt x="550" y="1057"/>
                    <a:pt x="584" y="1070"/>
                  </a:cubicBezTo>
                  <a:cubicBezTo>
                    <a:pt x="606" y="1079"/>
                    <a:pt x="627" y="1087"/>
                    <a:pt x="649" y="1095"/>
                  </a:cubicBezTo>
                  <a:cubicBezTo>
                    <a:pt x="655" y="1149"/>
                    <a:pt x="662" y="1200"/>
                    <a:pt x="670" y="1249"/>
                  </a:cubicBezTo>
                  <a:cubicBezTo>
                    <a:pt x="688" y="1383"/>
                    <a:pt x="706" y="1520"/>
                    <a:pt x="727" y="1655"/>
                  </a:cubicBezTo>
                  <a:cubicBezTo>
                    <a:pt x="770" y="1924"/>
                    <a:pt x="821" y="2191"/>
                    <a:pt x="880" y="2457"/>
                  </a:cubicBezTo>
                  <a:cubicBezTo>
                    <a:pt x="997" y="2985"/>
                    <a:pt x="1146" y="3505"/>
                    <a:pt x="1323" y="4016"/>
                  </a:cubicBezTo>
                  <a:cubicBezTo>
                    <a:pt x="1423" y="4305"/>
                    <a:pt x="1527" y="4594"/>
                    <a:pt x="1673" y="4865"/>
                  </a:cubicBezTo>
                  <a:cubicBezTo>
                    <a:pt x="1678" y="4873"/>
                    <a:pt x="1685" y="4877"/>
                    <a:pt x="1692" y="4877"/>
                  </a:cubicBezTo>
                  <a:cubicBezTo>
                    <a:pt x="1705" y="4877"/>
                    <a:pt x="1717" y="4864"/>
                    <a:pt x="1711" y="4847"/>
                  </a:cubicBezTo>
                  <a:cubicBezTo>
                    <a:pt x="1633" y="4590"/>
                    <a:pt x="1532" y="4341"/>
                    <a:pt x="1442" y="4087"/>
                  </a:cubicBezTo>
                  <a:cubicBezTo>
                    <a:pt x="1352" y="3829"/>
                    <a:pt x="1270" y="3569"/>
                    <a:pt x="1194" y="3307"/>
                  </a:cubicBezTo>
                  <a:cubicBezTo>
                    <a:pt x="1047" y="2795"/>
                    <a:pt x="930" y="2276"/>
                    <a:pt x="840" y="1751"/>
                  </a:cubicBezTo>
                  <a:cubicBezTo>
                    <a:pt x="815" y="1605"/>
                    <a:pt x="792" y="1458"/>
                    <a:pt x="771" y="1310"/>
                  </a:cubicBezTo>
                  <a:cubicBezTo>
                    <a:pt x="761" y="1245"/>
                    <a:pt x="756" y="1178"/>
                    <a:pt x="749" y="1111"/>
                  </a:cubicBezTo>
                  <a:lnTo>
                    <a:pt x="749" y="1111"/>
                  </a:lnTo>
                  <a:cubicBezTo>
                    <a:pt x="753" y="1111"/>
                    <a:pt x="758" y="1111"/>
                    <a:pt x="762" y="1111"/>
                  </a:cubicBezTo>
                  <a:cubicBezTo>
                    <a:pt x="817" y="1111"/>
                    <a:pt x="872" y="1104"/>
                    <a:pt x="924" y="1089"/>
                  </a:cubicBezTo>
                  <a:cubicBezTo>
                    <a:pt x="1001" y="1067"/>
                    <a:pt x="1065" y="1034"/>
                    <a:pt x="1129" y="986"/>
                  </a:cubicBezTo>
                  <a:cubicBezTo>
                    <a:pt x="1160" y="963"/>
                    <a:pt x="1177" y="933"/>
                    <a:pt x="1204" y="906"/>
                  </a:cubicBezTo>
                  <a:cubicBezTo>
                    <a:pt x="1230" y="877"/>
                    <a:pt x="1249" y="845"/>
                    <a:pt x="1272" y="815"/>
                  </a:cubicBezTo>
                  <a:cubicBezTo>
                    <a:pt x="1280" y="804"/>
                    <a:pt x="1271" y="793"/>
                    <a:pt x="1261" y="793"/>
                  </a:cubicBezTo>
                  <a:cubicBezTo>
                    <a:pt x="1257" y="793"/>
                    <a:pt x="1253" y="794"/>
                    <a:pt x="1250" y="798"/>
                  </a:cubicBezTo>
                  <a:cubicBezTo>
                    <a:pt x="1230" y="820"/>
                    <a:pt x="1204" y="836"/>
                    <a:pt x="1179" y="853"/>
                  </a:cubicBezTo>
                  <a:cubicBezTo>
                    <a:pt x="1168" y="861"/>
                    <a:pt x="1154" y="872"/>
                    <a:pt x="1142" y="876"/>
                  </a:cubicBezTo>
                  <a:cubicBezTo>
                    <a:pt x="1128" y="880"/>
                    <a:pt x="1116" y="880"/>
                    <a:pt x="1101" y="887"/>
                  </a:cubicBezTo>
                  <a:cubicBezTo>
                    <a:pt x="1054" y="908"/>
                    <a:pt x="1007" y="924"/>
                    <a:pt x="958" y="939"/>
                  </a:cubicBezTo>
                  <a:cubicBezTo>
                    <a:pt x="919" y="950"/>
                    <a:pt x="880" y="955"/>
                    <a:pt x="841" y="961"/>
                  </a:cubicBezTo>
                  <a:cubicBezTo>
                    <a:pt x="939" y="925"/>
                    <a:pt x="1029" y="860"/>
                    <a:pt x="1099" y="787"/>
                  </a:cubicBezTo>
                  <a:cubicBezTo>
                    <a:pt x="1146" y="739"/>
                    <a:pt x="1188" y="686"/>
                    <a:pt x="1222" y="630"/>
                  </a:cubicBezTo>
                  <a:cubicBezTo>
                    <a:pt x="1259" y="573"/>
                    <a:pt x="1276" y="505"/>
                    <a:pt x="1292" y="439"/>
                  </a:cubicBezTo>
                  <a:cubicBezTo>
                    <a:pt x="1297" y="417"/>
                    <a:pt x="1276" y="394"/>
                    <a:pt x="1255" y="388"/>
                  </a:cubicBezTo>
                  <a:cubicBezTo>
                    <a:pt x="1251" y="388"/>
                    <a:pt x="1248" y="387"/>
                    <a:pt x="1244" y="387"/>
                  </a:cubicBezTo>
                  <a:cubicBezTo>
                    <a:pt x="1225" y="387"/>
                    <a:pt x="1210" y="398"/>
                    <a:pt x="1200" y="416"/>
                  </a:cubicBezTo>
                  <a:cubicBezTo>
                    <a:pt x="1175" y="465"/>
                    <a:pt x="1139" y="508"/>
                    <a:pt x="1107" y="554"/>
                  </a:cubicBezTo>
                  <a:cubicBezTo>
                    <a:pt x="1077" y="598"/>
                    <a:pt x="1045" y="637"/>
                    <a:pt x="1007" y="672"/>
                  </a:cubicBezTo>
                  <a:cubicBezTo>
                    <a:pt x="948" y="727"/>
                    <a:pt x="888" y="766"/>
                    <a:pt x="822" y="804"/>
                  </a:cubicBezTo>
                  <a:cubicBezTo>
                    <a:pt x="842" y="739"/>
                    <a:pt x="862" y="675"/>
                    <a:pt x="879" y="611"/>
                  </a:cubicBezTo>
                  <a:cubicBezTo>
                    <a:pt x="919" y="452"/>
                    <a:pt x="956" y="296"/>
                    <a:pt x="956" y="131"/>
                  </a:cubicBezTo>
                  <a:cubicBezTo>
                    <a:pt x="956" y="114"/>
                    <a:pt x="943" y="104"/>
                    <a:pt x="929" y="104"/>
                  </a:cubicBezTo>
                  <a:cubicBezTo>
                    <a:pt x="920" y="104"/>
                    <a:pt x="910" y="109"/>
                    <a:pt x="904" y="119"/>
                  </a:cubicBezTo>
                  <a:cubicBezTo>
                    <a:pt x="825" y="263"/>
                    <a:pt x="781" y="417"/>
                    <a:pt x="741" y="575"/>
                  </a:cubicBezTo>
                  <a:cubicBezTo>
                    <a:pt x="722" y="652"/>
                    <a:pt x="706" y="728"/>
                    <a:pt x="690" y="805"/>
                  </a:cubicBezTo>
                  <a:cubicBezTo>
                    <a:pt x="689" y="812"/>
                    <a:pt x="688" y="820"/>
                    <a:pt x="687" y="828"/>
                  </a:cubicBezTo>
                  <a:cubicBezTo>
                    <a:pt x="680" y="824"/>
                    <a:pt x="672" y="823"/>
                    <a:pt x="665" y="823"/>
                  </a:cubicBezTo>
                  <a:cubicBezTo>
                    <a:pt x="663" y="823"/>
                    <a:pt x="661" y="823"/>
                    <a:pt x="659" y="823"/>
                  </a:cubicBezTo>
                  <a:cubicBezTo>
                    <a:pt x="668" y="818"/>
                    <a:pt x="672" y="800"/>
                    <a:pt x="660" y="795"/>
                  </a:cubicBezTo>
                  <a:cubicBezTo>
                    <a:pt x="650" y="789"/>
                    <a:pt x="640" y="786"/>
                    <a:pt x="629" y="784"/>
                  </a:cubicBezTo>
                  <a:cubicBezTo>
                    <a:pt x="633" y="758"/>
                    <a:pt x="633" y="734"/>
                    <a:pt x="637" y="709"/>
                  </a:cubicBezTo>
                  <a:cubicBezTo>
                    <a:pt x="640" y="681"/>
                    <a:pt x="640" y="651"/>
                    <a:pt x="639" y="620"/>
                  </a:cubicBezTo>
                  <a:cubicBezTo>
                    <a:pt x="639" y="552"/>
                    <a:pt x="637" y="483"/>
                    <a:pt x="634" y="413"/>
                  </a:cubicBezTo>
                  <a:cubicBezTo>
                    <a:pt x="632" y="346"/>
                    <a:pt x="626" y="280"/>
                    <a:pt x="621" y="213"/>
                  </a:cubicBezTo>
                  <a:cubicBezTo>
                    <a:pt x="617" y="181"/>
                    <a:pt x="612" y="151"/>
                    <a:pt x="602" y="120"/>
                  </a:cubicBezTo>
                  <a:cubicBezTo>
                    <a:pt x="591" y="85"/>
                    <a:pt x="586" y="47"/>
                    <a:pt x="578" y="10"/>
                  </a:cubicBezTo>
                  <a:cubicBezTo>
                    <a:pt x="576" y="3"/>
                    <a:pt x="571" y="0"/>
                    <a:pt x="56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45;p6"/>
            <p:cNvSpPr/>
            <p:nvPr/>
          </p:nvSpPr>
          <p:spPr>
            <a:xfrm>
              <a:off x="487800" y="1260360"/>
              <a:ext cx="46800" cy="24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563" h="295">
                  <a:moveTo>
                    <a:pt x="41" y="1"/>
                  </a:moveTo>
                  <a:cubicBezTo>
                    <a:pt x="18" y="1"/>
                    <a:pt x="0" y="33"/>
                    <a:pt x="16" y="55"/>
                  </a:cubicBezTo>
                  <a:cubicBezTo>
                    <a:pt x="22" y="62"/>
                    <a:pt x="30" y="72"/>
                    <a:pt x="35" y="82"/>
                  </a:cubicBezTo>
                  <a:cubicBezTo>
                    <a:pt x="39" y="101"/>
                    <a:pt x="54" y="115"/>
                    <a:pt x="69" y="131"/>
                  </a:cubicBezTo>
                  <a:cubicBezTo>
                    <a:pt x="89" y="150"/>
                    <a:pt x="107" y="167"/>
                    <a:pt x="129" y="182"/>
                  </a:cubicBezTo>
                  <a:cubicBezTo>
                    <a:pt x="171" y="210"/>
                    <a:pt x="215" y="234"/>
                    <a:pt x="261" y="253"/>
                  </a:cubicBezTo>
                  <a:cubicBezTo>
                    <a:pt x="304" y="272"/>
                    <a:pt x="351" y="285"/>
                    <a:pt x="400" y="291"/>
                  </a:cubicBezTo>
                  <a:cubicBezTo>
                    <a:pt x="416" y="292"/>
                    <a:pt x="433" y="294"/>
                    <a:pt x="451" y="294"/>
                  </a:cubicBezTo>
                  <a:cubicBezTo>
                    <a:pt x="460" y="294"/>
                    <a:pt x="469" y="294"/>
                    <a:pt x="478" y="292"/>
                  </a:cubicBezTo>
                  <a:cubicBezTo>
                    <a:pt x="498" y="287"/>
                    <a:pt x="529" y="282"/>
                    <a:pt x="546" y="271"/>
                  </a:cubicBezTo>
                  <a:cubicBezTo>
                    <a:pt x="563" y="261"/>
                    <a:pt x="563" y="241"/>
                    <a:pt x="545" y="232"/>
                  </a:cubicBezTo>
                  <a:cubicBezTo>
                    <a:pt x="528" y="223"/>
                    <a:pt x="506" y="220"/>
                    <a:pt x="486" y="212"/>
                  </a:cubicBezTo>
                  <a:cubicBezTo>
                    <a:pt x="467" y="204"/>
                    <a:pt x="443" y="204"/>
                    <a:pt x="423" y="198"/>
                  </a:cubicBezTo>
                  <a:cubicBezTo>
                    <a:pt x="381" y="187"/>
                    <a:pt x="338" y="173"/>
                    <a:pt x="297" y="157"/>
                  </a:cubicBezTo>
                  <a:cubicBezTo>
                    <a:pt x="259" y="142"/>
                    <a:pt x="222" y="123"/>
                    <a:pt x="188" y="100"/>
                  </a:cubicBezTo>
                  <a:cubicBezTo>
                    <a:pt x="171" y="87"/>
                    <a:pt x="153" y="73"/>
                    <a:pt x="135" y="61"/>
                  </a:cubicBezTo>
                  <a:cubicBezTo>
                    <a:pt x="117" y="49"/>
                    <a:pt x="103" y="35"/>
                    <a:pt x="85" y="30"/>
                  </a:cubicBezTo>
                  <a:cubicBezTo>
                    <a:pt x="76" y="27"/>
                    <a:pt x="67" y="14"/>
                    <a:pt x="59" y="8"/>
                  </a:cubicBezTo>
                  <a:cubicBezTo>
                    <a:pt x="53" y="3"/>
                    <a:pt x="47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46;p6"/>
            <p:cNvSpPr/>
            <p:nvPr/>
          </p:nvSpPr>
          <p:spPr>
            <a:xfrm>
              <a:off x="477360" y="714960"/>
              <a:ext cx="14400" cy="1656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78" h="200">
                  <a:moveTo>
                    <a:pt x="132" y="108"/>
                  </a:moveTo>
                  <a:cubicBezTo>
                    <a:pt x="130" y="109"/>
                    <a:pt x="128" y="109"/>
                    <a:pt x="127" y="109"/>
                  </a:cubicBezTo>
                  <a:cubicBezTo>
                    <a:pt x="130" y="109"/>
                    <a:pt x="131" y="108"/>
                    <a:pt x="132" y="108"/>
                  </a:cubicBezTo>
                  <a:close/>
                  <a:moveTo>
                    <a:pt x="116" y="1"/>
                  </a:moveTo>
                  <a:cubicBezTo>
                    <a:pt x="113" y="1"/>
                    <a:pt x="109" y="1"/>
                    <a:pt x="106" y="2"/>
                  </a:cubicBezTo>
                  <a:cubicBezTo>
                    <a:pt x="86" y="4"/>
                    <a:pt x="70" y="15"/>
                    <a:pt x="55" y="30"/>
                  </a:cubicBezTo>
                  <a:lnTo>
                    <a:pt x="51" y="30"/>
                  </a:lnTo>
                  <a:cubicBezTo>
                    <a:pt x="37" y="33"/>
                    <a:pt x="22" y="40"/>
                    <a:pt x="13" y="53"/>
                  </a:cubicBezTo>
                  <a:cubicBezTo>
                    <a:pt x="7" y="62"/>
                    <a:pt x="2" y="73"/>
                    <a:pt x="2" y="82"/>
                  </a:cubicBezTo>
                  <a:cubicBezTo>
                    <a:pt x="0" y="96"/>
                    <a:pt x="5" y="112"/>
                    <a:pt x="13" y="120"/>
                  </a:cubicBezTo>
                  <a:lnTo>
                    <a:pt x="22" y="130"/>
                  </a:lnTo>
                  <a:cubicBezTo>
                    <a:pt x="22" y="130"/>
                    <a:pt x="24" y="130"/>
                    <a:pt x="24" y="131"/>
                  </a:cubicBezTo>
                  <a:lnTo>
                    <a:pt x="28" y="148"/>
                  </a:lnTo>
                  <a:cubicBezTo>
                    <a:pt x="28" y="149"/>
                    <a:pt x="29" y="152"/>
                    <a:pt x="31" y="153"/>
                  </a:cubicBezTo>
                  <a:cubicBezTo>
                    <a:pt x="33" y="159"/>
                    <a:pt x="38" y="167"/>
                    <a:pt x="42" y="170"/>
                  </a:cubicBezTo>
                  <a:cubicBezTo>
                    <a:pt x="56" y="186"/>
                    <a:pt x="80" y="199"/>
                    <a:pt x="103" y="199"/>
                  </a:cubicBezTo>
                  <a:cubicBezTo>
                    <a:pt x="112" y="199"/>
                    <a:pt x="121" y="197"/>
                    <a:pt x="130" y="193"/>
                  </a:cubicBezTo>
                  <a:cubicBezTo>
                    <a:pt x="154" y="181"/>
                    <a:pt x="171" y="160"/>
                    <a:pt x="175" y="133"/>
                  </a:cubicBezTo>
                  <a:cubicBezTo>
                    <a:pt x="177" y="115"/>
                    <a:pt x="172" y="98"/>
                    <a:pt x="163" y="83"/>
                  </a:cubicBezTo>
                  <a:cubicBezTo>
                    <a:pt x="170" y="72"/>
                    <a:pt x="174" y="59"/>
                    <a:pt x="171" y="47"/>
                  </a:cubicBezTo>
                  <a:cubicBezTo>
                    <a:pt x="168" y="33"/>
                    <a:pt x="160" y="19"/>
                    <a:pt x="149" y="11"/>
                  </a:cubicBezTo>
                  <a:cubicBezTo>
                    <a:pt x="139" y="5"/>
                    <a:pt x="128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47;p6"/>
            <p:cNvSpPr/>
            <p:nvPr/>
          </p:nvSpPr>
          <p:spPr>
            <a:xfrm>
              <a:off x="254520" y="388800"/>
              <a:ext cx="277560" cy="8503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850320"/>
                <a:gd name="textAreaBottom" fmla="*/ 850680 h 850320"/>
              </a:gdLst>
              <a:ahLst/>
              <a:cxnLst/>
              <a:rect l="textAreaLeft" t="textAreaTop" r="textAreaRight" b="textAreaBottom"/>
              <a:pathLst>
                <a:path w="3315" h="10100">
                  <a:moveTo>
                    <a:pt x="2518" y="2559"/>
                  </a:moveTo>
                  <a:cubicBezTo>
                    <a:pt x="2511" y="2600"/>
                    <a:pt x="2511" y="2644"/>
                    <a:pt x="2507" y="2684"/>
                  </a:cubicBezTo>
                  <a:cubicBezTo>
                    <a:pt x="2507" y="2691"/>
                    <a:pt x="2506" y="2697"/>
                    <a:pt x="2506" y="2703"/>
                  </a:cubicBezTo>
                  <a:cubicBezTo>
                    <a:pt x="2505" y="2703"/>
                    <a:pt x="2505" y="2704"/>
                    <a:pt x="2504" y="2704"/>
                  </a:cubicBezTo>
                  <a:cubicBezTo>
                    <a:pt x="2499" y="2700"/>
                    <a:pt x="2496" y="2696"/>
                    <a:pt x="2493" y="2692"/>
                  </a:cubicBezTo>
                  <a:cubicBezTo>
                    <a:pt x="2490" y="2691"/>
                    <a:pt x="2490" y="2689"/>
                    <a:pt x="2489" y="2688"/>
                  </a:cubicBezTo>
                  <a:cubicBezTo>
                    <a:pt x="2493" y="2688"/>
                    <a:pt x="2495" y="2685"/>
                    <a:pt x="2495" y="2682"/>
                  </a:cubicBezTo>
                  <a:cubicBezTo>
                    <a:pt x="2501" y="2641"/>
                    <a:pt x="2511" y="2600"/>
                    <a:pt x="2518" y="2559"/>
                  </a:cubicBezTo>
                  <a:close/>
                  <a:moveTo>
                    <a:pt x="1112" y="0"/>
                  </a:moveTo>
                  <a:cubicBezTo>
                    <a:pt x="1108" y="0"/>
                    <a:pt x="1103" y="2"/>
                    <a:pt x="1101" y="7"/>
                  </a:cubicBezTo>
                  <a:cubicBezTo>
                    <a:pt x="1018" y="206"/>
                    <a:pt x="998" y="429"/>
                    <a:pt x="969" y="641"/>
                  </a:cubicBezTo>
                  <a:cubicBezTo>
                    <a:pt x="942" y="847"/>
                    <a:pt x="913" y="1056"/>
                    <a:pt x="919" y="1263"/>
                  </a:cubicBezTo>
                  <a:cubicBezTo>
                    <a:pt x="909" y="1254"/>
                    <a:pt x="898" y="1247"/>
                    <a:pt x="888" y="1238"/>
                  </a:cubicBezTo>
                  <a:cubicBezTo>
                    <a:pt x="890" y="1234"/>
                    <a:pt x="891" y="1230"/>
                    <a:pt x="891" y="1226"/>
                  </a:cubicBezTo>
                  <a:cubicBezTo>
                    <a:pt x="885" y="1051"/>
                    <a:pt x="852" y="879"/>
                    <a:pt x="826" y="705"/>
                  </a:cubicBezTo>
                  <a:cubicBezTo>
                    <a:pt x="813" y="619"/>
                    <a:pt x="800" y="533"/>
                    <a:pt x="789" y="446"/>
                  </a:cubicBezTo>
                  <a:cubicBezTo>
                    <a:pt x="780" y="359"/>
                    <a:pt x="776" y="272"/>
                    <a:pt x="760" y="187"/>
                  </a:cubicBezTo>
                  <a:cubicBezTo>
                    <a:pt x="754" y="158"/>
                    <a:pt x="729" y="144"/>
                    <a:pt x="704" y="144"/>
                  </a:cubicBezTo>
                  <a:cubicBezTo>
                    <a:pt x="680" y="144"/>
                    <a:pt x="656" y="158"/>
                    <a:pt x="655" y="189"/>
                  </a:cubicBezTo>
                  <a:cubicBezTo>
                    <a:pt x="650" y="281"/>
                    <a:pt x="661" y="375"/>
                    <a:pt x="671" y="467"/>
                  </a:cubicBezTo>
                  <a:cubicBezTo>
                    <a:pt x="679" y="553"/>
                    <a:pt x="689" y="641"/>
                    <a:pt x="704" y="726"/>
                  </a:cubicBezTo>
                  <a:cubicBezTo>
                    <a:pt x="728" y="877"/>
                    <a:pt x="760" y="1034"/>
                    <a:pt x="817" y="1176"/>
                  </a:cubicBezTo>
                  <a:lnTo>
                    <a:pt x="772" y="1139"/>
                  </a:lnTo>
                  <a:cubicBezTo>
                    <a:pt x="710" y="1083"/>
                    <a:pt x="650" y="1025"/>
                    <a:pt x="596" y="961"/>
                  </a:cubicBezTo>
                  <a:cubicBezTo>
                    <a:pt x="544" y="897"/>
                    <a:pt x="497" y="831"/>
                    <a:pt x="458" y="759"/>
                  </a:cubicBezTo>
                  <a:cubicBezTo>
                    <a:pt x="438" y="723"/>
                    <a:pt x="418" y="688"/>
                    <a:pt x="398" y="650"/>
                  </a:cubicBezTo>
                  <a:cubicBezTo>
                    <a:pt x="391" y="634"/>
                    <a:pt x="383" y="612"/>
                    <a:pt x="372" y="600"/>
                  </a:cubicBezTo>
                  <a:cubicBezTo>
                    <a:pt x="363" y="589"/>
                    <a:pt x="348" y="588"/>
                    <a:pt x="338" y="577"/>
                  </a:cubicBezTo>
                  <a:cubicBezTo>
                    <a:pt x="331" y="569"/>
                    <a:pt x="327" y="553"/>
                    <a:pt x="323" y="545"/>
                  </a:cubicBezTo>
                  <a:cubicBezTo>
                    <a:pt x="320" y="540"/>
                    <a:pt x="316" y="538"/>
                    <a:pt x="311" y="538"/>
                  </a:cubicBezTo>
                  <a:cubicBezTo>
                    <a:pt x="304" y="538"/>
                    <a:pt x="297" y="543"/>
                    <a:pt x="299" y="552"/>
                  </a:cubicBezTo>
                  <a:cubicBezTo>
                    <a:pt x="303" y="561"/>
                    <a:pt x="306" y="575"/>
                    <a:pt x="306" y="586"/>
                  </a:cubicBezTo>
                  <a:cubicBezTo>
                    <a:pt x="306" y="604"/>
                    <a:pt x="294" y="616"/>
                    <a:pt x="297" y="634"/>
                  </a:cubicBezTo>
                  <a:cubicBezTo>
                    <a:pt x="298" y="654"/>
                    <a:pt x="310" y="677"/>
                    <a:pt x="317" y="694"/>
                  </a:cubicBezTo>
                  <a:cubicBezTo>
                    <a:pt x="332" y="736"/>
                    <a:pt x="349" y="774"/>
                    <a:pt x="370" y="813"/>
                  </a:cubicBezTo>
                  <a:cubicBezTo>
                    <a:pt x="413" y="890"/>
                    <a:pt x="462" y="963"/>
                    <a:pt x="519" y="1033"/>
                  </a:cubicBezTo>
                  <a:cubicBezTo>
                    <a:pt x="572" y="1095"/>
                    <a:pt x="629" y="1156"/>
                    <a:pt x="694" y="1206"/>
                  </a:cubicBezTo>
                  <a:cubicBezTo>
                    <a:pt x="650" y="1194"/>
                    <a:pt x="605" y="1181"/>
                    <a:pt x="562" y="1165"/>
                  </a:cubicBezTo>
                  <a:cubicBezTo>
                    <a:pt x="497" y="1143"/>
                    <a:pt x="435" y="1120"/>
                    <a:pt x="371" y="1093"/>
                  </a:cubicBezTo>
                  <a:cubicBezTo>
                    <a:pt x="341" y="1079"/>
                    <a:pt x="310" y="1068"/>
                    <a:pt x="281" y="1056"/>
                  </a:cubicBezTo>
                  <a:cubicBezTo>
                    <a:pt x="246" y="1040"/>
                    <a:pt x="211" y="1033"/>
                    <a:pt x="174" y="1018"/>
                  </a:cubicBezTo>
                  <a:cubicBezTo>
                    <a:pt x="172" y="1017"/>
                    <a:pt x="170" y="1017"/>
                    <a:pt x="168" y="1017"/>
                  </a:cubicBezTo>
                  <a:cubicBezTo>
                    <a:pt x="151" y="1017"/>
                    <a:pt x="141" y="1041"/>
                    <a:pt x="157" y="1051"/>
                  </a:cubicBezTo>
                  <a:cubicBezTo>
                    <a:pt x="187" y="1074"/>
                    <a:pt x="213" y="1098"/>
                    <a:pt x="246" y="1118"/>
                  </a:cubicBezTo>
                  <a:cubicBezTo>
                    <a:pt x="278" y="1137"/>
                    <a:pt x="309" y="1154"/>
                    <a:pt x="342" y="1170"/>
                  </a:cubicBezTo>
                  <a:cubicBezTo>
                    <a:pt x="407" y="1198"/>
                    <a:pt x="471" y="1226"/>
                    <a:pt x="539" y="1247"/>
                  </a:cubicBezTo>
                  <a:cubicBezTo>
                    <a:pt x="641" y="1277"/>
                    <a:pt x="753" y="1305"/>
                    <a:pt x="863" y="1310"/>
                  </a:cubicBezTo>
                  <a:cubicBezTo>
                    <a:pt x="886" y="1321"/>
                    <a:pt x="910" y="1332"/>
                    <a:pt x="934" y="1336"/>
                  </a:cubicBezTo>
                  <a:cubicBezTo>
                    <a:pt x="936" y="1336"/>
                    <a:pt x="938" y="1335"/>
                    <a:pt x="940" y="1335"/>
                  </a:cubicBezTo>
                  <a:cubicBezTo>
                    <a:pt x="938" y="1336"/>
                    <a:pt x="938" y="1337"/>
                    <a:pt x="936" y="1338"/>
                  </a:cubicBezTo>
                  <a:cubicBezTo>
                    <a:pt x="931" y="1351"/>
                    <a:pt x="942" y="1361"/>
                    <a:pt x="952" y="1361"/>
                  </a:cubicBezTo>
                  <a:cubicBezTo>
                    <a:pt x="957" y="1361"/>
                    <a:pt x="962" y="1359"/>
                    <a:pt x="965" y="1354"/>
                  </a:cubicBezTo>
                  <a:cubicBezTo>
                    <a:pt x="990" y="1326"/>
                    <a:pt x="1013" y="1297"/>
                    <a:pt x="1036" y="1266"/>
                  </a:cubicBezTo>
                  <a:lnTo>
                    <a:pt x="1036" y="1266"/>
                  </a:lnTo>
                  <a:cubicBezTo>
                    <a:pt x="1024" y="1352"/>
                    <a:pt x="1017" y="1437"/>
                    <a:pt x="1009" y="1523"/>
                  </a:cubicBezTo>
                  <a:cubicBezTo>
                    <a:pt x="997" y="1665"/>
                    <a:pt x="985" y="1808"/>
                    <a:pt x="975" y="1950"/>
                  </a:cubicBezTo>
                  <a:cubicBezTo>
                    <a:pt x="953" y="2246"/>
                    <a:pt x="934" y="2544"/>
                    <a:pt x="920" y="2841"/>
                  </a:cubicBezTo>
                  <a:cubicBezTo>
                    <a:pt x="893" y="3433"/>
                    <a:pt x="880" y="4023"/>
                    <a:pt x="888" y="4615"/>
                  </a:cubicBezTo>
                  <a:cubicBezTo>
                    <a:pt x="903" y="5784"/>
                    <a:pt x="980" y="6953"/>
                    <a:pt x="1119" y="8114"/>
                  </a:cubicBezTo>
                  <a:cubicBezTo>
                    <a:pt x="1159" y="8445"/>
                    <a:pt x="1204" y="8776"/>
                    <a:pt x="1254" y="9106"/>
                  </a:cubicBezTo>
                  <a:cubicBezTo>
                    <a:pt x="1278" y="9270"/>
                    <a:pt x="1304" y="9431"/>
                    <a:pt x="1332" y="9594"/>
                  </a:cubicBezTo>
                  <a:cubicBezTo>
                    <a:pt x="1349" y="9704"/>
                    <a:pt x="1366" y="9815"/>
                    <a:pt x="1390" y="9923"/>
                  </a:cubicBezTo>
                  <a:cubicBezTo>
                    <a:pt x="1190" y="9523"/>
                    <a:pt x="954" y="9139"/>
                    <a:pt x="731" y="8751"/>
                  </a:cubicBezTo>
                  <a:cubicBezTo>
                    <a:pt x="616" y="8552"/>
                    <a:pt x="503" y="8352"/>
                    <a:pt x="391" y="8150"/>
                  </a:cubicBezTo>
                  <a:cubicBezTo>
                    <a:pt x="282" y="7954"/>
                    <a:pt x="183" y="7749"/>
                    <a:pt x="45" y="7573"/>
                  </a:cubicBezTo>
                  <a:cubicBezTo>
                    <a:pt x="39" y="7567"/>
                    <a:pt x="33" y="7564"/>
                    <a:pt x="27" y="7564"/>
                  </a:cubicBezTo>
                  <a:cubicBezTo>
                    <a:pt x="13" y="7564"/>
                    <a:pt x="1" y="7580"/>
                    <a:pt x="6" y="7596"/>
                  </a:cubicBezTo>
                  <a:cubicBezTo>
                    <a:pt x="73" y="7815"/>
                    <a:pt x="195" y="8017"/>
                    <a:pt x="304" y="8217"/>
                  </a:cubicBezTo>
                  <a:cubicBezTo>
                    <a:pt x="424" y="8424"/>
                    <a:pt x="535" y="8626"/>
                    <a:pt x="649" y="8826"/>
                  </a:cubicBezTo>
                  <a:cubicBezTo>
                    <a:pt x="873" y="9222"/>
                    <a:pt x="1101" y="9617"/>
                    <a:pt x="1379" y="9978"/>
                  </a:cubicBezTo>
                  <a:cubicBezTo>
                    <a:pt x="1383" y="9983"/>
                    <a:pt x="1388" y="9985"/>
                    <a:pt x="1393" y="9985"/>
                  </a:cubicBezTo>
                  <a:cubicBezTo>
                    <a:pt x="1399" y="9985"/>
                    <a:pt x="1405" y="9983"/>
                    <a:pt x="1409" y="9978"/>
                  </a:cubicBezTo>
                  <a:cubicBezTo>
                    <a:pt x="1417" y="10012"/>
                    <a:pt x="1425" y="10046"/>
                    <a:pt x="1436" y="10079"/>
                  </a:cubicBezTo>
                  <a:cubicBezTo>
                    <a:pt x="1441" y="10094"/>
                    <a:pt x="1451" y="10099"/>
                    <a:pt x="1462" y="10099"/>
                  </a:cubicBezTo>
                  <a:cubicBezTo>
                    <a:pt x="1481" y="10099"/>
                    <a:pt x="1501" y="10082"/>
                    <a:pt x="1500" y="10061"/>
                  </a:cubicBezTo>
                  <a:cubicBezTo>
                    <a:pt x="1491" y="9914"/>
                    <a:pt x="1458" y="9770"/>
                    <a:pt x="1434" y="9626"/>
                  </a:cubicBezTo>
                  <a:cubicBezTo>
                    <a:pt x="1409" y="9481"/>
                    <a:pt x="1386" y="9336"/>
                    <a:pt x="1364" y="9190"/>
                  </a:cubicBezTo>
                  <a:cubicBezTo>
                    <a:pt x="1319" y="8901"/>
                    <a:pt x="1278" y="8610"/>
                    <a:pt x="1242" y="8319"/>
                  </a:cubicBezTo>
                  <a:cubicBezTo>
                    <a:pt x="1184" y="7859"/>
                    <a:pt x="1135" y="7398"/>
                    <a:pt x="1096" y="6936"/>
                  </a:cubicBezTo>
                  <a:cubicBezTo>
                    <a:pt x="1123" y="6828"/>
                    <a:pt x="1138" y="6716"/>
                    <a:pt x="1160" y="6607"/>
                  </a:cubicBezTo>
                  <a:cubicBezTo>
                    <a:pt x="1189" y="6459"/>
                    <a:pt x="1220" y="6310"/>
                    <a:pt x="1253" y="6162"/>
                  </a:cubicBezTo>
                  <a:cubicBezTo>
                    <a:pt x="1320" y="5866"/>
                    <a:pt x="1401" y="5571"/>
                    <a:pt x="1489" y="5280"/>
                  </a:cubicBezTo>
                  <a:cubicBezTo>
                    <a:pt x="1523" y="5257"/>
                    <a:pt x="1539" y="5218"/>
                    <a:pt x="1563" y="5178"/>
                  </a:cubicBezTo>
                  <a:cubicBezTo>
                    <a:pt x="1600" y="5120"/>
                    <a:pt x="1637" y="5064"/>
                    <a:pt x="1676" y="5008"/>
                  </a:cubicBezTo>
                  <a:cubicBezTo>
                    <a:pt x="1759" y="4888"/>
                    <a:pt x="1849" y="4773"/>
                    <a:pt x="1947" y="4664"/>
                  </a:cubicBezTo>
                  <a:cubicBezTo>
                    <a:pt x="2142" y="4446"/>
                    <a:pt x="2370" y="4263"/>
                    <a:pt x="2583" y="4066"/>
                  </a:cubicBezTo>
                  <a:cubicBezTo>
                    <a:pt x="2592" y="4056"/>
                    <a:pt x="2585" y="4040"/>
                    <a:pt x="2574" y="4040"/>
                  </a:cubicBezTo>
                  <a:cubicBezTo>
                    <a:pt x="2572" y="4040"/>
                    <a:pt x="2570" y="4040"/>
                    <a:pt x="2567" y="4042"/>
                  </a:cubicBezTo>
                  <a:cubicBezTo>
                    <a:pt x="2299" y="4169"/>
                    <a:pt x="2080" y="4374"/>
                    <a:pt x="1882" y="4593"/>
                  </a:cubicBezTo>
                  <a:cubicBezTo>
                    <a:pt x="1782" y="4704"/>
                    <a:pt x="1689" y="4821"/>
                    <a:pt x="1604" y="4943"/>
                  </a:cubicBezTo>
                  <a:lnTo>
                    <a:pt x="1588" y="4967"/>
                  </a:lnTo>
                  <a:cubicBezTo>
                    <a:pt x="1749" y="4484"/>
                    <a:pt x="1941" y="4012"/>
                    <a:pt x="2165" y="3554"/>
                  </a:cubicBezTo>
                  <a:cubicBezTo>
                    <a:pt x="2283" y="3311"/>
                    <a:pt x="2420" y="3078"/>
                    <a:pt x="2541" y="2837"/>
                  </a:cubicBezTo>
                  <a:cubicBezTo>
                    <a:pt x="2554" y="2837"/>
                    <a:pt x="2567" y="2830"/>
                    <a:pt x="2574" y="2817"/>
                  </a:cubicBezTo>
                  <a:cubicBezTo>
                    <a:pt x="2574" y="2815"/>
                    <a:pt x="2574" y="2815"/>
                    <a:pt x="2576" y="2814"/>
                  </a:cubicBezTo>
                  <a:cubicBezTo>
                    <a:pt x="2672" y="2859"/>
                    <a:pt x="2777" y="2886"/>
                    <a:pt x="2881" y="2906"/>
                  </a:cubicBezTo>
                  <a:cubicBezTo>
                    <a:pt x="2935" y="2915"/>
                    <a:pt x="2990" y="2920"/>
                    <a:pt x="3045" y="2920"/>
                  </a:cubicBezTo>
                  <a:cubicBezTo>
                    <a:pt x="3056" y="2920"/>
                    <a:pt x="3067" y="2920"/>
                    <a:pt x="3078" y="2919"/>
                  </a:cubicBezTo>
                  <a:cubicBezTo>
                    <a:pt x="3142" y="2918"/>
                    <a:pt x="3211" y="2917"/>
                    <a:pt x="3269" y="2891"/>
                  </a:cubicBezTo>
                  <a:cubicBezTo>
                    <a:pt x="3287" y="2883"/>
                    <a:pt x="3290" y="2851"/>
                    <a:pt x="3268" y="2846"/>
                  </a:cubicBezTo>
                  <a:cubicBezTo>
                    <a:pt x="3212" y="2831"/>
                    <a:pt x="3151" y="2834"/>
                    <a:pt x="3093" y="2829"/>
                  </a:cubicBezTo>
                  <a:cubicBezTo>
                    <a:pt x="3031" y="2825"/>
                    <a:pt x="2967" y="2814"/>
                    <a:pt x="2905" y="2804"/>
                  </a:cubicBezTo>
                  <a:cubicBezTo>
                    <a:pt x="2867" y="2798"/>
                    <a:pt x="2831" y="2790"/>
                    <a:pt x="2795" y="2780"/>
                  </a:cubicBezTo>
                  <a:cubicBezTo>
                    <a:pt x="2853" y="2762"/>
                    <a:pt x="2911" y="2741"/>
                    <a:pt x="2967" y="2714"/>
                  </a:cubicBezTo>
                  <a:cubicBezTo>
                    <a:pt x="3027" y="2685"/>
                    <a:pt x="3088" y="2653"/>
                    <a:pt x="3143" y="2616"/>
                  </a:cubicBezTo>
                  <a:cubicBezTo>
                    <a:pt x="3169" y="2599"/>
                    <a:pt x="3195" y="2582"/>
                    <a:pt x="3218" y="2561"/>
                  </a:cubicBezTo>
                  <a:cubicBezTo>
                    <a:pt x="3239" y="2544"/>
                    <a:pt x="3262" y="2526"/>
                    <a:pt x="3269" y="2501"/>
                  </a:cubicBezTo>
                  <a:cubicBezTo>
                    <a:pt x="3276" y="2494"/>
                    <a:pt x="3283" y="2489"/>
                    <a:pt x="3290" y="2482"/>
                  </a:cubicBezTo>
                  <a:cubicBezTo>
                    <a:pt x="3314" y="2459"/>
                    <a:pt x="3298" y="2413"/>
                    <a:pt x="3267" y="2413"/>
                  </a:cubicBezTo>
                  <a:cubicBezTo>
                    <a:pt x="3262" y="2413"/>
                    <a:pt x="3256" y="2414"/>
                    <a:pt x="3250" y="2417"/>
                  </a:cubicBezTo>
                  <a:cubicBezTo>
                    <a:pt x="3239" y="2423"/>
                    <a:pt x="3228" y="2428"/>
                    <a:pt x="3218" y="2434"/>
                  </a:cubicBezTo>
                  <a:cubicBezTo>
                    <a:pt x="3218" y="2434"/>
                    <a:pt x="3217" y="2434"/>
                    <a:pt x="3216" y="2434"/>
                  </a:cubicBezTo>
                  <a:cubicBezTo>
                    <a:pt x="3170" y="2434"/>
                    <a:pt x="3117" y="2471"/>
                    <a:pt x="3078" y="2490"/>
                  </a:cubicBezTo>
                  <a:cubicBezTo>
                    <a:pt x="3020" y="2517"/>
                    <a:pt x="2961" y="2548"/>
                    <a:pt x="2902" y="2572"/>
                  </a:cubicBezTo>
                  <a:cubicBezTo>
                    <a:pt x="2845" y="2597"/>
                    <a:pt x="2787" y="2622"/>
                    <a:pt x="2729" y="2642"/>
                  </a:cubicBezTo>
                  <a:cubicBezTo>
                    <a:pt x="2719" y="2645"/>
                    <a:pt x="2710" y="2649"/>
                    <a:pt x="2701" y="2653"/>
                  </a:cubicBezTo>
                  <a:cubicBezTo>
                    <a:pt x="2748" y="2608"/>
                    <a:pt x="2797" y="2562"/>
                    <a:pt x="2842" y="2515"/>
                  </a:cubicBezTo>
                  <a:cubicBezTo>
                    <a:pt x="2896" y="2457"/>
                    <a:pt x="2948" y="2397"/>
                    <a:pt x="3001" y="2337"/>
                  </a:cubicBezTo>
                  <a:cubicBezTo>
                    <a:pt x="3027" y="2308"/>
                    <a:pt x="3054" y="2279"/>
                    <a:pt x="3077" y="2247"/>
                  </a:cubicBezTo>
                  <a:cubicBezTo>
                    <a:pt x="3088" y="2232"/>
                    <a:pt x="3104" y="2216"/>
                    <a:pt x="3114" y="2200"/>
                  </a:cubicBezTo>
                  <a:cubicBezTo>
                    <a:pt x="3125" y="2181"/>
                    <a:pt x="3135" y="2164"/>
                    <a:pt x="3149" y="2145"/>
                  </a:cubicBezTo>
                  <a:cubicBezTo>
                    <a:pt x="3158" y="2135"/>
                    <a:pt x="3148" y="2122"/>
                    <a:pt x="3137" y="2122"/>
                  </a:cubicBezTo>
                  <a:cubicBezTo>
                    <a:pt x="3134" y="2122"/>
                    <a:pt x="3130" y="2123"/>
                    <a:pt x="3127" y="2125"/>
                  </a:cubicBezTo>
                  <a:cubicBezTo>
                    <a:pt x="3111" y="2138"/>
                    <a:pt x="3092" y="2147"/>
                    <a:pt x="3076" y="2159"/>
                  </a:cubicBezTo>
                  <a:cubicBezTo>
                    <a:pt x="3060" y="2169"/>
                    <a:pt x="3045" y="2182"/>
                    <a:pt x="3032" y="2193"/>
                  </a:cubicBezTo>
                  <a:cubicBezTo>
                    <a:pt x="3000" y="2219"/>
                    <a:pt x="2970" y="2243"/>
                    <a:pt x="2941" y="2269"/>
                  </a:cubicBezTo>
                  <a:cubicBezTo>
                    <a:pt x="2880" y="2324"/>
                    <a:pt x="2819" y="2376"/>
                    <a:pt x="2758" y="2433"/>
                  </a:cubicBezTo>
                  <a:cubicBezTo>
                    <a:pt x="2724" y="2466"/>
                    <a:pt x="2690" y="2500"/>
                    <a:pt x="2657" y="2534"/>
                  </a:cubicBezTo>
                  <a:cubicBezTo>
                    <a:pt x="2675" y="2473"/>
                    <a:pt x="2692" y="2413"/>
                    <a:pt x="2712" y="2353"/>
                  </a:cubicBezTo>
                  <a:cubicBezTo>
                    <a:pt x="2759" y="2202"/>
                    <a:pt x="2837" y="2056"/>
                    <a:pt x="2875" y="1902"/>
                  </a:cubicBezTo>
                  <a:cubicBezTo>
                    <a:pt x="2879" y="1883"/>
                    <a:pt x="2860" y="1869"/>
                    <a:pt x="2843" y="1869"/>
                  </a:cubicBezTo>
                  <a:cubicBezTo>
                    <a:pt x="2837" y="1869"/>
                    <a:pt x="2830" y="1871"/>
                    <a:pt x="2825" y="1876"/>
                  </a:cubicBezTo>
                  <a:cubicBezTo>
                    <a:pt x="2704" y="1986"/>
                    <a:pt x="2633" y="2159"/>
                    <a:pt x="2580" y="2310"/>
                  </a:cubicBezTo>
                  <a:cubicBezTo>
                    <a:pt x="2553" y="2384"/>
                    <a:pt x="2535" y="2459"/>
                    <a:pt x="2521" y="2536"/>
                  </a:cubicBezTo>
                  <a:lnTo>
                    <a:pt x="2521" y="2536"/>
                  </a:lnTo>
                  <a:cubicBezTo>
                    <a:pt x="2524" y="2514"/>
                    <a:pt x="2527" y="2493"/>
                    <a:pt x="2528" y="2471"/>
                  </a:cubicBezTo>
                  <a:cubicBezTo>
                    <a:pt x="2532" y="2395"/>
                    <a:pt x="2532" y="2321"/>
                    <a:pt x="2531" y="2247"/>
                  </a:cubicBezTo>
                  <a:cubicBezTo>
                    <a:pt x="2529" y="2111"/>
                    <a:pt x="2543" y="1953"/>
                    <a:pt x="2476" y="1831"/>
                  </a:cubicBezTo>
                  <a:cubicBezTo>
                    <a:pt x="2474" y="1829"/>
                    <a:pt x="2472" y="1828"/>
                    <a:pt x="2470" y="1828"/>
                  </a:cubicBezTo>
                  <a:cubicBezTo>
                    <a:pt x="2468" y="1828"/>
                    <a:pt x="2466" y="1829"/>
                    <a:pt x="2465" y="1831"/>
                  </a:cubicBezTo>
                  <a:cubicBezTo>
                    <a:pt x="2397" y="1955"/>
                    <a:pt x="2412" y="2114"/>
                    <a:pt x="2410" y="2252"/>
                  </a:cubicBezTo>
                  <a:cubicBezTo>
                    <a:pt x="2408" y="2324"/>
                    <a:pt x="2408" y="2394"/>
                    <a:pt x="2412" y="2467"/>
                  </a:cubicBezTo>
                  <a:cubicBezTo>
                    <a:pt x="2415" y="2515"/>
                    <a:pt x="2424" y="2562"/>
                    <a:pt x="2433" y="2611"/>
                  </a:cubicBezTo>
                  <a:lnTo>
                    <a:pt x="2424" y="2599"/>
                  </a:lnTo>
                  <a:cubicBezTo>
                    <a:pt x="2378" y="2533"/>
                    <a:pt x="2334" y="2461"/>
                    <a:pt x="2296" y="2390"/>
                  </a:cubicBezTo>
                  <a:cubicBezTo>
                    <a:pt x="2259" y="2320"/>
                    <a:pt x="2226" y="2247"/>
                    <a:pt x="2198" y="2172"/>
                  </a:cubicBezTo>
                  <a:cubicBezTo>
                    <a:pt x="2171" y="2096"/>
                    <a:pt x="2149" y="2019"/>
                    <a:pt x="2115" y="1946"/>
                  </a:cubicBezTo>
                  <a:cubicBezTo>
                    <a:pt x="2109" y="1936"/>
                    <a:pt x="2098" y="1930"/>
                    <a:pt x="2087" y="1930"/>
                  </a:cubicBezTo>
                  <a:cubicBezTo>
                    <a:pt x="2074" y="1930"/>
                    <a:pt x="2061" y="1939"/>
                    <a:pt x="2060" y="1955"/>
                  </a:cubicBezTo>
                  <a:cubicBezTo>
                    <a:pt x="2046" y="2120"/>
                    <a:pt x="2121" y="2291"/>
                    <a:pt x="2196" y="2435"/>
                  </a:cubicBezTo>
                  <a:cubicBezTo>
                    <a:pt x="2234" y="2511"/>
                    <a:pt x="2280" y="2581"/>
                    <a:pt x="2333" y="2647"/>
                  </a:cubicBezTo>
                  <a:cubicBezTo>
                    <a:pt x="2359" y="2680"/>
                    <a:pt x="2389" y="2705"/>
                    <a:pt x="2418" y="2735"/>
                  </a:cubicBezTo>
                  <a:cubicBezTo>
                    <a:pt x="2430" y="2747"/>
                    <a:pt x="2444" y="2760"/>
                    <a:pt x="2457" y="2773"/>
                  </a:cubicBezTo>
                  <a:lnTo>
                    <a:pt x="2445" y="2793"/>
                  </a:lnTo>
                  <a:cubicBezTo>
                    <a:pt x="2441" y="2801"/>
                    <a:pt x="2443" y="2808"/>
                    <a:pt x="2448" y="2815"/>
                  </a:cubicBezTo>
                  <a:cubicBezTo>
                    <a:pt x="2327" y="3005"/>
                    <a:pt x="2226" y="3208"/>
                    <a:pt x="2126" y="3408"/>
                  </a:cubicBezTo>
                  <a:cubicBezTo>
                    <a:pt x="1986" y="3686"/>
                    <a:pt x="1859" y="3970"/>
                    <a:pt x="1744" y="4257"/>
                  </a:cubicBezTo>
                  <a:cubicBezTo>
                    <a:pt x="1513" y="4829"/>
                    <a:pt x="1327" y="5420"/>
                    <a:pt x="1195" y="6022"/>
                  </a:cubicBezTo>
                  <a:cubicBezTo>
                    <a:pt x="1157" y="6190"/>
                    <a:pt x="1124" y="6357"/>
                    <a:pt x="1095" y="6526"/>
                  </a:cubicBezTo>
                  <a:cubicBezTo>
                    <a:pt x="1086" y="6568"/>
                    <a:pt x="1079" y="6612"/>
                    <a:pt x="1072" y="6657"/>
                  </a:cubicBezTo>
                  <a:cubicBezTo>
                    <a:pt x="1069" y="6631"/>
                    <a:pt x="1067" y="6604"/>
                    <a:pt x="1064" y="6578"/>
                  </a:cubicBezTo>
                  <a:cubicBezTo>
                    <a:pt x="979" y="5406"/>
                    <a:pt x="959" y="4229"/>
                    <a:pt x="995" y="3055"/>
                  </a:cubicBezTo>
                  <a:cubicBezTo>
                    <a:pt x="1003" y="2726"/>
                    <a:pt x="1019" y="2398"/>
                    <a:pt x="1039" y="2068"/>
                  </a:cubicBezTo>
                  <a:cubicBezTo>
                    <a:pt x="1047" y="1909"/>
                    <a:pt x="1058" y="1749"/>
                    <a:pt x="1072" y="1589"/>
                  </a:cubicBezTo>
                  <a:cubicBezTo>
                    <a:pt x="1075" y="1527"/>
                    <a:pt x="1082" y="1464"/>
                    <a:pt x="1086" y="1402"/>
                  </a:cubicBezTo>
                  <a:cubicBezTo>
                    <a:pt x="1093" y="1403"/>
                    <a:pt x="1100" y="1403"/>
                    <a:pt x="1108" y="1403"/>
                  </a:cubicBezTo>
                  <a:cubicBezTo>
                    <a:pt x="1136" y="1403"/>
                    <a:pt x="1164" y="1396"/>
                    <a:pt x="1190" y="1393"/>
                  </a:cubicBezTo>
                  <a:cubicBezTo>
                    <a:pt x="1234" y="1387"/>
                    <a:pt x="1275" y="1381"/>
                    <a:pt x="1316" y="1368"/>
                  </a:cubicBezTo>
                  <a:cubicBezTo>
                    <a:pt x="1404" y="1341"/>
                    <a:pt x="1489" y="1307"/>
                    <a:pt x="1571" y="1265"/>
                  </a:cubicBezTo>
                  <a:cubicBezTo>
                    <a:pt x="1734" y="1184"/>
                    <a:pt x="1871" y="1072"/>
                    <a:pt x="1999" y="943"/>
                  </a:cubicBezTo>
                  <a:cubicBezTo>
                    <a:pt x="2019" y="922"/>
                    <a:pt x="2004" y="892"/>
                    <a:pt x="1981" y="892"/>
                  </a:cubicBezTo>
                  <a:cubicBezTo>
                    <a:pt x="1976" y="892"/>
                    <a:pt x="1970" y="894"/>
                    <a:pt x="1963" y="899"/>
                  </a:cubicBezTo>
                  <a:cubicBezTo>
                    <a:pt x="1827" y="1001"/>
                    <a:pt x="1676" y="1082"/>
                    <a:pt x="1520" y="1151"/>
                  </a:cubicBezTo>
                  <a:cubicBezTo>
                    <a:pt x="1445" y="1186"/>
                    <a:pt x="1365" y="1216"/>
                    <a:pt x="1287" y="1242"/>
                  </a:cubicBezTo>
                  <a:cubicBezTo>
                    <a:pt x="1248" y="1254"/>
                    <a:pt x="1210" y="1266"/>
                    <a:pt x="1173" y="1282"/>
                  </a:cubicBezTo>
                  <a:cubicBezTo>
                    <a:pt x="1148" y="1293"/>
                    <a:pt x="1118" y="1298"/>
                    <a:pt x="1091" y="1308"/>
                  </a:cubicBezTo>
                  <a:cubicBezTo>
                    <a:pt x="1091" y="1296"/>
                    <a:pt x="1093" y="1282"/>
                    <a:pt x="1093" y="1270"/>
                  </a:cubicBezTo>
                  <a:lnTo>
                    <a:pt x="1097" y="1270"/>
                  </a:lnTo>
                  <a:cubicBezTo>
                    <a:pt x="1140" y="1254"/>
                    <a:pt x="1179" y="1245"/>
                    <a:pt x="1220" y="1223"/>
                  </a:cubicBezTo>
                  <a:cubicBezTo>
                    <a:pt x="1260" y="1199"/>
                    <a:pt x="1300" y="1178"/>
                    <a:pt x="1338" y="1150"/>
                  </a:cubicBezTo>
                  <a:cubicBezTo>
                    <a:pt x="1415" y="1094"/>
                    <a:pt x="1487" y="1034"/>
                    <a:pt x="1555" y="967"/>
                  </a:cubicBezTo>
                  <a:cubicBezTo>
                    <a:pt x="1621" y="899"/>
                    <a:pt x="1679" y="827"/>
                    <a:pt x="1734" y="753"/>
                  </a:cubicBezTo>
                  <a:cubicBezTo>
                    <a:pt x="1791" y="673"/>
                    <a:pt x="1830" y="590"/>
                    <a:pt x="1869" y="502"/>
                  </a:cubicBezTo>
                  <a:cubicBezTo>
                    <a:pt x="1873" y="492"/>
                    <a:pt x="1864" y="483"/>
                    <a:pt x="1855" y="483"/>
                  </a:cubicBezTo>
                  <a:cubicBezTo>
                    <a:pt x="1851" y="483"/>
                    <a:pt x="1847" y="485"/>
                    <a:pt x="1844" y="489"/>
                  </a:cubicBezTo>
                  <a:cubicBezTo>
                    <a:pt x="1785" y="557"/>
                    <a:pt x="1721" y="622"/>
                    <a:pt x="1659" y="689"/>
                  </a:cubicBezTo>
                  <a:cubicBezTo>
                    <a:pt x="1599" y="756"/>
                    <a:pt x="1534" y="820"/>
                    <a:pt x="1468" y="880"/>
                  </a:cubicBezTo>
                  <a:cubicBezTo>
                    <a:pt x="1403" y="940"/>
                    <a:pt x="1336" y="997"/>
                    <a:pt x="1267" y="1052"/>
                  </a:cubicBezTo>
                  <a:cubicBezTo>
                    <a:pt x="1231" y="1082"/>
                    <a:pt x="1198" y="1112"/>
                    <a:pt x="1160" y="1140"/>
                  </a:cubicBezTo>
                  <a:cubicBezTo>
                    <a:pt x="1137" y="1159"/>
                    <a:pt x="1118" y="1179"/>
                    <a:pt x="1097" y="1199"/>
                  </a:cubicBezTo>
                  <a:cubicBezTo>
                    <a:pt x="1122" y="1165"/>
                    <a:pt x="1146" y="1131"/>
                    <a:pt x="1168" y="1094"/>
                  </a:cubicBezTo>
                  <a:cubicBezTo>
                    <a:pt x="1225" y="1000"/>
                    <a:pt x="1278" y="904"/>
                    <a:pt x="1324" y="804"/>
                  </a:cubicBezTo>
                  <a:cubicBezTo>
                    <a:pt x="1370" y="703"/>
                    <a:pt x="1414" y="600"/>
                    <a:pt x="1447" y="492"/>
                  </a:cubicBezTo>
                  <a:cubicBezTo>
                    <a:pt x="1464" y="442"/>
                    <a:pt x="1480" y="392"/>
                    <a:pt x="1492" y="341"/>
                  </a:cubicBezTo>
                  <a:cubicBezTo>
                    <a:pt x="1498" y="315"/>
                    <a:pt x="1507" y="286"/>
                    <a:pt x="1511" y="259"/>
                  </a:cubicBezTo>
                  <a:cubicBezTo>
                    <a:pt x="1512" y="239"/>
                    <a:pt x="1506" y="220"/>
                    <a:pt x="1511" y="198"/>
                  </a:cubicBezTo>
                  <a:cubicBezTo>
                    <a:pt x="1512" y="188"/>
                    <a:pt x="1504" y="183"/>
                    <a:pt x="1496" y="183"/>
                  </a:cubicBezTo>
                  <a:cubicBezTo>
                    <a:pt x="1491" y="183"/>
                    <a:pt x="1486" y="185"/>
                    <a:pt x="1483" y="190"/>
                  </a:cubicBezTo>
                  <a:cubicBezTo>
                    <a:pt x="1473" y="211"/>
                    <a:pt x="1457" y="225"/>
                    <a:pt x="1446" y="243"/>
                  </a:cubicBezTo>
                  <a:cubicBezTo>
                    <a:pt x="1432" y="266"/>
                    <a:pt x="1421" y="295"/>
                    <a:pt x="1410" y="319"/>
                  </a:cubicBezTo>
                  <a:cubicBezTo>
                    <a:pt x="1387" y="369"/>
                    <a:pt x="1366" y="421"/>
                    <a:pt x="1343" y="472"/>
                  </a:cubicBezTo>
                  <a:cubicBezTo>
                    <a:pt x="1300" y="568"/>
                    <a:pt x="1259" y="665"/>
                    <a:pt x="1214" y="759"/>
                  </a:cubicBezTo>
                  <a:cubicBezTo>
                    <a:pt x="1170" y="854"/>
                    <a:pt x="1124" y="948"/>
                    <a:pt x="1078" y="1041"/>
                  </a:cubicBezTo>
                  <a:cubicBezTo>
                    <a:pt x="1036" y="1122"/>
                    <a:pt x="1002" y="1204"/>
                    <a:pt x="964" y="1286"/>
                  </a:cubicBezTo>
                  <a:cubicBezTo>
                    <a:pt x="1029" y="1083"/>
                    <a:pt x="1056" y="866"/>
                    <a:pt x="1084" y="655"/>
                  </a:cubicBezTo>
                  <a:cubicBezTo>
                    <a:pt x="1111" y="442"/>
                    <a:pt x="1151" y="223"/>
                    <a:pt x="1122" y="9"/>
                  </a:cubicBezTo>
                  <a:cubicBezTo>
                    <a:pt x="1121" y="3"/>
                    <a:pt x="1117" y="0"/>
                    <a:pt x="111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48;p6"/>
            <p:cNvSpPr/>
            <p:nvPr/>
          </p:nvSpPr>
          <p:spPr>
            <a:xfrm>
              <a:off x="242280" y="10137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1" y="1"/>
                  </a:moveTo>
                  <a:cubicBezTo>
                    <a:pt x="10" y="1"/>
                    <a:pt x="10" y="1"/>
                    <a:pt x="10" y="1"/>
                  </a:cubicBezTo>
                  <a:lnTo>
                    <a:pt x="10" y="1"/>
                  </a:lnTo>
                  <a:cubicBezTo>
                    <a:pt x="10" y="1"/>
                    <a:pt x="10" y="1"/>
                    <a:pt x="11" y="1"/>
                  </a:cubicBezTo>
                  <a:close/>
                  <a:moveTo>
                    <a:pt x="10" y="1"/>
                  </a:moveTo>
                  <a:cubicBezTo>
                    <a:pt x="6" y="1"/>
                    <a:pt x="4" y="3"/>
                    <a:pt x="1" y="4"/>
                  </a:cubicBezTo>
                  <a:cubicBezTo>
                    <a:pt x="4" y="4"/>
                    <a:pt x="5" y="3"/>
                    <a:pt x="6" y="3"/>
                  </a:cubicBezTo>
                  <a:cubicBezTo>
                    <a:pt x="8" y="1"/>
                    <a:pt x="9" y="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49;p6"/>
            <p:cNvSpPr/>
            <p:nvPr/>
          </p:nvSpPr>
          <p:spPr>
            <a:xfrm>
              <a:off x="228960" y="995040"/>
              <a:ext cx="18720" cy="19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29" h="230">
                  <a:moveTo>
                    <a:pt x="147" y="25"/>
                  </a:moveTo>
                  <a:cubicBezTo>
                    <a:pt x="152" y="28"/>
                    <a:pt x="156" y="31"/>
                    <a:pt x="160" y="34"/>
                  </a:cubicBezTo>
                  <a:lnTo>
                    <a:pt x="160" y="34"/>
                  </a:lnTo>
                  <a:cubicBezTo>
                    <a:pt x="158" y="32"/>
                    <a:pt x="155" y="31"/>
                    <a:pt x="153" y="29"/>
                  </a:cubicBezTo>
                  <a:cubicBezTo>
                    <a:pt x="151" y="28"/>
                    <a:pt x="149" y="27"/>
                    <a:pt x="147" y="25"/>
                  </a:cubicBezTo>
                  <a:close/>
                  <a:moveTo>
                    <a:pt x="98" y="1"/>
                  </a:moveTo>
                  <a:cubicBezTo>
                    <a:pt x="96" y="1"/>
                    <a:pt x="93" y="1"/>
                    <a:pt x="91" y="1"/>
                  </a:cubicBezTo>
                  <a:cubicBezTo>
                    <a:pt x="54" y="3"/>
                    <a:pt x="27" y="33"/>
                    <a:pt x="11" y="62"/>
                  </a:cubicBezTo>
                  <a:cubicBezTo>
                    <a:pt x="4" y="79"/>
                    <a:pt x="0" y="100"/>
                    <a:pt x="4" y="117"/>
                  </a:cubicBezTo>
                  <a:cubicBezTo>
                    <a:pt x="5" y="135"/>
                    <a:pt x="15" y="151"/>
                    <a:pt x="27" y="165"/>
                  </a:cubicBezTo>
                  <a:cubicBezTo>
                    <a:pt x="33" y="173"/>
                    <a:pt x="42" y="183"/>
                    <a:pt x="52" y="190"/>
                  </a:cubicBezTo>
                  <a:cubicBezTo>
                    <a:pt x="55" y="198"/>
                    <a:pt x="61" y="204"/>
                    <a:pt x="69" y="208"/>
                  </a:cubicBezTo>
                  <a:cubicBezTo>
                    <a:pt x="75" y="214"/>
                    <a:pt x="82" y="216"/>
                    <a:pt x="88" y="221"/>
                  </a:cubicBezTo>
                  <a:cubicBezTo>
                    <a:pt x="101" y="226"/>
                    <a:pt x="115" y="229"/>
                    <a:pt x="128" y="229"/>
                  </a:cubicBezTo>
                  <a:cubicBezTo>
                    <a:pt x="141" y="229"/>
                    <a:pt x="153" y="227"/>
                    <a:pt x="164" y="223"/>
                  </a:cubicBezTo>
                  <a:cubicBezTo>
                    <a:pt x="182" y="219"/>
                    <a:pt x="197" y="211"/>
                    <a:pt x="209" y="198"/>
                  </a:cubicBezTo>
                  <a:cubicBezTo>
                    <a:pt x="223" y="182"/>
                    <a:pt x="229" y="161"/>
                    <a:pt x="228" y="140"/>
                  </a:cubicBezTo>
                  <a:cubicBezTo>
                    <a:pt x="226" y="124"/>
                    <a:pt x="218" y="104"/>
                    <a:pt x="204" y="93"/>
                  </a:cubicBezTo>
                  <a:cubicBezTo>
                    <a:pt x="203" y="89"/>
                    <a:pt x="203" y="84"/>
                    <a:pt x="200" y="80"/>
                  </a:cubicBezTo>
                  <a:cubicBezTo>
                    <a:pt x="196" y="71"/>
                    <a:pt x="190" y="62"/>
                    <a:pt x="184" y="55"/>
                  </a:cubicBezTo>
                  <a:cubicBezTo>
                    <a:pt x="181" y="50"/>
                    <a:pt x="176" y="47"/>
                    <a:pt x="174" y="45"/>
                  </a:cubicBezTo>
                  <a:cubicBezTo>
                    <a:pt x="169" y="34"/>
                    <a:pt x="162" y="24"/>
                    <a:pt x="151" y="17"/>
                  </a:cubicBezTo>
                  <a:cubicBezTo>
                    <a:pt x="134" y="5"/>
                    <a:pt x="117" y="1"/>
                    <a:pt x="9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50;p6"/>
            <p:cNvSpPr/>
            <p:nvPr/>
          </p:nvSpPr>
          <p:spPr>
            <a:xfrm>
              <a:off x="482400" y="1399680"/>
              <a:ext cx="16920" cy="194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205" h="236">
                  <a:moveTo>
                    <a:pt x="100" y="0"/>
                  </a:moveTo>
                  <a:cubicBezTo>
                    <a:pt x="79" y="0"/>
                    <a:pt x="59" y="7"/>
                    <a:pt x="44" y="20"/>
                  </a:cubicBezTo>
                  <a:cubicBezTo>
                    <a:pt x="15" y="45"/>
                    <a:pt x="1" y="87"/>
                    <a:pt x="16" y="123"/>
                  </a:cubicBezTo>
                  <a:cubicBezTo>
                    <a:pt x="21" y="132"/>
                    <a:pt x="27" y="139"/>
                    <a:pt x="35" y="145"/>
                  </a:cubicBezTo>
                  <a:cubicBezTo>
                    <a:pt x="35" y="146"/>
                    <a:pt x="37" y="149"/>
                    <a:pt x="37" y="150"/>
                  </a:cubicBezTo>
                  <a:cubicBezTo>
                    <a:pt x="45" y="163"/>
                    <a:pt x="57" y="171"/>
                    <a:pt x="71" y="174"/>
                  </a:cubicBezTo>
                  <a:cubicBezTo>
                    <a:pt x="71" y="176"/>
                    <a:pt x="70" y="177"/>
                    <a:pt x="70" y="178"/>
                  </a:cubicBezTo>
                  <a:cubicBezTo>
                    <a:pt x="67" y="179"/>
                    <a:pt x="66" y="183"/>
                    <a:pt x="62" y="185"/>
                  </a:cubicBezTo>
                  <a:cubicBezTo>
                    <a:pt x="55" y="196"/>
                    <a:pt x="55" y="215"/>
                    <a:pt x="65" y="223"/>
                  </a:cubicBezTo>
                  <a:cubicBezTo>
                    <a:pt x="71" y="231"/>
                    <a:pt x="80" y="235"/>
                    <a:pt x="91" y="235"/>
                  </a:cubicBezTo>
                  <a:cubicBezTo>
                    <a:pt x="95" y="235"/>
                    <a:pt x="99" y="234"/>
                    <a:pt x="103" y="233"/>
                  </a:cubicBezTo>
                  <a:cubicBezTo>
                    <a:pt x="105" y="232"/>
                    <a:pt x="108" y="232"/>
                    <a:pt x="110" y="231"/>
                  </a:cubicBezTo>
                  <a:cubicBezTo>
                    <a:pt x="116" y="231"/>
                    <a:pt x="122" y="229"/>
                    <a:pt x="128" y="227"/>
                  </a:cubicBezTo>
                  <a:cubicBezTo>
                    <a:pt x="133" y="224"/>
                    <a:pt x="137" y="222"/>
                    <a:pt x="143" y="221"/>
                  </a:cubicBezTo>
                  <a:cubicBezTo>
                    <a:pt x="158" y="212"/>
                    <a:pt x="170" y="200"/>
                    <a:pt x="178" y="187"/>
                  </a:cubicBezTo>
                  <a:cubicBezTo>
                    <a:pt x="196" y="160"/>
                    <a:pt x="204" y="124"/>
                    <a:pt x="192" y="94"/>
                  </a:cubicBezTo>
                  <a:cubicBezTo>
                    <a:pt x="189" y="86"/>
                    <a:pt x="185" y="81"/>
                    <a:pt x="181" y="75"/>
                  </a:cubicBezTo>
                  <a:cubicBezTo>
                    <a:pt x="180" y="52"/>
                    <a:pt x="169" y="31"/>
                    <a:pt x="149" y="16"/>
                  </a:cubicBezTo>
                  <a:cubicBezTo>
                    <a:pt x="134" y="5"/>
                    <a:pt x="117" y="0"/>
                    <a:pt x="1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body"/>
          </p:nvPr>
        </p:nvSpPr>
        <p:spPr>
          <a:xfrm>
            <a:off x="720000" y="1426680"/>
            <a:ext cx="4730400" cy="255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702360" y="457200"/>
            <a:ext cx="7703640" cy="48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3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6" name="Google Shape;54;p7"/>
          <p:cNvGrpSpPr/>
          <p:nvPr/>
        </p:nvGrpSpPr>
        <p:grpSpPr>
          <a:xfrm>
            <a:off x="204120" y="388800"/>
            <a:ext cx="8197200" cy="4635360"/>
            <a:chOff x="204120" y="388800"/>
            <a:chExt cx="8197200" cy="4635360"/>
          </a:xfrm>
        </p:grpSpPr>
        <p:sp>
          <p:nvSpPr>
            <p:cNvPr id="117" name="Google Shape;55;p7"/>
            <p:cNvSpPr/>
            <p:nvPr/>
          </p:nvSpPr>
          <p:spPr>
            <a:xfrm>
              <a:off x="255960" y="909720"/>
              <a:ext cx="8145360" cy="4114440"/>
            </a:xfrm>
            <a:custGeom>
              <a:avLst/>
              <a:gdLst>
                <a:gd name="textAreaLeft" fmla="*/ 0 w 8145360"/>
                <a:gd name="textAreaRight" fmla="*/ 8145720 w 8145360"/>
                <a:gd name="textAreaTop" fmla="*/ 0 h 4114440"/>
                <a:gd name="textAreaBottom" fmla="*/ 4114800 h 4114440"/>
              </a:gdLst>
              <a:ahLst/>
              <a:cxnLst/>
              <a:rect l="textAreaLeft" t="textAreaTop" r="textAreaRight" b="textAreaBottom"/>
              <a:pathLst>
                <a:path w="97112" h="48862">
                  <a:moveTo>
                    <a:pt x="386" y="3780"/>
                  </a:moveTo>
                  <a:cubicBezTo>
                    <a:pt x="716" y="4528"/>
                    <a:pt x="988" y="5304"/>
                    <a:pt x="1199" y="6093"/>
                  </a:cubicBezTo>
                  <a:cubicBezTo>
                    <a:pt x="1351" y="6652"/>
                    <a:pt x="1471" y="7218"/>
                    <a:pt x="1562" y="7789"/>
                  </a:cubicBezTo>
                  <a:cubicBezTo>
                    <a:pt x="1534" y="7746"/>
                    <a:pt x="1506" y="7705"/>
                    <a:pt x="1476" y="7665"/>
                  </a:cubicBezTo>
                  <a:cubicBezTo>
                    <a:pt x="1259" y="7342"/>
                    <a:pt x="1084" y="6994"/>
                    <a:pt x="957" y="6626"/>
                  </a:cubicBezTo>
                  <a:cubicBezTo>
                    <a:pt x="883" y="6416"/>
                    <a:pt x="825" y="6199"/>
                    <a:pt x="784" y="5981"/>
                  </a:cubicBezTo>
                  <a:cubicBezTo>
                    <a:pt x="743" y="5764"/>
                    <a:pt x="725" y="5545"/>
                    <a:pt x="692" y="5329"/>
                  </a:cubicBezTo>
                  <a:cubicBezTo>
                    <a:pt x="689" y="5305"/>
                    <a:pt x="668" y="5293"/>
                    <a:pt x="648" y="5293"/>
                  </a:cubicBezTo>
                  <a:cubicBezTo>
                    <a:pt x="627" y="5293"/>
                    <a:pt x="607" y="5305"/>
                    <a:pt x="605" y="5331"/>
                  </a:cubicBezTo>
                  <a:cubicBezTo>
                    <a:pt x="593" y="5556"/>
                    <a:pt x="627" y="5780"/>
                    <a:pt x="669" y="6000"/>
                  </a:cubicBezTo>
                  <a:cubicBezTo>
                    <a:pt x="711" y="6225"/>
                    <a:pt x="771" y="6446"/>
                    <a:pt x="847" y="6663"/>
                  </a:cubicBezTo>
                  <a:cubicBezTo>
                    <a:pt x="914" y="6857"/>
                    <a:pt x="995" y="7047"/>
                    <a:pt x="1089" y="7231"/>
                  </a:cubicBezTo>
                  <a:cubicBezTo>
                    <a:pt x="840" y="6982"/>
                    <a:pt x="583" y="6738"/>
                    <a:pt x="413" y="6427"/>
                  </a:cubicBezTo>
                  <a:cubicBezTo>
                    <a:pt x="120" y="5887"/>
                    <a:pt x="117" y="5254"/>
                    <a:pt x="205" y="4661"/>
                  </a:cubicBezTo>
                  <a:cubicBezTo>
                    <a:pt x="248" y="4365"/>
                    <a:pt x="314" y="4071"/>
                    <a:pt x="386" y="3780"/>
                  </a:cubicBezTo>
                  <a:close/>
                  <a:moveTo>
                    <a:pt x="3313" y="6991"/>
                  </a:moveTo>
                  <a:lnTo>
                    <a:pt x="3313" y="6991"/>
                  </a:lnTo>
                  <a:cubicBezTo>
                    <a:pt x="3383" y="8269"/>
                    <a:pt x="3036" y="9585"/>
                    <a:pt x="2378" y="10678"/>
                  </a:cubicBezTo>
                  <a:cubicBezTo>
                    <a:pt x="2228" y="10928"/>
                    <a:pt x="2060" y="11167"/>
                    <a:pt x="1878" y="11393"/>
                  </a:cubicBezTo>
                  <a:cubicBezTo>
                    <a:pt x="1954" y="10973"/>
                    <a:pt x="2058" y="10561"/>
                    <a:pt x="2191" y="10154"/>
                  </a:cubicBezTo>
                  <a:cubicBezTo>
                    <a:pt x="2350" y="9673"/>
                    <a:pt x="2556" y="9216"/>
                    <a:pt x="2775" y="8761"/>
                  </a:cubicBezTo>
                  <a:cubicBezTo>
                    <a:pt x="2796" y="8718"/>
                    <a:pt x="2754" y="8678"/>
                    <a:pt x="2714" y="8678"/>
                  </a:cubicBezTo>
                  <a:cubicBezTo>
                    <a:pt x="2698" y="8678"/>
                    <a:pt x="2681" y="8685"/>
                    <a:pt x="2671" y="8702"/>
                  </a:cubicBezTo>
                  <a:cubicBezTo>
                    <a:pt x="2418" y="9149"/>
                    <a:pt x="2224" y="9633"/>
                    <a:pt x="2065" y="10118"/>
                  </a:cubicBezTo>
                  <a:cubicBezTo>
                    <a:pt x="1926" y="10540"/>
                    <a:pt x="1819" y="10970"/>
                    <a:pt x="1741" y="11407"/>
                  </a:cubicBezTo>
                  <a:cubicBezTo>
                    <a:pt x="1807" y="10389"/>
                    <a:pt x="1976" y="9371"/>
                    <a:pt x="2385" y="8431"/>
                  </a:cubicBezTo>
                  <a:cubicBezTo>
                    <a:pt x="2615" y="7905"/>
                    <a:pt x="2923" y="7412"/>
                    <a:pt x="3313" y="6991"/>
                  </a:cubicBezTo>
                  <a:close/>
                  <a:moveTo>
                    <a:pt x="2857" y="1"/>
                  </a:moveTo>
                  <a:cubicBezTo>
                    <a:pt x="2843" y="1"/>
                    <a:pt x="2829" y="7"/>
                    <a:pt x="2818" y="21"/>
                  </a:cubicBezTo>
                  <a:cubicBezTo>
                    <a:pt x="2291" y="736"/>
                    <a:pt x="1913" y="1558"/>
                    <a:pt x="1710" y="2422"/>
                  </a:cubicBezTo>
                  <a:cubicBezTo>
                    <a:pt x="1598" y="2903"/>
                    <a:pt x="1544" y="3394"/>
                    <a:pt x="1511" y="3886"/>
                  </a:cubicBezTo>
                  <a:cubicBezTo>
                    <a:pt x="1478" y="4388"/>
                    <a:pt x="1462" y="4892"/>
                    <a:pt x="1450" y="5395"/>
                  </a:cubicBezTo>
                  <a:cubicBezTo>
                    <a:pt x="1443" y="5680"/>
                    <a:pt x="1438" y="5966"/>
                    <a:pt x="1436" y="6249"/>
                  </a:cubicBezTo>
                  <a:cubicBezTo>
                    <a:pt x="1436" y="6369"/>
                    <a:pt x="1432" y="6491"/>
                    <a:pt x="1432" y="6614"/>
                  </a:cubicBezTo>
                  <a:cubicBezTo>
                    <a:pt x="1304" y="6060"/>
                    <a:pt x="1149" y="5512"/>
                    <a:pt x="967" y="4975"/>
                  </a:cubicBezTo>
                  <a:cubicBezTo>
                    <a:pt x="806" y="4503"/>
                    <a:pt x="622" y="4040"/>
                    <a:pt x="422" y="3583"/>
                  </a:cubicBezTo>
                  <a:cubicBezTo>
                    <a:pt x="412" y="3561"/>
                    <a:pt x="387" y="3549"/>
                    <a:pt x="364" y="3549"/>
                  </a:cubicBezTo>
                  <a:cubicBezTo>
                    <a:pt x="341" y="3549"/>
                    <a:pt x="320" y="3560"/>
                    <a:pt x="313" y="3585"/>
                  </a:cubicBezTo>
                  <a:cubicBezTo>
                    <a:pt x="149" y="4195"/>
                    <a:pt x="0" y="4824"/>
                    <a:pt x="29" y="5461"/>
                  </a:cubicBezTo>
                  <a:cubicBezTo>
                    <a:pt x="43" y="5764"/>
                    <a:pt x="103" y="6067"/>
                    <a:pt x="228" y="6346"/>
                  </a:cubicBezTo>
                  <a:cubicBezTo>
                    <a:pt x="357" y="6632"/>
                    <a:pt x="556" y="6873"/>
                    <a:pt x="774" y="7097"/>
                  </a:cubicBezTo>
                  <a:cubicBezTo>
                    <a:pt x="1018" y="7346"/>
                    <a:pt x="1282" y="7583"/>
                    <a:pt x="1473" y="7880"/>
                  </a:cubicBezTo>
                  <a:cubicBezTo>
                    <a:pt x="1485" y="7897"/>
                    <a:pt x="1501" y="7904"/>
                    <a:pt x="1516" y="7904"/>
                  </a:cubicBezTo>
                  <a:cubicBezTo>
                    <a:pt x="1539" y="7904"/>
                    <a:pt x="1560" y="7889"/>
                    <a:pt x="1571" y="7867"/>
                  </a:cubicBezTo>
                  <a:cubicBezTo>
                    <a:pt x="1611" y="8131"/>
                    <a:pt x="1648" y="8398"/>
                    <a:pt x="1677" y="8664"/>
                  </a:cubicBezTo>
                  <a:cubicBezTo>
                    <a:pt x="1731" y="9146"/>
                    <a:pt x="1762" y="9629"/>
                    <a:pt x="1776" y="10114"/>
                  </a:cubicBezTo>
                  <a:cubicBezTo>
                    <a:pt x="1718" y="10450"/>
                    <a:pt x="1677" y="10789"/>
                    <a:pt x="1650" y="11129"/>
                  </a:cubicBezTo>
                  <a:cubicBezTo>
                    <a:pt x="1592" y="10866"/>
                    <a:pt x="1507" y="10606"/>
                    <a:pt x="1416" y="10356"/>
                  </a:cubicBezTo>
                  <a:cubicBezTo>
                    <a:pt x="1328" y="10119"/>
                    <a:pt x="1227" y="9887"/>
                    <a:pt x="1115" y="9661"/>
                  </a:cubicBezTo>
                  <a:cubicBezTo>
                    <a:pt x="1038" y="9505"/>
                    <a:pt x="957" y="9349"/>
                    <a:pt x="863" y="9201"/>
                  </a:cubicBezTo>
                  <a:cubicBezTo>
                    <a:pt x="896" y="9184"/>
                    <a:pt x="927" y="9145"/>
                    <a:pt x="946" y="9124"/>
                  </a:cubicBezTo>
                  <a:cubicBezTo>
                    <a:pt x="988" y="9079"/>
                    <a:pt x="1018" y="9011"/>
                    <a:pt x="1046" y="8955"/>
                  </a:cubicBezTo>
                  <a:cubicBezTo>
                    <a:pt x="1072" y="8899"/>
                    <a:pt x="1097" y="8841"/>
                    <a:pt x="1117" y="8783"/>
                  </a:cubicBezTo>
                  <a:cubicBezTo>
                    <a:pt x="1141" y="8714"/>
                    <a:pt x="1154" y="8643"/>
                    <a:pt x="1167" y="8574"/>
                  </a:cubicBezTo>
                  <a:cubicBezTo>
                    <a:pt x="1180" y="8503"/>
                    <a:pt x="1172" y="8432"/>
                    <a:pt x="1164" y="8362"/>
                  </a:cubicBezTo>
                  <a:cubicBezTo>
                    <a:pt x="1162" y="8342"/>
                    <a:pt x="1144" y="8331"/>
                    <a:pt x="1127" y="8331"/>
                  </a:cubicBezTo>
                  <a:cubicBezTo>
                    <a:pt x="1112" y="8331"/>
                    <a:pt x="1097" y="8338"/>
                    <a:pt x="1092" y="8354"/>
                  </a:cubicBezTo>
                  <a:cubicBezTo>
                    <a:pt x="1072" y="8411"/>
                    <a:pt x="1048" y="8467"/>
                    <a:pt x="1031" y="8526"/>
                  </a:cubicBezTo>
                  <a:cubicBezTo>
                    <a:pt x="1015" y="8586"/>
                    <a:pt x="994" y="8643"/>
                    <a:pt x="973" y="8702"/>
                  </a:cubicBezTo>
                  <a:cubicBezTo>
                    <a:pt x="962" y="8731"/>
                    <a:pt x="952" y="8758"/>
                    <a:pt x="941" y="8786"/>
                  </a:cubicBezTo>
                  <a:cubicBezTo>
                    <a:pt x="939" y="8750"/>
                    <a:pt x="935" y="8712"/>
                    <a:pt x="928" y="8675"/>
                  </a:cubicBezTo>
                  <a:cubicBezTo>
                    <a:pt x="913" y="8591"/>
                    <a:pt x="891" y="8505"/>
                    <a:pt x="859" y="8427"/>
                  </a:cubicBezTo>
                  <a:cubicBezTo>
                    <a:pt x="845" y="8388"/>
                    <a:pt x="824" y="8350"/>
                    <a:pt x="802" y="8314"/>
                  </a:cubicBezTo>
                  <a:cubicBezTo>
                    <a:pt x="780" y="8278"/>
                    <a:pt x="751" y="8258"/>
                    <a:pt x="726" y="8226"/>
                  </a:cubicBezTo>
                  <a:cubicBezTo>
                    <a:pt x="722" y="8220"/>
                    <a:pt x="716" y="8218"/>
                    <a:pt x="711" y="8218"/>
                  </a:cubicBezTo>
                  <a:cubicBezTo>
                    <a:pt x="698" y="8218"/>
                    <a:pt x="686" y="8232"/>
                    <a:pt x="691" y="8248"/>
                  </a:cubicBezTo>
                  <a:cubicBezTo>
                    <a:pt x="699" y="8273"/>
                    <a:pt x="694" y="8281"/>
                    <a:pt x="697" y="8305"/>
                  </a:cubicBezTo>
                  <a:cubicBezTo>
                    <a:pt x="697" y="8324"/>
                    <a:pt x="705" y="8345"/>
                    <a:pt x="711" y="8365"/>
                  </a:cubicBezTo>
                  <a:cubicBezTo>
                    <a:pt x="721" y="8400"/>
                    <a:pt x="729" y="8437"/>
                    <a:pt x="738" y="8472"/>
                  </a:cubicBezTo>
                  <a:cubicBezTo>
                    <a:pt x="758" y="8548"/>
                    <a:pt x="774" y="8623"/>
                    <a:pt x="782" y="8700"/>
                  </a:cubicBezTo>
                  <a:cubicBezTo>
                    <a:pt x="791" y="8775"/>
                    <a:pt x="796" y="8852"/>
                    <a:pt x="795" y="8928"/>
                  </a:cubicBezTo>
                  <a:cubicBezTo>
                    <a:pt x="795" y="8966"/>
                    <a:pt x="788" y="9005"/>
                    <a:pt x="791" y="9044"/>
                  </a:cubicBezTo>
                  <a:cubicBezTo>
                    <a:pt x="792" y="9063"/>
                    <a:pt x="795" y="9079"/>
                    <a:pt x="799" y="9096"/>
                  </a:cubicBezTo>
                  <a:cubicBezTo>
                    <a:pt x="799" y="9097"/>
                    <a:pt x="798" y="9098"/>
                    <a:pt x="798" y="9099"/>
                  </a:cubicBezTo>
                  <a:cubicBezTo>
                    <a:pt x="776" y="9068"/>
                    <a:pt x="754" y="9037"/>
                    <a:pt x="731" y="9008"/>
                  </a:cubicBezTo>
                  <a:cubicBezTo>
                    <a:pt x="727" y="9004"/>
                    <a:pt x="725" y="9002"/>
                    <a:pt x="722" y="9000"/>
                  </a:cubicBezTo>
                  <a:cubicBezTo>
                    <a:pt x="718" y="8959"/>
                    <a:pt x="709" y="8918"/>
                    <a:pt x="702" y="8879"/>
                  </a:cubicBezTo>
                  <a:cubicBezTo>
                    <a:pt x="686" y="8800"/>
                    <a:pt x="656" y="8722"/>
                    <a:pt x="625" y="8646"/>
                  </a:cubicBezTo>
                  <a:cubicBezTo>
                    <a:pt x="594" y="8574"/>
                    <a:pt x="563" y="8499"/>
                    <a:pt x="521" y="8433"/>
                  </a:cubicBezTo>
                  <a:cubicBezTo>
                    <a:pt x="500" y="8400"/>
                    <a:pt x="477" y="8367"/>
                    <a:pt x="452" y="8339"/>
                  </a:cubicBezTo>
                  <a:cubicBezTo>
                    <a:pt x="441" y="8325"/>
                    <a:pt x="429" y="8308"/>
                    <a:pt x="414" y="8297"/>
                  </a:cubicBezTo>
                  <a:cubicBezTo>
                    <a:pt x="401" y="8286"/>
                    <a:pt x="385" y="8284"/>
                    <a:pt x="369" y="8275"/>
                  </a:cubicBezTo>
                  <a:cubicBezTo>
                    <a:pt x="368" y="8275"/>
                    <a:pt x="368" y="8275"/>
                    <a:pt x="367" y="8275"/>
                  </a:cubicBezTo>
                  <a:cubicBezTo>
                    <a:pt x="362" y="8275"/>
                    <a:pt x="358" y="8279"/>
                    <a:pt x="359" y="8284"/>
                  </a:cubicBezTo>
                  <a:cubicBezTo>
                    <a:pt x="362" y="8299"/>
                    <a:pt x="358" y="8316"/>
                    <a:pt x="363" y="8330"/>
                  </a:cubicBezTo>
                  <a:cubicBezTo>
                    <a:pt x="368" y="8347"/>
                    <a:pt x="378" y="8365"/>
                    <a:pt x="385" y="8382"/>
                  </a:cubicBezTo>
                  <a:cubicBezTo>
                    <a:pt x="400" y="8416"/>
                    <a:pt x="416" y="8449"/>
                    <a:pt x="431" y="8483"/>
                  </a:cubicBezTo>
                  <a:cubicBezTo>
                    <a:pt x="463" y="8553"/>
                    <a:pt x="497" y="8621"/>
                    <a:pt x="524" y="8692"/>
                  </a:cubicBezTo>
                  <a:cubicBezTo>
                    <a:pt x="550" y="8761"/>
                    <a:pt x="570" y="8829"/>
                    <a:pt x="590" y="8898"/>
                  </a:cubicBezTo>
                  <a:cubicBezTo>
                    <a:pt x="549" y="8851"/>
                    <a:pt x="508" y="8805"/>
                    <a:pt x="466" y="8758"/>
                  </a:cubicBezTo>
                  <a:cubicBezTo>
                    <a:pt x="373" y="8656"/>
                    <a:pt x="270" y="8559"/>
                    <a:pt x="164" y="8471"/>
                  </a:cubicBezTo>
                  <a:cubicBezTo>
                    <a:pt x="158" y="8466"/>
                    <a:pt x="153" y="8464"/>
                    <a:pt x="148" y="8464"/>
                  </a:cubicBezTo>
                  <a:cubicBezTo>
                    <a:pt x="128" y="8464"/>
                    <a:pt x="113" y="8491"/>
                    <a:pt x="125" y="8510"/>
                  </a:cubicBezTo>
                  <a:cubicBezTo>
                    <a:pt x="200" y="8626"/>
                    <a:pt x="286" y="8734"/>
                    <a:pt x="378" y="8837"/>
                  </a:cubicBezTo>
                  <a:cubicBezTo>
                    <a:pt x="423" y="8888"/>
                    <a:pt x="469" y="8937"/>
                    <a:pt x="515" y="8988"/>
                  </a:cubicBezTo>
                  <a:lnTo>
                    <a:pt x="516" y="8989"/>
                  </a:lnTo>
                  <a:cubicBezTo>
                    <a:pt x="478" y="8971"/>
                    <a:pt x="438" y="8955"/>
                    <a:pt x="400" y="8936"/>
                  </a:cubicBezTo>
                  <a:cubicBezTo>
                    <a:pt x="299" y="8887"/>
                    <a:pt x="208" y="8822"/>
                    <a:pt x="112" y="8764"/>
                  </a:cubicBezTo>
                  <a:cubicBezTo>
                    <a:pt x="107" y="8760"/>
                    <a:pt x="101" y="8759"/>
                    <a:pt x="95" y="8759"/>
                  </a:cubicBezTo>
                  <a:cubicBezTo>
                    <a:pt x="72" y="8759"/>
                    <a:pt x="51" y="8785"/>
                    <a:pt x="71" y="8810"/>
                  </a:cubicBezTo>
                  <a:cubicBezTo>
                    <a:pt x="149" y="8904"/>
                    <a:pt x="247" y="8967"/>
                    <a:pt x="356" y="9024"/>
                  </a:cubicBezTo>
                  <a:cubicBezTo>
                    <a:pt x="408" y="9049"/>
                    <a:pt x="460" y="9071"/>
                    <a:pt x="516" y="9088"/>
                  </a:cubicBezTo>
                  <a:cubicBezTo>
                    <a:pt x="545" y="9097"/>
                    <a:pt x="576" y="9107"/>
                    <a:pt x="605" y="9112"/>
                  </a:cubicBezTo>
                  <a:cubicBezTo>
                    <a:pt x="620" y="9114"/>
                    <a:pt x="633" y="9114"/>
                    <a:pt x="645" y="9115"/>
                  </a:cubicBezTo>
                  <a:cubicBezTo>
                    <a:pt x="648" y="9119"/>
                    <a:pt x="653" y="9119"/>
                    <a:pt x="655" y="9121"/>
                  </a:cubicBezTo>
                  <a:cubicBezTo>
                    <a:pt x="638" y="9126"/>
                    <a:pt x="621" y="9132"/>
                    <a:pt x="604" y="9139"/>
                  </a:cubicBezTo>
                  <a:cubicBezTo>
                    <a:pt x="550" y="9158"/>
                    <a:pt x="491" y="9168"/>
                    <a:pt x="435" y="9174"/>
                  </a:cubicBezTo>
                  <a:cubicBezTo>
                    <a:pt x="414" y="9176"/>
                    <a:pt x="394" y="9177"/>
                    <a:pt x="373" y="9177"/>
                  </a:cubicBezTo>
                  <a:cubicBezTo>
                    <a:pt x="281" y="9177"/>
                    <a:pt x="190" y="9155"/>
                    <a:pt x="107" y="9113"/>
                  </a:cubicBezTo>
                  <a:cubicBezTo>
                    <a:pt x="100" y="9110"/>
                    <a:pt x="94" y="9108"/>
                    <a:pt x="88" y="9108"/>
                  </a:cubicBezTo>
                  <a:cubicBezTo>
                    <a:pt x="47" y="9108"/>
                    <a:pt x="17" y="9176"/>
                    <a:pt x="60" y="9200"/>
                  </a:cubicBezTo>
                  <a:cubicBezTo>
                    <a:pt x="159" y="9256"/>
                    <a:pt x="269" y="9285"/>
                    <a:pt x="382" y="9285"/>
                  </a:cubicBezTo>
                  <a:cubicBezTo>
                    <a:pt x="402" y="9285"/>
                    <a:pt x="422" y="9284"/>
                    <a:pt x="442" y="9282"/>
                  </a:cubicBezTo>
                  <a:cubicBezTo>
                    <a:pt x="508" y="9277"/>
                    <a:pt x="568" y="9257"/>
                    <a:pt x="627" y="9228"/>
                  </a:cubicBezTo>
                  <a:cubicBezTo>
                    <a:pt x="656" y="9214"/>
                    <a:pt x="683" y="9200"/>
                    <a:pt x="707" y="9176"/>
                  </a:cubicBezTo>
                  <a:cubicBezTo>
                    <a:pt x="715" y="9168"/>
                    <a:pt x="725" y="9161"/>
                    <a:pt x="733" y="9153"/>
                  </a:cubicBezTo>
                  <a:cubicBezTo>
                    <a:pt x="830" y="9334"/>
                    <a:pt x="938" y="9511"/>
                    <a:pt x="1028" y="9696"/>
                  </a:cubicBezTo>
                  <a:cubicBezTo>
                    <a:pt x="1137" y="9916"/>
                    <a:pt x="1232" y="10142"/>
                    <a:pt x="1317" y="10372"/>
                  </a:cubicBezTo>
                  <a:cubicBezTo>
                    <a:pt x="1402" y="10606"/>
                    <a:pt x="1477" y="10843"/>
                    <a:pt x="1538" y="11084"/>
                  </a:cubicBezTo>
                  <a:cubicBezTo>
                    <a:pt x="1570" y="11211"/>
                    <a:pt x="1597" y="11338"/>
                    <a:pt x="1626" y="11464"/>
                  </a:cubicBezTo>
                  <a:cubicBezTo>
                    <a:pt x="1594" y="12029"/>
                    <a:pt x="1361" y="22502"/>
                    <a:pt x="1336" y="27150"/>
                  </a:cubicBezTo>
                  <a:cubicBezTo>
                    <a:pt x="1311" y="31762"/>
                    <a:pt x="1304" y="36371"/>
                    <a:pt x="1366" y="40982"/>
                  </a:cubicBezTo>
                  <a:cubicBezTo>
                    <a:pt x="1384" y="42279"/>
                    <a:pt x="1405" y="43576"/>
                    <a:pt x="1432" y="44874"/>
                  </a:cubicBezTo>
                  <a:cubicBezTo>
                    <a:pt x="1445" y="45533"/>
                    <a:pt x="1461" y="46190"/>
                    <a:pt x="1476" y="46849"/>
                  </a:cubicBezTo>
                  <a:cubicBezTo>
                    <a:pt x="1290" y="46852"/>
                    <a:pt x="1103" y="46853"/>
                    <a:pt x="916" y="46854"/>
                  </a:cubicBezTo>
                  <a:cubicBezTo>
                    <a:pt x="724" y="46857"/>
                    <a:pt x="689" y="47155"/>
                    <a:pt x="883" y="47155"/>
                  </a:cubicBezTo>
                  <a:cubicBezTo>
                    <a:pt x="884" y="47155"/>
                    <a:pt x="884" y="47155"/>
                    <a:pt x="884" y="47155"/>
                  </a:cubicBezTo>
                  <a:cubicBezTo>
                    <a:pt x="1083" y="47154"/>
                    <a:pt x="1282" y="47153"/>
                    <a:pt x="1480" y="47151"/>
                  </a:cubicBezTo>
                  <a:lnTo>
                    <a:pt x="1480" y="47151"/>
                  </a:lnTo>
                  <a:cubicBezTo>
                    <a:pt x="1484" y="47703"/>
                    <a:pt x="1474" y="48265"/>
                    <a:pt x="1589" y="48801"/>
                  </a:cubicBezTo>
                  <a:cubicBezTo>
                    <a:pt x="1598" y="48841"/>
                    <a:pt x="1631" y="48861"/>
                    <a:pt x="1663" y="48861"/>
                  </a:cubicBezTo>
                  <a:cubicBezTo>
                    <a:pt x="1697" y="48861"/>
                    <a:pt x="1731" y="48840"/>
                    <a:pt x="1738" y="48797"/>
                  </a:cubicBezTo>
                  <a:cubicBezTo>
                    <a:pt x="1760" y="48657"/>
                    <a:pt x="1789" y="48518"/>
                    <a:pt x="1792" y="48378"/>
                  </a:cubicBezTo>
                  <a:cubicBezTo>
                    <a:pt x="1796" y="48237"/>
                    <a:pt x="1786" y="48094"/>
                    <a:pt x="1782" y="47952"/>
                  </a:cubicBezTo>
                  <a:cubicBezTo>
                    <a:pt x="1775" y="47686"/>
                    <a:pt x="1768" y="47418"/>
                    <a:pt x="1763" y="47150"/>
                  </a:cubicBezTo>
                  <a:cubicBezTo>
                    <a:pt x="14183" y="47050"/>
                    <a:pt x="26604" y="46964"/>
                    <a:pt x="39024" y="46931"/>
                  </a:cubicBezTo>
                  <a:cubicBezTo>
                    <a:pt x="43671" y="46919"/>
                    <a:pt x="48318" y="46912"/>
                    <a:pt x="52964" y="46912"/>
                  </a:cubicBezTo>
                  <a:cubicBezTo>
                    <a:pt x="60909" y="46912"/>
                    <a:pt x="68853" y="46931"/>
                    <a:pt x="76798" y="46967"/>
                  </a:cubicBezTo>
                  <a:cubicBezTo>
                    <a:pt x="80333" y="46984"/>
                    <a:pt x="83867" y="47002"/>
                    <a:pt x="87401" y="47027"/>
                  </a:cubicBezTo>
                  <a:cubicBezTo>
                    <a:pt x="89206" y="47039"/>
                    <a:pt x="91012" y="47051"/>
                    <a:pt x="92817" y="47066"/>
                  </a:cubicBezTo>
                  <a:cubicBezTo>
                    <a:pt x="93853" y="47074"/>
                    <a:pt x="94889" y="47098"/>
                    <a:pt x="95926" y="47098"/>
                  </a:cubicBezTo>
                  <a:cubicBezTo>
                    <a:pt x="96283" y="47098"/>
                    <a:pt x="96641" y="47095"/>
                    <a:pt x="96998" y="47088"/>
                  </a:cubicBezTo>
                  <a:cubicBezTo>
                    <a:pt x="97006" y="47069"/>
                    <a:pt x="97013" y="47053"/>
                    <a:pt x="97020" y="47034"/>
                  </a:cubicBezTo>
                  <a:cubicBezTo>
                    <a:pt x="97046" y="46962"/>
                    <a:pt x="97070" y="46889"/>
                    <a:pt x="97091" y="46815"/>
                  </a:cubicBezTo>
                  <a:cubicBezTo>
                    <a:pt x="97098" y="46789"/>
                    <a:pt x="97105" y="46763"/>
                    <a:pt x="97112" y="46736"/>
                  </a:cubicBezTo>
                  <a:cubicBezTo>
                    <a:pt x="95824" y="46686"/>
                    <a:pt x="94533" y="46702"/>
                    <a:pt x="93246" y="46693"/>
                  </a:cubicBezTo>
                  <a:cubicBezTo>
                    <a:pt x="91633" y="46682"/>
                    <a:pt x="90020" y="46672"/>
                    <a:pt x="88409" y="46662"/>
                  </a:cubicBezTo>
                  <a:cubicBezTo>
                    <a:pt x="85258" y="46643"/>
                    <a:pt x="82108" y="46627"/>
                    <a:pt x="78956" y="46613"/>
                  </a:cubicBezTo>
                  <a:cubicBezTo>
                    <a:pt x="72683" y="46585"/>
                    <a:pt x="66409" y="46569"/>
                    <a:pt x="60136" y="46563"/>
                  </a:cubicBezTo>
                  <a:cubicBezTo>
                    <a:pt x="58631" y="46562"/>
                    <a:pt x="57126" y="46561"/>
                    <a:pt x="55620" y="46561"/>
                  </a:cubicBezTo>
                  <a:cubicBezTo>
                    <a:pt x="44535" y="46561"/>
                    <a:pt x="33449" y="46597"/>
                    <a:pt x="22364" y="46665"/>
                  </a:cubicBezTo>
                  <a:cubicBezTo>
                    <a:pt x="15494" y="46708"/>
                    <a:pt x="8626" y="46765"/>
                    <a:pt x="1758" y="46845"/>
                  </a:cubicBezTo>
                  <a:cubicBezTo>
                    <a:pt x="1746" y="46327"/>
                    <a:pt x="1734" y="45810"/>
                    <a:pt x="1723" y="45291"/>
                  </a:cubicBezTo>
                  <a:cubicBezTo>
                    <a:pt x="1698" y="44123"/>
                    <a:pt x="1675" y="42955"/>
                    <a:pt x="1654" y="41786"/>
                  </a:cubicBezTo>
                  <a:cubicBezTo>
                    <a:pt x="1611" y="39479"/>
                    <a:pt x="1582" y="37170"/>
                    <a:pt x="1564" y="34861"/>
                  </a:cubicBezTo>
                  <a:cubicBezTo>
                    <a:pt x="1527" y="30248"/>
                    <a:pt x="1529" y="25635"/>
                    <a:pt x="1595" y="21022"/>
                  </a:cubicBezTo>
                  <a:cubicBezTo>
                    <a:pt x="1632" y="18422"/>
                    <a:pt x="1704" y="12266"/>
                    <a:pt x="1720" y="11821"/>
                  </a:cubicBezTo>
                  <a:cubicBezTo>
                    <a:pt x="1723" y="11823"/>
                    <a:pt x="1727" y="11823"/>
                    <a:pt x="1730" y="11823"/>
                  </a:cubicBezTo>
                  <a:cubicBezTo>
                    <a:pt x="1737" y="11823"/>
                    <a:pt x="1743" y="11820"/>
                    <a:pt x="1743" y="11809"/>
                  </a:cubicBezTo>
                  <a:cubicBezTo>
                    <a:pt x="1742" y="11765"/>
                    <a:pt x="1740" y="11722"/>
                    <a:pt x="1736" y="11678"/>
                  </a:cubicBezTo>
                  <a:lnTo>
                    <a:pt x="1736" y="11678"/>
                  </a:lnTo>
                  <a:cubicBezTo>
                    <a:pt x="1747" y="11684"/>
                    <a:pt x="1759" y="11687"/>
                    <a:pt x="1771" y="11687"/>
                  </a:cubicBezTo>
                  <a:cubicBezTo>
                    <a:pt x="1791" y="11687"/>
                    <a:pt x="1811" y="11679"/>
                    <a:pt x="1825" y="11663"/>
                  </a:cubicBezTo>
                  <a:cubicBezTo>
                    <a:pt x="2728" y="10645"/>
                    <a:pt x="3296" y="9333"/>
                    <a:pt x="3423" y="7978"/>
                  </a:cubicBezTo>
                  <a:cubicBezTo>
                    <a:pt x="3460" y="7598"/>
                    <a:pt x="3454" y="7219"/>
                    <a:pt x="3425" y="6839"/>
                  </a:cubicBezTo>
                  <a:cubicBezTo>
                    <a:pt x="3423" y="6809"/>
                    <a:pt x="3392" y="6788"/>
                    <a:pt x="3363" y="6788"/>
                  </a:cubicBezTo>
                  <a:cubicBezTo>
                    <a:pt x="3351" y="6788"/>
                    <a:pt x="3338" y="6792"/>
                    <a:pt x="3329" y="6801"/>
                  </a:cubicBezTo>
                  <a:cubicBezTo>
                    <a:pt x="2548" y="7597"/>
                    <a:pt x="2098" y="8638"/>
                    <a:pt x="1858" y="9714"/>
                  </a:cubicBezTo>
                  <a:cubicBezTo>
                    <a:pt x="1855" y="9732"/>
                    <a:pt x="1852" y="9749"/>
                    <a:pt x="1847" y="9767"/>
                  </a:cubicBezTo>
                  <a:cubicBezTo>
                    <a:pt x="1836" y="9384"/>
                    <a:pt x="1812" y="9003"/>
                    <a:pt x="1773" y="8624"/>
                  </a:cubicBezTo>
                  <a:lnTo>
                    <a:pt x="1773" y="8624"/>
                  </a:lnTo>
                  <a:cubicBezTo>
                    <a:pt x="1776" y="8651"/>
                    <a:pt x="1780" y="8676"/>
                    <a:pt x="1786" y="8702"/>
                  </a:cubicBezTo>
                  <a:cubicBezTo>
                    <a:pt x="1788" y="8714"/>
                    <a:pt x="1797" y="8720"/>
                    <a:pt x="1807" y="8720"/>
                  </a:cubicBezTo>
                  <a:cubicBezTo>
                    <a:pt x="1816" y="8720"/>
                    <a:pt x="1826" y="8714"/>
                    <a:pt x="1828" y="8701"/>
                  </a:cubicBezTo>
                  <a:cubicBezTo>
                    <a:pt x="1852" y="8478"/>
                    <a:pt x="1863" y="8253"/>
                    <a:pt x="1897" y="8032"/>
                  </a:cubicBezTo>
                  <a:cubicBezTo>
                    <a:pt x="1930" y="7816"/>
                    <a:pt x="1984" y="7602"/>
                    <a:pt x="2055" y="7394"/>
                  </a:cubicBezTo>
                  <a:cubicBezTo>
                    <a:pt x="2126" y="7187"/>
                    <a:pt x="2217" y="6984"/>
                    <a:pt x="2327" y="6795"/>
                  </a:cubicBezTo>
                  <a:cubicBezTo>
                    <a:pt x="2439" y="6599"/>
                    <a:pt x="2575" y="6419"/>
                    <a:pt x="2687" y="6225"/>
                  </a:cubicBezTo>
                  <a:cubicBezTo>
                    <a:pt x="2694" y="6216"/>
                    <a:pt x="2687" y="6206"/>
                    <a:pt x="2678" y="6206"/>
                  </a:cubicBezTo>
                  <a:cubicBezTo>
                    <a:pt x="2676" y="6206"/>
                    <a:pt x="2673" y="6207"/>
                    <a:pt x="2671" y="6208"/>
                  </a:cubicBezTo>
                  <a:cubicBezTo>
                    <a:pt x="2490" y="6345"/>
                    <a:pt x="2355" y="6538"/>
                    <a:pt x="2239" y="6730"/>
                  </a:cubicBezTo>
                  <a:cubicBezTo>
                    <a:pt x="2122" y="6928"/>
                    <a:pt x="2023" y="7136"/>
                    <a:pt x="1945" y="7352"/>
                  </a:cubicBezTo>
                  <a:cubicBezTo>
                    <a:pt x="1823" y="7695"/>
                    <a:pt x="1732" y="8083"/>
                    <a:pt x="1753" y="8455"/>
                  </a:cubicBezTo>
                  <a:cubicBezTo>
                    <a:pt x="1741" y="8343"/>
                    <a:pt x="1725" y="8230"/>
                    <a:pt x="1710" y="8118"/>
                  </a:cubicBezTo>
                  <a:lnTo>
                    <a:pt x="1710" y="8118"/>
                  </a:lnTo>
                  <a:cubicBezTo>
                    <a:pt x="1715" y="8125"/>
                    <a:pt x="1719" y="8132"/>
                    <a:pt x="1724" y="8140"/>
                  </a:cubicBezTo>
                  <a:cubicBezTo>
                    <a:pt x="1726" y="8142"/>
                    <a:pt x="1727" y="8143"/>
                    <a:pt x="1729" y="8143"/>
                  </a:cubicBezTo>
                  <a:cubicBezTo>
                    <a:pt x="1732" y="8143"/>
                    <a:pt x="1736" y="8139"/>
                    <a:pt x="1736" y="8136"/>
                  </a:cubicBezTo>
                  <a:cubicBezTo>
                    <a:pt x="1752" y="8004"/>
                    <a:pt x="1708" y="7868"/>
                    <a:pt x="1691" y="7737"/>
                  </a:cubicBezTo>
                  <a:cubicBezTo>
                    <a:pt x="1674" y="7592"/>
                    <a:pt x="1666" y="7446"/>
                    <a:pt x="1668" y="7301"/>
                  </a:cubicBezTo>
                  <a:cubicBezTo>
                    <a:pt x="1672" y="7017"/>
                    <a:pt x="1712" y="6732"/>
                    <a:pt x="1775" y="6456"/>
                  </a:cubicBezTo>
                  <a:cubicBezTo>
                    <a:pt x="1902" y="5897"/>
                    <a:pt x="2138" y="5367"/>
                    <a:pt x="2406" y="4862"/>
                  </a:cubicBezTo>
                  <a:cubicBezTo>
                    <a:pt x="2528" y="4631"/>
                    <a:pt x="2659" y="4406"/>
                    <a:pt x="2778" y="4173"/>
                  </a:cubicBezTo>
                  <a:cubicBezTo>
                    <a:pt x="2786" y="4168"/>
                    <a:pt x="2795" y="4163"/>
                    <a:pt x="2805" y="4155"/>
                  </a:cubicBezTo>
                  <a:cubicBezTo>
                    <a:pt x="2808" y="4160"/>
                    <a:pt x="2816" y="4165"/>
                    <a:pt x="2823" y="4166"/>
                  </a:cubicBezTo>
                  <a:cubicBezTo>
                    <a:pt x="2827" y="4166"/>
                    <a:pt x="2830" y="4167"/>
                    <a:pt x="2834" y="4167"/>
                  </a:cubicBezTo>
                  <a:cubicBezTo>
                    <a:pt x="2845" y="4167"/>
                    <a:pt x="2855" y="4164"/>
                    <a:pt x="2869" y="4161"/>
                  </a:cubicBezTo>
                  <a:cubicBezTo>
                    <a:pt x="2883" y="4160"/>
                    <a:pt x="2894" y="4160"/>
                    <a:pt x="2907" y="4157"/>
                  </a:cubicBezTo>
                  <a:cubicBezTo>
                    <a:pt x="2938" y="4150"/>
                    <a:pt x="2966" y="4139"/>
                    <a:pt x="2995" y="4130"/>
                  </a:cubicBezTo>
                  <a:cubicBezTo>
                    <a:pt x="3053" y="4110"/>
                    <a:pt x="3110" y="4089"/>
                    <a:pt x="3167" y="4066"/>
                  </a:cubicBezTo>
                  <a:cubicBezTo>
                    <a:pt x="3223" y="4042"/>
                    <a:pt x="3281" y="4022"/>
                    <a:pt x="3335" y="3994"/>
                  </a:cubicBezTo>
                  <a:cubicBezTo>
                    <a:pt x="3363" y="3980"/>
                    <a:pt x="3390" y="3967"/>
                    <a:pt x="3417" y="3952"/>
                  </a:cubicBezTo>
                  <a:cubicBezTo>
                    <a:pt x="3444" y="3936"/>
                    <a:pt x="3467" y="3915"/>
                    <a:pt x="3495" y="3902"/>
                  </a:cubicBezTo>
                  <a:cubicBezTo>
                    <a:pt x="3509" y="3896"/>
                    <a:pt x="3504" y="3873"/>
                    <a:pt x="3491" y="3873"/>
                  </a:cubicBezTo>
                  <a:cubicBezTo>
                    <a:pt x="3489" y="3873"/>
                    <a:pt x="3488" y="3873"/>
                    <a:pt x="3487" y="3874"/>
                  </a:cubicBezTo>
                  <a:cubicBezTo>
                    <a:pt x="3456" y="3880"/>
                    <a:pt x="3428" y="3880"/>
                    <a:pt x="3398" y="3887"/>
                  </a:cubicBezTo>
                  <a:cubicBezTo>
                    <a:pt x="3367" y="3892"/>
                    <a:pt x="3339" y="3901"/>
                    <a:pt x="3310" y="3909"/>
                  </a:cubicBezTo>
                  <a:cubicBezTo>
                    <a:pt x="3250" y="3925"/>
                    <a:pt x="3189" y="3947"/>
                    <a:pt x="3130" y="3968"/>
                  </a:cubicBezTo>
                  <a:cubicBezTo>
                    <a:pt x="3072" y="3987"/>
                    <a:pt x="3015" y="4011"/>
                    <a:pt x="2957" y="4033"/>
                  </a:cubicBezTo>
                  <a:lnTo>
                    <a:pt x="2924" y="4045"/>
                  </a:lnTo>
                  <a:cubicBezTo>
                    <a:pt x="2968" y="3998"/>
                    <a:pt x="3008" y="3947"/>
                    <a:pt x="3048" y="3898"/>
                  </a:cubicBezTo>
                  <a:cubicBezTo>
                    <a:pt x="3092" y="3842"/>
                    <a:pt x="3130" y="3784"/>
                    <a:pt x="3167" y="3723"/>
                  </a:cubicBezTo>
                  <a:cubicBezTo>
                    <a:pt x="3186" y="3694"/>
                    <a:pt x="3207" y="3662"/>
                    <a:pt x="3222" y="3629"/>
                  </a:cubicBezTo>
                  <a:cubicBezTo>
                    <a:pt x="3237" y="3596"/>
                    <a:pt x="3251" y="3563"/>
                    <a:pt x="3266" y="3530"/>
                  </a:cubicBezTo>
                  <a:cubicBezTo>
                    <a:pt x="3271" y="3521"/>
                    <a:pt x="3262" y="3513"/>
                    <a:pt x="3253" y="3513"/>
                  </a:cubicBezTo>
                  <a:cubicBezTo>
                    <a:pt x="3249" y="3513"/>
                    <a:pt x="3245" y="3514"/>
                    <a:pt x="3242" y="3518"/>
                  </a:cubicBezTo>
                  <a:cubicBezTo>
                    <a:pt x="3200" y="3572"/>
                    <a:pt x="3154" y="3623"/>
                    <a:pt x="3112" y="3677"/>
                  </a:cubicBezTo>
                  <a:cubicBezTo>
                    <a:pt x="3069" y="3732"/>
                    <a:pt x="3022" y="3787"/>
                    <a:pt x="2979" y="3842"/>
                  </a:cubicBezTo>
                  <a:cubicBezTo>
                    <a:pt x="2940" y="3890"/>
                    <a:pt x="2899" y="3937"/>
                    <a:pt x="2858" y="3984"/>
                  </a:cubicBezTo>
                  <a:cubicBezTo>
                    <a:pt x="2854" y="3980"/>
                    <a:pt x="2850" y="3978"/>
                    <a:pt x="2845" y="3978"/>
                  </a:cubicBezTo>
                  <a:cubicBezTo>
                    <a:pt x="2843" y="3978"/>
                    <a:pt x="2840" y="3979"/>
                    <a:pt x="2838" y="3980"/>
                  </a:cubicBezTo>
                  <a:cubicBezTo>
                    <a:pt x="2856" y="3956"/>
                    <a:pt x="2871" y="3929"/>
                    <a:pt x="2885" y="3902"/>
                  </a:cubicBezTo>
                  <a:cubicBezTo>
                    <a:pt x="2913" y="3850"/>
                    <a:pt x="2935" y="3792"/>
                    <a:pt x="2955" y="3738"/>
                  </a:cubicBezTo>
                  <a:cubicBezTo>
                    <a:pt x="2976" y="3682"/>
                    <a:pt x="2994" y="3624"/>
                    <a:pt x="3008" y="3566"/>
                  </a:cubicBezTo>
                  <a:cubicBezTo>
                    <a:pt x="3015" y="3537"/>
                    <a:pt x="3022" y="3508"/>
                    <a:pt x="3025" y="3479"/>
                  </a:cubicBezTo>
                  <a:cubicBezTo>
                    <a:pt x="3025" y="3452"/>
                    <a:pt x="3022" y="3425"/>
                    <a:pt x="3021" y="3397"/>
                  </a:cubicBezTo>
                  <a:cubicBezTo>
                    <a:pt x="3021" y="3388"/>
                    <a:pt x="3015" y="3384"/>
                    <a:pt x="3008" y="3384"/>
                  </a:cubicBezTo>
                  <a:cubicBezTo>
                    <a:pt x="3001" y="3384"/>
                    <a:pt x="2994" y="3387"/>
                    <a:pt x="2992" y="3394"/>
                  </a:cubicBezTo>
                  <a:cubicBezTo>
                    <a:pt x="2979" y="3420"/>
                    <a:pt x="2962" y="3447"/>
                    <a:pt x="2951" y="3474"/>
                  </a:cubicBezTo>
                  <a:cubicBezTo>
                    <a:pt x="2942" y="3497"/>
                    <a:pt x="2937" y="3523"/>
                    <a:pt x="2928" y="3548"/>
                  </a:cubicBezTo>
                  <a:cubicBezTo>
                    <a:pt x="2910" y="3600"/>
                    <a:pt x="2893" y="3654"/>
                    <a:pt x="2872" y="3706"/>
                  </a:cubicBezTo>
                  <a:cubicBezTo>
                    <a:pt x="2851" y="3758"/>
                    <a:pt x="2828" y="3809"/>
                    <a:pt x="2806" y="3859"/>
                  </a:cubicBezTo>
                  <a:cubicBezTo>
                    <a:pt x="2785" y="3908"/>
                    <a:pt x="2758" y="3962"/>
                    <a:pt x="2759" y="4013"/>
                  </a:cubicBezTo>
                  <a:cubicBezTo>
                    <a:pt x="2759" y="4023"/>
                    <a:pt x="2768" y="4035"/>
                    <a:pt x="2778" y="4035"/>
                  </a:cubicBezTo>
                  <a:cubicBezTo>
                    <a:pt x="2781" y="4035"/>
                    <a:pt x="2783" y="4034"/>
                    <a:pt x="2785" y="4033"/>
                  </a:cubicBezTo>
                  <a:cubicBezTo>
                    <a:pt x="2801" y="4024"/>
                    <a:pt x="2813" y="4012"/>
                    <a:pt x="2825" y="4000"/>
                  </a:cubicBezTo>
                  <a:lnTo>
                    <a:pt x="2825" y="4000"/>
                  </a:lnTo>
                  <a:cubicBezTo>
                    <a:pt x="2803" y="4033"/>
                    <a:pt x="2781" y="4064"/>
                    <a:pt x="2759" y="4097"/>
                  </a:cubicBezTo>
                  <a:cubicBezTo>
                    <a:pt x="2748" y="4085"/>
                    <a:pt x="2737" y="4074"/>
                    <a:pt x="2728" y="4061"/>
                  </a:cubicBezTo>
                  <a:cubicBezTo>
                    <a:pt x="2719" y="4050"/>
                    <a:pt x="2713" y="4040"/>
                    <a:pt x="2704" y="4029"/>
                  </a:cubicBezTo>
                  <a:cubicBezTo>
                    <a:pt x="2713" y="4012"/>
                    <a:pt x="2718" y="3994"/>
                    <a:pt x="2724" y="3979"/>
                  </a:cubicBezTo>
                  <a:cubicBezTo>
                    <a:pt x="2740" y="3931"/>
                    <a:pt x="2752" y="3881"/>
                    <a:pt x="2764" y="3831"/>
                  </a:cubicBezTo>
                  <a:cubicBezTo>
                    <a:pt x="2789" y="3733"/>
                    <a:pt x="2805" y="3634"/>
                    <a:pt x="2803" y="3534"/>
                  </a:cubicBezTo>
                  <a:cubicBezTo>
                    <a:pt x="2803" y="3518"/>
                    <a:pt x="2796" y="3503"/>
                    <a:pt x="2781" y="3495"/>
                  </a:cubicBezTo>
                  <a:cubicBezTo>
                    <a:pt x="2780" y="3484"/>
                    <a:pt x="2779" y="3473"/>
                    <a:pt x="2775" y="3462"/>
                  </a:cubicBezTo>
                  <a:cubicBezTo>
                    <a:pt x="2775" y="3456"/>
                    <a:pt x="2769" y="3453"/>
                    <a:pt x="2764" y="3453"/>
                  </a:cubicBezTo>
                  <a:cubicBezTo>
                    <a:pt x="2760" y="3453"/>
                    <a:pt x="2757" y="3454"/>
                    <a:pt x="2756" y="3459"/>
                  </a:cubicBezTo>
                  <a:cubicBezTo>
                    <a:pt x="2752" y="3470"/>
                    <a:pt x="2750" y="3481"/>
                    <a:pt x="2746" y="3492"/>
                  </a:cubicBezTo>
                  <a:cubicBezTo>
                    <a:pt x="2730" y="3497"/>
                    <a:pt x="2723" y="3509"/>
                    <a:pt x="2718" y="3526"/>
                  </a:cubicBezTo>
                  <a:cubicBezTo>
                    <a:pt x="2701" y="3619"/>
                    <a:pt x="2686" y="3714"/>
                    <a:pt x="2663" y="3808"/>
                  </a:cubicBezTo>
                  <a:cubicBezTo>
                    <a:pt x="2653" y="3846"/>
                    <a:pt x="2642" y="3882"/>
                    <a:pt x="2631" y="3920"/>
                  </a:cubicBezTo>
                  <a:cubicBezTo>
                    <a:pt x="2624" y="3904"/>
                    <a:pt x="2614" y="3891"/>
                    <a:pt x="2607" y="3875"/>
                  </a:cubicBezTo>
                  <a:cubicBezTo>
                    <a:pt x="2567" y="3787"/>
                    <a:pt x="2550" y="3684"/>
                    <a:pt x="2559" y="3588"/>
                  </a:cubicBezTo>
                  <a:cubicBezTo>
                    <a:pt x="2561" y="3560"/>
                    <a:pt x="2542" y="3546"/>
                    <a:pt x="2522" y="3546"/>
                  </a:cubicBezTo>
                  <a:cubicBezTo>
                    <a:pt x="2505" y="3546"/>
                    <a:pt x="2486" y="3557"/>
                    <a:pt x="2481" y="3579"/>
                  </a:cubicBezTo>
                  <a:cubicBezTo>
                    <a:pt x="2454" y="3695"/>
                    <a:pt x="2470" y="3809"/>
                    <a:pt x="2516" y="3915"/>
                  </a:cubicBezTo>
                  <a:cubicBezTo>
                    <a:pt x="2538" y="3967"/>
                    <a:pt x="2567" y="4022"/>
                    <a:pt x="2605" y="4060"/>
                  </a:cubicBezTo>
                  <a:lnTo>
                    <a:pt x="2607" y="4061"/>
                  </a:lnTo>
                  <a:cubicBezTo>
                    <a:pt x="2608" y="4067"/>
                    <a:pt x="2610" y="4072"/>
                    <a:pt x="2613" y="4077"/>
                  </a:cubicBezTo>
                  <a:cubicBezTo>
                    <a:pt x="2618" y="4086"/>
                    <a:pt x="2626" y="4092"/>
                    <a:pt x="2635" y="4092"/>
                  </a:cubicBezTo>
                  <a:cubicBezTo>
                    <a:pt x="2637" y="4092"/>
                    <a:pt x="2639" y="4091"/>
                    <a:pt x="2640" y="4091"/>
                  </a:cubicBezTo>
                  <a:cubicBezTo>
                    <a:pt x="2666" y="4114"/>
                    <a:pt x="2695" y="4133"/>
                    <a:pt x="2726" y="4145"/>
                  </a:cubicBezTo>
                  <a:cubicBezTo>
                    <a:pt x="2440" y="4580"/>
                    <a:pt x="2197" y="5052"/>
                    <a:pt x="1993" y="5530"/>
                  </a:cubicBezTo>
                  <a:cubicBezTo>
                    <a:pt x="1765" y="6066"/>
                    <a:pt x="1605" y="6637"/>
                    <a:pt x="1588" y="7220"/>
                  </a:cubicBezTo>
                  <a:cubicBezTo>
                    <a:pt x="1587" y="7262"/>
                    <a:pt x="1587" y="7301"/>
                    <a:pt x="1587" y="7342"/>
                  </a:cubicBezTo>
                  <a:cubicBezTo>
                    <a:pt x="1565" y="7225"/>
                    <a:pt x="1543" y="7110"/>
                    <a:pt x="1518" y="6995"/>
                  </a:cubicBezTo>
                  <a:cubicBezTo>
                    <a:pt x="1539" y="6782"/>
                    <a:pt x="1529" y="6566"/>
                    <a:pt x="1531" y="6352"/>
                  </a:cubicBezTo>
                  <a:cubicBezTo>
                    <a:pt x="1533" y="6104"/>
                    <a:pt x="1538" y="5854"/>
                    <a:pt x="1543" y="5606"/>
                  </a:cubicBezTo>
                  <a:cubicBezTo>
                    <a:pt x="1554" y="5106"/>
                    <a:pt x="1571" y="4605"/>
                    <a:pt x="1599" y="4107"/>
                  </a:cubicBezTo>
                  <a:cubicBezTo>
                    <a:pt x="1627" y="3619"/>
                    <a:pt x="1671" y="3132"/>
                    <a:pt x="1765" y="2653"/>
                  </a:cubicBezTo>
                  <a:cubicBezTo>
                    <a:pt x="1852" y="2217"/>
                    <a:pt x="1985" y="1789"/>
                    <a:pt x="2159" y="1381"/>
                  </a:cubicBezTo>
                  <a:cubicBezTo>
                    <a:pt x="2334" y="971"/>
                    <a:pt x="2550" y="582"/>
                    <a:pt x="2805" y="219"/>
                  </a:cubicBezTo>
                  <a:lnTo>
                    <a:pt x="2805" y="219"/>
                  </a:lnTo>
                  <a:cubicBezTo>
                    <a:pt x="2783" y="769"/>
                    <a:pt x="2770" y="1323"/>
                    <a:pt x="2724" y="1872"/>
                  </a:cubicBezTo>
                  <a:cubicBezTo>
                    <a:pt x="2698" y="2164"/>
                    <a:pt x="2651" y="2453"/>
                    <a:pt x="2548" y="2728"/>
                  </a:cubicBezTo>
                  <a:cubicBezTo>
                    <a:pt x="2451" y="2985"/>
                    <a:pt x="2316" y="3224"/>
                    <a:pt x="2163" y="3451"/>
                  </a:cubicBezTo>
                  <a:cubicBezTo>
                    <a:pt x="2029" y="3646"/>
                    <a:pt x="1884" y="3833"/>
                    <a:pt x="1735" y="4019"/>
                  </a:cubicBezTo>
                  <a:cubicBezTo>
                    <a:pt x="1889" y="3270"/>
                    <a:pt x="2142" y="2551"/>
                    <a:pt x="2459" y="1854"/>
                  </a:cubicBezTo>
                  <a:cubicBezTo>
                    <a:pt x="2475" y="1819"/>
                    <a:pt x="2445" y="1793"/>
                    <a:pt x="2415" y="1793"/>
                  </a:cubicBezTo>
                  <a:cubicBezTo>
                    <a:pt x="2399" y="1793"/>
                    <a:pt x="2382" y="1801"/>
                    <a:pt x="2372" y="1820"/>
                  </a:cubicBezTo>
                  <a:cubicBezTo>
                    <a:pt x="1999" y="2567"/>
                    <a:pt x="1751" y="3381"/>
                    <a:pt x="1598" y="4199"/>
                  </a:cubicBezTo>
                  <a:cubicBezTo>
                    <a:pt x="1592" y="4231"/>
                    <a:pt x="1619" y="4250"/>
                    <a:pt x="1646" y="4250"/>
                  </a:cubicBezTo>
                  <a:cubicBezTo>
                    <a:pt x="1661" y="4250"/>
                    <a:pt x="1676" y="4245"/>
                    <a:pt x="1686" y="4233"/>
                  </a:cubicBezTo>
                  <a:cubicBezTo>
                    <a:pt x="2031" y="3810"/>
                    <a:pt x="2380" y="3380"/>
                    <a:pt x="2596" y="2874"/>
                  </a:cubicBezTo>
                  <a:cubicBezTo>
                    <a:pt x="2830" y="2322"/>
                    <a:pt x="2835" y="1718"/>
                    <a:pt x="2861" y="1129"/>
                  </a:cubicBezTo>
                  <a:cubicBezTo>
                    <a:pt x="2877" y="772"/>
                    <a:pt x="2894" y="414"/>
                    <a:pt x="2910" y="58"/>
                  </a:cubicBezTo>
                  <a:cubicBezTo>
                    <a:pt x="2912" y="25"/>
                    <a:pt x="2885" y="1"/>
                    <a:pt x="285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56;p7"/>
            <p:cNvSpPr/>
            <p:nvPr/>
          </p:nvSpPr>
          <p:spPr>
            <a:xfrm>
              <a:off x="204120" y="689760"/>
              <a:ext cx="143640" cy="41040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410400"/>
                <a:gd name="textAreaBottom" fmla="*/ 410760 h 410400"/>
              </a:gdLst>
              <a:ahLst/>
              <a:cxnLst/>
              <a:rect l="textAreaLeft" t="textAreaTop" r="textAreaRight" b="textAreaBottom"/>
              <a:pathLst>
                <a:path w="1717" h="4878">
                  <a:moveTo>
                    <a:pt x="649" y="829"/>
                  </a:moveTo>
                  <a:lnTo>
                    <a:pt x="649" y="829"/>
                  </a:lnTo>
                  <a:cubicBezTo>
                    <a:pt x="643" y="833"/>
                    <a:pt x="637" y="840"/>
                    <a:pt x="634" y="851"/>
                  </a:cubicBezTo>
                  <a:cubicBezTo>
                    <a:pt x="624" y="853"/>
                    <a:pt x="616" y="854"/>
                    <a:pt x="606" y="855"/>
                  </a:cubicBezTo>
                  <a:cubicBezTo>
                    <a:pt x="605" y="849"/>
                    <a:pt x="604" y="843"/>
                    <a:pt x="602" y="836"/>
                  </a:cubicBezTo>
                  <a:cubicBezTo>
                    <a:pt x="618" y="836"/>
                    <a:pt x="635" y="834"/>
                    <a:pt x="649" y="829"/>
                  </a:cubicBezTo>
                  <a:close/>
                  <a:moveTo>
                    <a:pt x="624" y="963"/>
                  </a:moveTo>
                  <a:cubicBezTo>
                    <a:pt x="626" y="964"/>
                    <a:pt x="627" y="965"/>
                    <a:pt x="627" y="966"/>
                  </a:cubicBezTo>
                  <a:cubicBezTo>
                    <a:pt x="623" y="966"/>
                    <a:pt x="618" y="965"/>
                    <a:pt x="614" y="965"/>
                  </a:cubicBezTo>
                  <a:cubicBezTo>
                    <a:pt x="617" y="965"/>
                    <a:pt x="621" y="964"/>
                    <a:pt x="624" y="963"/>
                  </a:cubicBezTo>
                  <a:close/>
                  <a:moveTo>
                    <a:pt x="566" y="0"/>
                  </a:moveTo>
                  <a:cubicBezTo>
                    <a:pt x="562" y="0"/>
                    <a:pt x="557" y="3"/>
                    <a:pt x="556" y="10"/>
                  </a:cubicBezTo>
                  <a:cubicBezTo>
                    <a:pt x="550" y="47"/>
                    <a:pt x="549" y="85"/>
                    <a:pt x="540" y="122"/>
                  </a:cubicBezTo>
                  <a:cubicBezTo>
                    <a:pt x="534" y="151"/>
                    <a:pt x="531" y="179"/>
                    <a:pt x="530" y="207"/>
                  </a:cubicBezTo>
                  <a:cubicBezTo>
                    <a:pt x="528" y="275"/>
                    <a:pt x="530" y="346"/>
                    <a:pt x="532" y="413"/>
                  </a:cubicBezTo>
                  <a:cubicBezTo>
                    <a:pt x="535" y="481"/>
                    <a:pt x="538" y="547"/>
                    <a:pt x="544" y="614"/>
                  </a:cubicBezTo>
                  <a:cubicBezTo>
                    <a:pt x="545" y="637"/>
                    <a:pt x="546" y="659"/>
                    <a:pt x="550" y="682"/>
                  </a:cubicBezTo>
                  <a:cubicBezTo>
                    <a:pt x="532" y="632"/>
                    <a:pt x="511" y="583"/>
                    <a:pt x="492" y="533"/>
                  </a:cubicBezTo>
                  <a:cubicBezTo>
                    <a:pt x="453" y="421"/>
                    <a:pt x="426" y="303"/>
                    <a:pt x="397" y="186"/>
                  </a:cubicBezTo>
                  <a:cubicBezTo>
                    <a:pt x="392" y="167"/>
                    <a:pt x="374" y="156"/>
                    <a:pt x="356" y="156"/>
                  </a:cubicBezTo>
                  <a:cubicBezTo>
                    <a:pt x="339" y="156"/>
                    <a:pt x="323" y="167"/>
                    <a:pt x="321" y="190"/>
                  </a:cubicBezTo>
                  <a:cubicBezTo>
                    <a:pt x="310" y="323"/>
                    <a:pt x="337" y="446"/>
                    <a:pt x="380" y="572"/>
                  </a:cubicBezTo>
                  <a:cubicBezTo>
                    <a:pt x="398" y="625"/>
                    <a:pt x="420" y="675"/>
                    <a:pt x="446" y="723"/>
                  </a:cubicBezTo>
                  <a:cubicBezTo>
                    <a:pt x="419" y="712"/>
                    <a:pt x="392" y="698"/>
                    <a:pt x="368" y="685"/>
                  </a:cubicBezTo>
                  <a:cubicBezTo>
                    <a:pt x="276" y="634"/>
                    <a:pt x="196" y="560"/>
                    <a:pt x="133" y="476"/>
                  </a:cubicBezTo>
                  <a:cubicBezTo>
                    <a:pt x="127" y="468"/>
                    <a:pt x="119" y="465"/>
                    <a:pt x="111" y="465"/>
                  </a:cubicBezTo>
                  <a:cubicBezTo>
                    <a:pt x="91" y="465"/>
                    <a:pt x="71" y="486"/>
                    <a:pt x="83" y="508"/>
                  </a:cubicBezTo>
                  <a:cubicBezTo>
                    <a:pt x="139" y="610"/>
                    <a:pt x="223" y="695"/>
                    <a:pt x="326" y="753"/>
                  </a:cubicBezTo>
                  <a:cubicBezTo>
                    <a:pt x="379" y="784"/>
                    <a:pt x="431" y="806"/>
                    <a:pt x="489" y="819"/>
                  </a:cubicBezTo>
                  <a:cubicBezTo>
                    <a:pt x="498" y="822"/>
                    <a:pt x="509" y="823"/>
                    <a:pt x="519" y="827"/>
                  </a:cubicBezTo>
                  <a:cubicBezTo>
                    <a:pt x="527" y="838"/>
                    <a:pt x="535" y="849"/>
                    <a:pt x="545" y="860"/>
                  </a:cubicBezTo>
                  <a:cubicBezTo>
                    <a:pt x="515" y="861"/>
                    <a:pt x="485" y="863"/>
                    <a:pt x="456" y="863"/>
                  </a:cubicBezTo>
                  <a:cubicBezTo>
                    <a:pt x="440" y="863"/>
                    <a:pt x="423" y="862"/>
                    <a:pt x="407" y="861"/>
                  </a:cubicBezTo>
                  <a:cubicBezTo>
                    <a:pt x="344" y="856"/>
                    <a:pt x="288" y="841"/>
                    <a:pt x="229" y="824"/>
                  </a:cubicBezTo>
                  <a:cubicBezTo>
                    <a:pt x="200" y="817"/>
                    <a:pt x="171" y="808"/>
                    <a:pt x="143" y="796"/>
                  </a:cubicBezTo>
                  <a:cubicBezTo>
                    <a:pt x="108" y="783"/>
                    <a:pt x="89" y="779"/>
                    <a:pt x="57" y="767"/>
                  </a:cubicBezTo>
                  <a:cubicBezTo>
                    <a:pt x="54" y="766"/>
                    <a:pt x="50" y="765"/>
                    <a:pt x="47" y="765"/>
                  </a:cubicBezTo>
                  <a:cubicBezTo>
                    <a:pt x="22" y="765"/>
                    <a:pt x="1" y="796"/>
                    <a:pt x="20" y="817"/>
                  </a:cubicBezTo>
                  <a:cubicBezTo>
                    <a:pt x="44" y="841"/>
                    <a:pt x="63" y="866"/>
                    <a:pt x="94" y="884"/>
                  </a:cubicBezTo>
                  <a:cubicBezTo>
                    <a:pt x="124" y="903"/>
                    <a:pt x="156" y="921"/>
                    <a:pt x="190" y="936"/>
                  </a:cubicBezTo>
                  <a:cubicBezTo>
                    <a:pt x="255" y="964"/>
                    <a:pt x="331" y="976"/>
                    <a:pt x="399" y="981"/>
                  </a:cubicBezTo>
                  <a:cubicBezTo>
                    <a:pt x="416" y="983"/>
                    <a:pt x="432" y="984"/>
                    <a:pt x="449" y="984"/>
                  </a:cubicBezTo>
                  <a:cubicBezTo>
                    <a:pt x="463" y="984"/>
                    <a:pt x="476" y="984"/>
                    <a:pt x="490" y="983"/>
                  </a:cubicBezTo>
                  <a:lnTo>
                    <a:pt x="490" y="983"/>
                  </a:lnTo>
                  <a:cubicBezTo>
                    <a:pt x="487" y="991"/>
                    <a:pt x="487" y="999"/>
                    <a:pt x="491" y="1008"/>
                  </a:cubicBezTo>
                  <a:cubicBezTo>
                    <a:pt x="506" y="1043"/>
                    <a:pt x="550" y="1057"/>
                    <a:pt x="584" y="1070"/>
                  </a:cubicBezTo>
                  <a:cubicBezTo>
                    <a:pt x="606" y="1079"/>
                    <a:pt x="627" y="1087"/>
                    <a:pt x="649" y="1095"/>
                  </a:cubicBezTo>
                  <a:cubicBezTo>
                    <a:pt x="655" y="1149"/>
                    <a:pt x="662" y="1200"/>
                    <a:pt x="670" y="1249"/>
                  </a:cubicBezTo>
                  <a:cubicBezTo>
                    <a:pt x="688" y="1383"/>
                    <a:pt x="706" y="1520"/>
                    <a:pt x="727" y="1655"/>
                  </a:cubicBezTo>
                  <a:cubicBezTo>
                    <a:pt x="770" y="1924"/>
                    <a:pt x="821" y="2191"/>
                    <a:pt x="880" y="2457"/>
                  </a:cubicBezTo>
                  <a:cubicBezTo>
                    <a:pt x="997" y="2985"/>
                    <a:pt x="1146" y="3505"/>
                    <a:pt x="1323" y="4016"/>
                  </a:cubicBezTo>
                  <a:cubicBezTo>
                    <a:pt x="1423" y="4305"/>
                    <a:pt x="1527" y="4594"/>
                    <a:pt x="1673" y="4865"/>
                  </a:cubicBezTo>
                  <a:cubicBezTo>
                    <a:pt x="1678" y="4873"/>
                    <a:pt x="1685" y="4877"/>
                    <a:pt x="1692" y="4877"/>
                  </a:cubicBezTo>
                  <a:cubicBezTo>
                    <a:pt x="1705" y="4877"/>
                    <a:pt x="1717" y="4864"/>
                    <a:pt x="1711" y="4847"/>
                  </a:cubicBezTo>
                  <a:cubicBezTo>
                    <a:pt x="1633" y="4590"/>
                    <a:pt x="1532" y="4341"/>
                    <a:pt x="1442" y="4087"/>
                  </a:cubicBezTo>
                  <a:cubicBezTo>
                    <a:pt x="1352" y="3829"/>
                    <a:pt x="1270" y="3569"/>
                    <a:pt x="1194" y="3307"/>
                  </a:cubicBezTo>
                  <a:cubicBezTo>
                    <a:pt x="1047" y="2795"/>
                    <a:pt x="930" y="2276"/>
                    <a:pt x="840" y="1751"/>
                  </a:cubicBezTo>
                  <a:cubicBezTo>
                    <a:pt x="815" y="1605"/>
                    <a:pt x="792" y="1458"/>
                    <a:pt x="771" y="1310"/>
                  </a:cubicBezTo>
                  <a:cubicBezTo>
                    <a:pt x="761" y="1245"/>
                    <a:pt x="756" y="1178"/>
                    <a:pt x="749" y="1111"/>
                  </a:cubicBezTo>
                  <a:lnTo>
                    <a:pt x="749" y="1111"/>
                  </a:lnTo>
                  <a:cubicBezTo>
                    <a:pt x="753" y="1111"/>
                    <a:pt x="758" y="1111"/>
                    <a:pt x="762" y="1111"/>
                  </a:cubicBezTo>
                  <a:cubicBezTo>
                    <a:pt x="817" y="1111"/>
                    <a:pt x="872" y="1104"/>
                    <a:pt x="924" y="1089"/>
                  </a:cubicBezTo>
                  <a:cubicBezTo>
                    <a:pt x="1001" y="1067"/>
                    <a:pt x="1065" y="1034"/>
                    <a:pt x="1129" y="986"/>
                  </a:cubicBezTo>
                  <a:cubicBezTo>
                    <a:pt x="1160" y="963"/>
                    <a:pt x="1177" y="933"/>
                    <a:pt x="1204" y="906"/>
                  </a:cubicBezTo>
                  <a:cubicBezTo>
                    <a:pt x="1230" y="877"/>
                    <a:pt x="1249" y="845"/>
                    <a:pt x="1272" y="815"/>
                  </a:cubicBezTo>
                  <a:cubicBezTo>
                    <a:pt x="1280" y="804"/>
                    <a:pt x="1271" y="793"/>
                    <a:pt x="1261" y="793"/>
                  </a:cubicBezTo>
                  <a:cubicBezTo>
                    <a:pt x="1257" y="793"/>
                    <a:pt x="1253" y="794"/>
                    <a:pt x="1250" y="798"/>
                  </a:cubicBezTo>
                  <a:cubicBezTo>
                    <a:pt x="1230" y="820"/>
                    <a:pt x="1204" y="836"/>
                    <a:pt x="1179" y="853"/>
                  </a:cubicBezTo>
                  <a:cubicBezTo>
                    <a:pt x="1168" y="861"/>
                    <a:pt x="1154" y="872"/>
                    <a:pt x="1142" y="876"/>
                  </a:cubicBezTo>
                  <a:cubicBezTo>
                    <a:pt x="1128" y="880"/>
                    <a:pt x="1116" y="880"/>
                    <a:pt x="1101" y="887"/>
                  </a:cubicBezTo>
                  <a:cubicBezTo>
                    <a:pt x="1054" y="908"/>
                    <a:pt x="1007" y="924"/>
                    <a:pt x="958" y="939"/>
                  </a:cubicBezTo>
                  <a:cubicBezTo>
                    <a:pt x="919" y="950"/>
                    <a:pt x="880" y="955"/>
                    <a:pt x="841" y="961"/>
                  </a:cubicBezTo>
                  <a:cubicBezTo>
                    <a:pt x="939" y="925"/>
                    <a:pt x="1029" y="860"/>
                    <a:pt x="1099" y="787"/>
                  </a:cubicBezTo>
                  <a:cubicBezTo>
                    <a:pt x="1146" y="739"/>
                    <a:pt x="1188" y="686"/>
                    <a:pt x="1222" y="630"/>
                  </a:cubicBezTo>
                  <a:cubicBezTo>
                    <a:pt x="1259" y="573"/>
                    <a:pt x="1276" y="505"/>
                    <a:pt x="1292" y="439"/>
                  </a:cubicBezTo>
                  <a:cubicBezTo>
                    <a:pt x="1297" y="417"/>
                    <a:pt x="1276" y="394"/>
                    <a:pt x="1255" y="388"/>
                  </a:cubicBezTo>
                  <a:cubicBezTo>
                    <a:pt x="1251" y="388"/>
                    <a:pt x="1248" y="387"/>
                    <a:pt x="1244" y="387"/>
                  </a:cubicBezTo>
                  <a:cubicBezTo>
                    <a:pt x="1225" y="387"/>
                    <a:pt x="1210" y="398"/>
                    <a:pt x="1200" y="416"/>
                  </a:cubicBezTo>
                  <a:cubicBezTo>
                    <a:pt x="1175" y="465"/>
                    <a:pt x="1139" y="508"/>
                    <a:pt x="1107" y="554"/>
                  </a:cubicBezTo>
                  <a:cubicBezTo>
                    <a:pt x="1077" y="598"/>
                    <a:pt x="1045" y="637"/>
                    <a:pt x="1007" y="672"/>
                  </a:cubicBezTo>
                  <a:cubicBezTo>
                    <a:pt x="948" y="727"/>
                    <a:pt x="888" y="766"/>
                    <a:pt x="822" y="804"/>
                  </a:cubicBezTo>
                  <a:cubicBezTo>
                    <a:pt x="842" y="739"/>
                    <a:pt x="862" y="675"/>
                    <a:pt x="879" y="611"/>
                  </a:cubicBezTo>
                  <a:cubicBezTo>
                    <a:pt x="919" y="452"/>
                    <a:pt x="956" y="296"/>
                    <a:pt x="956" y="131"/>
                  </a:cubicBezTo>
                  <a:cubicBezTo>
                    <a:pt x="956" y="114"/>
                    <a:pt x="943" y="104"/>
                    <a:pt x="929" y="104"/>
                  </a:cubicBezTo>
                  <a:cubicBezTo>
                    <a:pt x="920" y="104"/>
                    <a:pt x="910" y="109"/>
                    <a:pt x="904" y="119"/>
                  </a:cubicBezTo>
                  <a:cubicBezTo>
                    <a:pt x="825" y="263"/>
                    <a:pt x="781" y="417"/>
                    <a:pt x="741" y="575"/>
                  </a:cubicBezTo>
                  <a:cubicBezTo>
                    <a:pt x="722" y="652"/>
                    <a:pt x="706" y="728"/>
                    <a:pt x="690" y="805"/>
                  </a:cubicBezTo>
                  <a:cubicBezTo>
                    <a:pt x="689" y="812"/>
                    <a:pt x="688" y="820"/>
                    <a:pt x="687" y="828"/>
                  </a:cubicBezTo>
                  <a:cubicBezTo>
                    <a:pt x="680" y="824"/>
                    <a:pt x="672" y="823"/>
                    <a:pt x="665" y="823"/>
                  </a:cubicBezTo>
                  <a:cubicBezTo>
                    <a:pt x="663" y="823"/>
                    <a:pt x="661" y="823"/>
                    <a:pt x="659" y="823"/>
                  </a:cubicBezTo>
                  <a:cubicBezTo>
                    <a:pt x="668" y="818"/>
                    <a:pt x="672" y="800"/>
                    <a:pt x="660" y="795"/>
                  </a:cubicBezTo>
                  <a:cubicBezTo>
                    <a:pt x="650" y="789"/>
                    <a:pt x="640" y="786"/>
                    <a:pt x="629" y="784"/>
                  </a:cubicBezTo>
                  <a:cubicBezTo>
                    <a:pt x="633" y="758"/>
                    <a:pt x="633" y="734"/>
                    <a:pt x="637" y="709"/>
                  </a:cubicBezTo>
                  <a:cubicBezTo>
                    <a:pt x="640" y="681"/>
                    <a:pt x="640" y="651"/>
                    <a:pt x="639" y="620"/>
                  </a:cubicBezTo>
                  <a:cubicBezTo>
                    <a:pt x="639" y="552"/>
                    <a:pt x="637" y="483"/>
                    <a:pt x="634" y="413"/>
                  </a:cubicBezTo>
                  <a:cubicBezTo>
                    <a:pt x="632" y="346"/>
                    <a:pt x="626" y="280"/>
                    <a:pt x="621" y="213"/>
                  </a:cubicBezTo>
                  <a:cubicBezTo>
                    <a:pt x="617" y="181"/>
                    <a:pt x="612" y="151"/>
                    <a:pt x="602" y="120"/>
                  </a:cubicBezTo>
                  <a:cubicBezTo>
                    <a:pt x="591" y="85"/>
                    <a:pt x="586" y="47"/>
                    <a:pt x="578" y="10"/>
                  </a:cubicBezTo>
                  <a:cubicBezTo>
                    <a:pt x="576" y="3"/>
                    <a:pt x="571" y="0"/>
                    <a:pt x="56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57;p7"/>
            <p:cNvSpPr/>
            <p:nvPr/>
          </p:nvSpPr>
          <p:spPr>
            <a:xfrm>
              <a:off x="487800" y="1260360"/>
              <a:ext cx="46800" cy="24480"/>
            </a:xfrm>
            <a:custGeom>
              <a:avLst/>
              <a:gdLst>
                <a:gd name="textAreaLeft" fmla="*/ 0 w 46800"/>
                <a:gd name="textAreaRight" fmla="*/ 47160 w 4680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563" h="295">
                  <a:moveTo>
                    <a:pt x="41" y="1"/>
                  </a:moveTo>
                  <a:cubicBezTo>
                    <a:pt x="18" y="1"/>
                    <a:pt x="0" y="33"/>
                    <a:pt x="16" y="55"/>
                  </a:cubicBezTo>
                  <a:cubicBezTo>
                    <a:pt x="22" y="62"/>
                    <a:pt x="30" y="72"/>
                    <a:pt x="35" y="82"/>
                  </a:cubicBezTo>
                  <a:cubicBezTo>
                    <a:pt x="39" y="101"/>
                    <a:pt x="54" y="115"/>
                    <a:pt x="69" y="131"/>
                  </a:cubicBezTo>
                  <a:cubicBezTo>
                    <a:pt x="89" y="150"/>
                    <a:pt x="107" y="167"/>
                    <a:pt x="129" y="182"/>
                  </a:cubicBezTo>
                  <a:cubicBezTo>
                    <a:pt x="171" y="210"/>
                    <a:pt x="215" y="234"/>
                    <a:pt x="261" y="253"/>
                  </a:cubicBezTo>
                  <a:cubicBezTo>
                    <a:pt x="304" y="272"/>
                    <a:pt x="351" y="285"/>
                    <a:pt x="400" y="291"/>
                  </a:cubicBezTo>
                  <a:cubicBezTo>
                    <a:pt x="416" y="292"/>
                    <a:pt x="433" y="294"/>
                    <a:pt x="451" y="294"/>
                  </a:cubicBezTo>
                  <a:cubicBezTo>
                    <a:pt x="460" y="294"/>
                    <a:pt x="469" y="294"/>
                    <a:pt x="478" y="292"/>
                  </a:cubicBezTo>
                  <a:cubicBezTo>
                    <a:pt x="498" y="287"/>
                    <a:pt x="529" y="282"/>
                    <a:pt x="546" y="271"/>
                  </a:cubicBezTo>
                  <a:cubicBezTo>
                    <a:pt x="563" y="261"/>
                    <a:pt x="563" y="241"/>
                    <a:pt x="545" y="232"/>
                  </a:cubicBezTo>
                  <a:cubicBezTo>
                    <a:pt x="528" y="223"/>
                    <a:pt x="506" y="220"/>
                    <a:pt x="486" y="212"/>
                  </a:cubicBezTo>
                  <a:cubicBezTo>
                    <a:pt x="467" y="204"/>
                    <a:pt x="443" y="204"/>
                    <a:pt x="423" y="198"/>
                  </a:cubicBezTo>
                  <a:cubicBezTo>
                    <a:pt x="381" y="187"/>
                    <a:pt x="338" y="173"/>
                    <a:pt x="297" y="157"/>
                  </a:cubicBezTo>
                  <a:cubicBezTo>
                    <a:pt x="259" y="142"/>
                    <a:pt x="222" y="123"/>
                    <a:pt x="188" y="100"/>
                  </a:cubicBezTo>
                  <a:cubicBezTo>
                    <a:pt x="171" y="87"/>
                    <a:pt x="153" y="73"/>
                    <a:pt x="135" y="61"/>
                  </a:cubicBezTo>
                  <a:cubicBezTo>
                    <a:pt x="117" y="49"/>
                    <a:pt x="103" y="35"/>
                    <a:pt x="85" y="30"/>
                  </a:cubicBezTo>
                  <a:cubicBezTo>
                    <a:pt x="76" y="27"/>
                    <a:pt x="67" y="14"/>
                    <a:pt x="59" y="8"/>
                  </a:cubicBezTo>
                  <a:cubicBezTo>
                    <a:pt x="53" y="3"/>
                    <a:pt x="47" y="1"/>
                    <a:pt x="4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240" bIns="12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58;p7"/>
            <p:cNvSpPr/>
            <p:nvPr/>
          </p:nvSpPr>
          <p:spPr>
            <a:xfrm>
              <a:off x="477360" y="714960"/>
              <a:ext cx="14400" cy="1656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178" h="200">
                  <a:moveTo>
                    <a:pt x="132" y="108"/>
                  </a:moveTo>
                  <a:cubicBezTo>
                    <a:pt x="130" y="109"/>
                    <a:pt x="128" y="109"/>
                    <a:pt x="127" y="109"/>
                  </a:cubicBezTo>
                  <a:cubicBezTo>
                    <a:pt x="130" y="109"/>
                    <a:pt x="131" y="108"/>
                    <a:pt x="132" y="108"/>
                  </a:cubicBezTo>
                  <a:close/>
                  <a:moveTo>
                    <a:pt x="116" y="1"/>
                  </a:moveTo>
                  <a:cubicBezTo>
                    <a:pt x="113" y="1"/>
                    <a:pt x="109" y="1"/>
                    <a:pt x="106" y="2"/>
                  </a:cubicBezTo>
                  <a:cubicBezTo>
                    <a:pt x="86" y="4"/>
                    <a:pt x="70" y="15"/>
                    <a:pt x="55" y="30"/>
                  </a:cubicBezTo>
                  <a:lnTo>
                    <a:pt x="51" y="30"/>
                  </a:lnTo>
                  <a:cubicBezTo>
                    <a:pt x="37" y="33"/>
                    <a:pt x="22" y="40"/>
                    <a:pt x="13" y="53"/>
                  </a:cubicBezTo>
                  <a:cubicBezTo>
                    <a:pt x="7" y="62"/>
                    <a:pt x="2" y="73"/>
                    <a:pt x="2" y="82"/>
                  </a:cubicBezTo>
                  <a:cubicBezTo>
                    <a:pt x="0" y="96"/>
                    <a:pt x="5" y="112"/>
                    <a:pt x="13" y="120"/>
                  </a:cubicBezTo>
                  <a:lnTo>
                    <a:pt x="22" y="130"/>
                  </a:lnTo>
                  <a:cubicBezTo>
                    <a:pt x="22" y="130"/>
                    <a:pt x="24" y="130"/>
                    <a:pt x="24" y="131"/>
                  </a:cubicBezTo>
                  <a:lnTo>
                    <a:pt x="28" y="148"/>
                  </a:lnTo>
                  <a:cubicBezTo>
                    <a:pt x="28" y="149"/>
                    <a:pt x="29" y="152"/>
                    <a:pt x="31" y="153"/>
                  </a:cubicBezTo>
                  <a:cubicBezTo>
                    <a:pt x="33" y="159"/>
                    <a:pt x="38" y="167"/>
                    <a:pt x="42" y="170"/>
                  </a:cubicBezTo>
                  <a:cubicBezTo>
                    <a:pt x="56" y="186"/>
                    <a:pt x="80" y="199"/>
                    <a:pt x="103" y="199"/>
                  </a:cubicBezTo>
                  <a:cubicBezTo>
                    <a:pt x="112" y="199"/>
                    <a:pt x="121" y="197"/>
                    <a:pt x="130" y="193"/>
                  </a:cubicBezTo>
                  <a:cubicBezTo>
                    <a:pt x="154" y="181"/>
                    <a:pt x="171" y="160"/>
                    <a:pt x="175" y="133"/>
                  </a:cubicBezTo>
                  <a:cubicBezTo>
                    <a:pt x="177" y="115"/>
                    <a:pt x="172" y="98"/>
                    <a:pt x="163" y="83"/>
                  </a:cubicBezTo>
                  <a:cubicBezTo>
                    <a:pt x="170" y="72"/>
                    <a:pt x="174" y="59"/>
                    <a:pt x="171" y="47"/>
                  </a:cubicBezTo>
                  <a:cubicBezTo>
                    <a:pt x="168" y="33"/>
                    <a:pt x="160" y="19"/>
                    <a:pt x="149" y="11"/>
                  </a:cubicBezTo>
                  <a:cubicBezTo>
                    <a:pt x="139" y="5"/>
                    <a:pt x="128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59;p7"/>
            <p:cNvSpPr/>
            <p:nvPr/>
          </p:nvSpPr>
          <p:spPr>
            <a:xfrm>
              <a:off x="254520" y="388800"/>
              <a:ext cx="277560" cy="850320"/>
            </a:xfrm>
            <a:custGeom>
              <a:avLst/>
              <a:gdLst>
                <a:gd name="textAreaLeft" fmla="*/ 0 w 277560"/>
                <a:gd name="textAreaRight" fmla="*/ 277920 w 277560"/>
                <a:gd name="textAreaTop" fmla="*/ 0 h 850320"/>
                <a:gd name="textAreaBottom" fmla="*/ 850680 h 850320"/>
              </a:gdLst>
              <a:ahLst/>
              <a:cxnLst/>
              <a:rect l="textAreaLeft" t="textAreaTop" r="textAreaRight" b="textAreaBottom"/>
              <a:pathLst>
                <a:path w="3315" h="10100">
                  <a:moveTo>
                    <a:pt x="2518" y="2559"/>
                  </a:moveTo>
                  <a:cubicBezTo>
                    <a:pt x="2511" y="2600"/>
                    <a:pt x="2511" y="2644"/>
                    <a:pt x="2507" y="2684"/>
                  </a:cubicBezTo>
                  <a:cubicBezTo>
                    <a:pt x="2507" y="2691"/>
                    <a:pt x="2506" y="2697"/>
                    <a:pt x="2506" y="2703"/>
                  </a:cubicBezTo>
                  <a:cubicBezTo>
                    <a:pt x="2505" y="2703"/>
                    <a:pt x="2505" y="2704"/>
                    <a:pt x="2504" y="2704"/>
                  </a:cubicBezTo>
                  <a:cubicBezTo>
                    <a:pt x="2499" y="2700"/>
                    <a:pt x="2496" y="2696"/>
                    <a:pt x="2493" y="2692"/>
                  </a:cubicBezTo>
                  <a:cubicBezTo>
                    <a:pt x="2490" y="2691"/>
                    <a:pt x="2490" y="2689"/>
                    <a:pt x="2489" y="2688"/>
                  </a:cubicBezTo>
                  <a:cubicBezTo>
                    <a:pt x="2493" y="2688"/>
                    <a:pt x="2495" y="2685"/>
                    <a:pt x="2495" y="2682"/>
                  </a:cubicBezTo>
                  <a:cubicBezTo>
                    <a:pt x="2501" y="2641"/>
                    <a:pt x="2511" y="2600"/>
                    <a:pt x="2518" y="2559"/>
                  </a:cubicBezTo>
                  <a:close/>
                  <a:moveTo>
                    <a:pt x="1112" y="0"/>
                  </a:moveTo>
                  <a:cubicBezTo>
                    <a:pt x="1108" y="0"/>
                    <a:pt x="1103" y="2"/>
                    <a:pt x="1101" y="7"/>
                  </a:cubicBezTo>
                  <a:cubicBezTo>
                    <a:pt x="1018" y="206"/>
                    <a:pt x="998" y="429"/>
                    <a:pt x="969" y="641"/>
                  </a:cubicBezTo>
                  <a:cubicBezTo>
                    <a:pt x="942" y="847"/>
                    <a:pt x="913" y="1056"/>
                    <a:pt x="919" y="1263"/>
                  </a:cubicBezTo>
                  <a:cubicBezTo>
                    <a:pt x="909" y="1254"/>
                    <a:pt x="898" y="1247"/>
                    <a:pt x="888" y="1238"/>
                  </a:cubicBezTo>
                  <a:cubicBezTo>
                    <a:pt x="890" y="1234"/>
                    <a:pt x="891" y="1230"/>
                    <a:pt x="891" y="1226"/>
                  </a:cubicBezTo>
                  <a:cubicBezTo>
                    <a:pt x="885" y="1051"/>
                    <a:pt x="852" y="879"/>
                    <a:pt x="826" y="705"/>
                  </a:cubicBezTo>
                  <a:cubicBezTo>
                    <a:pt x="813" y="619"/>
                    <a:pt x="800" y="533"/>
                    <a:pt x="789" y="446"/>
                  </a:cubicBezTo>
                  <a:cubicBezTo>
                    <a:pt x="780" y="359"/>
                    <a:pt x="776" y="272"/>
                    <a:pt x="760" y="187"/>
                  </a:cubicBezTo>
                  <a:cubicBezTo>
                    <a:pt x="754" y="158"/>
                    <a:pt x="729" y="144"/>
                    <a:pt x="704" y="144"/>
                  </a:cubicBezTo>
                  <a:cubicBezTo>
                    <a:pt x="680" y="144"/>
                    <a:pt x="656" y="158"/>
                    <a:pt x="655" y="189"/>
                  </a:cubicBezTo>
                  <a:cubicBezTo>
                    <a:pt x="650" y="281"/>
                    <a:pt x="661" y="375"/>
                    <a:pt x="671" y="467"/>
                  </a:cubicBezTo>
                  <a:cubicBezTo>
                    <a:pt x="679" y="553"/>
                    <a:pt x="689" y="641"/>
                    <a:pt x="704" y="726"/>
                  </a:cubicBezTo>
                  <a:cubicBezTo>
                    <a:pt x="728" y="877"/>
                    <a:pt x="760" y="1034"/>
                    <a:pt x="817" y="1176"/>
                  </a:cubicBezTo>
                  <a:lnTo>
                    <a:pt x="772" y="1139"/>
                  </a:lnTo>
                  <a:cubicBezTo>
                    <a:pt x="710" y="1083"/>
                    <a:pt x="650" y="1025"/>
                    <a:pt x="596" y="961"/>
                  </a:cubicBezTo>
                  <a:cubicBezTo>
                    <a:pt x="544" y="897"/>
                    <a:pt x="497" y="831"/>
                    <a:pt x="458" y="759"/>
                  </a:cubicBezTo>
                  <a:cubicBezTo>
                    <a:pt x="438" y="723"/>
                    <a:pt x="418" y="688"/>
                    <a:pt x="398" y="650"/>
                  </a:cubicBezTo>
                  <a:cubicBezTo>
                    <a:pt x="391" y="634"/>
                    <a:pt x="383" y="612"/>
                    <a:pt x="372" y="600"/>
                  </a:cubicBezTo>
                  <a:cubicBezTo>
                    <a:pt x="363" y="589"/>
                    <a:pt x="348" y="588"/>
                    <a:pt x="338" y="577"/>
                  </a:cubicBezTo>
                  <a:cubicBezTo>
                    <a:pt x="331" y="569"/>
                    <a:pt x="327" y="553"/>
                    <a:pt x="323" y="545"/>
                  </a:cubicBezTo>
                  <a:cubicBezTo>
                    <a:pt x="320" y="540"/>
                    <a:pt x="316" y="538"/>
                    <a:pt x="311" y="538"/>
                  </a:cubicBezTo>
                  <a:cubicBezTo>
                    <a:pt x="304" y="538"/>
                    <a:pt x="297" y="543"/>
                    <a:pt x="299" y="552"/>
                  </a:cubicBezTo>
                  <a:cubicBezTo>
                    <a:pt x="303" y="561"/>
                    <a:pt x="306" y="575"/>
                    <a:pt x="306" y="586"/>
                  </a:cubicBezTo>
                  <a:cubicBezTo>
                    <a:pt x="306" y="604"/>
                    <a:pt x="294" y="616"/>
                    <a:pt x="297" y="634"/>
                  </a:cubicBezTo>
                  <a:cubicBezTo>
                    <a:pt x="298" y="654"/>
                    <a:pt x="310" y="677"/>
                    <a:pt x="317" y="694"/>
                  </a:cubicBezTo>
                  <a:cubicBezTo>
                    <a:pt x="332" y="736"/>
                    <a:pt x="349" y="774"/>
                    <a:pt x="370" y="813"/>
                  </a:cubicBezTo>
                  <a:cubicBezTo>
                    <a:pt x="413" y="890"/>
                    <a:pt x="462" y="963"/>
                    <a:pt x="519" y="1033"/>
                  </a:cubicBezTo>
                  <a:cubicBezTo>
                    <a:pt x="572" y="1095"/>
                    <a:pt x="629" y="1156"/>
                    <a:pt x="694" y="1206"/>
                  </a:cubicBezTo>
                  <a:cubicBezTo>
                    <a:pt x="650" y="1194"/>
                    <a:pt x="605" y="1181"/>
                    <a:pt x="562" y="1165"/>
                  </a:cubicBezTo>
                  <a:cubicBezTo>
                    <a:pt x="497" y="1143"/>
                    <a:pt x="435" y="1120"/>
                    <a:pt x="371" y="1093"/>
                  </a:cubicBezTo>
                  <a:cubicBezTo>
                    <a:pt x="341" y="1079"/>
                    <a:pt x="310" y="1068"/>
                    <a:pt x="281" y="1056"/>
                  </a:cubicBezTo>
                  <a:cubicBezTo>
                    <a:pt x="246" y="1040"/>
                    <a:pt x="211" y="1033"/>
                    <a:pt x="174" y="1018"/>
                  </a:cubicBezTo>
                  <a:cubicBezTo>
                    <a:pt x="172" y="1017"/>
                    <a:pt x="170" y="1017"/>
                    <a:pt x="168" y="1017"/>
                  </a:cubicBezTo>
                  <a:cubicBezTo>
                    <a:pt x="151" y="1017"/>
                    <a:pt x="141" y="1041"/>
                    <a:pt x="157" y="1051"/>
                  </a:cubicBezTo>
                  <a:cubicBezTo>
                    <a:pt x="187" y="1074"/>
                    <a:pt x="213" y="1098"/>
                    <a:pt x="246" y="1118"/>
                  </a:cubicBezTo>
                  <a:cubicBezTo>
                    <a:pt x="278" y="1137"/>
                    <a:pt x="309" y="1154"/>
                    <a:pt x="342" y="1170"/>
                  </a:cubicBezTo>
                  <a:cubicBezTo>
                    <a:pt x="407" y="1198"/>
                    <a:pt x="471" y="1226"/>
                    <a:pt x="539" y="1247"/>
                  </a:cubicBezTo>
                  <a:cubicBezTo>
                    <a:pt x="641" y="1277"/>
                    <a:pt x="753" y="1305"/>
                    <a:pt x="863" y="1310"/>
                  </a:cubicBezTo>
                  <a:cubicBezTo>
                    <a:pt x="886" y="1321"/>
                    <a:pt x="910" y="1332"/>
                    <a:pt x="934" y="1336"/>
                  </a:cubicBezTo>
                  <a:cubicBezTo>
                    <a:pt x="936" y="1336"/>
                    <a:pt x="938" y="1335"/>
                    <a:pt x="940" y="1335"/>
                  </a:cubicBezTo>
                  <a:cubicBezTo>
                    <a:pt x="938" y="1336"/>
                    <a:pt x="938" y="1337"/>
                    <a:pt x="936" y="1338"/>
                  </a:cubicBezTo>
                  <a:cubicBezTo>
                    <a:pt x="931" y="1351"/>
                    <a:pt x="942" y="1361"/>
                    <a:pt x="952" y="1361"/>
                  </a:cubicBezTo>
                  <a:cubicBezTo>
                    <a:pt x="957" y="1361"/>
                    <a:pt x="962" y="1359"/>
                    <a:pt x="965" y="1354"/>
                  </a:cubicBezTo>
                  <a:cubicBezTo>
                    <a:pt x="990" y="1326"/>
                    <a:pt x="1013" y="1297"/>
                    <a:pt x="1036" y="1266"/>
                  </a:cubicBezTo>
                  <a:lnTo>
                    <a:pt x="1036" y="1266"/>
                  </a:lnTo>
                  <a:cubicBezTo>
                    <a:pt x="1024" y="1352"/>
                    <a:pt x="1017" y="1437"/>
                    <a:pt x="1009" y="1523"/>
                  </a:cubicBezTo>
                  <a:cubicBezTo>
                    <a:pt x="997" y="1665"/>
                    <a:pt x="985" y="1808"/>
                    <a:pt x="975" y="1950"/>
                  </a:cubicBezTo>
                  <a:cubicBezTo>
                    <a:pt x="953" y="2246"/>
                    <a:pt x="934" y="2544"/>
                    <a:pt x="920" y="2841"/>
                  </a:cubicBezTo>
                  <a:cubicBezTo>
                    <a:pt x="893" y="3433"/>
                    <a:pt x="880" y="4023"/>
                    <a:pt x="888" y="4615"/>
                  </a:cubicBezTo>
                  <a:cubicBezTo>
                    <a:pt x="903" y="5784"/>
                    <a:pt x="980" y="6953"/>
                    <a:pt x="1119" y="8114"/>
                  </a:cubicBezTo>
                  <a:cubicBezTo>
                    <a:pt x="1159" y="8445"/>
                    <a:pt x="1204" y="8776"/>
                    <a:pt x="1254" y="9106"/>
                  </a:cubicBezTo>
                  <a:cubicBezTo>
                    <a:pt x="1278" y="9270"/>
                    <a:pt x="1304" y="9431"/>
                    <a:pt x="1332" y="9594"/>
                  </a:cubicBezTo>
                  <a:cubicBezTo>
                    <a:pt x="1349" y="9704"/>
                    <a:pt x="1366" y="9815"/>
                    <a:pt x="1390" y="9923"/>
                  </a:cubicBezTo>
                  <a:cubicBezTo>
                    <a:pt x="1190" y="9523"/>
                    <a:pt x="954" y="9139"/>
                    <a:pt x="731" y="8751"/>
                  </a:cubicBezTo>
                  <a:cubicBezTo>
                    <a:pt x="616" y="8552"/>
                    <a:pt x="503" y="8352"/>
                    <a:pt x="391" y="8150"/>
                  </a:cubicBezTo>
                  <a:cubicBezTo>
                    <a:pt x="282" y="7954"/>
                    <a:pt x="183" y="7749"/>
                    <a:pt x="45" y="7573"/>
                  </a:cubicBezTo>
                  <a:cubicBezTo>
                    <a:pt x="39" y="7567"/>
                    <a:pt x="33" y="7564"/>
                    <a:pt x="27" y="7564"/>
                  </a:cubicBezTo>
                  <a:cubicBezTo>
                    <a:pt x="13" y="7564"/>
                    <a:pt x="1" y="7580"/>
                    <a:pt x="6" y="7596"/>
                  </a:cubicBezTo>
                  <a:cubicBezTo>
                    <a:pt x="73" y="7815"/>
                    <a:pt x="195" y="8017"/>
                    <a:pt x="304" y="8217"/>
                  </a:cubicBezTo>
                  <a:cubicBezTo>
                    <a:pt x="424" y="8424"/>
                    <a:pt x="535" y="8626"/>
                    <a:pt x="649" y="8826"/>
                  </a:cubicBezTo>
                  <a:cubicBezTo>
                    <a:pt x="873" y="9222"/>
                    <a:pt x="1101" y="9617"/>
                    <a:pt x="1379" y="9978"/>
                  </a:cubicBezTo>
                  <a:cubicBezTo>
                    <a:pt x="1383" y="9983"/>
                    <a:pt x="1388" y="9985"/>
                    <a:pt x="1393" y="9985"/>
                  </a:cubicBezTo>
                  <a:cubicBezTo>
                    <a:pt x="1399" y="9985"/>
                    <a:pt x="1405" y="9983"/>
                    <a:pt x="1409" y="9978"/>
                  </a:cubicBezTo>
                  <a:cubicBezTo>
                    <a:pt x="1417" y="10012"/>
                    <a:pt x="1425" y="10046"/>
                    <a:pt x="1436" y="10079"/>
                  </a:cubicBezTo>
                  <a:cubicBezTo>
                    <a:pt x="1441" y="10094"/>
                    <a:pt x="1451" y="10099"/>
                    <a:pt x="1462" y="10099"/>
                  </a:cubicBezTo>
                  <a:cubicBezTo>
                    <a:pt x="1481" y="10099"/>
                    <a:pt x="1501" y="10082"/>
                    <a:pt x="1500" y="10061"/>
                  </a:cubicBezTo>
                  <a:cubicBezTo>
                    <a:pt x="1491" y="9914"/>
                    <a:pt x="1458" y="9770"/>
                    <a:pt x="1434" y="9626"/>
                  </a:cubicBezTo>
                  <a:cubicBezTo>
                    <a:pt x="1409" y="9481"/>
                    <a:pt x="1386" y="9336"/>
                    <a:pt x="1364" y="9190"/>
                  </a:cubicBezTo>
                  <a:cubicBezTo>
                    <a:pt x="1319" y="8901"/>
                    <a:pt x="1278" y="8610"/>
                    <a:pt x="1242" y="8319"/>
                  </a:cubicBezTo>
                  <a:cubicBezTo>
                    <a:pt x="1184" y="7859"/>
                    <a:pt x="1135" y="7398"/>
                    <a:pt x="1096" y="6936"/>
                  </a:cubicBezTo>
                  <a:cubicBezTo>
                    <a:pt x="1123" y="6828"/>
                    <a:pt x="1138" y="6716"/>
                    <a:pt x="1160" y="6607"/>
                  </a:cubicBezTo>
                  <a:cubicBezTo>
                    <a:pt x="1189" y="6459"/>
                    <a:pt x="1220" y="6310"/>
                    <a:pt x="1253" y="6162"/>
                  </a:cubicBezTo>
                  <a:cubicBezTo>
                    <a:pt x="1320" y="5866"/>
                    <a:pt x="1401" y="5571"/>
                    <a:pt x="1489" y="5280"/>
                  </a:cubicBezTo>
                  <a:cubicBezTo>
                    <a:pt x="1523" y="5257"/>
                    <a:pt x="1539" y="5218"/>
                    <a:pt x="1563" y="5178"/>
                  </a:cubicBezTo>
                  <a:cubicBezTo>
                    <a:pt x="1600" y="5120"/>
                    <a:pt x="1637" y="5064"/>
                    <a:pt x="1676" y="5008"/>
                  </a:cubicBezTo>
                  <a:cubicBezTo>
                    <a:pt x="1759" y="4888"/>
                    <a:pt x="1849" y="4773"/>
                    <a:pt x="1947" y="4664"/>
                  </a:cubicBezTo>
                  <a:cubicBezTo>
                    <a:pt x="2142" y="4446"/>
                    <a:pt x="2370" y="4263"/>
                    <a:pt x="2583" y="4066"/>
                  </a:cubicBezTo>
                  <a:cubicBezTo>
                    <a:pt x="2592" y="4056"/>
                    <a:pt x="2585" y="4040"/>
                    <a:pt x="2574" y="4040"/>
                  </a:cubicBezTo>
                  <a:cubicBezTo>
                    <a:pt x="2572" y="4040"/>
                    <a:pt x="2570" y="4040"/>
                    <a:pt x="2567" y="4042"/>
                  </a:cubicBezTo>
                  <a:cubicBezTo>
                    <a:pt x="2299" y="4169"/>
                    <a:pt x="2080" y="4374"/>
                    <a:pt x="1882" y="4593"/>
                  </a:cubicBezTo>
                  <a:cubicBezTo>
                    <a:pt x="1782" y="4704"/>
                    <a:pt x="1689" y="4821"/>
                    <a:pt x="1604" y="4943"/>
                  </a:cubicBezTo>
                  <a:lnTo>
                    <a:pt x="1588" y="4967"/>
                  </a:lnTo>
                  <a:cubicBezTo>
                    <a:pt x="1749" y="4484"/>
                    <a:pt x="1941" y="4012"/>
                    <a:pt x="2165" y="3554"/>
                  </a:cubicBezTo>
                  <a:cubicBezTo>
                    <a:pt x="2283" y="3311"/>
                    <a:pt x="2420" y="3078"/>
                    <a:pt x="2541" y="2837"/>
                  </a:cubicBezTo>
                  <a:cubicBezTo>
                    <a:pt x="2554" y="2837"/>
                    <a:pt x="2567" y="2830"/>
                    <a:pt x="2574" y="2817"/>
                  </a:cubicBezTo>
                  <a:cubicBezTo>
                    <a:pt x="2574" y="2815"/>
                    <a:pt x="2574" y="2815"/>
                    <a:pt x="2576" y="2814"/>
                  </a:cubicBezTo>
                  <a:cubicBezTo>
                    <a:pt x="2672" y="2859"/>
                    <a:pt x="2777" y="2886"/>
                    <a:pt x="2881" y="2906"/>
                  </a:cubicBezTo>
                  <a:cubicBezTo>
                    <a:pt x="2935" y="2915"/>
                    <a:pt x="2990" y="2920"/>
                    <a:pt x="3045" y="2920"/>
                  </a:cubicBezTo>
                  <a:cubicBezTo>
                    <a:pt x="3056" y="2920"/>
                    <a:pt x="3067" y="2920"/>
                    <a:pt x="3078" y="2919"/>
                  </a:cubicBezTo>
                  <a:cubicBezTo>
                    <a:pt x="3142" y="2918"/>
                    <a:pt x="3211" y="2917"/>
                    <a:pt x="3269" y="2891"/>
                  </a:cubicBezTo>
                  <a:cubicBezTo>
                    <a:pt x="3287" y="2883"/>
                    <a:pt x="3290" y="2851"/>
                    <a:pt x="3268" y="2846"/>
                  </a:cubicBezTo>
                  <a:cubicBezTo>
                    <a:pt x="3212" y="2831"/>
                    <a:pt x="3151" y="2834"/>
                    <a:pt x="3093" y="2829"/>
                  </a:cubicBezTo>
                  <a:cubicBezTo>
                    <a:pt x="3031" y="2825"/>
                    <a:pt x="2967" y="2814"/>
                    <a:pt x="2905" y="2804"/>
                  </a:cubicBezTo>
                  <a:cubicBezTo>
                    <a:pt x="2867" y="2798"/>
                    <a:pt x="2831" y="2790"/>
                    <a:pt x="2795" y="2780"/>
                  </a:cubicBezTo>
                  <a:cubicBezTo>
                    <a:pt x="2853" y="2762"/>
                    <a:pt x="2911" y="2741"/>
                    <a:pt x="2967" y="2714"/>
                  </a:cubicBezTo>
                  <a:cubicBezTo>
                    <a:pt x="3027" y="2685"/>
                    <a:pt x="3088" y="2653"/>
                    <a:pt x="3143" y="2616"/>
                  </a:cubicBezTo>
                  <a:cubicBezTo>
                    <a:pt x="3169" y="2599"/>
                    <a:pt x="3195" y="2582"/>
                    <a:pt x="3218" y="2561"/>
                  </a:cubicBezTo>
                  <a:cubicBezTo>
                    <a:pt x="3239" y="2544"/>
                    <a:pt x="3262" y="2526"/>
                    <a:pt x="3269" y="2501"/>
                  </a:cubicBezTo>
                  <a:cubicBezTo>
                    <a:pt x="3276" y="2494"/>
                    <a:pt x="3283" y="2489"/>
                    <a:pt x="3290" y="2482"/>
                  </a:cubicBezTo>
                  <a:cubicBezTo>
                    <a:pt x="3314" y="2459"/>
                    <a:pt x="3298" y="2413"/>
                    <a:pt x="3267" y="2413"/>
                  </a:cubicBezTo>
                  <a:cubicBezTo>
                    <a:pt x="3262" y="2413"/>
                    <a:pt x="3256" y="2414"/>
                    <a:pt x="3250" y="2417"/>
                  </a:cubicBezTo>
                  <a:cubicBezTo>
                    <a:pt x="3239" y="2423"/>
                    <a:pt x="3228" y="2428"/>
                    <a:pt x="3218" y="2434"/>
                  </a:cubicBezTo>
                  <a:cubicBezTo>
                    <a:pt x="3218" y="2434"/>
                    <a:pt x="3217" y="2434"/>
                    <a:pt x="3216" y="2434"/>
                  </a:cubicBezTo>
                  <a:cubicBezTo>
                    <a:pt x="3170" y="2434"/>
                    <a:pt x="3117" y="2471"/>
                    <a:pt x="3078" y="2490"/>
                  </a:cubicBezTo>
                  <a:cubicBezTo>
                    <a:pt x="3020" y="2517"/>
                    <a:pt x="2961" y="2548"/>
                    <a:pt x="2902" y="2572"/>
                  </a:cubicBezTo>
                  <a:cubicBezTo>
                    <a:pt x="2845" y="2597"/>
                    <a:pt x="2787" y="2622"/>
                    <a:pt x="2729" y="2642"/>
                  </a:cubicBezTo>
                  <a:cubicBezTo>
                    <a:pt x="2719" y="2645"/>
                    <a:pt x="2710" y="2649"/>
                    <a:pt x="2701" y="2653"/>
                  </a:cubicBezTo>
                  <a:cubicBezTo>
                    <a:pt x="2748" y="2608"/>
                    <a:pt x="2797" y="2562"/>
                    <a:pt x="2842" y="2515"/>
                  </a:cubicBezTo>
                  <a:cubicBezTo>
                    <a:pt x="2896" y="2457"/>
                    <a:pt x="2948" y="2397"/>
                    <a:pt x="3001" y="2337"/>
                  </a:cubicBezTo>
                  <a:cubicBezTo>
                    <a:pt x="3027" y="2308"/>
                    <a:pt x="3054" y="2279"/>
                    <a:pt x="3077" y="2247"/>
                  </a:cubicBezTo>
                  <a:cubicBezTo>
                    <a:pt x="3088" y="2232"/>
                    <a:pt x="3104" y="2216"/>
                    <a:pt x="3114" y="2200"/>
                  </a:cubicBezTo>
                  <a:cubicBezTo>
                    <a:pt x="3125" y="2181"/>
                    <a:pt x="3135" y="2164"/>
                    <a:pt x="3149" y="2145"/>
                  </a:cubicBezTo>
                  <a:cubicBezTo>
                    <a:pt x="3158" y="2135"/>
                    <a:pt x="3148" y="2122"/>
                    <a:pt x="3137" y="2122"/>
                  </a:cubicBezTo>
                  <a:cubicBezTo>
                    <a:pt x="3134" y="2122"/>
                    <a:pt x="3130" y="2123"/>
                    <a:pt x="3127" y="2125"/>
                  </a:cubicBezTo>
                  <a:cubicBezTo>
                    <a:pt x="3111" y="2138"/>
                    <a:pt x="3092" y="2147"/>
                    <a:pt x="3076" y="2159"/>
                  </a:cubicBezTo>
                  <a:cubicBezTo>
                    <a:pt x="3060" y="2169"/>
                    <a:pt x="3045" y="2182"/>
                    <a:pt x="3032" y="2193"/>
                  </a:cubicBezTo>
                  <a:cubicBezTo>
                    <a:pt x="3000" y="2219"/>
                    <a:pt x="2970" y="2243"/>
                    <a:pt x="2941" y="2269"/>
                  </a:cubicBezTo>
                  <a:cubicBezTo>
                    <a:pt x="2880" y="2324"/>
                    <a:pt x="2819" y="2376"/>
                    <a:pt x="2758" y="2433"/>
                  </a:cubicBezTo>
                  <a:cubicBezTo>
                    <a:pt x="2724" y="2466"/>
                    <a:pt x="2690" y="2500"/>
                    <a:pt x="2657" y="2534"/>
                  </a:cubicBezTo>
                  <a:cubicBezTo>
                    <a:pt x="2675" y="2473"/>
                    <a:pt x="2692" y="2413"/>
                    <a:pt x="2712" y="2353"/>
                  </a:cubicBezTo>
                  <a:cubicBezTo>
                    <a:pt x="2759" y="2202"/>
                    <a:pt x="2837" y="2056"/>
                    <a:pt x="2875" y="1902"/>
                  </a:cubicBezTo>
                  <a:cubicBezTo>
                    <a:pt x="2879" y="1883"/>
                    <a:pt x="2860" y="1869"/>
                    <a:pt x="2843" y="1869"/>
                  </a:cubicBezTo>
                  <a:cubicBezTo>
                    <a:pt x="2837" y="1869"/>
                    <a:pt x="2830" y="1871"/>
                    <a:pt x="2825" y="1876"/>
                  </a:cubicBezTo>
                  <a:cubicBezTo>
                    <a:pt x="2704" y="1986"/>
                    <a:pt x="2633" y="2159"/>
                    <a:pt x="2580" y="2310"/>
                  </a:cubicBezTo>
                  <a:cubicBezTo>
                    <a:pt x="2553" y="2384"/>
                    <a:pt x="2535" y="2459"/>
                    <a:pt x="2521" y="2536"/>
                  </a:cubicBezTo>
                  <a:lnTo>
                    <a:pt x="2521" y="2536"/>
                  </a:lnTo>
                  <a:cubicBezTo>
                    <a:pt x="2524" y="2514"/>
                    <a:pt x="2527" y="2493"/>
                    <a:pt x="2528" y="2471"/>
                  </a:cubicBezTo>
                  <a:cubicBezTo>
                    <a:pt x="2532" y="2395"/>
                    <a:pt x="2532" y="2321"/>
                    <a:pt x="2531" y="2247"/>
                  </a:cubicBezTo>
                  <a:cubicBezTo>
                    <a:pt x="2529" y="2111"/>
                    <a:pt x="2543" y="1953"/>
                    <a:pt x="2476" y="1831"/>
                  </a:cubicBezTo>
                  <a:cubicBezTo>
                    <a:pt x="2474" y="1829"/>
                    <a:pt x="2472" y="1828"/>
                    <a:pt x="2470" y="1828"/>
                  </a:cubicBezTo>
                  <a:cubicBezTo>
                    <a:pt x="2468" y="1828"/>
                    <a:pt x="2466" y="1829"/>
                    <a:pt x="2465" y="1831"/>
                  </a:cubicBezTo>
                  <a:cubicBezTo>
                    <a:pt x="2397" y="1955"/>
                    <a:pt x="2412" y="2114"/>
                    <a:pt x="2410" y="2252"/>
                  </a:cubicBezTo>
                  <a:cubicBezTo>
                    <a:pt x="2408" y="2324"/>
                    <a:pt x="2408" y="2394"/>
                    <a:pt x="2412" y="2467"/>
                  </a:cubicBezTo>
                  <a:cubicBezTo>
                    <a:pt x="2415" y="2515"/>
                    <a:pt x="2424" y="2562"/>
                    <a:pt x="2433" y="2611"/>
                  </a:cubicBezTo>
                  <a:lnTo>
                    <a:pt x="2424" y="2599"/>
                  </a:lnTo>
                  <a:cubicBezTo>
                    <a:pt x="2378" y="2533"/>
                    <a:pt x="2334" y="2461"/>
                    <a:pt x="2296" y="2390"/>
                  </a:cubicBezTo>
                  <a:cubicBezTo>
                    <a:pt x="2259" y="2320"/>
                    <a:pt x="2226" y="2247"/>
                    <a:pt x="2198" y="2172"/>
                  </a:cubicBezTo>
                  <a:cubicBezTo>
                    <a:pt x="2171" y="2096"/>
                    <a:pt x="2149" y="2019"/>
                    <a:pt x="2115" y="1946"/>
                  </a:cubicBezTo>
                  <a:cubicBezTo>
                    <a:pt x="2109" y="1936"/>
                    <a:pt x="2098" y="1930"/>
                    <a:pt x="2087" y="1930"/>
                  </a:cubicBezTo>
                  <a:cubicBezTo>
                    <a:pt x="2074" y="1930"/>
                    <a:pt x="2061" y="1939"/>
                    <a:pt x="2060" y="1955"/>
                  </a:cubicBezTo>
                  <a:cubicBezTo>
                    <a:pt x="2046" y="2120"/>
                    <a:pt x="2121" y="2291"/>
                    <a:pt x="2196" y="2435"/>
                  </a:cubicBezTo>
                  <a:cubicBezTo>
                    <a:pt x="2234" y="2511"/>
                    <a:pt x="2280" y="2581"/>
                    <a:pt x="2333" y="2647"/>
                  </a:cubicBezTo>
                  <a:cubicBezTo>
                    <a:pt x="2359" y="2680"/>
                    <a:pt x="2389" y="2705"/>
                    <a:pt x="2418" y="2735"/>
                  </a:cubicBezTo>
                  <a:cubicBezTo>
                    <a:pt x="2430" y="2747"/>
                    <a:pt x="2444" y="2760"/>
                    <a:pt x="2457" y="2773"/>
                  </a:cubicBezTo>
                  <a:lnTo>
                    <a:pt x="2445" y="2793"/>
                  </a:lnTo>
                  <a:cubicBezTo>
                    <a:pt x="2441" y="2801"/>
                    <a:pt x="2443" y="2808"/>
                    <a:pt x="2448" y="2815"/>
                  </a:cubicBezTo>
                  <a:cubicBezTo>
                    <a:pt x="2327" y="3005"/>
                    <a:pt x="2226" y="3208"/>
                    <a:pt x="2126" y="3408"/>
                  </a:cubicBezTo>
                  <a:cubicBezTo>
                    <a:pt x="1986" y="3686"/>
                    <a:pt x="1859" y="3970"/>
                    <a:pt x="1744" y="4257"/>
                  </a:cubicBezTo>
                  <a:cubicBezTo>
                    <a:pt x="1513" y="4829"/>
                    <a:pt x="1327" y="5420"/>
                    <a:pt x="1195" y="6022"/>
                  </a:cubicBezTo>
                  <a:cubicBezTo>
                    <a:pt x="1157" y="6190"/>
                    <a:pt x="1124" y="6357"/>
                    <a:pt x="1095" y="6526"/>
                  </a:cubicBezTo>
                  <a:cubicBezTo>
                    <a:pt x="1086" y="6568"/>
                    <a:pt x="1079" y="6612"/>
                    <a:pt x="1072" y="6657"/>
                  </a:cubicBezTo>
                  <a:cubicBezTo>
                    <a:pt x="1069" y="6631"/>
                    <a:pt x="1067" y="6604"/>
                    <a:pt x="1064" y="6578"/>
                  </a:cubicBezTo>
                  <a:cubicBezTo>
                    <a:pt x="979" y="5406"/>
                    <a:pt x="959" y="4229"/>
                    <a:pt x="995" y="3055"/>
                  </a:cubicBezTo>
                  <a:cubicBezTo>
                    <a:pt x="1003" y="2726"/>
                    <a:pt x="1019" y="2398"/>
                    <a:pt x="1039" y="2068"/>
                  </a:cubicBezTo>
                  <a:cubicBezTo>
                    <a:pt x="1047" y="1909"/>
                    <a:pt x="1058" y="1749"/>
                    <a:pt x="1072" y="1589"/>
                  </a:cubicBezTo>
                  <a:cubicBezTo>
                    <a:pt x="1075" y="1527"/>
                    <a:pt x="1082" y="1464"/>
                    <a:pt x="1086" y="1402"/>
                  </a:cubicBezTo>
                  <a:cubicBezTo>
                    <a:pt x="1093" y="1403"/>
                    <a:pt x="1100" y="1403"/>
                    <a:pt x="1108" y="1403"/>
                  </a:cubicBezTo>
                  <a:cubicBezTo>
                    <a:pt x="1136" y="1403"/>
                    <a:pt x="1164" y="1396"/>
                    <a:pt x="1190" y="1393"/>
                  </a:cubicBezTo>
                  <a:cubicBezTo>
                    <a:pt x="1234" y="1387"/>
                    <a:pt x="1275" y="1381"/>
                    <a:pt x="1316" y="1368"/>
                  </a:cubicBezTo>
                  <a:cubicBezTo>
                    <a:pt x="1404" y="1341"/>
                    <a:pt x="1489" y="1307"/>
                    <a:pt x="1571" y="1265"/>
                  </a:cubicBezTo>
                  <a:cubicBezTo>
                    <a:pt x="1734" y="1184"/>
                    <a:pt x="1871" y="1072"/>
                    <a:pt x="1999" y="943"/>
                  </a:cubicBezTo>
                  <a:cubicBezTo>
                    <a:pt x="2019" y="922"/>
                    <a:pt x="2004" y="892"/>
                    <a:pt x="1981" y="892"/>
                  </a:cubicBezTo>
                  <a:cubicBezTo>
                    <a:pt x="1976" y="892"/>
                    <a:pt x="1970" y="894"/>
                    <a:pt x="1963" y="899"/>
                  </a:cubicBezTo>
                  <a:cubicBezTo>
                    <a:pt x="1827" y="1001"/>
                    <a:pt x="1676" y="1082"/>
                    <a:pt x="1520" y="1151"/>
                  </a:cubicBezTo>
                  <a:cubicBezTo>
                    <a:pt x="1445" y="1186"/>
                    <a:pt x="1365" y="1216"/>
                    <a:pt x="1287" y="1242"/>
                  </a:cubicBezTo>
                  <a:cubicBezTo>
                    <a:pt x="1248" y="1254"/>
                    <a:pt x="1210" y="1266"/>
                    <a:pt x="1173" y="1282"/>
                  </a:cubicBezTo>
                  <a:cubicBezTo>
                    <a:pt x="1148" y="1293"/>
                    <a:pt x="1118" y="1298"/>
                    <a:pt x="1091" y="1308"/>
                  </a:cubicBezTo>
                  <a:cubicBezTo>
                    <a:pt x="1091" y="1296"/>
                    <a:pt x="1093" y="1282"/>
                    <a:pt x="1093" y="1270"/>
                  </a:cubicBezTo>
                  <a:lnTo>
                    <a:pt x="1097" y="1270"/>
                  </a:lnTo>
                  <a:cubicBezTo>
                    <a:pt x="1140" y="1254"/>
                    <a:pt x="1179" y="1245"/>
                    <a:pt x="1220" y="1223"/>
                  </a:cubicBezTo>
                  <a:cubicBezTo>
                    <a:pt x="1260" y="1199"/>
                    <a:pt x="1300" y="1178"/>
                    <a:pt x="1338" y="1150"/>
                  </a:cubicBezTo>
                  <a:cubicBezTo>
                    <a:pt x="1415" y="1094"/>
                    <a:pt x="1487" y="1034"/>
                    <a:pt x="1555" y="967"/>
                  </a:cubicBezTo>
                  <a:cubicBezTo>
                    <a:pt x="1621" y="899"/>
                    <a:pt x="1679" y="827"/>
                    <a:pt x="1734" y="753"/>
                  </a:cubicBezTo>
                  <a:cubicBezTo>
                    <a:pt x="1791" y="673"/>
                    <a:pt x="1830" y="590"/>
                    <a:pt x="1869" y="502"/>
                  </a:cubicBezTo>
                  <a:cubicBezTo>
                    <a:pt x="1873" y="492"/>
                    <a:pt x="1864" y="483"/>
                    <a:pt x="1855" y="483"/>
                  </a:cubicBezTo>
                  <a:cubicBezTo>
                    <a:pt x="1851" y="483"/>
                    <a:pt x="1847" y="485"/>
                    <a:pt x="1844" y="489"/>
                  </a:cubicBezTo>
                  <a:cubicBezTo>
                    <a:pt x="1785" y="557"/>
                    <a:pt x="1721" y="622"/>
                    <a:pt x="1659" y="689"/>
                  </a:cubicBezTo>
                  <a:cubicBezTo>
                    <a:pt x="1599" y="756"/>
                    <a:pt x="1534" y="820"/>
                    <a:pt x="1468" y="880"/>
                  </a:cubicBezTo>
                  <a:cubicBezTo>
                    <a:pt x="1403" y="940"/>
                    <a:pt x="1336" y="997"/>
                    <a:pt x="1267" y="1052"/>
                  </a:cubicBezTo>
                  <a:cubicBezTo>
                    <a:pt x="1231" y="1082"/>
                    <a:pt x="1198" y="1112"/>
                    <a:pt x="1160" y="1140"/>
                  </a:cubicBezTo>
                  <a:cubicBezTo>
                    <a:pt x="1137" y="1159"/>
                    <a:pt x="1118" y="1179"/>
                    <a:pt x="1097" y="1199"/>
                  </a:cubicBezTo>
                  <a:cubicBezTo>
                    <a:pt x="1122" y="1165"/>
                    <a:pt x="1146" y="1131"/>
                    <a:pt x="1168" y="1094"/>
                  </a:cubicBezTo>
                  <a:cubicBezTo>
                    <a:pt x="1225" y="1000"/>
                    <a:pt x="1278" y="904"/>
                    <a:pt x="1324" y="804"/>
                  </a:cubicBezTo>
                  <a:cubicBezTo>
                    <a:pt x="1370" y="703"/>
                    <a:pt x="1414" y="600"/>
                    <a:pt x="1447" y="492"/>
                  </a:cubicBezTo>
                  <a:cubicBezTo>
                    <a:pt x="1464" y="442"/>
                    <a:pt x="1480" y="392"/>
                    <a:pt x="1492" y="341"/>
                  </a:cubicBezTo>
                  <a:cubicBezTo>
                    <a:pt x="1498" y="315"/>
                    <a:pt x="1507" y="286"/>
                    <a:pt x="1511" y="259"/>
                  </a:cubicBezTo>
                  <a:cubicBezTo>
                    <a:pt x="1512" y="239"/>
                    <a:pt x="1506" y="220"/>
                    <a:pt x="1511" y="198"/>
                  </a:cubicBezTo>
                  <a:cubicBezTo>
                    <a:pt x="1512" y="188"/>
                    <a:pt x="1504" y="183"/>
                    <a:pt x="1496" y="183"/>
                  </a:cubicBezTo>
                  <a:cubicBezTo>
                    <a:pt x="1491" y="183"/>
                    <a:pt x="1486" y="185"/>
                    <a:pt x="1483" y="190"/>
                  </a:cubicBezTo>
                  <a:cubicBezTo>
                    <a:pt x="1473" y="211"/>
                    <a:pt x="1457" y="225"/>
                    <a:pt x="1446" y="243"/>
                  </a:cubicBezTo>
                  <a:cubicBezTo>
                    <a:pt x="1432" y="266"/>
                    <a:pt x="1421" y="295"/>
                    <a:pt x="1410" y="319"/>
                  </a:cubicBezTo>
                  <a:cubicBezTo>
                    <a:pt x="1387" y="369"/>
                    <a:pt x="1366" y="421"/>
                    <a:pt x="1343" y="472"/>
                  </a:cubicBezTo>
                  <a:cubicBezTo>
                    <a:pt x="1300" y="568"/>
                    <a:pt x="1259" y="665"/>
                    <a:pt x="1214" y="759"/>
                  </a:cubicBezTo>
                  <a:cubicBezTo>
                    <a:pt x="1170" y="854"/>
                    <a:pt x="1124" y="948"/>
                    <a:pt x="1078" y="1041"/>
                  </a:cubicBezTo>
                  <a:cubicBezTo>
                    <a:pt x="1036" y="1122"/>
                    <a:pt x="1002" y="1204"/>
                    <a:pt x="964" y="1286"/>
                  </a:cubicBezTo>
                  <a:cubicBezTo>
                    <a:pt x="1029" y="1083"/>
                    <a:pt x="1056" y="866"/>
                    <a:pt x="1084" y="655"/>
                  </a:cubicBezTo>
                  <a:cubicBezTo>
                    <a:pt x="1111" y="442"/>
                    <a:pt x="1151" y="223"/>
                    <a:pt x="1122" y="9"/>
                  </a:cubicBezTo>
                  <a:cubicBezTo>
                    <a:pt x="1121" y="3"/>
                    <a:pt x="1117" y="0"/>
                    <a:pt x="111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60;p7"/>
            <p:cNvSpPr/>
            <p:nvPr/>
          </p:nvSpPr>
          <p:spPr>
            <a:xfrm>
              <a:off x="242280" y="1013760"/>
              <a:ext cx="720" cy="36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1" h="5">
                  <a:moveTo>
                    <a:pt x="11" y="1"/>
                  </a:moveTo>
                  <a:cubicBezTo>
                    <a:pt x="10" y="1"/>
                    <a:pt x="10" y="1"/>
                    <a:pt x="10" y="1"/>
                  </a:cubicBezTo>
                  <a:lnTo>
                    <a:pt x="10" y="1"/>
                  </a:lnTo>
                  <a:cubicBezTo>
                    <a:pt x="10" y="1"/>
                    <a:pt x="10" y="1"/>
                    <a:pt x="11" y="1"/>
                  </a:cubicBezTo>
                  <a:close/>
                  <a:moveTo>
                    <a:pt x="10" y="1"/>
                  </a:moveTo>
                  <a:cubicBezTo>
                    <a:pt x="6" y="1"/>
                    <a:pt x="4" y="3"/>
                    <a:pt x="1" y="4"/>
                  </a:cubicBezTo>
                  <a:cubicBezTo>
                    <a:pt x="4" y="4"/>
                    <a:pt x="5" y="3"/>
                    <a:pt x="6" y="3"/>
                  </a:cubicBezTo>
                  <a:cubicBezTo>
                    <a:pt x="8" y="1"/>
                    <a:pt x="9" y="1"/>
                    <a:pt x="1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61;p7"/>
            <p:cNvSpPr/>
            <p:nvPr/>
          </p:nvSpPr>
          <p:spPr>
            <a:xfrm>
              <a:off x="228960" y="995040"/>
              <a:ext cx="18720" cy="190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29" h="230">
                  <a:moveTo>
                    <a:pt x="147" y="25"/>
                  </a:moveTo>
                  <a:cubicBezTo>
                    <a:pt x="152" y="28"/>
                    <a:pt x="156" y="31"/>
                    <a:pt x="160" y="34"/>
                  </a:cubicBezTo>
                  <a:lnTo>
                    <a:pt x="160" y="34"/>
                  </a:lnTo>
                  <a:cubicBezTo>
                    <a:pt x="158" y="32"/>
                    <a:pt x="155" y="31"/>
                    <a:pt x="153" y="29"/>
                  </a:cubicBezTo>
                  <a:cubicBezTo>
                    <a:pt x="151" y="28"/>
                    <a:pt x="149" y="27"/>
                    <a:pt x="147" y="25"/>
                  </a:cubicBezTo>
                  <a:close/>
                  <a:moveTo>
                    <a:pt x="98" y="1"/>
                  </a:moveTo>
                  <a:cubicBezTo>
                    <a:pt x="96" y="1"/>
                    <a:pt x="93" y="1"/>
                    <a:pt x="91" y="1"/>
                  </a:cubicBezTo>
                  <a:cubicBezTo>
                    <a:pt x="54" y="3"/>
                    <a:pt x="27" y="33"/>
                    <a:pt x="11" y="62"/>
                  </a:cubicBezTo>
                  <a:cubicBezTo>
                    <a:pt x="4" y="79"/>
                    <a:pt x="0" y="100"/>
                    <a:pt x="4" y="117"/>
                  </a:cubicBezTo>
                  <a:cubicBezTo>
                    <a:pt x="5" y="135"/>
                    <a:pt x="15" y="151"/>
                    <a:pt x="27" y="165"/>
                  </a:cubicBezTo>
                  <a:cubicBezTo>
                    <a:pt x="33" y="173"/>
                    <a:pt x="42" y="183"/>
                    <a:pt x="52" y="190"/>
                  </a:cubicBezTo>
                  <a:cubicBezTo>
                    <a:pt x="55" y="198"/>
                    <a:pt x="61" y="204"/>
                    <a:pt x="69" y="208"/>
                  </a:cubicBezTo>
                  <a:cubicBezTo>
                    <a:pt x="75" y="214"/>
                    <a:pt x="82" y="216"/>
                    <a:pt x="88" y="221"/>
                  </a:cubicBezTo>
                  <a:cubicBezTo>
                    <a:pt x="101" y="226"/>
                    <a:pt x="115" y="229"/>
                    <a:pt x="128" y="229"/>
                  </a:cubicBezTo>
                  <a:cubicBezTo>
                    <a:pt x="141" y="229"/>
                    <a:pt x="153" y="227"/>
                    <a:pt x="164" y="223"/>
                  </a:cubicBezTo>
                  <a:cubicBezTo>
                    <a:pt x="182" y="219"/>
                    <a:pt x="197" y="211"/>
                    <a:pt x="209" y="198"/>
                  </a:cubicBezTo>
                  <a:cubicBezTo>
                    <a:pt x="223" y="182"/>
                    <a:pt x="229" y="161"/>
                    <a:pt x="228" y="140"/>
                  </a:cubicBezTo>
                  <a:cubicBezTo>
                    <a:pt x="226" y="124"/>
                    <a:pt x="218" y="104"/>
                    <a:pt x="204" y="93"/>
                  </a:cubicBezTo>
                  <a:cubicBezTo>
                    <a:pt x="203" y="89"/>
                    <a:pt x="203" y="84"/>
                    <a:pt x="200" y="80"/>
                  </a:cubicBezTo>
                  <a:cubicBezTo>
                    <a:pt x="196" y="71"/>
                    <a:pt x="190" y="62"/>
                    <a:pt x="184" y="55"/>
                  </a:cubicBezTo>
                  <a:cubicBezTo>
                    <a:pt x="181" y="50"/>
                    <a:pt x="176" y="47"/>
                    <a:pt x="174" y="45"/>
                  </a:cubicBezTo>
                  <a:cubicBezTo>
                    <a:pt x="169" y="34"/>
                    <a:pt x="162" y="24"/>
                    <a:pt x="151" y="17"/>
                  </a:cubicBezTo>
                  <a:cubicBezTo>
                    <a:pt x="134" y="5"/>
                    <a:pt x="117" y="1"/>
                    <a:pt x="9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62;p7"/>
            <p:cNvSpPr/>
            <p:nvPr/>
          </p:nvSpPr>
          <p:spPr>
            <a:xfrm>
              <a:off x="482400" y="1399680"/>
              <a:ext cx="16920" cy="1944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205" h="236">
                  <a:moveTo>
                    <a:pt x="100" y="0"/>
                  </a:moveTo>
                  <a:cubicBezTo>
                    <a:pt x="79" y="0"/>
                    <a:pt x="59" y="7"/>
                    <a:pt x="44" y="20"/>
                  </a:cubicBezTo>
                  <a:cubicBezTo>
                    <a:pt x="15" y="45"/>
                    <a:pt x="1" y="87"/>
                    <a:pt x="16" y="123"/>
                  </a:cubicBezTo>
                  <a:cubicBezTo>
                    <a:pt x="21" y="132"/>
                    <a:pt x="27" y="139"/>
                    <a:pt x="35" y="145"/>
                  </a:cubicBezTo>
                  <a:cubicBezTo>
                    <a:pt x="35" y="146"/>
                    <a:pt x="37" y="149"/>
                    <a:pt x="37" y="150"/>
                  </a:cubicBezTo>
                  <a:cubicBezTo>
                    <a:pt x="45" y="163"/>
                    <a:pt x="57" y="171"/>
                    <a:pt x="71" y="174"/>
                  </a:cubicBezTo>
                  <a:cubicBezTo>
                    <a:pt x="71" y="176"/>
                    <a:pt x="70" y="177"/>
                    <a:pt x="70" y="178"/>
                  </a:cubicBezTo>
                  <a:cubicBezTo>
                    <a:pt x="67" y="179"/>
                    <a:pt x="66" y="183"/>
                    <a:pt x="62" y="185"/>
                  </a:cubicBezTo>
                  <a:cubicBezTo>
                    <a:pt x="55" y="196"/>
                    <a:pt x="55" y="215"/>
                    <a:pt x="65" y="223"/>
                  </a:cubicBezTo>
                  <a:cubicBezTo>
                    <a:pt x="71" y="231"/>
                    <a:pt x="80" y="235"/>
                    <a:pt x="91" y="235"/>
                  </a:cubicBezTo>
                  <a:cubicBezTo>
                    <a:pt x="95" y="235"/>
                    <a:pt x="99" y="234"/>
                    <a:pt x="103" y="233"/>
                  </a:cubicBezTo>
                  <a:cubicBezTo>
                    <a:pt x="105" y="232"/>
                    <a:pt x="108" y="232"/>
                    <a:pt x="110" y="231"/>
                  </a:cubicBezTo>
                  <a:cubicBezTo>
                    <a:pt x="116" y="231"/>
                    <a:pt x="122" y="229"/>
                    <a:pt x="128" y="227"/>
                  </a:cubicBezTo>
                  <a:cubicBezTo>
                    <a:pt x="133" y="224"/>
                    <a:pt x="137" y="222"/>
                    <a:pt x="143" y="221"/>
                  </a:cubicBezTo>
                  <a:cubicBezTo>
                    <a:pt x="158" y="212"/>
                    <a:pt x="170" y="200"/>
                    <a:pt x="178" y="187"/>
                  </a:cubicBezTo>
                  <a:cubicBezTo>
                    <a:pt x="196" y="160"/>
                    <a:pt x="204" y="124"/>
                    <a:pt x="192" y="94"/>
                  </a:cubicBezTo>
                  <a:cubicBezTo>
                    <a:pt x="189" y="86"/>
                    <a:pt x="185" y="81"/>
                    <a:pt x="181" y="75"/>
                  </a:cubicBezTo>
                  <a:cubicBezTo>
                    <a:pt x="180" y="52"/>
                    <a:pt x="169" y="31"/>
                    <a:pt x="149" y="16"/>
                  </a:cubicBezTo>
                  <a:cubicBezTo>
                    <a:pt x="134" y="5"/>
                    <a:pt x="117" y="0"/>
                    <a:pt x="1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048320" y="324000"/>
            <a:ext cx="704700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  <p:sldLayoutId id="214748367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295280" y="1247760"/>
            <a:ext cx="6562440" cy="218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64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Sales Dashboard</a:t>
            </a:r>
            <a:endParaRPr b="0" lang="fr-FR" sz="6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2390760" y="3495600"/>
            <a:ext cx="4362120" cy="4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Monthly Business Performance Overview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2286000" y="1600200"/>
            <a:ext cx="4571640" cy="99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4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Introduction</a:t>
            </a:r>
            <a:endParaRPr b="0" lang="fr-FR" sz="6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2286000" y="2828880"/>
            <a:ext cx="4571640" cy="71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This presentation focuses on creating a </a:t>
            </a: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Sales Performance Dashboard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 to monitor critical business metrics. It highlights essential KPIs that gauge revenue, profit, and sales volume to support effective decision-making. The dashboard design emphasizes clarity and functionality for quick insight into monthly business performance.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90720" y="3057480"/>
            <a:ext cx="7152840" cy="63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Dashboard Essentials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ubTitle"/>
          </p:nvPr>
        </p:nvSpPr>
        <p:spPr>
          <a:xfrm>
            <a:off x="2286000" y="3676680"/>
            <a:ext cx="45716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buNone/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Barlow"/>
              <a:ea typeface="Barlow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title"/>
          </p:nvPr>
        </p:nvSpPr>
        <p:spPr>
          <a:xfrm>
            <a:off x="3657600" y="-2586960"/>
            <a:ext cx="1828440" cy="914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0" strike="noStrike" u="none">
                <a:solidFill>
                  <a:srgbClr val="000000"/>
                </a:solidFill>
                <a:effectLst/>
                <a:uFillTx/>
                <a:latin typeface="Calibri"/>
                <a:ea typeface="IM Fell French Canon SC"/>
              </a:rPr>
              <a:t>01</a:t>
            </a:r>
            <a:endParaRPr b="0" lang="fr-FR" sz="10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52" name="Google Shape;785;p29"/>
          <p:cNvGrpSpPr/>
          <p:nvPr/>
        </p:nvGrpSpPr>
        <p:grpSpPr>
          <a:xfrm>
            <a:off x="3705120" y="1196280"/>
            <a:ext cx="1733040" cy="1588320"/>
            <a:chOff x="3705120" y="1196280"/>
            <a:chExt cx="1733040" cy="1588320"/>
          </a:xfrm>
        </p:grpSpPr>
        <p:sp>
          <p:nvSpPr>
            <p:cNvPr id="153" name="Google Shape;786;p29"/>
            <p:cNvSpPr/>
            <p:nvPr/>
          </p:nvSpPr>
          <p:spPr>
            <a:xfrm>
              <a:off x="4667760" y="2436840"/>
              <a:ext cx="501840" cy="316800"/>
            </a:xfrm>
            <a:custGeom>
              <a:avLst/>
              <a:gdLst>
                <a:gd name="textAreaLeft" fmla="*/ 0 w 501840"/>
                <a:gd name="textAreaRight" fmla="*/ 502200 w 501840"/>
                <a:gd name="textAreaTop" fmla="*/ 0 h 316800"/>
                <a:gd name="textAreaBottom" fmla="*/ 317160 h 316800"/>
              </a:gdLst>
              <a:ahLst/>
              <a:cxnLst/>
              <a:rect l="textAreaLeft" t="textAreaTop" r="textAreaRight" b="textAreaBottom"/>
              <a:pathLst>
                <a:path w="7552" h="4768">
                  <a:moveTo>
                    <a:pt x="7514" y="1"/>
                  </a:moveTo>
                  <a:cubicBezTo>
                    <a:pt x="7505" y="1"/>
                    <a:pt x="7497" y="4"/>
                    <a:pt x="7490" y="11"/>
                  </a:cubicBezTo>
                  <a:cubicBezTo>
                    <a:pt x="7441" y="68"/>
                    <a:pt x="7393" y="125"/>
                    <a:pt x="7343" y="181"/>
                  </a:cubicBezTo>
                  <a:cubicBezTo>
                    <a:pt x="7294" y="238"/>
                    <a:pt x="7252" y="300"/>
                    <a:pt x="7206" y="358"/>
                  </a:cubicBezTo>
                  <a:cubicBezTo>
                    <a:pt x="7117" y="477"/>
                    <a:pt x="7030" y="596"/>
                    <a:pt x="6940" y="713"/>
                  </a:cubicBezTo>
                  <a:cubicBezTo>
                    <a:pt x="6759" y="945"/>
                    <a:pt x="6568" y="1171"/>
                    <a:pt x="6368" y="1387"/>
                  </a:cubicBezTo>
                  <a:cubicBezTo>
                    <a:pt x="5967" y="1821"/>
                    <a:pt x="5528" y="2218"/>
                    <a:pt x="5061" y="2580"/>
                  </a:cubicBezTo>
                  <a:cubicBezTo>
                    <a:pt x="4594" y="2941"/>
                    <a:pt x="4098" y="3262"/>
                    <a:pt x="3579" y="3540"/>
                  </a:cubicBezTo>
                  <a:cubicBezTo>
                    <a:pt x="3055" y="3822"/>
                    <a:pt x="2508" y="4059"/>
                    <a:pt x="1945" y="4250"/>
                  </a:cubicBezTo>
                  <a:cubicBezTo>
                    <a:pt x="1386" y="4440"/>
                    <a:pt x="811" y="4579"/>
                    <a:pt x="227" y="4670"/>
                  </a:cubicBezTo>
                  <a:cubicBezTo>
                    <a:pt x="156" y="4681"/>
                    <a:pt x="89" y="4700"/>
                    <a:pt x="21" y="4723"/>
                  </a:cubicBezTo>
                  <a:cubicBezTo>
                    <a:pt x="1" y="4730"/>
                    <a:pt x="7" y="4763"/>
                    <a:pt x="27" y="4764"/>
                  </a:cubicBezTo>
                  <a:cubicBezTo>
                    <a:pt x="56" y="4766"/>
                    <a:pt x="85" y="4767"/>
                    <a:pt x="113" y="4767"/>
                  </a:cubicBezTo>
                  <a:cubicBezTo>
                    <a:pt x="160" y="4767"/>
                    <a:pt x="206" y="4764"/>
                    <a:pt x="253" y="4757"/>
                  </a:cubicBezTo>
                  <a:cubicBezTo>
                    <a:pt x="326" y="4746"/>
                    <a:pt x="397" y="4735"/>
                    <a:pt x="469" y="4722"/>
                  </a:cubicBezTo>
                  <a:cubicBezTo>
                    <a:pt x="616" y="4698"/>
                    <a:pt x="763" y="4669"/>
                    <a:pt x="910" y="4638"/>
                  </a:cubicBezTo>
                  <a:cubicBezTo>
                    <a:pt x="1202" y="4574"/>
                    <a:pt x="1492" y="4497"/>
                    <a:pt x="1779" y="4409"/>
                  </a:cubicBezTo>
                  <a:cubicBezTo>
                    <a:pt x="2351" y="4233"/>
                    <a:pt x="2907" y="4008"/>
                    <a:pt x="3441" y="3739"/>
                  </a:cubicBezTo>
                  <a:cubicBezTo>
                    <a:pt x="3975" y="3470"/>
                    <a:pt x="4487" y="3157"/>
                    <a:pt x="4969" y="2805"/>
                  </a:cubicBezTo>
                  <a:cubicBezTo>
                    <a:pt x="5451" y="2453"/>
                    <a:pt x="5902" y="2062"/>
                    <a:pt x="6319" y="1634"/>
                  </a:cubicBezTo>
                  <a:cubicBezTo>
                    <a:pt x="6528" y="1419"/>
                    <a:pt x="6728" y="1195"/>
                    <a:pt x="6919" y="961"/>
                  </a:cubicBezTo>
                  <a:cubicBezTo>
                    <a:pt x="7014" y="846"/>
                    <a:pt x="7106" y="728"/>
                    <a:pt x="7197" y="608"/>
                  </a:cubicBezTo>
                  <a:cubicBezTo>
                    <a:pt x="7286" y="489"/>
                    <a:pt x="7376" y="365"/>
                    <a:pt x="7446" y="231"/>
                  </a:cubicBezTo>
                  <a:cubicBezTo>
                    <a:pt x="7479" y="168"/>
                    <a:pt x="7511" y="103"/>
                    <a:pt x="7541" y="38"/>
                  </a:cubicBezTo>
                  <a:cubicBezTo>
                    <a:pt x="7552" y="17"/>
                    <a:pt x="7533" y="1"/>
                    <a:pt x="751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787;p29"/>
            <p:cNvSpPr/>
            <p:nvPr/>
          </p:nvSpPr>
          <p:spPr>
            <a:xfrm>
              <a:off x="5068440" y="2027520"/>
              <a:ext cx="304560" cy="543960"/>
            </a:xfrm>
            <a:custGeom>
              <a:avLst/>
              <a:gdLst>
                <a:gd name="textAreaLeft" fmla="*/ 0 w 304560"/>
                <a:gd name="textAreaRight" fmla="*/ 304920 w 304560"/>
                <a:gd name="textAreaTop" fmla="*/ 0 h 543960"/>
                <a:gd name="textAreaBottom" fmla="*/ 544320 h 543960"/>
              </a:gdLst>
              <a:ahLst/>
              <a:cxnLst/>
              <a:rect l="textAreaLeft" t="textAreaTop" r="textAreaRight" b="textAreaBottom"/>
              <a:pathLst>
                <a:path w="4583" h="8185">
                  <a:moveTo>
                    <a:pt x="4548" y="0"/>
                  </a:moveTo>
                  <a:cubicBezTo>
                    <a:pt x="4538" y="0"/>
                    <a:pt x="4529" y="6"/>
                    <a:pt x="4525" y="19"/>
                  </a:cubicBezTo>
                  <a:cubicBezTo>
                    <a:pt x="4486" y="170"/>
                    <a:pt x="4447" y="318"/>
                    <a:pt x="4411" y="470"/>
                  </a:cubicBezTo>
                  <a:cubicBezTo>
                    <a:pt x="4377" y="620"/>
                    <a:pt x="4343" y="771"/>
                    <a:pt x="4309" y="920"/>
                  </a:cubicBezTo>
                  <a:cubicBezTo>
                    <a:pt x="4239" y="1219"/>
                    <a:pt x="4167" y="1515"/>
                    <a:pt x="4080" y="1809"/>
                  </a:cubicBezTo>
                  <a:cubicBezTo>
                    <a:pt x="3904" y="2402"/>
                    <a:pt x="3688" y="2982"/>
                    <a:pt x="3431" y="3543"/>
                  </a:cubicBezTo>
                  <a:cubicBezTo>
                    <a:pt x="3175" y="4102"/>
                    <a:pt x="2882" y="4645"/>
                    <a:pt x="2553" y="5164"/>
                  </a:cubicBezTo>
                  <a:cubicBezTo>
                    <a:pt x="2222" y="5684"/>
                    <a:pt x="1854" y="6178"/>
                    <a:pt x="1457" y="6649"/>
                  </a:cubicBezTo>
                  <a:cubicBezTo>
                    <a:pt x="1259" y="6883"/>
                    <a:pt x="1052" y="7112"/>
                    <a:pt x="838" y="7331"/>
                  </a:cubicBezTo>
                  <a:cubicBezTo>
                    <a:pt x="621" y="7552"/>
                    <a:pt x="390" y="7759"/>
                    <a:pt x="168" y="7973"/>
                  </a:cubicBezTo>
                  <a:cubicBezTo>
                    <a:pt x="142" y="7998"/>
                    <a:pt x="115" y="8023"/>
                    <a:pt x="88" y="8047"/>
                  </a:cubicBezTo>
                  <a:cubicBezTo>
                    <a:pt x="61" y="8074"/>
                    <a:pt x="39" y="8107"/>
                    <a:pt x="16" y="8135"/>
                  </a:cubicBezTo>
                  <a:cubicBezTo>
                    <a:pt x="0" y="8155"/>
                    <a:pt x="18" y="8185"/>
                    <a:pt x="40" y="8185"/>
                  </a:cubicBezTo>
                  <a:cubicBezTo>
                    <a:pt x="44" y="8185"/>
                    <a:pt x="49" y="8184"/>
                    <a:pt x="53" y="8181"/>
                  </a:cubicBezTo>
                  <a:cubicBezTo>
                    <a:pt x="86" y="8164"/>
                    <a:pt x="121" y="8148"/>
                    <a:pt x="152" y="8125"/>
                  </a:cubicBezTo>
                  <a:cubicBezTo>
                    <a:pt x="184" y="8101"/>
                    <a:pt x="213" y="8077"/>
                    <a:pt x="244" y="8053"/>
                  </a:cubicBezTo>
                  <a:cubicBezTo>
                    <a:pt x="306" y="8006"/>
                    <a:pt x="363" y="7954"/>
                    <a:pt x="422" y="7902"/>
                  </a:cubicBezTo>
                  <a:cubicBezTo>
                    <a:pt x="539" y="7799"/>
                    <a:pt x="653" y="7694"/>
                    <a:pt x="766" y="7586"/>
                  </a:cubicBezTo>
                  <a:cubicBezTo>
                    <a:pt x="992" y="7371"/>
                    <a:pt x="1209" y="7147"/>
                    <a:pt x="1420" y="6915"/>
                  </a:cubicBezTo>
                  <a:cubicBezTo>
                    <a:pt x="1839" y="6454"/>
                    <a:pt x="2219" y="5960"/>
                    <a:pt x="2565" y="5444"/>
                  </a:cubicBezTo>
                  <a:cubicBezTo>
                    <a:pt x="2911" y="4926"/>
                    <a:pt x="3222" y="4384"/>
                    <a:pt x="3490" y="3822"/>
                  </a:cubicBezTo>
                  <a:cubicBezTo>
                    <a:pt x="3757" y="3259"/>
                    <a:pt x="3987" y="2680"/>
                    <a:pt x="4172" y="2086"/>
                  </a:cubicBezTo>
                  <a:cubicBezTo>
                    <a:pt x="4266" y="1788"/>
                    <a:pt x="4348" y="1488"/>
                    <a:pt x="4419" y="1183"/>
                  </a:cubicBezTo>
                  <a:cubicBezTo>
                    <a:pt x="4455" y="1032"/>
                    <a:pt x="4486" y="880"/>
                    <a:pt x="4515" y="727"/>
                  </a:cubicBezTo>
                  <a:cubicBezTo>
                    <a:pt x="4542" y="576"/>
                    <a:pt x="4567" y="418"/>
                    <a:pt x="4573" y="266"/>
                  </a:cubicBezTo>
                  <a:cubicBezTo>
                    <a:pt x="4578" y="188"/>
                    <a:pt x="4580" y="111"/>
                    <a:pt x="4581" y="33"/>
                  </a:cubicBezTo>
                  <a:cubicBezTo>
                    <a:pt x="4582" y="14"/>
                    <a:pt x="4564" y="0"/>
                    <a:pt x="454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788;p29"/>
            <p:cNvSpPr/>
            <p:nvPr/>
          </p:nvSpPr>
          <p:spPr>
            <a:xfrm>
              <a:off x="5262480" y="1842480"/>
              <a:ext cx="75960" cy="48060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480600"/>
                <a:gd name="textAreaBottom" fmla="*/ 480960 h 480600"/>
              </a:gdLst>
              <a:ahLst/>
              <a:cxnLst/>
              <a:rect l="textAreaLeft" t="textAreaTop" r="textAreaRight" b="textAreaBottom"/>
              <a:pathLst>
                <a:path w="1145" h="7233">
                  <a:moveTo>
                    <a:pt x="517" y="1"/>
                  </a:moveTo>
                  <a:cubicBezTo>
                    <a:pt x="495" y="1"/>
                    <a:pt x="471" y="24"/>
                    <a:pt x="480" y="53"/>
                  </a:cubicBezTo>
                  <a:cubicBezTo>
                    <a:pt x="517" y="168"/>
                    <a:pt x="543" y="285"/>
                    <a:pt x="575" y="401"/>
                  </a:cubicBezTo>
                  <a:cubicBezTo>
                    <a:pt x="606" y="519"/>
                    <a:pt x="636" y="634"/>
                    <a:pt x="666" y="750"/>
                  </a:cubicBezTo>
                  <a:cubicBezTo>
                    <a:pt x="723" y="982"/>
                    <a:pt x="778" y="1214"/>
                    <a:pt x="819" y="1450"/>
                  </a:cubicBezTo>
                  <a:cubicBezTo>
                    <a:pt x="902" y="1920"/>
                    <a:pt x="957" y="2394"/>
                    <a:pt x="964" y="2872"/>
                  </a:cubicBezTo>
                  <a:cubicBezTo>
                    <a:pt x="974" y="3353"/>
                    <a:pt x="946" y="3835"/>
                    <a:pt x="882" y="4311"/>
                  </a:cubicBezTo>
                  <a:cubicBezTo>
                    <a:pt x="819" y="4785"/>
                    <a:pt x="717" y="5253"/>
                    <a:pt x="576" y="5710"/>
                  </a:cubicBezTo>
                  <a:cubicBezTo>
                    <a:pt x="507" y="5939"/>
                    <a:pt x="427" y="6165"/>
                    <a:pt x="340" y="6388"/>
                  </a:cubicBezTo>
                  <a:cubicBezTo>
                    <a:pt x="253" y="6610"/>
                    <a:pt x="153" y="6828"/>
                    <a:pt x="63" y="7048"/>
                  </a:cubicBezTo>
                  <a:cubicBezTo>
                    <a:pt x="40" y="7104"/>
                    <a:pt x="19" y="7159"/>
                    <a:pt x="2" y="7217"/>
                  </a:cubicBezTo>
                  <a:cubicBezTo>
                    <a:pt x="1" y="7226"/>
                    <a:pt x="7" y="7232"/>
                    <a:pt x="14" y="7232"/>
                  </a:cubicBezTo>
                  <a:cubicBezTo>
                    <a:pt x="17" y="7232"/>
                    <a:pt x="20" y="7231"/>
                    <a:pt x="22" y="7228"/>
                  </a:cubicBezTo>
                  <a:cubicBezTo>
                    <a:pt x="100" y="7138"/>
                    <a:pt x="162" y="7033"/>
                    <a:pt x="220" y="6929"/>
                  </a:cubicBezTo>
                  <a:cubicBezTo>
                    <a:pt x="278" y="6820"/>
                    <a:pt x="333" y="6710"/>
                    <a:pt x="385" y="6599"/>
                  </a:cubicBezTo>
                  <a:cubicBezTo>
                    <a:pt x="485" y="6378"/>
                    <a:pt x="577" y="6152"/>
                    <a:pt x="657" y="5923"/>
                  </a:cubicBezTo>
                  <a:cubicBezTo>
                    <a:pt x="821" y="5464"/>
                    <a:pt x="939" y="4988"/>
                    <a:pt x="1022" y="4507"/>
                  </a:cubicBezTo>
                  <a:cubicBezTo>
                    <a:pt x="1104" y="4027"/>
                    <a:pt x="1145" y="3541"/>
                    <a:pt x="1143" y="3053"/>
                  </a:cubicBezTo>
                  <a:cubicBezTo>
                    <a:pt x="1141" y="2565"/>
                    <a:pt x="1102" y="2076"/>
                    <a:pt x="1019" y="1595"/>
                  </a:cubicBezTo>
                  <a:cubicBezTo>
                    <a:pt x="939" y="1115"/>
                    <a:pt x="815" y="634"/>
                    <a:pt x="620" y="187"/>
                  </a:cubicBezTo>
                  <a:cubicBezTo>
                    <a:pt x="595" y="132"/>
                    <a:pt x="572" y="77"/>
                    <a:pt x="547" y="22"/>
                  </a:cubicBezTo>
                  <a:cubicBezTo>
                    <a:pt x="541" y="7"/>
                    <a:pt x="529" y="1"/>
                    <a:pt x="51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789;p29"/>
            <p:cNvSpPr/>
            <p:nvPr/>
          </p:nvSpPr>
          <p:spPr>
            <a:xfrm>
              <a:off x="5047200" y="1365480"/>
              <a:ext cx="306360" cy="677520"/>
            </a:xfrm>
            <a:custGeom>
              <a:avLst/>
              <a:gdLst>
                <a:gd name="textAreaLeft" fmla="*/ 0 w 306360"/>
                <a:gd name="textAreaRight" fmla="*/ 306720 w 306360"/>
                <a:gd name="textAreaTop" fmla="*/ 0 h 677520"/>
                <a:gd name="textAreaBottom" fmla="*/ 677880 h 677520"/>
              </a:gdLst>
              <a:ahLst/>
              <a:cxnLst/>
              <a:rect l="textAreaLeft" t="textAreaTop" r="textAreaRight" b="textAreaBottom"/>
              <a:pathLst>
                <a:path w="4612" h="10196">
                  <a:moveTo>
                    <a:pt x="19" y="0"/>
                  </a:moveTo>
                  <a:cubicBezTo>
                    <a:pt x="9" y="0"/>
                    <a:pt x="1" y="17"/>
                    <a:pt x="7" y="26"/>
                  </a:cubicBezTo>
                  <a:cubicBezTo>
                    <a:pt x="34" y="59"/>
                    <a:pt x="58" y="96"/>
                    <a:pt x="89" y="125"/>
                  </a:cubicBezTo>
                  <a:cubicBezTo>
                    <a:pt x="124" y="160"/>
                    <a:pt x="162" y="193"/>
                    <a:pt x="200" y="229"/>
                  </a:cubicBezTo>
                  <a:cubicBezTo>
                    <a:pt x="265" y="292"/>
                    <a:pt x="332" y="352"/>
                    <a:pt x="398" y="415"/>
                  </a:cubicBezTo>
                  <a:cubicBezTo>
                    <a:pt x="536" y="542"/>
                    <a:pt x="670" y="674"/>
                    <a:pt x="799" y="807"/>
                  </a:cubicBezTo>
                  <a:cubicBezTo>
                    <a:pt x="1059" y="1074"/>
                    <a:pt x="1306" y="1354"/>
                    <a:pt x="1540" y="1641"/>
                  </a:cubicBezTo>
                  <a:cubicBezTo>
                    <a:pt x="2010" y="2219"/>
                    <a:pt x="2428" y="2838"/>
                    <a:pt x="2787" y="3490"/>
                  </a:cubicBezTo>
                  <a:cubicBezTo>
                    <a:pt x="3148" y="4143"/>
                    <a:pt x="3459" y="4822"/>
                    <a:pt x="3707" y="5527"/>
                  </a:cubicBezTo>
                  <a:cubicBezTo>
                    <a:pt x="3954" y="6226"/>
                    <a:pt x="4138" y="6950"/>
                    <a:pt x="4257" y="7682"/>
                  </a:cubicBezTo>
                  <a:cubicBezTo>
                    <a:pt x="4318" y="8050"/>
                    <a:pt x="4360" y="8421"/>
                    <a:pt x="4389" y="8792"/>
                  </a:cubicBezTo>
                  <a:cubicBezTo>
                    <a:pt x="4418" y="9163"/>
                    <a:pt x="4415" y="9535"/>
                    <a:pt x="4444" y="9905"/>
                  </a:cubicBezTo>
                  <a:cubicBezTo>
                    <a:pt x="4447" y="9948"/>
                    <a:pt x="4455" y="9988"/>
                    <a:pt x="4464" y="10029"/>
                  </a:cubicBezTo>
                  <a:cubicBezTo>
                    <a:pt x="4471" y="10075"/>
                    <a:pt x="4473" y="10123"/>
                    <a:pt x="4476" y="10170"/>
                  </a:cubicBezTo>
                  <a:cubicBezTo>
                    <a:pt x="4477" y="10187"/>
                    <a:pt x="4490" y="10195"/>
                    <a:pt x="4504" y="10195"/>
                  </a:cubicBezTo>
                  <a:cubicBezTo>
                    <a:pt x="4519" y="10195"/>
                    <a:pt x="4534" y="10186"/>
                    <a:pt x="4537" y="10169"/>
                  </a:cubicBezTo>
                  <a:cubicBezTo>
                    <a:pt x="4552" y="10074"/>
                    <a:pt x="4579" y="9981"/>
                    <a:pt x="4588" y="9886"/>
                  </a:cubicBezTo>
                  <a:cubicBezTo>
                    <a:pt x="4598" y="9793"/>
                    <a:pt x="4606" y="9702"/>
                    <a:pt x="4608" y="9609"/>
                  </a:cubicBezTo>
                  <a:cubicBezTo>
                    <a:pt x="4612" y="9416"/>
                    <a:pt x="4605" y="9224"/>
                    <a:pt x="4597" y="9032"/>
                  </a:cubicBezTo>
                  <a:cubicBezTo>
                    <a:pt x="4578" y="8658"/>
                    <a:pt x="4544" y="8284"/>
                    <a:pt x="4489" y="7912"/>
                  </a:cubicBezTo>
                  <a:cubicBezTo>
                    <a:pt x="4381" y="7164"/>
                    <a:pt x="4202" y="6425"/>
                    <a:pt x="3963" y="5707"/>
                  </a:cubicBezTo>
                  <a:cubicBezTo>
                    <a:pt x="3726" y="4995"/>
                    <a:pt x="3427" y="4303"/>
                    <a:pt x="3070" y="3641"/>
                  </a:cubicBezTo>
                  <a:cubicBezTo>
                    <a:pt x="2713" y="2980"/>
                    <a:pt x="2288" y="2352"/>
                    <a:pt x="1818" y="1767"/>
                  </a:cubicBezTo>
                  <a:cubicBezTo>
                    <a:pt x="1580" y="1471"/>
                    <a:pt x="1331" y="1188"/>
                    <a:pt x="1067" y="917"/>
                  </a:cubicBezTo>
                  <a:cubicBezTo>
                    <a:pt x="808" y="649"/>
                    <a:pt x="537" y="383"/>
                    <a:pt x="246" y="150"/>
                  </a:cubicBezTo>
                  <a:cubicBezTo>
                    <a:pt x="210" y="121"/>
                    <a:pt x="176" y="94"/>
                    <a:pt x="140" y="67"/>
                  </a:cubicBezTo>
                  <a:cubicBezTo>
                    <a:pt x="106" y="40"/>
                    <a:pt x="63" y="23"/>
                    <a:pt x="25" y="2"/>
                  </a:cubicBezTo>
                  <a:cubicBezTo>
                    <a:pt x="23" y="1"/>
                    <a:pt x="21" y="0"/>
                    <a:pt x="1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790;p29"/>
            <p:cNvSpPr/>
            <p:nvPr/>
          </p:nvSpPr>
          <p:spPr>
            <a:xfrm>
              <a:off x="4721760" y="2454480"/>
              <a:ext cx="307800" cy="27936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279360"/>
                <a:gd name="textAreaBottom" fmla="*/ 279720 h 279360"/>
              </a:gdLst>
              <a:ahLst/>
              <a:cxnLst/>
              <a:rect l="textAreaLeft" t="textAreaTop" r="textAreaRight" b="textAreaBottom"/>
              <a:pathLst>
                <a:path w="4634" h="4208">
                  <a:moveTo>
                    <a:pt x="4597" y="0"/>
                  </a:moveTo>
                  <a:cubicBezTo>
                    <a:pt x="4588" y="0"/>
                    <a:pt x="4580" y="4"/>
                    <a:pt x="4573" y="12"/>
                  </a:cubicBezTo>
                  <a:cubicBezTo>
                    <a:pt x="4506" y="89"/>
                    <a:pt x="4452" y="177"/>
                    <a:pt x="4396" y="261"/>
                  </a:cubicBezTo>
                  <a:cubicBezTo>
                    <a:pt x="4383" y="282"/>
                    <a:pt x="4364" y="302"/>
                    <a:pt x="4351" y="322"/>
                  </a:cubicBezTo>
                  <a:cubicBezTo>
                    <a:pt x="4337" y="342"/>
                    <a:pt x="4324" y="364"/>
                    <a:pt x="4308" y="385"/>
                  </a:cubicBezTo>
                  <a:cubicBezTo>
                    <a:pt x="4280" y="428"/>
                    <a:pt x="4251" y="472"/>
                    <a:pt x="4220" y="514"/>
                  </a:cubicBezTo>
                  <a:cubicBezTo>
                    <a:pt x="4105" y="682"/>
                    <a:pt x="3991" y="849"/>
                    <a:pt x="3869" y="1011"/>
                  </a:cubicBezTo>
                  <a:cubicBezTo>
                    <a:pt x="3747" y="1173"/>
                    <a:pt x="3621" y="1332"/>
                    <a:pt x="3489" y="1488"/>
                  </a:cubicBezTo>
                  <a:cubicBezTo>
                    <a:pt x="3423" y="1565"/>
                    <a:pt x="3356" y="1642"/>
                    <a:pt x="3288" y="1716"/>
                  </a:cubicBezTo>
                  <a:cubicBezTo>
                    <a:pt x="3254" y="1755"/>
                    <a:pt x="3218" y="1793"/>
                    <a:pt x="3183" y="1832"/>
                  </a:cubicBezTo>
                  <a:lnTo>
                    <a:pt x="3133" y="1885"/>
                  </a:lnTo>
                  <a:cubicBezTo>
                    <a:pt x="3123" y="1895"/>
                    <a:pt x="3116" y="1905"/>
                    <a:pt x="3106" y="1914"/>
                  </a:cubicBezTo>
                  <a:cubicBezTo>
                    <a:pt x="3103" y="1918"/>
                    <a:pt x="3099" y="1921"/>
                    <a:pt x="3096" y="1925"/>
                  </a:cubicBezTo>
                  <a:lnTo>
                    <a:pt x="3096" y="1925"/>
                  </a:lnTo>
                  <a:cubicBezTo>
                    <a:pt x="3097" y="1924"/>
                    <a:pt x="3097" y="1923"/>
                    <a:pt x="3097" y="1923"/>
                  </a:cubicBezTo>
                  <a:lnTo>
                    <a:pt x="3097" y="1923"/>
                  </a:lnTo>
                  <a:cubicBezTo>
                    <a:pt x="3097" y="1923"/>
                    <a:pt x="3097" y="1924"/>
                    <a:pt x="3096" y="1925"/>
                  </a:cubicBezTo>
                  <a:cubicBezTo>
                    <a:pt x="3096" y="1925"/>
                    <a:pt x="3096" y="1925"/>
                    <a:pt x="3096" y="1925"/>
                  </a:cubicBezTo>
                  <a:lnTo>
                    <a:pt x="3096" y="1925"/>
                  </a:lnTo>
                  <a:cubicBezTo>
                    <a:pt x="3094" y="1928"/>
                    <a:pt x="3087" y="1935"/>
                    <a:pt x="3085" y="1936"/>
                  </a:cubicBezTo>
                  <a:cubicBezTo>
                    <a:pt x="2804" y="2230"/>
                    <a:pt x="2503" y="2507"/>
                    <a:pt x="2189" y="2765"/>
                  </a:cubicBezTo>
                  <a:cubicBezTo>
                    <a:pt x="1873" y="3025"/>
                    <a:pt x="1542" y="3267"/>
                    <a:pt x="1199" y="3487"/>
                  </a:cubicBezTo>
                  <a:cubicBezTo>
                    <a:pt x="1030" y="3594"/>
                    <a:pt x="860" y="3701"/>
                    <a:pt x="687" y="3802"/>
                  </a:cubicBezTo>
                  <a:cubicBezTo>
                    <a:pt x="511" y="3905"/>
                    <a:pt x="337" y="4010"/>
                    <a:pt x="154" y="4101"/>
                  </a:cubicBezTo>
                  <a:cubicBezTo>
                    <a:pt x="109" y="4125"/>
                    <a:pt x="64" y="4147"/>
                    <a:pt x="17" y="4168"/>
                  </a:cubicBezTo>
                  <a:cubicBezTo>
                    <a:pt x="0" y="4178"/>
                    <a:pt x="10" y="4208"/>
                    <a:pt x="29" y="4208"/>
                  </a:cubicBezTo>
                  <a:cubicBezTo>
                    <a:pt x="32" y="4208"/>
                    <a:pt x="34" y="4207"/>
                    <a:pt x="38" y="4206"/>
                  </a:cubicBezTo>
                  <a:cubicBezTo>
                    <a:pt x="134" y="4166"/>
                    <a:pt x="229" y="4122"/>
                    <a:pt x="323" y="4080"/>
                  </a:cubicBezTo>
                  <a:cubicBezTo>
                    <a:pt x="416" y="4038"/>
                    <a:pt x="510" y="3998"/>
                    <a:pt x="601" y="3955"/>
                  </a:cubicBezTo>
                  <a:cubicBezTo>
                    <a:pt x="786" y="3868"/>
                    <a:pt x="965" y="3769"/>
                    <a:pt x="1143" y="3666"/>
                  </a:cubicBezTo>
                  <a:cubicBezTo>
                    <a:pt x="1498" y="3459"/>
                    <a:pt x="1837" y="3219"/>
                    <a:pt x="2161" y="2963"/>
                  </a:cubicBezTo>
                  <a:cubicBezTo>
                    <a:pt x="2484" y="2709"/>
                    <a:pt x="2788" y="2436"/>
                    <a:pt x="3077" y="2145"/>
                  </a:cubicBezTo>
                  <a:cubicBezTo>
                    <a:pt x="3368" y="1850"/>
                    <a:pt x="3643" y="1538"/>
                    <a:pt x="3895" y="1210"/>
                  </a:cubicBezTo>
                  <a:cubicBezTo>
                    <a:pt x="4018" y="1050"/>
                    <a:pt x="4138" y="885"/>
                    <a:pt x="4252" y="717"/>
                  </a:cubicBezTo>
                  <a:cubicBezTo>
                    <a:pt x="4312" y="631"/>
                    <a:pt x="4364" y="543"/>
                    <a:pt x="4418" y="453"/>
                  </a:cubicBezTo>
                  <a:cubicBezTo>
                    <a:pt x="4472" y="364"/>
                    <a:pt x="4517" y="272"/>
                    <a:pt x="4565" y="179"/>
                  </a:cubicBezTo>
                  <a:cubicBezTo>
                    <a:pt x="4576" y="157"/>
                    <a:pt x="4587" y="137"/>
                    <a:pt x="4598" y="115"/>
                  </a:cubicBezTo>
                  <a:cubicBezTo>
                    <a:pt x="4610" y="91"/>
                    <a:pt x="4617" y="66"/>
                    <a:pt x="4626" y="40"/>
                  </a:cubicBezTo>
                  <a:cubicBezTo>
                    <a:pt x="4633" y="18"/>
                    <a:pt x="4616" y="0"/>
                    <a:pt x="459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791;p29"/>
            <p:cNvSpPr/>
            <p:nvPr/>
          </p:nvSpPr>
          <p:spPr>
            <a:xfrm>
              <a:off x="5009760" y="2397240"/>
              <a:ext cx="36000" cy="594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59400"/>
                <a:gd name="textAreaBottom" fmla="*/ 59760 h 59400"/>
              </a:gdLst>
              <a:ahLst/>
              <a:cxnLst/>
              <a:rect l="textAreaLeft" t="textAreaTop" r="textAreaRight" b="textAreaBottom"/>
              <a:pathLst>
                <a:path w="546" h="899">
                  <a:moveTo>
                    <a:pt x="128" y="0"/>
                  </a:moveTo>
                  <a:cubicBezTo>
                    <a:pt x="105" y="0"/>
                    <a:pt x="81" y="15"/>
                    <a:pt x="74" y="36"/>
                  </a:cubicBezTo>
                  <a:cubicBezTo>
                    <a:pt x="0" y="253"/>
                    <a:pt x="11" y="493"/>
                    <a:pt x="99" y="704"/>
                  </a:cubicBezTo>
                  <a:cubicBezTo>
                    <a:pt x="110" y="731"/>
                    <a:pt x="123" y="759"/>
                    <a:pt x="138" y="785"/>
                  </a:cubicBezTo>
                  <a:cubicBezTo>
                    <a:pt x="154" y="816"/>
                    <a:pt x="175" y="843"/>
                    <a:pt x="195" y="869"/>
                  </a:cubicBezTo>
                  <a:cubicBezTo>
                    <a:pt x="203" y="879"/>
                    <a:pt x="216" y="886"/>
                    <a:pt x="229" y="886"/>
                  </a:cubicBezTo>
                  <a:cubicBezTo>
                    <a:pt x="232" y="886"/>
                    <a:pt x="235" y="886"/>
                    <a:pt x="239" y="885"/>
                  </a:cubicBezTo>
                  <a:cubicBezTo>
                    <a:pt x="239" y="885"/>
                    <a:pt x="240" y="885"/>
                    <a:pt x="240" y="885"/>
                  </a:cubicBezTo>
                  <a:lnTo>
                    <a:pt x="240" y="885"/>
                  </a:lnTo>
                  <a:cubicBezTo>
                    <a:pt x="244" y="889"/>
                    <a:pt x="248" y="893"/>
                    <a:pt x="253" y="896"/>
                  </a:cubicBezTo>
                  <a:cubicBezTo>
                    <a:pt x="256" y="898"/>
                    <a:pt x="259" y="898"/>
                    <a:pt x="263" y="898"/>
                  </a:cubicBezTo>
                  <a:cubicBezTo>
                    <a:pt x="276" y="898"/>
                    <a:pt x="288" y="885"/>
                    <a:pt x="281" y="873"/>
                  </a:cubicBezTo>
                  <a:cubicBezTo>
                    <a:pt x="280" y="869"/>
                    <a:pt x="277" y="864"/>
                    <a:pt x="275" y="860"/>
                  </a:cubicBezTo>
                  <a:lnTo>
                    <a:pt x="275" y="860"/>
                  </a:lnTo>
                  <a:cubicBezTo>
                    <a:pt x="281" y="847"/>
                    <a:pt x="285" y="832"/>
                    <a:pt x="278" y="818"/>
                  </a:cubicBezTo>
                  <a:cubicBezTo>
                    <a:pt x="265" y="795"/>
                    <a:pt x="254" y="772"/>
                    <a:pt x="243" y="749"/>
                  </a:cubicBezTo>
                  <a:cubicBezTo>
                    <a:pt x="231" y="725"/>
                    <a:pt x="220" y="702"/>
                    <a:pt x="209" y="676"/>
                  </a:cubicBezTo>
                  <a:cubicBezTo>
                    <a:pt x="199" y="653"/>
                    <a:pt x="190" y="630"/>
                    <a:pt x="181" y="605"/>
                  </a:cubicBezTo>
                  <a:cubicBezTo>
                    <a:pt x="180" y="603"/>
                    <a:pt x="179" y="598"/>
                    <a:pt x="179" y="594"/>
                  </a:cubicBezTo>
                  <a:cubicBezTo>
                    <a:pt x="179" y="593"/>
                    <a:pt x="178" y="590"/>
                    <a:pt x="178" y="590"/>
                  </a:cubicBezTo>
                  <a:lnTo>
                    <a:pt x="178" y="590"/>
                  </a:lnTo>
                  <a:cubicBezTo>
                    <a:pt x="178" y="590"/>
                    <a:pt x="178" y="590"/>
                    <a:pt x="179" y="593"/>
                  </a:cubicBezTo>
                  <a:cubicBezTo>
                    <a:pt x="177" y="587"/>
                    <a:pt x="176" y="582"/>
                    <a:pt x="175" y="578"/>
                  </a:cubicBezTo>
                  <a:cubicBezTo>
                    <a:pt x="170" y="564"/>
                    <a:pt x="168" y="552"/>
                    <a:pt x="165" y="538"/>
                  </a:cubicBezTo>
                  <a:cubicBezTo>
                    <a:pt x="153" y="488"/>
                    <a:pt x="146" y="435"/>
                    <a:pt x="143" y="383"/>
                  </a:cubicBezTo>
                  <a:cubicBezTo>
                    <a:pt x="143" y="377"/>
                    <a:pt x="143" y="371"/>
                    <a:pt x="142" y="365"/>
                  </a:cubicBezTo>
                  <a:lnTo>
                    <a:pt x="142" y="355"/>
                  </a:lnTo>
                  <a:lnTo>
                    <a:pt x="142" y="313"/>
                  </a:lnTo>
                  <a:cubicBezTo>
                    <a:pt x="143" y="289"/>
                    <a:pt x="144" y="262"/>
                    <a:pt x="147" y="237"/>
                  </a:cubicBezTo>
                  <a:cubicBezTo>
                    <a:pt x="151" y="207"/>
                    <a:pt x="155" y="179"/>
                    <a:pt x="162" y="150"/>
                  </a:cubicBezTo>
                  <a:lnTo>
                    <a:pt x="164" y="138"/>
                  </a:lnTo>
                  <a:lnTo>
                    <a:pt x="164" y="138"/>
                  </a:lnTo>
                  <a:cubicBezTo>
                    <a:pt x="166" y="140"/>
                    <a:pt x="168" y="141"/>
                    <a:pt x="169" y="143"/>
                  </a:cubicBezTo>
                  <a:cubicBezTo>
                    <a:pt x="170" y="144"/>
                    <a:pt x="179" y="152"/>
                    <a:pt x="179" y="152"/>
                  </a:cubicBezTo>
                  <a:cubicBezTo>
                    <a:pt x="179" y="152"/>
                    <a:pt x="178" y="151"/>
                    <a:pt x="175" y="148"/>
                  </a:cubicBezTo>
                  <a:lnTo>
                    <a:pt x="175" y="148"/>
                  </a:lnTo>
                  <a:cubicBezTo>
                    <a:pt x="181" y="155"/>
                    <a:pt x="188" y="164"/>
                    <a:pt x="195" y="170"/>
                  </a:cubicBezTo>
                  <a:cubicBezTo>
                    <a:pt x="202" y="179"/>
                    <a:pt x="208" y="187"/>
                    <a:pt x="214" y="195"/>
                  </a:cubicBezTo>
                  <a:cubicBezTo>
                    <a:pt x="217" y="201"/>
                    <a:pt x="221" y="204"/>
                    <a:pt x="224" y="210"/>
                  </a:cubicBezTo>
                  <a:cubicBezTo>
                    <a:pt x="223" y="207"/>
                    <a:pt x="222" y="206"/>
                    <a:pt x="222" y="206"/>
                  </a:cubicBezTo>
                  <a:lnTo>
                    <a:pt x="222" y="206"/>
                  </a:lnTo>
                  <a:cubicBezTo>
                    <a:pt x="222" y="206"/>
                    <a:pt x="225" y="211"/>
                    <a:pt x="225" y="214"/>
                  </a:cubicBezTo>
                  <a:cubicBezTo>
                    <a:pt x="236" y="234"/>
                    <a:pt x="246" y="254"/>
                    <a:pt x="254" y="273"/>
                  </a:cubicBezTo>
                  <a:lnTo>
                    <a:pt x="266" y="306"/>
                  </a:lnTo>
                  <a:cubicBezTo>
                    <a:pt x="268" y="311"/>
                    <a:pt x="269" y="316"/>
                    <a:pt x="270" y="319"/>
                  </a:cubicBezTo>
                  <a:cubicBezTo>
                    <a:pt x="270" y="321"/>
                    <a:pt x="274" y="333"/>
                    <a:pt x="275" y="333"/>
                  </a:cubicBezTo>
                  <a:cubicBezTo>
                    <a:pt x="275" y="333"/>
                    <a:pt x="274" y="332"/>
                    <a:pt x="274" y="329"/>
                  </a:cubicBezTo>
                  <a:lnTo>
                    <a:pt x="274" y="329"/>
                  </a:lnTo>
                  <a:cubicBezTo>
                    <a:pt x="280" y="351"/>
                    <a:pt x="286" y="373"/>
                    <a:pt x="290" y="394"/>
                  </a:cubicBezTo>
                  <a:cubicBezTo>
                    <a:pt x="299" y="439"/>
                    <a:pt x="308" y="484"/>
                    <a:pt x="313" y="530"/>
                  </a:cubicBezTo>
                  <a:cubicBezTo>
                    <a:pt x="317" y="558"/>
                    <a:pt x="341" y="572"/>
                    <a:pt x="366" y="572"/>
                  </a:cubicBezTo>
                  <a:cubicBezTo>
                    <a:pt x="385" y="572"/>
                    <a:pt x="405" y="563"/>
                    <a:pt x="412" y="541"/>
                  </a:cubicBezTo>
                  <a:cubicBezTo>
                    <a:pt x="458" y="406"/>
                    <a:pt x="500" y="270"/>
                    <a:pt x="544" y="135"/>
                  </a:cubicBezTo>
                  <a:cubicBezTo>
                    <a:pt x="545" y="129"/>
                    <a:pt x="540" y="122"/>
                    <a:pt x="535" y="122"/>
                  </a:cubicBezTo>
                  <a:cubicBezTo>
                    <a:pt x="532" y="122"/>
                    <a:pt x="530" y="123"/>
                    <a:pt x="528" y="126"/>
                  </a:cubicBezTo>
                  <a:cubicBezTo>
                    <a:pt x="483" y="206"/>
                    <a:pt x="437" y="287"/>
                    <a:pt x="391" y="368"/>
                  </a:cubicBezTo>
                  <a:lnTo>
                    <a:pt x="391" y="368"/>
                  </a:lnTo>
                  <a:cubicBezTo>
                    <a:pt x="359" y="217"/>
                    <a:pt x="294" y="70"/>
                    <a:pt x="147" y="4"/>
                  </a:cubicBezTo>
                  <a:cubicBezTo>
                    <a:pt x="141" y="2"/>
                    <a:pt x="134" y="0"/>
                    <a:pt x="12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792;p29"/>
            <p:cNvSpPr/>
            <p:nvPr/>
          </p:nvSpPr>
          <p:spPr>
            <a:xfrm>
              <a:off x="5030640" y="2397960"/>
              <a:ext cx="50400" cy="7128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71280"/>
                <a:gd name="textAreaBottom" fmla="*/ 71640 h 71280"/>
              </a:gdLst>
              <a:ahLst/>
              <a:cxnLst/>
              <a:rect l="textAreaLeft" t="textAreaTop" r="textAreaRight" b="textAreaBottom"/>
              <a:pathLst>
                <a:path w="762" h="1079">
                  <a:moveTo>
                    <a:pt x="544" y="804"/>
                  </a:moveTo>
                  <a:cubicBezTo>
                    <a:pt x="544" y="804"/>
                    <a:pt x="544" y="804"/>
                    <a:pt x="543" y="805"/>
                  </a:cubicBezTo>
                  <a:cubicBezTo>
                    <a:pt x="542" y="805"/>
                    <a:pt x="542" y="806"/>
                    <a:pt x="542" y="806"/>
                  </a:cubicBezTo>
                  <a:lnTo>
                    <a:pt x="542" y="806"/>
                  </a:lnTo>
                  <a:cubicBezTo>
                    <a:pt x="543" y="805"/>
                    <a:pt x="545" y="804"/>
                    <a:pt x="544" y="804"/>
                  </a:cubicBezTo>
                  <a:close/>
                  <a:moveTo>
                    <a:pt x="107" y="938"/>
                  </a:moveTo>
                  <a:cubicBezTo>
                    <a:pt x="107" y="938"/>
                    <a:pt x="107" y="938"/>
                    <a:pt x="107" y="938"/>
                  </a:cubicBezTo>
                  <a:lnTo>
                    <a:pt x="107" y="938"/>
                  </a:lnTo>
                  <a:cubicBezTo>
                    <a:pt x="107" y="938"/>
                    <a:pt x="107" y="938"/>
                    <a:pt x="107" y="938"/>
                  </a:cubicBezTo>
                  <a:lnTo>
                    <a:pt x="107" y="938"/>
                  </a:lnTo>
                  <a:cubicBezTo>
                    <a:pt x="107" y="938"/>
                    <a:pt x="107" y="938"/>
                    <a:pt x="107" y="938"/>
                  </a:cubicBezTo>
                  <a:close/>
                  <a:moveTo>
                    <a:pt x="431" y="0"/>
                  </a:moveTo>
                  <a:cubicBezTo>
                    <a:pt x="426" y="0"/>
                    <a:pt x="420" y="3"/>
                    <a:pt x="418" y="10"/>
                  </a:cubicBezTo>
                  <a:cubicBezTo>
                    <a:pt x="344" y="185"/>
                    <a:pt x="267" y="358"/>
                    <a:pt x="204" y="537"/>
                  </a:cubicBezTo>
                  <a:cubicBezTo>
                    <a:pt x="193" y="569"/>
                    <a:pt x="217" y="602"/>
                    <a:pt x="248" y="602"/>
                  </a:cubicBezTo>
                  <a:cubicBezTo>
                    <a:pt x="254" y="602"/>
                    <a:pt x="261" y="601"/>
                    <a:pt x="267" y="597"/>
                  </a:cubicBezTo>
                  <a:cubicBezTo>
                    <a:pt x="381" y="545"/>
                    <a:pt x="494" y="492"/>
                    <a:pt x="607" y="438"/>
                  </a:cubicBezTo>
                  <a:lnTo>
                    <a:pt x="607" y="438"/>
                  </a:lnTo>
                  <a:cubicBezTo>
                    <a:pt x="601" y="455"/>
                    <a:pt x="595" y="472"/>
                    <a:pt x="588" y="489"/>
                  </a:cubicBezTo>
                  <a:cubicBezTo>
                    <a:pt x="582" y="502"/>
                    <a:pt x="577" y="514"/>
                    <a:pt x="571" y="525"/>
                  </a:cubicBezTo>
                  <a:cubicBezTo>
                    <a:pt x="571" y="526"/>
                    <a:pt x="565" y="537"/>
                    <a:pt x="565" y="537"/>
                  </a:cubicBezTo>
                  <a:cubicBezTo>
                    <a:pt x="565" y="537"/>
                    <a:pt x="565" y="537"/>
                    <a:pt x="566" y="535"/>
                  </a:cubicBezTo>
                  <a:lnTo>
                    <a:pt x="566" y="535"/>
                  </a:lnTo>
                  <a:cubicBezTo>
                    <a:pt x="564" y="540"/>
                    <a:pt x="559" y="546"/>
                    <a:pt x="557" y="552"/>
                  </a:cubicBezTo>
                  <a:cubicBezTo>
                    <a:pt x="543" y="574"/>
                    <a:pt x="530" y="596"/>
                    <a:pt x="513" y="615"/>
                  </a:cubicBezTo>
                  <a:cubicBezTo>
                    <a:pt x="504" y="625"/>
                    <a:pt x="498" y="635"/>
                    <a:pt x="489" y="645"/>
                  </a:cubicBezTo>
                  <a:cubicBezTo>
                    <a:pt x="486" y="650"/>
                    <a:pt x="481" y="655"/>
                    <a:pt x="476" y="660"/>
                  </a:cubicBezTo>
                  <a:lnTo>
                    <a:pt x="467" y="668"/>
                  </a:lnTo>
                  <a:cubicBezTo>
                    <a:pt x="448" y="687"/>
                    <a:pt x="428" y="704"/>
                    <a:pt x="407" y="719"/>
                  </a:cubicBezTo>
                  <a:cubicBezTo>
                    <a:pt x="405" y="720"/>
                    <a:pt x="404" y="721"/>
                    <a:pt x="403" y="722"/>
                  </a:cubicBezTo>
                  <a:lnTo>
                    <a:pt x="403" y="722"/>
                  </a:lnTo>
                  <a:cubicBezTo>
                    <a:pt x="392" y="726"/>
                    <a:pt x="381" y="730"/>
                    <a:pt x="370" y="735"/>
                  </a:cubicBezTo>
                  <a:cubicBezTo>
                    <a:pt x="332" y="751"/>
                    <a:pt x="295" y="773"/>
                    <a:pt x="261" y="799"/>
                  </a:cubicBezTo>
                  <a:cubicBezTo>
                    <a:pt x="241" y="814"/>
                    <a:pt x="235" y="842"/>
                    <a:pt x="245" y="863"/>
                  </a:cubicBezTo>
                  <a:cubicBezTo>
                    <a:pt x="252" y="879"/>
                    <a:pt x="272" y="894"/>
                    <a:pt x="292" y="894"/>
                  </a:cubicBezTo>
                  <a:cubicBezTo>
                    <a:pt x="296" y="894"/>
                    <a:pt x="299" y="894"/>
                    <a:pt x="302" y="893"/>
                  </a:cubicBezTo>
                  <a:cubicBezTo>
                    <a:pt x="384" y="868"/>
                    <a:pt x="459" y="819"/>
                    <a:pt x="520" y="761"/>
                  </a:cubicBezTo>
                  <a:lnTo>
                    <a:pt x="520" y="761"/>
                  </a:lnTo>
                  <a:cubicBezTo>
                    <a:pt x="548" y="753"/>
                    <a:pt x="576" y="747"/>
                    <a:pt x="604" y="743"/>
                  </a:cubicBezTo>
                  <a:cubicBezTo>
                    <a:pt x="615" y="742"/>
                    <a:pt x="624" y="741"/>
                    <a:pt x="634" y="741"/>
                  </a:cubicBezTo>
                  <a:cubicBezTo>
                    <a:pt x="638" y="741"/>
                    <a:pt x="642" y="741"/>
                    <a:pt x="647" y="741"/>
                  </a:cubicBezTo>
                  <a:lnTo>
                    <a:pt x="647" y="741"/>
                  </a:lnTo>
                  <a:cubicBezTo>
                    <a:pt x="630" y="754"/>
                    <a:pt x="610" y="768"/>
                    <a:pt x="596" y="776"/>
                  </a:cubicBezTo>
                  <a:cubicBezTo>
                    <a:pt x="591" y="779"/>
                    <a:pt x="579" y="786"/>
                    <a:pt x="570" y="790"/>
                  </a:cubicBezTo>
                  <a:cubicBezTo>
                    <a:pt x="563" y="794"/>
                    <a:pt x="554" y="799"/>
                    <a:pt x="546" y="804"/>
                  </a:cubicBezTo>
                  <a:cubicBezTo>
                    <a:pt x="546" y="804"/>
                    <a:pt x="542" y="807"/>
                    <a:pt x="541" y="807"/>
                  </a:cubicBezTo>
                  <a:cubicBezTo>
                    <a:pt x="541" y="807"/>
                    <a:pt x="541" y="806"/>
                    <a:pt x="542" y="806"/>
                  </a:cubicBezTo>
                  <a:lnTo>
                    <a:pt x="542" y="806"/>
                  </a:lnTo>
                  <a:cubicBezTo>
                    <a:pt x="540" y="807"/>
                    <a:pt x="538" y="808"/>
                    <a:pt x="537" y="808"/>
                  </a:cubicBezTo>
                  <a:cubicBezTo>
                    <a:pt x="516" y="820"/>
                    <a:pt x="497" y="831"/>
                    <a:pt x="476" y="842"/>
                  </a:cubicBezTo>
                  <a:cubicBezTo>
                    <a:pt x="432" y="864"/>
                    <a:pt x="387" y="880"/>
                    <a:pt x="341" y="896"/>
                  </a:cubicBezTo>
                  <a:cubicBezTo>
                    <a:pt x="332" y="899"/>
                    <a:pt x="321" y="904"/>
                    <a:pt x="310" y="905"/>
                  </a:cubicBezTo>
                  <a:lnTo>
                    <a:pt x="302" y="907"/>
                  </a:lnTo>
                  <a:cubicBezTo>
                    <a:pt x="297" y="908"/>
                    <a:pt x="290" y="909"/>
                    <a:pt x="285" y="913"/>
                  </a:cubicBezTo>
                  <a:cubicBezTo>
                    <a:pt x="262" y="918"/>
                    <a:pt x="239" y="924"/>
                    <a:pt x="214" y="927"/>
                  </a:cubicBezTo>
                  <a:cubicBezTo>
                    <a:pt x="187" y="931"/>
                    <a:pt x="162" y="936"/>
                    <a:pt x="134" y="937"/>
                  </a:cubicBezTo>
                  <a:cubicBezTo>
                    <a:pt x="127" y="937"/>
                    <a:pt x="121" y="938"/>
                    <a:pt x="115" y="938"/>
                  </a:cubicBezTo>
                  <a:cubicBezTo>
                    <a:pt x="114" y="938"/>
                    <a:pt x="114" y="938"/>
                    <a:pt x="113" y="938"/>
                  </a:cubicBezTo>
                  <a:lnTo>
                    <a:pt x="113" y="938"/>
                  </a:lnTo>
                  <a:cubicBezTo>
                    <a:pt x="113" y="938"/>
                    <a:pt x="111" y="938"/>
                    <a:pt x="109" y="938"/>
                  </a:cubicBezTo>
                  <a:cubicBezTo>
                    <a:pt x="108" y="938"/>
                    <a:pt x="108" y="938"/>
                    <a:pt x="107" y="938"/>
                  </a:cubicBezTo>
                  <a:lnTo>
                    <a:pt x="107" y="938"/>
                  </a:lnTo>
                  <a:cubicBezTo>
                    <a:pt x="107" y="938"/>
                    <a:pt x="108" y="939"/>
                    <a:pt x="110" y="939"/>
                  </a:cubicBezTo>
                  <a:lnTo>
                    <a:pt x="110" y="939"/>
                  </a:lnTo>
                  <a:cubicBezTo>
                    <a:pt x="109" y="939"/>
                    <a:pt x="109" y="939"/>
                    <a:pt x="109" y="939"/>
                  </a:cubicBezTo>
                  <a:cubicBezTo>
                    <a:pt x="108" y="939"/>
                    <a:pt x="107" y="939"/>
                    <a:pt x="107" y="938"/>
                  </a:cubicBezTo>
                  <a:lnTo>
                    <a:pt x="107" y="938"/>
                  </a:lnTo>
                  <a:cubicBezTo>
                    <a:pt x="91" y="938"/>
                    <a:pt x="77" y="940"/>
                    <a:pt x="63" y="946"/>
                  </a:cubicBezTo>
                  <a:cubicBezTo>
                    <a:pt x="61" y="946"/>
                    <a:pt x="58" y="947"/>
                    <a:pt x="57" y="947"/>
                  </a:cubicBezTo>
                  <a:cubicBezTo>
                    <a:pt x="57" y="947"/>
                    <a:pt x="58" y="946"/>
                    <a:pt x="61" y="946"/>
                  </a:cubicBezTo>
                  <a:cubicBezTo>
                    <a:pt x="63" y="945"/>
                    <a:pt x="64" y="944"/>
                    <a:pt x="64" y="944"/>
                  </a:cubicBezTo>
                  <a:lnTo>
                    <a:pt x="64" y="944"/>
                  </a:lnTo>
                  <a:cubicBezTo>
                    <a:pt x="63" y="944"/>
                    <a:pt x="54" y="947"/>
                    <a:pt x="54" y="947"/>
                  </a:cubicBezTo>
                  <a:cubicBezTo>
                    <a:pt x="28" y="953"/>
                    <a:pt x="5" y="973"/>
                    <a:pt x="3" y="1002"/>
                  </a:cubicBezTo>
                  <a:cubicBezTo>
                    <a:pt x="0" y="1028"/>
                    <a:pt x="15" y="1056"/>
                    <a:pt x="41" y="1066"/>
                  </a:cubicBezTo>
                  <a:cubicBezTo>
                    <a:pt x="55" y="1072"/>
                    <a:pt x="71" y="1077"/>
                    <a:pt x="86" y="1078"/>
                  </a:cubicBezTo>
                  <a:cubicBezTo>
                    <a:pt x="91" y="1079"/>
                    <a:pt x="96" y="1079"/>
                    <a:pt x="102" y="1079"/>
                  </a:cubicBezTo>
                  <a:cubicBezTo>
                    <a:pt x="115" y="1079"/>
                    <a:pt x="128" y="1078"/>
                    <a:pt x="141" y="1077"/>
                  </a:cubicBezTo>
                  <a:cubicBezTo>
                    <a:pt x="165" y="1075"/>
                    <a:pt x="190" y="1073"/>
                    <a:pt x="213" y="1070"/>
                  </a:cubicBezTo>
                  <a:cubicBezTo>
                    <a:pt x="268" y="1062"/>
                    <a:pt x="322" y="1048"/>
                    <a:pt x="374" y="1031"/>
                  </a:cubicBezTo>
                  <a:cubicBezTo>
                    <a:pt x="422" y="1017"/>
                    <a:pt x="467" y="993"/>
                    <a:pt x="510" y="969"/>
                  </a:cubicBezTo>
                  <a:cubicBezTo>
                    <a:pt x="555" y="941"/>
                    <a:pt x="602" y="913"/>
                    <a:pt x="639" y="875"/>
                  </a:cubicBezTo>
                  <a:cubicBezTo>
                    <a:pt x="661" y="853"/>
                    <a:pt x="681" y="831"/>
                    <a:pt x="702" y="808"/>
                  </a:cubicBezTo>
                  <a:cubicBezTo>
                    <a:pt x="722" y="784"/>
                    <a:pt x="742" y="762"/>
                    <a:pt x="753" y="734"/>
                  </a:cubicBezTo>
                  <a:cubicBezTo>
                    <a:pt x="762" y="713"/>
                    <a:pt x="744" y="690"/>
                    <a:pt x="722" y="690"/>
                  </a:cubicBezTo>
                  <a:cubicBezTo>
                    <a:pt x="720" y="690"/>
                    <a:pt x="719" y="691"/>
                    <a:pt x="717" y="691"/>
                  </a:cubicBezTo>
                  <a:cubicBezTo>
                    <a:pt x="713" y="692"/>
                    <a:pt x="709" y="692"/>
                    <a:pt x="705" y="692"/>
                  </a:cubicBezTo>
                  <a:cubicBezTo>
                    <a:pt x="690" y="692"/>
                    <a:pt x="674" y="689"/>
                    <a:pt x="659" y="689"/>
                  </a:cubicBezTo>
                  <a:lnTo>
                    <a:pt x="602" y="689"/>
                  </a:lnTo>
                  <a:cubicBezTo>
                    <a:pt x="597" y="689"/>
                    <a:pt x="592" y="689"/>
                    <a:pt x="587" y="689"/>
                  </a:cubicBezTo>
                  <a:lnTo>
                    <a:pt x="587" y="689"/>
                  </a:lnTo>
                  <a:cubicBezTo>
                    <a:pt x="630" y="634"/>
                    <a:pt x="666" y="574"/>
                    <a:pt x="690" y="508"/>
                  </a:cubicBezTo>
                  <a:cubicBezTo>
                    <a:pt x="708" y="459"/>
                    <a:pt x="720" y="407"/>
                    <a:pt x="725" y="355"/>
                  </a:cubicBezTo>
                  <a:cubicBezTo>
                    <a:pt x="729" y="324"/>
                    <a:pt x="703" y="299"/>
                    <a:pt x="674" y="299"/>
                  </a:cubicBezTo>
                  <a:cubicBezTo>
                    <a:pt x="667" y="299"/>
                    <a:pt x="660" y="300"/>
                    <a:pt x="654" y="303"/>
                  </a:cubicBezTo>
                  <a:cubicBezTo>
                    <a:pt x="544" y="356"/>
                    <a:pt x="434" y="410"/>
                    <a:pt x="324" y="464"/>
                  </a:cubicBezTo>
                  <a:lnTo>
                    <a:pt x="324" y="464"/>
                  </a:lnTo>
                  <a:cubicBezTo>
                    <a:pt x="368" y="317"/>
                    <a:pt x="404" y="169"/>
                    <a:pt x="444" y="21"/>
                  </a:cubicBezTo>
                  <a:cubicBezTo>
                    <a:pt x="448" y="9"/>
                    <a:pt x="440" y="0"/>
                    <a:pt x="43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640" bIns="35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793;p29"/>
            <p:cNvSpPr/>
            <p:nvPr/>
          </p:nvSpPr>
          <p:spPr>
            <a:xfrm>
              <a:off x="4988520" y="2428560"/>
              <a:ext cx="33480" cy="33840"/>
            </a:xfrm>
            <a:custGeom>
              <a:avLst/>
              <a:gdLst>
                <a:gd name="textAreaLeft" fmla="*/ 0 w 33480"/>
                <a:gd name="textAreaRight" fmla="*/ 33840 w 3348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511" h="512">
                  <a:moveTo>
                    <a:pt x="347" y="161"/>
                  </a:moveTo>
                  <a:lnTo>
                    <a:pt x="347" y="161"/>
                  </a:lnTo>
                  <a:cubicBezTo>
                    <a:pt x="348" y="161"/>
                    <a:pt x="350" y="162"/>
                    <a:pt x="351" y="163"/>
                  </a:cubicBezTo>
                  <a:lnTo>
                    <a:pt x="351" y="163"/>
                  </a:lnTo>
                  <a:cubicBezTo>
                    <a:pt x="350" y="162"/>
                    <a:pt x="349" y="162"/>
                    <a:pt x="347" y="161"/>
                  </a:cubicBezTo>
                  <a:close/>
                  <a:moveTo>
                    <a:pt x="241" y="0"/>
                  </a:moveTo>
                  <a:cubicBezTo>
                    <a:pt x="157" y="0"/>
                    <a:pt x="69" y="31"/>
                    <a:pt x="19" y="103"/>
                  </a:cubicBezTo>
                  <a:cubicBezTo>
                    <a:pt x="1" y="131"/>
                    <a:pt x="6" y="169"/>
                    <a:pt x="34" y="189"/>
                  </a:cubicBezTo>
                  <a:cubicBezTo>
                    <a:pt x="172" y="292"/>
                    <a:pt x="308" y="398"/>
                    <a:pt x="443" y="504"/>
                  </a:cubicBezTo>
                  <a:cubicBezTo>
                    <a:pt x="450" y="509"/>
                    <a:pt x="457" y="511"/>
                    <a:pt x="465" y="511"/>
                  </a:cubicBezTo>
                  <a:cubicBezTo>
                    <a:pt x="478" y="511"/>
                    <a:pt x="491" y="505"/>
                    <a:pt x="498" y="495"/>
                  </a:cubicBezTo>
                  <a:cubicBezTo>
                    <a:pt x="510" y="478"/>
                    <a:pt x="505" y="456"/>
                    <a:pt x="488" y="440"/>
                  </a:cubicBezTo>
                  <a:cubicBezTo>
                    <a:pt x="378" y="341"/>
                    <a:pt x="268" y="244"/>
                    <a:pt x="160" y="143"/>
                  </a:cubicBezTo>
                  <a:lnTo>
                    <a:pt x="160" y="143"/>
                  </a:lnTo>
                  <a:cubicBezTo>
                    <a:pt x="160" y="143"/>
                    <a:pt x="161" y="143"/>
                    <a:pt x="161" y="143"/>
                  </a:cubicBezTo>
                  <a:cubicBezTo>
                    <a:pt x="166" y="140"/>
                    <a:pt x="173" y="138"/>
                    <a:pt x="179" y="136"/>
                  </a:cubicBezTo>
                  <a:lnTo>
                    <a:pt x="179" y="136"/>
                  </a:lnTo>
                  <a:cubicBezTo>
                    <a:pt x="178" y="137"/>
                    <a:pt x="177" y="138"/>
                    <a:pt x="178" y="138"/>
                  </a:cubicBezTo>
                  <a:cubicBezTo>
                    <a:pt x="179" y="138"/>
                    <a:pt x="181" y="136"/>
                    <a:pt x="186" y="133"/>
                  </a:cubicBezTo>
                  <a:lnTo>
                    <a:pt x="186" y="133"/>
                  </a:lnTo>
                  <a:cubicBezTo>
                    <a:pt x="184" y="134"/>
                    <a:pt x="182" y="135"/>
                    <a:pt x="179" y="136"/>
                  </a:cubicBezTo>
                  <a:lnTo>
                    <a:pt x="179" y="136"/>
                  </a:lnTo>
                  <a:cubicBezTo>
                    <a:pt x="180" y="135"/>
                    <a:pt x="182" y="134"/>
                    <a:pt x="184" y="133"/>
                  </a:cubicBezTo>
                  <a:cubicBezTo>
                    <a:pt x="190" y="132"/>
                    <a:pt x="194" y="131"/>
                    <a:pt x="199" y="131"/>
                  </a:cubicBezTo>
                  <a:cubicBezTo>
                    <a:pt x="208" y="129"/>
                    <a:pt x="217" y="127"/>
                    <a:pt x="227" y="127"/>
                  </a:cubicBezTo>
                  <a:lnTo>
                    <a:pt x="239" y="127"/>
                  </a:lnTo>
                  <a:cubicBezTo>
                    <a:pt x="249" y="127"/>
                    <a:pt x="258" y="129"/>
                    <a:pt x="266" y="131"/>
                  </a:cubicBezTo>
                  <a:cubicBezTo>
                    <a:pt x="270" y="132"/>
                    <a:pt x="273" y="132"/>
                    <a:pt x="277" y="132"/>
                  </a:cubicBezTo>
                  <a:lnTo>
                    <a:pt x="277" y="132"/>
                  </a:lnTo>
                  <a:cubicBezTo>
                    <a:pt x="277" y="132"/>
                    <a:pt x="278" y="133"/>
                    <a:pt x="279" y="133"/>
                  </a:cubicBezTo>
                  <a:cubicBezTo>
                    <a:pt x="287" y="136"/>
                    <a:pt x="297" y="138"/>
                    <a:pt x="305" y="142"/>
                  </a:cubicBezTo>
                  <a:cubicBezTo>
                    <a:pt x="314" y="144"/>
                    <a:pt x="321" y="148"/>
                    <a:pt x="330" y="153"/>
                  </a:cubicBezTo>
                  <a:cubicBezTo>
                    <a:pt x="335" y="154"/>
                    <a:pt x="342" y="158"/>
                    <a:pt x="347" y="161"/>
                  </a:cubicBezTo>
                  <a:lnTo>
                    <a:pt x="347" y="161"/>
                  </a:lnTo>
                  <a:cubicBezTo>
                    <a:pt x="347" y="161"/>
                    <a:pt x="346" y="161"/>
                    <a:pt x="345" y="161"/>
                  </a:cubicBezTo>
                  <a:cubicBezTo>
                    <a:pt x="344" y="161"/>
                    <a:pt x="345" y="162"/>
                    <a:pt x="352" y="163"/>
                  </a:cubicBezTo>
                  <a:lnTo>
                    <a:pt x="352" y="163"/>
                  </a:lnTo>
                  <a:cubicBezTo>
                    <a:pt x="351" y="163"/>
                    <a:pt x="351" y="163"/>
                    <a:pt x="351" y="163"/>
                  </a:cubicBezTo>
                  <a:lnTo>
                    <a:pt x="351" y="163"/>
                  </a:lnTo>
                  <a:cubicBezTo>
                    <a:pt x="352" y="163"/>
                    <a:pt x="352" y="163"/>
                    <a:pt x="353" y="164"/>
                  </a:cubicBezTo>
                  <a:cubicBezTo>
                    <a:pt x="353" y="164"/>
                    <a:pt x="352" y="163"/>
                    <a:pt x="352" y="163"/>
                  </a:cubicBezTo>
                  <a:lnTo>
                    <a:pt x="352" y="163"/>
                  </a:lnTo>
                  <a:cubicBezTo>
                    <a:pt x="352" y="163"/>
                    <a:pt x="352" y="164"/>
                    <a:pt x="352" y="164"/>
                  </a:cubicBezTo>
                  <a:lnTo>
                    <a:pt x="364" y="171"/>
                  </a:lnTo>
                  <a:cubicBezTo>
                    <a:pt x="372" y="177"/>
                    <a:pt x="379" y="180"/>
                    <a:pt x="388" y="182"/>
                  </a:cubicBezTo>
                  <a:lnTo>
                    <a:pt x="388" y="182"/>
                  </a:lnTo>
                  <a:cubicBezTo>
                    <a:pt x="388" y="182"/>
                    <a:pt x="388" y="182"/>
                    <a:pt x="388" y="182"/>
                  </a:cubicBezTo>
                  <a:cubicBezTo>
                    <a:pt x="392" y="186"/>
                    <a:pt x="394" y="187"/>
                    <a:pt x="397" y="189"/>
                  </a:cubicBezTo>
                  <a:cubicBezTo>
                    <a:pt x="398" y="191"/>
                    <a:pt x="402" y="192"/>
                    <a:pt x="403" y="193"/>
                  </a:cubicBezTo>
                  <a:cubicBezTo>
                    <a:pt x="409" y="202"/>
                    <a:pt x="416" y="209"/>
                    <a:pt x="426" y="214"/>
                  </a:cubicBezTo>
                  <a:cubicBezTo>
                    <a:pt x="431" y="218"/>
                    <a:pt x="438" y="220"/>
                    <a:pt x="445" y="220"/>
                  </a:cubicBezTo>
                  <a:cubicBezTo>
                    <a:pt x="457" y="220"/>
                    <a:pt x="469" y="213"/>
                    <a:pt x="473" y="200"/>
                  </a:cubicBezTo>
                  <a:cubicBezTo>
                    <a:pt x="480" y="168"/>
                    <a:pt x="467" y="145"/>
                    <a:pt x="456" y="116"/>
                  </a:cubicBezTo>
                  <a:lnTo>
                    <a:pt x="456" y="116"/>
                  </a:lnTo>
                  <a:cubicBezTo>
                    <a:pt x="451" y="92"/>
                    <a:pt x="435" y="76"/>
                    <a:pt x="415" y="57"/>
                  </a:cubicBezTo>
                  <a:cubicBezTo>
                    <a:pt x="399" y="44"/>
                    <a:pt x="382" y="33"/>
                    <a:pt x="363" y="24"/>
                  </a:cubicBezTo>
                  <a:cubicBezTo>
                    <a:pt x="327" y="8"/>
                    <a:pt x="286" y="0"/>
                    <a:pt x="246" y="0"/>
                  </a:cubicBezTo>
                  <a:cubicBezTo>
                    <a:pt x="244" y="0"/>
                    <a:pt x="243" y="0"/>
                    <a:pt x="24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794;p29"/>
            <p:cNvSpPr/>
            <p:nvPr/>
          </p:nvSpPr>
          <p:spPr>
            <a:xfrm>
              <a:off x="5188680" y="2194200"/>
              <a:ext cx="72360" cy="25308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253080"/>
                <a:gd name="textAreaBottom" fmla="*/ 253440 h 253080"/>
              </a:gdLst>
              <a:ahLst/>
              <a:cxnLst/>
              <a:rect l="textAreaLeft" t="textAreaTop" r="textAreaRight" b="textAreaBottom"/>
              <a:pathLst>
                <a:path w="1094" h="3813">
                  <a:moveTo>
                    <a:pt x="973" y="107"/>
                  </a:moveTo>
                  <a:cubicBezTo>
                    <a:pt x="973" y="107"/>
                    <a:pt x="973" y="107"/>
                    <a:pt x="971" y="108"/>
                  </a:cubicBezTo>
                  <a:cubicBezTo>
                    <a:pt x="963" y="108"/>
                    <a:pt x="978" y="108"/>
                    <a:pt x="979" y="109"/>
                  </a:cubicBezTo>
                  <a:cubicBezTo>
                    <a:pt x="983" y="109"/>
                    <a:pt x="985" y="110"/>
                    <a:pt x="988" y="110"/>
                  </a:cubicBezTo>
                  <a:cubicBezTo>
                    <a:pt x="988" y="110"/>
                    <a:pt x="983" y="109"/>
                    <a:pt x="983" y="109"/>
                  </a:cubicBezTo>
                  <a:lnTo>
                    <a:pt x="983" y="109"/>
                  </a:lnTo>
                  <a:cubicBezTo>
                    <a:pt x="983" y="109"/>
                    <a:pt x="984" y="109"/>
                    <a:pt x="985" y="109"/>
                  </a:cubicBezTo>
                  <a:cubicBezTo>
                    <a:pt x="987" y="109"/>
                    <a:pt x="988" y="110"/>
                    <a:pt x="990" y="110"/>
                  </a:cubicBezTo>
                  <a:lnTo>
                    <a:pt x="990" y="110"/>
                  </a:lnTo>
                  <a:cubicBezTo>
                    <a:pt x="992" y="351"/>
                    <a:pt x="977" y="592"/>
                    <a:pt x="952" y="831"/>
                  </a:cubicBezTo>
                  <a:cubicBezTo>
                    <a:pt x="927" y="1082"/>
                    <a:pt x="888" y="1332"/>
                    <a:pt x="836" y="1580"/>
                  </a:cubicBezTo>
                  <a:cubicBezTo>
                    <a:pt x="784" y="1826"/>
                    <a:pt x="719" y="2069"/>
                    <a:pt x="642" y="2306"/>
                  </a:cubicBezTo>
                  <a:cubicBezTo>
                    <a:pt x="564" y="2547"/>
                    <a:pt x="472" y="2783"/>
                    <a:pt x="373" y="3015"/>
                  </a:cubicBezTo>
                  <a:cubicBezTo>
                    <a:pt x="324" y="3130"/>
                    <a:pt x="271" y="3244"/>
                    <a:pt x="215" y="3355"/>
                  </a:cubicBezTo>
                  <a:cubicBezTo>
                    <a:pt x="203" y="3380"/>
                    <a:pt x="191" y="3404"/>
                    <a:pt x="179" y="3429"/>
                  </a:cubicBezTo>
                  <a:lnTo>
                    <a:pt x="179" y="3429"/>
                  </a:lnTo>
                  <a:cubicBezTo>
                    <a:pt x="179" y="3409"/>
                    <a:pt x="180" y="3389"/>
                    <a:pt x="181" y="3369"/>
                  </a:cubicBezTo>
                  <a:cubicBezTo>
                    <a:pt x="185" y="3236"/>
                    <a:pt x="192" y="3101"/>
                    <a:pt x="202" y="2968"/>
                  </a:cubicBezTo>
                  <a:cubicBezTo>
                    <a:pt x="221" y="2702"/>
                    <a:pt x="252" y="2436"/>
                    <a:pt x="293" y="2172"/>
                  </a:cubicBezTo>
                  <a:cubicBezTo>
                    <a:pt x="314" y="2041"/>
                    <a:pt x="339" y="1909"/>
                    <a:pt x="364" y="1778"/>
                  </a:cubicBezTo>
                  <a:lnTo>
                    <a:pt x="406" y="1585"/>
                  </a:lnTo>
                  <a:cubicBezTo>
                    <a:pt x="413" y="1552"/>
                    <a:pt x="422" y="1519"/>
                    <a:pt x="428" y="1486"/>
                  </a:cubicBezTo>
                  <a:cubicBezTo>
                    <a:pt x="432" y="1469"/>
                    <a:pt x="435" y="1454"/>
                    <a:pt x="439" y="1438"/>
                  </a:cubicBezTo>
                  <a:cubicBezTo>
                    <a:pt x="439" y="1435"/>
                    <a:pt x="440" y="1434"/>
                    <a:pt x="440" y="1434"/>
                  </a:cubicBezTo>
                  <a:lnTo>
                    <a:pt x="440" y="1434"/>
                  </a:lnTo>
                  <a:cubicBezTo>
                    <a:pt x="440" y="1434"/>
                    <a:pt x="439" y="1438"/>
                    <a:pt x="439" y="1439"/>
                  </a:cubicBezTo>
                  <a:cubicBezTo>
                    <a:pt x="440" y="1431"/>
                    <a:pt x="443" y="1422"/>
                    <a:pt x="445" y="1415"/>
                  </a:cubicBezTo>
                  <a:cubicBezTo>
                    <a:pt x="447" y="1405"/>
                    <a:pt x="449" y="1397"/>
                    <a:pt x="451" y="1387"/>
                  </a:cubicBezTo>
                  <a:cubicBezTo>
                    <a:pt x="452" y="1378"/>
                    <a:pt x="456" y="1371"/>
                    <a:pt x="457" y="1364"/>
                  </a:cubicBezTo>
                  <a:cubicBezTo>
                    <a:pt x="457" y="1361"/>
                    <a:pt x="457" y="1360"/>
                    <a:pt x="457" y="1360"/>
                  </a:cubicBezTo>
                  <a:lnTo>
                    <a:pt x="457" y="1360"/>
                  </a:lnTo>
                  <a:cubicBezTo>
                    <a:pt x="457" y="1360"/>
                    <a:pt x="457" y="1364"/>
                    <a:pt x="457" y="1365"/>
                  </a:cubicBezTo>
                  <a:cubicBezTo>
                    <a:pt x="458" y="1361"/>
                    <a:pt x="460" y="1355"/>
                    <a:pt x="460" y="1351"/>
                  </a:cubicBezTo>
                  <a:cubicBezTo>
                    <a:pt x="463" y="1334"/>
                    <a:pt x="468" y="1320"/>
                    <a:pt x="472" y="1304"/>
                  </a:cubicBezTo>
                  <a:cubicBezTo>
                    <a:pt x="480" y="1271"/>
                    <a:pt x="488" y="1238"/>
                    <a:pt x="496" y="1206"/>
                  </a:cubicBezTo>
                  <a:cubicBezTo>
                    <a:pt x="513" y="1140"/>
                    <a:pt x="531" y="1075"/>
                    <a:pt x="550" y="1010"/>
                  </a:cubicBezTo>
                  <a:cubicBezTo>
                    <a:pt x="587" y="882"/>
                    <a:pt x="626" y="755"/>
                    <a:pt x="669" y="628"/>
                  </a:cubicBezTo>
                  <a:cubicBezTo>
                    <a:pt x="688" y="565"/>
                    <a:pt x="710" y="503"/>
                    <a:pt x="732" y="439"/>
                  </a:cubicBezTo>
                  <a:cubicBezTo>
                    <a:pt x="753" y="383"/>
                    <a:pt x="771" y="324"/>
                    <a:pt x="797" y="271"/>
                  </a:cubicBezTo>
                  <a:lnTo>
                    <a:pt x="806" y="255"/>
                  </a:lnTo>
                  <a:cubicBezTo>
                    <a:pt x="806" y="254"/>
                    <a:pt x="806" y="254"/>
                    <a:pt x="806" y="254"/>
                  </a:cubicBezTo>
                  <a:lnTo>
                    <a:pt x="806" y="254"/>
                  </a:lnTo>
                  <a:cubicBezTo>
                    <a:pt x="806" y="253"/>
                    <a:pt x="807" y="253"/>
                    <a:pt x="807" y="253"/>
                  </a:cubicBezTo>
                  <a:cubicBezTo>
                    <a:pt x="808" y="250"/>
                    <a:pt x="809" y="249"/>
                    <a:pt x="811" y="246"/>
                  </a:cubicBezTo>
                  <a:cubicBezTo>
                    <a:pt x="818" y="234"/>
                    <a:pt x="825" y="223"/>
                    <a:pt x="833" y="212"/>
                  </a:cubicBezTo>
                  <a:cubicBezTo>
                    <a:pt x="840" y="201"/>
                    <a:pt x="848" y="191"/>
                    <a:pt x="856" y="181"/>
                  </a:cubicBezTo>
                  <a:cubicBezTo>
                    <a:pt x="861" y="176"/>
                    <a:pt x="864" y="173"/>
                    <a:pt x="868" y="168"/>
                  </a:cubicBezTo>
                  <a:lnTo>
                    <a:pt x="874" y="163"/>
                  </a:lnTo>
                  <a:lnTo>
                    <a:pt x="877" y="159"/>
                  </a:lnTo>
                  <a:cubicBezTo>
                    <a:pt x="885" y="152"/>
                    <a:pt x="895" y="143"/>
                    <a:pt x="903" y="136"/>
                  </a:cubicBezTo>
                  <a:cubicBezTo>
                    <a:pt x="907" y="132"/>
                    <a:pt x="912" y="130"/>
                    <a:pt x="917" y="126"/>
                  </a:cubicBezTo>
                  <a:cubicBezTo>
                    <a:pt x="918" y="125"/>
                    <a:pt x="921" y="124"/>
                    <a:pt x="922" y="123"/>
                  </a:cubicBezTo>
                  <a:lnTo>
                    <a:pt x="922" y="123"/>
                  </a:lnTo>
                  <a:cubicBezTo>
                    <a:pt x="920" y="124"/>
                    <a:pt x="919" y="124"/>
                    <a:pt x="919" y="124"/>
                  </a:cubicBezTo>
                  <a:cubicBezTo>
                    <a:pt x="919" y="124"/>
                    <a:pt x="922" y="122"/>
                    <a:pt x="924" y="121"/>
                  </a:cubicBezTo>
                  <a:cubicBezTo>
                    <a:pt x="933" y="118"/>
                    <a:pt x="943" y="113"/>
                    <a:pt x="952" y="110"/>
                  </a:cubicBezTo>
                  <a:lnTo>
                    <a:pt x="952" y="110"/>
                  </a:lnTo>
                  <a:cubicBezTo>
                    <a:pt x="948" y="111"/>
                    <a:pt x="947" y="112"/>
                    <a:pt x="948" y="112"/>
                  </a:cubicBezTo>
                  <a:cubicBezTo>
                    <a:pt x="949" y="112"/>
                    <a:pt x="956" y="110"/>
                    <a:pt x="957" y="109"/>
                  </a:cubicBezTo>
                  <a:cubicBezTo>
                    <a:pt x="961" y="109"/>
                    <a:pt x="963" y="108"/>
                    <a:pt x="966" y="108"/>
                  </a:cubicBezTo>
                  <a:cubicBezTo>
                    <a:pt x="967" y="108"/>
                    <a:pt x="972" y="107"/>
                    <a:pt x="973" y="107"/>
                  </a:cubicBezTo>
                  <a:close/>
                  <a:moveTo>
                    <a:pt x="972" y="0"/>
                  </a:moveTo>
                  <a:cubicBezTo>
                    <a:pt x="917" y="0"/>
                    <a:pt x="866" y="25"/>
                    <a:pt x="823" y="59"/>
                  </a:cubicBezTo>
                  <a:cubicBezTo>
                    <a:pt x="731" y="135"/>
                    <a:pt x="684" y="244"/>
                    <a:pt x="641" y="352"/>
                  </a:cubicBezTo>
                  <a:cubicBezTo>
                    <a:pt x="542" y="604"/>
                    <a:pt x="454" y="862"/>
                    <a:pt x="379" y="1124"/>
                  </a:cubicBezTo>
                  <a:cubicBezTo>
                    <a:pt x="301" y="1389"/>
                    <a:pt x="236" y="1658"/>
                    <a:pt x="184" y="1931"/>
                  </a:cubicBezTo>
                  <a:cubicBezTo>
                    <a:pt x="132" y="2199"/>
                    <a:pt x="92" y="2468"/>
                    <a:pt x="62" y="2738"/>
                  </a:cubicBezTo>
                  <a:cubicBezTo>
                    <a:pt x="48" y="2874"/>
                    <a:pt x="37" y="3011"/>
                    <a:pt x="28" y="3149"/>
                  </a:cubicBezTo>
                  <a:cubicBezTo>
                    <a:pt x="21" y="3284"/>
                    <a:pt x="12" y="3420"/>
                    <a:pt x="13" y="3556"/>
                  </a:cubicBezTo>
                  <a:cubicBezTo>
                    <a:pt x="13" y="3589"/>
                    <a:pt x="15" y="3622"/>
                    <a:pt x="15" y="3654"/>
                  </a:cubicBezTo>
                  <a:cubicBezTo>
                    <a:pt x="15" y="3676"/>
                    <a:pt x="16" y="3693"/>
                    <a:pt x="23" y="3715"/>
                  </a:cubicBezTo>
                  <a:cubicBezTo>
                    <a:pt x="25" y="3721"/>
                    <a:pt x="26" y="3728"/>
                    <a:pt x="28" y="3735"/>
                  </a:cubicBezTo>
                  <a:lnTo>
                    <a:pt x="28" y="3735"/>
                  </a:lnTo>
                  <a:cubicBezTo>
                    <a:pt x="21" y="3749"/>
                    <a:pt x="13" y="3764"/>
                    <a:pt x="5" y="3778"/>
                  </a:cubicBezTo>
                  <a:cubicBezTo>
                    <a:pt x="1" y="3791"/>
                    <a:pt x="15" y="3803"/>
                    <a:pt x="29" y="3803"/>
                  </a:cubicBezTo>
                  <a:cubicBezTo>
                    <a:pt x="35" y="3803"/>
                    <a:pt x="40" y="3801"/>
                    <a:pt x="44" y="3795"/>
                  </a:cubicBezTo>
                  <a:cubicBezTo>
                    <a:pt x="45" y="3793"/>
                    <a:pt x="47" y="3791"/>
                    <a:pt x="48" y="3789"/>
                  </a:cubicBezTo>
                  <a:lnTo>
                    <a:pt x="48" y="3789"/>
                  </a:lnTo>
                  <a:cubicBezTo>
                    <a:pt x="57" y="3802"/>
                    <a:pt x="70" y="3811"/>
                    <a:pt x="88" y="3813"/>
                  </a:cubicBezTo>
                  <a:cubicBezTo>
                    <a:pt x="88" y="3813"/>
                    <a:pt x="89" y="3813"/>
                    <a:pt x="90" y="3813"/>
                  </a:cubicBezTo>
                  <a:cubicBezTo>
                    <a:pt x="118" y="3813"/>
                    <a:pt x="151" y="3792"/>
                    <a:pt x="151" y="3761"/>
                  </a:cubicBezTo>
                  <a:lnTo>
                    <a:pt x="151" y="3757"/>
                  </a:lnTo>
                  <a:lnTo>
                    <a:pt x="151" y="3757"/>
                  </a:lnTo>
                  <a:cubicBezTo>
                    <a:pt x="154" y="3749"/>
                    <a:pt x="156" y="3741"/>
                    <a:pt x="159" y="3732"/>
                  </a:cubicBezTo>
                  <a:cubicBezTo>
                    <a:pt x="165" y="3711"/>
                    <a:pt x="171" y="3690"/>
                    <a:pt x="171" y="3668"/>
                  </a:cubicBezTo>
                  <a:cubicBezTo>
                    <a:pt x="172" y="3642"/>
                    <a:pt x="174" y="3616"/>
                    <a:pt x="175" y="3590"/>
                  </a:cubicBezTo>
                  <a:lnTo>
                    <a:pt x="175" y="3590"/>
                  </a:lnTo>
                  <a:cubicBezTo>
                    <a:pt x="199" y="3550"/>
                    <a:pt x="223" y="3509"/>
                    <a:pt x="247" y="3469"/>
                  </a:cubicBezTo>
                  <a:cubicBezTo>
                    <a:pt x="280" y="3413"/>
                    <a:pt x="311" y="3353"/>
                    <a:pt x="339" y="3294"/>
                  </a:cubicBezTo>
                  <a:cubicBezTo>
                    <a:pt x="368" y="3236"/>
                    <a:pt x="396" y="3177"/>
                    <a:pt x="424" y="3120"/>
                  </a:cubicBezTo>
                  <a:cubicBezTo>
                    <a:pt x="534" y="2887"/>
                    <a:pt x="628" y="2648"/>
                    <a:pt x="709" y="2403"/>
                  </a:cubicBezTo>
                  <a:cubicBezTo>
                    <a:pt x="792" y="2156"/>
                    <a:pt x="862" y="1904"/>
                    <a:pt x="918" y="1651"/>
                  </a:cubicBezTo>
                  <a:cubicBezTo>
                    <a:pt x="975" y="1399"/>
                    <a:pt x="1017" y="1145"/>
                    <a:pt x="1046" y="891"/>
                  </a:cubicBezTo>
                  <a:cubicBezTo>
                    <a:pt x="1075" y="635"/>
                    <a:pt x="1088" y="378"/>
                    <a:pt x="1091" y="120"/>
                  </a:cubicBezTo>
                  <a:cubicBezTo>
                    <a:pt x="1091" y="103"/>
                    <a:pt x="1094" y="85"/>
                    <a:pt x="1091" y="67"/>
                  </a:cubicBezTo>
                  <a:cubicBezTo>
                    <a:pt x="1087" y="41"/>
                    <a:pt x="1064" y="29"/>
                    <a:pt x="1043" y="18"/>
                  </a:cubicBezTo>
                  <a:cubicBezTo>
                    <a:pt x="1021" y="7"/>
                    <a:pt x="997" y="0"/>
                    <a:pt x="97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795;p29"/>
            <p:cNvSpPr/>
            <p:nvPr/>
          </p:nvSpPr>
          <p:spPr>
            <a:xfrm>
              <a:off x="5194440" y="2266560"/>
              <a:ext cx="44280" cy="17568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175680"/>
                <a:gd name="textAreaBottom" fmla="*/ 176040 h 175680"/>
              </a:gdLst>
              <a:ahLst/>
              <a:cxnLst/>
              <a:rect l="textAreaLeft" t="textAreaTop" r="textAreaRight" b="textAreaBottom"/>
              <a:pathLst>
                <a:path w="672" h="2646">
                  <a:moveTo>
                    <a:pt x="401" y="1099"/>
                  </a:moveTo>
                  <a:cubicBezTo>
                    <a:pt x="399" y="1102"/>
                    <a:pt x="399" y="1104"/>
                    <a:pt x="399" y="1104"/>
                  </a:cubicBezTo>
                  <a:cubicBezTo>
                    <a:pt x="399" y="1104"/>
                    <a:pt x="399" y="1103"/>
                    <a:pt x="400" y="1101"/>
                  </a:cubicBezTo>
                  <a:cubicBezTo>
                    <a:pt x="400" y="1100"/>
                    <a:pt x="400" y="1099"/>
                    <a:pt x="401" y="1099"/>
                  </a:cubicBezTo>
                  <a:close/>
                  <a:moveTo>
                    <a:pt x="656" y="0"/>
                  </a:moveTo>
                  <a:cubicBezTo>
                    <a:pt x="650" y="0"/>
                    <a:pt x="644" y="3"/>
                    <a:pt x="640" y="7"/>
                  </a:cubicBezTo>
                  <a:cubicBezTo>
                    <a:pt x="627" y="22"/>
                    <a:pt x="612" y="39"/>
                    <a:pt x="600" y="55"/>
                  </a:cubicBezTo>
                  <a:cubicBezTo>
                    <a:pt x="585" y="73"/>
                    <a:pt x="577" y="95"/>
                    <a:pt x="567" y="117"/>
                  </a:cubicBezTo>
                  <a:cubicBezTo>
                    <a:pt x="550" y="156"/>
                    <a:pt x="534" y="198"/>
                    <a:pt x="519" y="239"/>
                  </a:cubicBezTo>
                  <a:cubicBezTo>
                    <a:pt x="489" y="322"/>
                    <a:pt x="461" y="405"/>
                    <a:pt x="433" y="490"/>
                  </a:cubicBezTo>
                  <a:cubicBezTo>
                    <a:pt x="381" y="657"/>
                    <a:pt x="331" y="825"/>
                    <a:pt x="285" y="994"/>
                  </a:cubicBezTo>
                  <a:cubicBezTo>
                    <a:pt x="192" y="1337"/>
                    <a:pt x="116" y="1684"/>
                    <a:pt x="52" y="2034"/>
                  </a:cubicBezTo>
                  <a:cubicBezTo>
                    <a:pt x="44" y="2083"/>
                    <a:pt x="35" y="2129"/>
                    <a:pt x="29" y="2177"/>
                  </a:cubicBezTo>
                  <a:cubicBezTo>
                    <a:pt x="23" y="2226"/>
                    <a:pt x="13" y="2277"/>
                    <a:pt x="10" y="2326"/>
                  </a:cubicBezTo>
                  <a:cubicBezTo>
                    <a:pt x="7" y="2375"/>
                    <a:pt x="6" y="2423"/>
                    <a:pt x="3" y="2471"/>
                  </a:cubicBezTo>
                  <a:cubicBezTo>
                    <a:pt x="1" y="2522"/>
                    <a:pt x="2" y="2572"/>
                    <a:pt x="3" y="2623"/>
                  </a:cubicBezTo>
                  <a:cubicBezTo>
                    <a:pt x="4" y="2638"/>
                    <a:pt x="17" y="2645"/>
                    <a:pt x="30" y="2645"/>
                  </a:cubicBezTo>
                  <a:cubicBezTo>
                    <a:pt x="40" y="2645"/>
                    <a:pt x="51" y="2640"/>
                    <a:pt x="55" y="2628"/>
                  </a:cubicBezTo>
                  <a:cubicBezTo>
                    <a:pt x="69" y="2588"/>
                    <a:pt x="82" y="2548"/>
                    <a:pt x="93" y="2505"/>
                  </a:cubicBezTo>
                  <a:cubicBezTo>
                    <a:pt x="98" y="2484"/>
                    <a:pt x="104" y="2464"/>
                    <a:pt x="107" y="2442"/>
                  </a:cubicBezTo>
                  <a:cubicBezTo>
                    <a:pt x="113" y="2419"/>
                    <a:pt x="118" y="2398"/>
                    <a:pt x="124" y="2380"/>
                  </a:cubicBezTo>
                  <a:cubicBezTo>
                    <a:pt x="138" y="2335"/>
                    <a:pt x="146" y="2288"/>
                    <a:pt x="155" y="2242"/>
                  </a:cubicBezTo>
                  <a:cubicBezTo>
                    <a:pt x="164" y="2199"/>
                    <a:pt x="173" y="2155"/>
                    <a:pt x="182" y="2112"/>
                  </a:cubicBezTo>
                  <a:cubicBezTo>
                    <a:pt x="211" y="1940"/>
                    <a:pt x="247" y="1767"/>
                    <a:pt x="283" y="1596"/>
                  </a:cubicBezTo>
                  <a:cubicBezTo>
                    <a:pt x="301" y="1511"/>
                    <a:pt x="320" y="1425"/>
                    <a:pt x="341" y="1339"/>
                  </a:cubicBezTo>
                  <a:cubicBezTo>
                    <a:pt x="346" y="1317"/>
                    <a:pt x="351" y="1297"/>
                    <a:pt x="356" y="1275"/>
                  </a:cubicBezTo>
                  <a:cubicBezTo>
                    <a:pt x="357" y="1271"/>
                    <a:pt x="357" y="1267"/>
                    <a:pt x="359" y="1262"/>
                  </a:cubicBezTo>
                  <a:cubicBezTo>
                    <a:pt x="359" y="1262"/>
                    <a:pt x="359" y="1262"/>
                    <a:pt x="359" y="1262"/>
                  </a:cubicBezTo>
                  <a:cubicBezTo>
                    <a:pt x="359" y="1262"/>
                    <a:pt x="360" y="1259"/>
                    <a:pt x="361" y="1255"/>
                  </a:cubicBezTo>
                  <a:lnTo>
                    <a:pt x="361" y="1255"/>
                  </a:lnTo>
                  <a:cubicBezTo>
                    <a:pt x="361" y="1255"/>
                    <a:pt x="361" y="1256"/>
                    <a:pt x="361" y="1256"/>
                  </a:cubicBezTo>
                  <a:cubicBezTo>
                    <a:pt x="361" y="1256"/>
                    <a:pt x="361" y="1255"/>
                    <a:pt x="362" y="1253"/>
                  </a:cubicBezTo>
                  <a:cubicBezTo>
                    <a:pt x="362" y="1251"/>
                    <a:pt x="362" y="1250"/>
                    <a:pt x="362" y="1250"/>
                  </a:cubicBezTo>
                  <a:lnTo>
                    <a:pt x="362" y="1250"/>
                  </a:lnTo>
                  <a:cubicBezTo>
                    <a:pt x="362" y="1250"/>
                    <a:pt x="362" y="1253"/>
                    <a:pt x="361" y="1255"/>
                  </a:cubicBezTo>
                  <a:lnTo>
                    <a:pt x="361" y="1255"/>
                  </a:lnTo>
                  <a:cubicBezTo>
                    <a:pt x="361" y="1253"/>
                    <a:pt x="364" y="1243"/>
                    <a:pt x="364" y="1243"/>
                  </a:cubicBezTo>
                  <a:cubicBezTo>
                    <a:pt x="364" y="1243"/>
                    <a:pt x="364" y="1243"/>
                    <a:pt x="364" y="1244"/>
                  </a:cubicBezTo>
                  <a:cubicBezTo>
                    <a:pt x="365" y="1237"/>
                    <a:pt x="367" y="1231"/>
                    <a:pt x="368" y="1224"/>
                  </a:cubicBezTo>
                  <a:cubicBezTo>
                    <a:pt x="374" y="1204"/>
                    <a:pt x="379" y="1182"/>
                    <a:pt x="385" y="1161"/>
                  </a:cubicBezTo>
                  <a:cubicBezTo>
                    <a:pt x="387" y="1151"/>
                    <a:pt x="390" y="1141"/>
                    <a:pt x="392" y="1133"/>
                  </a:cubicBezTo>
                  <a:lnTo>
                    <a:pt x="396" y="1116"/>
                  </a:lnTo>
                  <a:cubicBezTo>
                    <a:pt x="399" y="1103"/>
                    <a:pt x="400" y="1096"/>
                    <a:pt x="401" y="1096"/>
                  </a:cubicBezTo>
                  <a:lnTo>
                    <a:pt x="401" y="1096"/>
                  </a:lnTo>
                  <a:cubicBezTo>
                    <a:pt x="401" y="1096"/>
                    <a:pt x="401" y="1097"/>
                    <a:pt x="401" y="1099"/>
                  </a:cubicBezTo>
                  <a:lnTo>
                    <a:pt x="401" y="1099"/>
                  </a:lnTo>
                  <a:cubicBezTo>
                    <a:pt x="401" y="1098"/>
                    <a:pt x="401" y="1097"/>
                    <a:pt x="401" y="1096"/>
                  </a:cubicBezTo>
                  <a:cubicBezTo>
                    <a:pt x="442" y="926"/>
                    <a:pt x="488" y="756"/>
                    <a:pt x="535" y="589"/>
                  </a:cubicBezTo>
                  <a:cubicBezTo>
                    <a:pt x="563" y="493"/>
                    <a:pt x="589" y="399"/>
                    <a:pt x="617" y="303"/>
                  </a:cubicBezTo>
                  <a:cubicBezTo>
                    <a:pt x="631" y="255"/>
                    <a:pt x="645" y="206"/>
                    <a:pt x="656" y="156"/>
                  </a:cubicBezTo>
                  <a:cubicBezTo>
                    <a:pt x="662" y="131"/>
                    <a:pt x="672" y="106"/>
                    <a:pt x="670" y="81"/>
                  </a:cubicBezTo>
                  <a:cubicBezTo>
                    <a:pt x="670" y="57"/>
                    <a:pt x="670" y="34"/>
                    <a:pt x="667" y="10"/>
                  </a:cubicBezTo>
                  <a:cubicBezTo>
                    <a:pt x="668" y="4"/>
                    <a:pt x="663" y="0"/>
                    <a:pt x="65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796;p29"/>
            <p:cNvSpPr/>
            <p:nvPr/>
          </p:nvSpPr>
          <p:spPr>
            <a:xfrm>
              <a:off x="5133240" y="2275560"/>
              <a:ext cx="64080" cy="16596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165960"/>
                <a:gd name="textAreaBottom" fmla="*/ 166320 h 165960"/>
              </a:gdLst>
              <a:ahLst/>
              <a:cxnLst/>
              <a:rect l="textAreaLeft" t="textAreaTop" r="textAreaRight" b="textAreaBottom"/>
              <a:pathLst>
                <a:path w="971" h="2500">
                  <a:moveTo>
                    <a:pt x="364" y="145"/>
                  </a:moveTo>
                  <a:cubicBezTo>
                    <a:pt x="364" y="146"/>
                    <a:pt x="365" y="147"/>
                    <a:pt x="366" y="147"/>
                  </a:cubicBezTo>
                  <a:cubicBezTo>
                    <a:pt x="365" y="147"/>
                    <a:pt x="364" y="146"/>
                    <a:pt x="364" y="145"/>
                  </a:cubicBezTo>
                  <a:close/>
                  <a:moveTo>
                    <a:pt x="211" y="147"/>
                  </a:moveTo>
                  <a:cubicBezTo>
                    <a:pt x="210" y="147"/>
                    <a:pt x="209" y="148"/>
                    <a:pt x="208" y="148"/>
                  </a:cubicBezTo>
                  <a:lnTo>
                    <a:pt x="208" y="148"/>
                  </a:lnTo>
                  <a:cubicBezTo>
                    <a:pt x="209" y="148"/>
                    <a:pt x="209" y="148"/>
                    <a:pt x="211" y="147"/>
                  </a:cubicBezTo>
                  <a:close/>
                  <a:moveTo>
                    <a:pt x="144" y="249"/>
                  </a:moveTo>
                  <a:lnTo>
                    <a:pt x="144" y="249"/>
                  </a:lnTo>
                  <a:cubicBezTo>
                    <a:pt x="144" y="251"/>
                    <a:pt x="144" y="254"/>
                    <a:pt x="143" y="256"/>
                  </a:cubicBezTo>
                  <a:lnTo>
                    <a:pt x="143" y="256"/>
                  </a:lnTo>
                  <a:cubicBezTo>
                    <a:pt x="144" y="255"/>
                    <a:pt x="144" y="252"/>
                    <a:pt x="144" y="249"/>
                  </a:cubicBezTo>
                  <a:close/>
                  <a:moveTo>
                    <a:pt x="286" y="124"/>
                  </a:moveTo>
                  <a:cubicBezTo>
                    <a:pt x="286" y="124"/>
                    <a:pt x="286" y="125"/>
                    <a:pt x="282" y="125"/>
                  </a:cubicBezTo>
                  <a:cubicBezTo>
                    <a:pt x="279" y="126"/>
                    <a:pt x="278" y="126"/>
                    <a:pt x="278" y="126"/>
                  </a:cubicBezTo>
                  <a:cubicBezTo>
                    <a:pt x="279" y="126"/>
                    <a:pt x="286" y="125"/>
                    <a:pt x="287" y="125"/>
                  </a:cubicBezTo>
                  <a:cubicBezTo>
                    <a:pt x="291" y="125"/>
                    <a:pt x="295" y="125"/>
                    <a:pt x="299" y="127"/>
                  </a:cubicBezTo>
                  <a:cubicBezTo>
                    <a:pt x="306" y="128"/>
                    <a:pt x="313" y="128"/>
                    <a:pt x="321" y="129"/>
                  </a:cubicBezTo>
                  <a:lnTo>
                    <a:pt x="334" y="133"/>
                  </a:lnTo>
                  <a:lnTo>
                    <a:pt x="354" y="142"/>
                  </a:lnTo>
                  <a:cubicBezTo>
                    <a:pt x="356" y="143"/>
                    <a:pt x="361" y="144"/>
                    <a:pt x="364" y="145"/>
                  </a:cubicBezTo>
                  <a:lnTo>
                    <a:pt x="364" y="145"/>
                  </a:lnTo>
                  <a:cubicBezTo>
                    <a:pt x="361" y="143"/>
                    <a:pt x="360" y="143"/>
                    <a:pt x="360" y="143"/>
                  </a:cubicBezTo>
                  <a:lnTo>
                    <a:pt x="360" y="143"/>
                  </a:lnTo>
                  <a:cubicBezTo>
                    <a:pt x="361" y="143"/>
                    <a:pt x="365" y="146"/>
                    <a:pt x="368" y="149"/>
                  </a:cubicBezTo>
                  <a:cubicBezTo>
                    <a:pt x="383" y="156"/>
                    <a:pt x="397" y="167"/>
                    <a:pt x="409" y="178"/>
                  </a:cubicBezTo>
                  <a:cubicBezTo>
                    <a:pt x="414" y="184"/>
                    <a:pt x="421" y="189"/>
                    <a:pt x="427" y="195"/>
                  </a:cubicBezTo>
                  <a:lnTo>
                    <a:pt x="429" y="198"/>
                  </a:lnTo>
                  <a:lnTo>
                    <a:pt x="438" y="206"/>
                  </a:lnTo>
                  <a:cubicBezTo>
                    <a:pt x="450" y="220"/>
                    <a:pt x="462" y="235"/>
                    <a:pt x="475" y="250"/>
                  </a:cubicBezTo>
                  <a:cubicBezTo>
                    <a:pt x="484" y="264"/>
                    <a:pt x="495" y="277"/>
                    <a:pt x="504" y="291"/>
                  </a:cubicBezTo>
                  <a:cubicBezTo>
                    <a:pt x="505" y="292"/>
                    <a:pt x="506" y="294"/>
                    <a:pt x="507" y="297"/>
                  </a:cubicBezTo>
                  <a:lnTo>
                    <a:pt x="507" y="297"/>
                  </a:lnTo>
                  <a:cubicBezTo>
                    <a:pt x="507" y="296"/>
                    <a:pt x="507" y="296"/>
                    <a:pt x="506" y="296"/>
                  </a:cubicBezTo>
                  <a:lnTo>
                    <a:pt x="506" y="296"/>
                  </a:lnTo>
                  <a:cubicBezTo>
                    <a:pt x="508" y="299"/>
                    <a:pt x="509" y="300"/>
                    <a:pt x="509" y="300"/>
                  </a:cubicBezTo>
                  <a:cubicBezTo>
                    <a:pt x="509" y="300"/>
                    <a:pt x="508" y="299"/>
                    <a:pt x="507" y="297"/>
                  </a:cubicBezTo>
                  <a:lnTo>
                    <a:pt x="507" y="297"/>
                  </a:lnTo>
                  <a:cubicBezTo>
                    <a:pt x="510" y="300"/>
                    <a:pt x="512" y="304"/>
                    <a:pt x="515" y="309"/>
                  </a:cubicBezTo>
                  <a:cubicBezTo>
                    <a:pt x="521" y="318"/>
                    <a:pt x="524" y="326"/>
                    <a:pt x="529" y="335"/>
                  </a:cubicBezTo>
                  <a:cubicBezTo>
                    <a:pt x="548" y="369"/>
                    <a:pt x="562" y="403"/>
                    <a:pt x="578" y="440"/>
                  </a:cubicBezTo>
                  <a:cubicBezTo>
                    <a:pt x="611" y="522"/>
                    <a:pt x="643" y="606"/>
                    <a:pt x="670" y="692"/>
                  </a:cubicBezTo>
                  <a:cubicBezTo>
                    <a:pt x="674" y="703"/>
                    <a:pt x="677" y="714"/>
                    <a:pt x="681" y="725"/>
                  </a:cubicBezTo>
                  <a:cubicBezTo>
                    <a:pt x="682" y="731"/>
                    <a:pt x="683" y="735"/>
                    <a:pt x="685" y="740"/>
                  </a:cubicBezTo>
                  <a:cubicBezTo>
                    <a:pt x="685" y="740"/>
                    <a:pt x="689" y="752"/>
                    <a:pt x="689" y="752"/>
                  </a:cubicBezTo>
                  <a:cubicBezTo>
                    <a:pt x="689" y="752"/>
                    <a:pt x="688" y="751"/>
                    <a:pt x="688" y="748"/>
                  </a:cubicBezTo>
                  <a:lnTo>
                    <a:pt x="688" y="748"/>
                  </a:lnTo>
                  <a:cubicBezTo>
                    <a:pt x="694" y="770"/>
                    <a:pt x="700" y="792"/>
                    <a:pt x="707" y="814"/>
                  </a:cubicBezTo>
                  <a:cubicBezTo>
                    <a:pt x="719" y="858"/>
                    <a:pt x="730" y="902"/>
                    <a:pt x="741" y="947"/>
                  </a:cubicBezTo>
                  <a:cubicBezTo>
                    <a:pt x="763" y="1037"/>
                    <a:pt x="781" y="1126"/>
                    <a:pt x="796" y="1216"/>
                  </a:cubicBezTo>
                  <a:cubicBezTo>
                    <a:pt x="826" y="1395"/>
                    <a:pt x="847" y="1575"/>
                    <a:pt x="852" y="1756"/>
                  </a:cubicBezTo>
                  <a:lnTo>
                    <a:pt x="852" y="1765"/>
                  </a:lnTo>
                  <a:lnTo>
                    <a:pt x="852" y="1778"/>
                  </a:lnTo>
                  <a:cubicBezTo>
                    <a:pt x="852" y="1790"/>
                    <a:pt x="852" y="1802"/>
                    <a:pt x="853" y="1814"/>
                  </a:cubicBezTo>
                  <a:lnTo>
                    <a:pt x="853" y="1884"/>
                  </a:lnTo>
                  <a:cubicBezTo>
                    <a:pt x="853" y="1929"/>
                    <a:pt x="852" y="1976"/>
                    <a:pt x="851" y="2021"/>
                  </a:cubicBezTo>
                  <a:cubicBezTo>
                    <a:pt x="850" y="2066"/>
                    <a:pt x="846" y="2113"/>
                    <a:pt x="842" y="2158"/>
                  </a:cubicBezTo>
                  <a:cubicBezTo>
                    <a:pt x="842" y="2168"/>
                    <a:pt x="842" y="2179"/>
                    <a:pt x="841" y="2189"/>
                  </a:cubicBezTo>
                  <a:lnTo>
                    <a:pt x="841" y="2189"/>
                  </a:lnTo>
                  <a:cubicBezTo>
                    <a:pt x="841" y="2188"/>
                    <a:pt x="841" y="2188"/>
                    <a:pt x="840" y="2187"/>
                  </a:cubicBezTo>
                  <a:cubicBezTo>
                    <a:pt x="802" y="2098"/>
                    <a:pt x="766" y="2007"/>
                    <a:pt x="726" y="1918"/>
                  </a:cubicBezTo>
                  <a:cubicBezTo>
                    <a:pt x="649" y="1742"/>
                    <a:pt x="570" y="1566"/>
                    <a:pt x="495" y="1389"/>
                  </a:cubicBezTo>
                  <a:cubicBezTo>
                    <a:pt x="420" y="1209"/>
                    <a:pt x="347" y="1029"/>
                    <a:pt x="277" y="848"/>
                  </a:cubicBezTo>
                  <a:cubicBezTo>
                    <a:pt x="244" y="761"/>
                    <a:pt x="210" y="677"/>
                    <a:pt x="178" y="589"/>
                  </a:cubicBezTo>
                  <a:cubicBezTo>
                    <a:pt x="176" y="580"/>
                    <a:pt x="173" y="574"/>
                    <a:pt x="170" y="566"/>
                  </a:cubicBezTo>
                  <a:cubicBezTo>
                    <a:pt x="170" y="563"/>
                    <a:pt x="165" y="551"/>
                    <a:pt x="165" y="551"/>
                  </a:cubicBezTo>
                  <a:lnTo>
                    <a:pt x="165" y="551"/>
                  </a:lnTo>
                  <a:cubicBezTo>
                    <a:pt x="165" y="551"/>
                    <a:pt x="165" y="553"/>
                    <a:pt x="167" y="557"/>
                  </a:cubicBezTo>
                  <a:cubicBezTo>
                    <a:pt x="160" y="544"/>
                    <a:pt x="159" y="525"/>
                    <a:pt x="155" y="512"/>
                  </a:cubicBezTo>
                  <a:cubicBezTo>
                    <a:pt x="147" y="480"/>
                    <a:pt x="142" y="448"/>
                    <a:pt x="137" y="418"/>
                  </a:cubicBezTo>
                  <a:lnTo>
                    <a:pt x="133" y="371"/>
                  </a:lnTo>
                  <a:lnTo>
                    <a:pt x="133" y="362"/>
                  </a:lnTo>
                  <a:cubicBezTo>
                    <a:pt x="131" y="357"/>
                    <a:pt x="133" y="341"/>
                    <a:pt x="133" y="336"/>
                  </a:cubicBezTo>
                  <a:cubicBezTo>
                    <a:pt x="133" y="323"/>
                    <a:pt x="134" y="309"/>
                    <a:pt x="136" y="296"/>
                  </a:cubicBezTo>
                  <a:cubicBezTo>
                    <a:pt x="137" y="283"/>
                    <a:pt x="142" y="269"/>
                    <a:pt x="143" y="256"/>
                  </a:cubicBezTo>
                  <a:lnTo>
                    <a:pt x="143" y="256"/>
                  </a:lnTo>
                  <a:cubicBezTo>
                    <a:pt x="143" y="257"/>
                    <a:pt x="143" y="258"/>
                    <a:pt x="143" y="258"/>
                  </a:cubicBezTo>
                  <a:cubicBezTo>
                    <a:pt x="143" y="258"/>
                    <a:pt x="142" y="256"/>
                    <a:pt x="143" y="254"/>
                  </a:cubicBezTo>
                  <a:cubicBezTo>
                    <a:pt x="144" y="250"/>
                    <a:pt x="144" y="247"/>
                    <a:pt x="145" y="243"/>
                  </a:cubicBezTo>
                  <a:cubicBezTo>
                    <a:pt x="147" y="237"/>
                    <a:pt x="149" y="231"/>
                    <a:pt x="151" y="225"/>
                  </a:cubicBezTo>
                  <a:cubicBezTo>
                    <a:pt x="154" y="219"/>
                    <a:pt x="156" y="213"/>
                    <a:pt x="159" y="206"/>
                  </a:cubicBezTo>
                  <a:lnTo>
                    <a:pt x="163" y="200"/>
                  </a:lnTo>
                  <a:lnTo>
                    <a:pt x="163" y="200"/>
                  </a:lnTo>
                  <a:cubicBezTo>
                    <a:pt x="163" y="199"/>
                    <a:pt x="164" y="198"/>
                    <a:pt x="165" y="197"/>
                  </a:cubicBezTo>
                  <a:cubicBezTo>
                    <a:pt x="170" y="188"/>
                    <a:pt x="177" y="178"/>
                    <a:pt x="184" y="169"/>
                  </a:cubicBezTo>
                  <a:lnTo>
                    <a:pt x="184" y="169"/>
                  </a:lnTo>
                  <a:cubicBezTo>
                    <a:pt x="184" y="169"/>
                    <a:pt x="184" y="169"/>
                    <a:pt x="183" y="169"/>
                  </a:cubicBezTo>
                  <a:lnTo>
                    <a:pt x="186" y="167"/>
                  </a:lnTo>
                  <a:lnTo>
                    <a:pt x="186" y="167"/>
                  </a:lnTo>
                  <a:cubicBezTo>
                    <a:pt x="185" y="168"/>
                    <a:pt x="185" y="168"/>
                    <a:pt x="184" y="169"/>
                  </a:cubicBezTo>
                  <a:lnTo>
                    <a:pt x="184" y="169"/>
                  </a:lnTo>
                  <a:cubicBezTo>
                    <a:pt x="190" y="166"/>
                    <a:pt x="191" y="164"/>
                    <a:pt x="190" y="164"/>
                  </a:cubicBezTo>
                  <a:lnTo>
                    <a:pt x="190" y="164"/>
                  </a:lnTo>
                  <a:cubicBezTo>
                    <a:pt x="190" y="164"/>
                    <a:pt x="188" y="165"/>
                    <a:pt x="186" y="167"/>
                  </a:cubicBezTo>
                  <a:lnTo>
                    <a:pt x="189" y="164"/>
                  </a:lnTo>
                  <a:cubicBezTo>
                    <a:pt x="194" y="158"/>
                    <a:pt x="202" y="154"/>
                    <a:pt x="208" y="149"/>
                  </a:cubicBezTo>
                  <a:cubicBezTo>
                    <a:pt x="208" y="148"/>
                    <a:pt x="208" y="148"/>
                    <a:pt x="208" y="148"/>
                  </a:cubicBezTo>
                  <a:lnTo>
                    <a:pt x="208" y="148"/>
                  </a:lnTo>
                  <a:cubicBezTo>
                    <a:pt x="208" y="148"/>
                    <a:pt x="208" y="148"/>
                    <a:pt x="208" y="148"/>
                  </a:cubicBezTo>
                  <a:cubicBezTo>
                    <a:pt x="208" y="148"/>
                    <a:pt x="209" y="146"/>
                    <a:pt x="213" y="144"/>
                  </a:cubicBezTo>
                  <a:lnTo>
                    <a:pt x="213" y="144"/>
                  </a:lnTo>
                  <a:lnTo>
                    <a:pt x="213" y="144"/>
                  </a:lnTo>
                  <a:cubicBezTo>
                    <a:pt x="212" y="145"/>
                    <a:pt x="211" y="146"/>
                    <a:pt x="211" y="147"/>
                  </a:cubicBezTo>
                  <a:lnTo>
                    <a:pt x="211" y="147"/>
                  </a:lnTo>
                  <a:cubicBezTo>
                    <a:pt x="212" y="146"/>
                    <a:pt x="213" y="145"/>
                    <a:pt x="214" y="144"/>
                  </a:cubicBezTo>
                  <a:lnTo>
                    <a:pt x="214" y="144"/>
                  </a:lnTo>
                  <a:lnTo>
                    <a:pt x="230" y="136"/>
                  </a:lnTo>
                  <a:cubicBezTo>
                    <a:pt x="232" y="134"/>
                    <a:pt x="242" y="129"/>
                    <a:pt x="246" y="129"/>
                  </a:cubicBezTo>
                  <a:cubicBezTo>
                    <a:pt x="247" y="129"/>
                    <a:pt x="247" y="129"/>
                    <a:pt x="247" y="129"/>
                  </a:cubicBezTo>
                  <a:cubicBezTo>
                    <a:pt x="244" y="131"/>
                    <a:pt x="243" y="131"/>
                    <a:pt x="241" y="132"/>
                  </a:cubicBezTo>
                  <a:cubicBezTo>
                    <a:pt x="243" y="131"/>
                    <a:pt x="246" y="131"/>
                    <a:pt x="249" y="129"/>
                  </a:cubicBezTo>
                  <a:cubicBezTo>
                    <a:pt x="254" y="128"/>
                    <a:pt x="259" y="128"/>
                    <a:pt x="264" y="127"/>
                  </a:cubicBezTo>
                  <a:cubicBezTo>
                    <a:pt x="268" y="125"/>
                    <a:pt x="271" y="125"/>
                    <a:pt x="277" y="125"/>
                  </a:cubicBezTo>
                  <a:cubicBezTo>
                    <a:pt x="278" y="125"/>
                    <a:pt x="285" y="124"/>
                    <a:pt x="286" y="124"/>
                  </a:cubicBezTo>
                  <a:close/>
                  <a:moveTo>
                    <a:pt x="290" y="1"/>
                  </a:moveTo>
                  <a:cubicBezTo>
                    <a:pt x="274" y="1"/>
                    <a:pt x="257" y="3"/>
                    <a:pt x="241" y="6"/>
                  </a:cubicBezTo>
                  <a:cubicBezTo>
                    <a:pt x="173" y="19"/>
                    <a:pt x="110" y="56"/>
                    <a:pt x="70" y="113"/>
                  </a:cubicBezTo>
                  <a:cubicBezTo>
                    <a:pt x="33" y="168"/>
                    <a:pt x="17" y="233"/>
                    <a:pt x="11" y="299"/>
                  </a:cubicBezTo>
                  <a:cubicBezTo>
                    <a:pt x="0" y="447"/>
                    <a:pt x="44" y="586"/>
                    <a:pt x="96" y="722"/>
                  </a:cubicBezTo>
                  <a:cubicBezTo>
                    <a:pt x="166" y="908"/>
                    <a:pt x="238" y="1093"/>
                    <a:pt x="313" y="1276"/>
                  </a:cubicBezTo>
                  <a:cubicBezTo>
                    <a:pt x="389" y="1463"/>
                    <a:pt x="468" y="1648"/>
                    <a:pt x="549" y="1831"/>
                  </a:cubicBezTo>
                  <a:cubicBezTo>
                    <a:pt x="589" y="1922"/>
                    <a:pt x="632" y="2012"/>
                    <a:pt x="675" y="2101"/>
                  </a:cubicBezTo>
                  <a:cubicBezTo>
                    <a:pt x="697" y="2145"/>
                    <a:pt x="719" y="2188"/>
                    <a:pt x="741" y="2232"/>
                  </a:cubicBezTo>
                  <a:cubicBezTo>
                    <a:pt x="764" y="2279"/>
                    <a:pt x="787" y="2326"/>
                    <a:pt x="817" y="2370"/>
                  </a:cubicBezTo>
                  <a:lnTo>
                    <a:pt x="850" y="2421"/>
                  </a:lnTo>
                  <a:lnTo>
                    <a:pt x="850" y="2421"/>
                  </a:lnTo>
                  <a:cubicBezTo>
                    <a:pt x="850" y="2423"/>
                    <a:pt x="850" y="2425"/>
                    <a:pt x="850" y="2427"/>
                  </a:cubicBezTo>
                  <a:cubicBezTo>
                    <a:pt x="851" y="2434"/>
                    <a:pt x="856" y="2438"/>
                    <a:pt x="862" y="2439"/>
                  </a:cubicBezTo>
                  <a:lnTo>
                    <a:pt x="862" y="2439"/>
                  </a:lnTo>
                  <a:lnTo>
                    <a:pt x="895" y="2490"/>
                  </a:lnTo>
                  <a:cubicBezTo>
                    <a:pt x="900" y="2496"/>
                    <a:pt x="908" y="2499"/>
                    <a:pt x="917" y="2499"/>
                  </a:cubicBezTo>
                  <a:cubicBezTo>
                    <a:pt x="922" y="2499"/>
                    <a:pt x="928" y="2498"/>
                    <a:pt x="932" y="2495"/>
                  </a:cubicBezTo>
                  <a:cubicBezTo>
                    <a:pt x="945" y="2488"/>
                    <a:pt x="947" y="2473"/>
                    <a:pt x="943" y="2460"/>
                  </a:cubicBezTo>
                  <a:cubicBezTo>
                    <a:pt x="931" y="2422"/>
                    <a:pt x="919" y="2385"/>
                    <a:pt x="906" y="2348"/>
                  </a:cubicBezTo>
                  <a:lnTo>
                    <a:pt x="906" y="2348"/>
                  </a:lnTo>
                  <a:cubicBezTo>
                    <a:pt x="911" y="2331"/>
                    <a:pt x="917" y="2315"/>
                    <a:pt x="925" y="2298"/>
                  </a:cubicBezTo>
                  <a:cubicBezTo>
                    <a:pt x="935" y="2276"/>
                    <a:pt x="938" y="2250"/>
                    <a:pt x="941" y="2225"/>
                  </a:cubicBezTo>
                  <a:cubicBezTo>
                    <a:pt x="946" y="2202"/>
                    <a:pt x="950" y="2179"/>
                    <a:pt x="952" y="2154"/>
                  </a:cubicBezTo>
                  <a:cubicBezTo>
                    <a:pt x="961" y="2059"/>
                    <a:pt x="966" y="1965"/>
                    <a:pt x="968" y="1872"/>
                  </a:cubicBezTo>
                  <a:cubicBezTo>
                    <a:pt x="971" y="1680"/>
                    <a:pt x="960" y="1489"/>
                    <a:pt x="935" y="1302"/>
                  </a:cubicBezTo>
                  <a:cubicBezTo>
                    <a:pt x="910" y="1116"/>
                    <a:pt x="870" y="933"/>
                    <a:pt x="817" y="753"/>
                  </a:cubicBezTo>
                  <a:cubicBezTo>
                    <a:pt x="790" y="659"/>
                    <a:pt x="759" y="567"/>
                    <a:pt x="725" y="476"/>
                  </a:cubicBezTo>
                  <a:cubicBezTo>
                    <a:pt x="696" y="398"/>
                    <a:pt x="666" y="320"/>
                    <a:pt x="623" y="248"/>
                  </a:cubicBezTo>
                  <a:cubicBezTo>
                    <a:pt x="551" y="130"/>
                    <a:pt x="436" y="1"/>
                    <a:pt x="29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797;p29"/>
            <p:cNvSpPr/>
            <p:nvPr/>
          </p:nvSpPr>
          <p:spPr>
            <a:xfrm>
              <a:off x="5158080" y="2330640"/>
              <a:ext cx="37080" cy="1036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103680"/>
                <a:gd name="textAreaBottom" fmla="*/ 104040 h 103680"/>
              </a:gdLst>
              <a:ahLst/>
              <a:cxnLst/>
              <a:rect l="textAreaLeft" t="textAreaTop" r="textAreaRight" b="textAreaBottom"/>
              <a:pathLst>
                <a:path w="563" h="1564">
                  <a:moveTo>
                    <a:pt x="22" y="1"/>
                  </a:moveTo>
                  <a:cubicBezTo>
                    <a:pt x="11" y="1"/>
                    <a:pt x="1" y="12"/>
                    <a:pt x="2" y="27"/>
                  </a:cubicBezTo>
                  <a:cubicBezTo>
                    <a:pt x="2" y="39"/>
                    <a:pt x="3" y="50"/>
                    <a:pt x="3" y="62"/>
                  </a:cubicBezTo>
                  <a:cubicBezTo>
                    <a:pt x="5" y="77"/>
                    <a:pt x="10" y="92"/>
                    <a:pt x="16" y="105"/>
                  </a:cubicBezTo>
                  <a:cubicBezTo>
                    <a:pt x="27" y="130"/>
                    <a:pt x="35" y="154"/>
                    <a:pt x="45" y="179"/>
                  </a:cubicBezTo>
                  <a:cubicBezTo>
                    <a:pt x="66" y="227"/>
                    <a:pt x="87" y="274"/>
                    <a:pt x="109" y="320"/>
                  </a:cubicBezTo>
                  <a:cubicBezTo>
                    <a:pt x="153" y="417"/>
                    <a:pt x="194" y="514"/>
                    <a:pt x="231" y="612"/>
                  </a:cubicBezTo>
                  <a:cubicBezTo>
                    <a:pt x="249" y="660"/>
                    <a:pt x="266" y="710"/>
                    <a:pt x="283" y="759"/>
                  </a:cubicBezTo>
                  <a:cubicBezTo>
                    <a:pt x="291" y="786"/>
                    <a:pt x="299" y="811"/>
                    <a:pt x="308" y="836"/>
                  </a:cubicBezTo>
                  <a:cubicBezTo>
                    <a:pt x="312" y="849"/>
                    <a:pt x="315" y="860"/>
                    <a:pt x="319" y="872"/>
                  </a:cubicBezTo>
                  <a:cubicBezTo>
                    <a:pt x="320" y="875"/>
                    <a:pt x="320" y="875"/>
                    <a:pt x="320" y="875"/>
                  </a:cubicBezTo>
                  <a:cubicBezTo>
                    <a:pt x="320" y="875"/>
                    <a:pt x="319" y="872"/>
                    <a:pt x="319" y="871"/>
                  </a:cubicBezTo>
                  <a:lnTo>
                    <a:pt x="319" y="871"/>
                  </a:lnTo>
                  <a:cubicBezTo>
                    <a:pt x="320" y="874"/>
                    <a:pt x="320" y="877"/>
                    <a:pt x="321" y="879"/>
                  </a:cubicBezTo>
                  <a:cubicBezTo>
                    <a:pt x="324" y="886"/>
                    <a:pt x="326" y="893"/>
                    <a:pt x="327" y="900"/>
                  </a:cubicBezTo>
                  <a:cubicBezTo>
                    <a:pt x="356" y="1000"/>
                    <a:pt x="386" y="1100"/>
                    <a:pt x="411" y="1202"/>
                  </a:cubicBezTo>
                  <a:cubicBezTo>
                    <a:pt x="418" y="1230"/>
                    <a:pt x="424" y="1261"/>
                    <a:pt x="431" y="1290"/>
                  </a:cubicBezTo>
                  <a:cubicBezTo>
                    <a:pt x="439" y="1318"/>
                    <a:pt x="451" y="1345"/>
                    <a:pt x="457" y="1373"/>
                  </a:cubicBezTo>
                  <a:cubicBezTo>
                    <a:pt x="466" y="1402"/>
                    <a:pt x="473" y="1431"/>
                    <a:pt x="479" y="1461"/>
                  </a:cubicBezTo>
                  <a:cubicBezTo>
                    <a:pt x="486" y="1490"/>
                    <a:pt x="490" y="1523"/>
                    <a:pt x="505" y="1549"/>
                  </a:cubicBezTo>
                  <a:cubicBezTo>
                    <a:pt x="510" y="1559"/>
                    <a:pt x="519" y="1564"/>
                    <a:pt x="528" y="1564"/>
                  </a:cubicBezTo>
                  <a:cubicBezTo>
                    <a:pt x="540" y="1564"/>
                    <a:pt x="552" y="1555"/>
                    <a:pt x="556" y="1540"/>
                  </a:cubicBezTo>
                  <a:cubicBezTo>
                    <a:pt x="563" y="1513"/>
                    <a:pt x="557" y="1485"/>
                    <a:pt x="556" y="1458"/>
                  </a:cubicBezTo>
                  <a:cubicBezTo>
                    <a:pt x="555" y="1433"/>
                    <a:pt x="552" y="1406"/>
                    <a:pt x="550" y="1380"/>
                  </a:cubicBezTo>
                  <a:cubicBezTo>
                    <a:pt x="546" y="1353"/>
                    <a:pt x="545" y="1331"/>
                    <a:pt x="545" y="1307"/>
                  </a:cubicBezTo>
                  <a:cubicBezTo>
                    <a:pt x="545" y="1279"/>
                    <a:pt x="539" y="1248"/>
                    <a:pt x="533" y="1219"/>
                  </a:cubicBezTo>
                  <a:cubicBezTo>
                    <a:pt x="513" y="1116"/>
                    <a:pt x="491" y="1012"/>
                    <a:pt x="462" y="912"/>
                  </a:cubicBezTo>
                  <a:cubicBezTo>
                    <a:pt x="400" y="707"/>
                    <a:pt x="324" y="503"/>
                    <a:pt x="233" y="308"/>
                  </a:cubicBezTo>
                  <a:cubicBezTo>
                    <a:pt x="208" y="253"/>
                    <a:pt x="182" y="199"/>
                    <a:pt x="150" y="149"/>
                  </a:cubicBezTo>
                  <a:cubicBezTo>
                    <a:pt x="133" y="121"/>
                    <a:pt x="117" y="95"/>
                    <a:pt x="99" y="71"/>
                  </a:cubicBezTo>
                  <a:cubicBezTo>
                    <a:pt x="89" y="56"/>
                    <a:pt x="82" y="41"/>
                    <a:pt x="69" y="30"/>
                  </a:cubicBezTo>
                  <a:cubicBezTo>
                    <a:pt x="58" y="22"/>
                    <a:pt x="45" y="14"/>
                    <a:pt x="35" y="6"/>
                  </a:cubicBezTo>
                  <a:cubicBezTo>
                    <a:pt x="30" y="2"/>
                    <a:pt x="26" y="1"/>
                    <a:pt x="2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798;p29"/>
            <p:cNvSpPr/>
            <p:nvPr/>
          </p:nvSpPr>
          <p:spPr>
            <a:xfrm>
              <a:off x="4940280" y="2536200"/>
              <a:ext cx="262080" cy="120600"/>
            </a:xfrm>
            <a:custGeom>
              <a:avLst/>
              <a:gdLst>
                <a:gd name="textAreaLeft" fmla="*/ 0 w 262080"/>
                <a:gd name="textAreaRight" fmla="*/ 262440 w 262080"/>
                <a:gd name="textAreaTop" fmla="*/ 0 h 120600"/>
                <a:gd name="textAreaBottom" fmla="*/ 120960 h 120600"/>
              </a:gdLst>
              <a:ahLst/>
              <a:cxnLst/>
              <a:rect l="textAreaLeft" t="textAreaTop" r="textAreaRight" b="textAreaBottom"/>
              <a:pathLst>
                <a:path w="3946" h="1821">
                  <a:moveTo>
                    <a:pt x="3721" y="140"/>
                  </a:moveTo>
                  <a:cubicBezTo>
                    <a:pt x="3721" y="140"/>
                    <a:pt x="3721" y="140"/>
                    <a:pt x="3723" y="140"/>
                  </a:cubicBezTo>
                  <a:cubicBezTo>
                    <a:pt x="3723" y="140"/>
                    <a:pt x="3723" y="140"/>
                    <a:pt x="3723" y="140"/>
                  </a:cubicBezTo>
                  <a:lnTo>
                    <a:pt x="3723" y="140"/>
                  </a:lnTo>
                  <a:cubicBezTo>
                    <a:pt x="3722" y="140"/>
                    <a:pt x="3720" y="140"/>
                    <a:pt x="3721" y="140"/>
                  </a:cubicBezTo>
                  <a:close/>
                  <a:moveTo>
                    <a:pt x="3792" y="189"/>
                  </a:moveTo>
                  <a:lnTo>
                    <a:pt x="3792" y="189"/>
                  </a:lnTo>
                  <a:cubicBezTo>
                    <a:pt x="3793" y="191"/>
                    <a:pt x="3793" y="192"/>
                    <a:pt x="3793" y="192"/>
                  </a:cubicBezTo>
                  <a:cubicBezTo>
                    <a:pt x="3793" y="192"/>
                    <a:pt x="3793" y="191"/>
                    <a:pt x="3792" y="189"/>
                  </a:cubicBezTo>
                  <a:close/>
                  <a:moveTo>
                    <a:pt x="3654" y="137"/>
                  </a:moveTo>
                  <a:lnTo>
                    <a:pt x="3654" y="137"/>
                  </a:lnTo>
                  <a:cubicBezTo>
                    <a:pt x="3654" y="137"/>
                    <a:pt x="3656" y="137"/>
                    <a:pt x="3659" y="137"/>
                  </a:cubicBezTo>
                  <a:lnTo>
                    <a:pt x="3681" y="137"/>
                  </a:lnTo>
                  <a:cubicBezTo>
                    <a:pt x="3693" y="138"/>
                    <a:pt x="3704" y="138"/>
                    <a:pt x="3717" y="140"/>
                  </a:cubicBezTo>
                  <a:cubicBezTo>
                    <a:pt x="3719" y="140"/>
                    <a:pt x="3723" y="142"/>
                    <a:pt x="3726" y="142"/>
                  </a:cubicBezTo>
                  <a:cubicBezTo>
                    <a:pt x="3727" y="143"/>
                    <a:pt x="3727" y="143"/>
                    <a:pt x="3728" y="143"/>
                  </a:cubicBezTo>
                  <a:cubicBezTo>
                    <a:pt x="3728" y="143"/>
                    <a:pt x="3728" y="143"/>
                    <a:pt x="3728" y="143"/>
                  </a:cubicBezTo>
                  <a:lnTo>
                    <a:pt x="3728" y="143"/>
                  </a:lnTo>
                  <a:cubicBezTo>
                    <a:pt x="3733" y="144"/>
                    <a:pt x="3737" y="146"/>
                    <a:pt x="3741" y="148"/>
                  </a:cubicBezTo>
                  <a:cubicBezTo>
                    <a:pt x="3747" y="150"/>
                    <a:pt x="3752" y="151"/>
                    <a:pt x="3758" y="155"/>
                  </a:cubicBezTo>
                  <a:cubicBezTo>
                    <a:pt x="3758" y="155"/>
                    <a:pt x="3758" y="155"/>
                    <a:pt x="3759" y="155"/>
                  </a:cubicBezTo>
                  <a:lnTo>
                    <a:pt x="3759" y="155"/>
                  </a:lnTo>
                  <a:cubicBezTo>
                    <a:pt x="3759" y="155"/>
                    <a:pt x="3759" y="155"/>
                    <a:pt x="3760" y="156"/>
                  </a:cubicBezTo>
                  <a:cubicBezTo>
                    <a:pt x="3764" y="160"/>
                    <a:pt x="3770" y="162"/>
                    <a:pt x="3774" y="167"/>
                  </a:cubicBezTo>
                  <a:cubicBezTo>
                    <a:pt x="3775" y="167"/>
                    <a:pt x="3777" y="169"/>
                    <a:pt x="3778" y="170"/>
                  </a:cubicBezTo>
                  <a:lnTo>
                    <a:pt x="3778" y="170"/>
                  </a:lnTo>
                  <a:cubicBezTo>
                    <a:pt x="3779" y="171"/>
                    <a:pt x="3779" y="172"/>
                    <a:pt x="3780" y="172"/>
                  </a:cubicBezTo>
                  <a:cubicBezTo>
                    <a:pt x="3784" y="176"/>
                    <a:pt x="3786" y="182"/>
                    <a:pt x="3791" y="187"/>
                  </a:cubicBezTo>
                  <a:cubicBezTo>
                    <a:pt x="3791" y="188"/>
                    <a:pt x="3791" y="189"/>
                    <a:pt x="3792" y="189"/>
                  </a:cubicBezTo>
                  <a:lnTo>
                    <a:pt x="3792" y="189"/>
                  </a:lnTo>
                  <a:cubicBezTo>
                    <a:pt x="3792" y="189"/>
                    <a:pt x="3791" y="188"/>
                    <a:pt x="3791" y="187"/>
                  </a:cubicBezTo>
                  <a:lnTo>
                    <a:pt x="3791" y="187"/>
                  </a:lnTo>
                  <a:cubicBezTo>
                    <a:pt x="3792" y="188"/>
                    <a:pt x="3792" y="189"/>
                    <a:pt x="3793" y="191"/>
                  </a:cubicBezTo>
                  <a:cubicBezTo>
                    <a:pt x="3795" y="194"/>
                    <a:pt x="3796" y="198"/>
                    <a:pt x="3797" y="202"/>
                  </a:cubicBezTo>
                  <a:cubicBezTo>
                    <a:pt x="3798" y="203"/>
                    <a:pt x="3800" y="209"/>
                    <a:pt x="3801" y="210"/>
                  </a:cubicBezTo>
                  <a:lnTo>
                    <a:pt x="3801" y="210"/>
                  </a:lnTo>
                  <a:cubicBezTo>
                    <a:pt x="3801" y="211"/>
                    <a:pt x="3802" y="212"/>
                    <a:pt x="3802" y="213"/>
                  </a:cubicBezTo>
                  <a:cubicBezTo>
                    <a:pt x="3803" y="217"/>
                    <a:pt x="3803" y="221"/>
                    <a:pt x="3804" y="227"/>
                  </a:cubicBezTo>
                  <a:cubicBezTo>
                    <a:pt x="3804" y="231"/>
                    <a:pt x="3804" y="234"/>
                    <a:pt x="3806" y="238"/>
                  </a:cubicBezTo>
                  <a:lnTo>
                    <a:pt x="3806" y="238"/>
                  </a:lnTo>
                  <a:cubicBezTo>
                    <a:pt x="3806" y="244"/>
                    <a:pt x="3804" y="249"/>
                    <a:pt x="3804" y="256"/>
                  </a:cubicBezTo>
                  <a:cubicBezTo>
                    <a:pt x="3804" y="260"/>
                    <a:pt x="3803" y="262"/>
                    <a:pt x="3803" y="265"/>
                  </a:cubicBezTo>
                  <a:lnTo>
                    <a:pt x="3803" y="265"/>
                  </a:lnTo>
                  <a:cubicBezTo>
                    <a:pt x="3803" y="265"/>
                    <a:pt x="3803" y="265"/>
                    <a:pt x="3803" y="265"/>
                  </a:cubicBezTo>
                  <a:cubicBezTo>
                    <a:pt x="3801" y="273"/>
                    <a:pt x="3797" y="282"/>
                    <a:pt x="3795" y="288"/>
                  </a:cubicBezTo>
                  <a:cubicBezTo>
                    <a:pt x="3792" y="295"/>
                    <a:pt x="3787" y="303"/>
                    <a:pt x="3785" y="309"/>
                  </a:cubicBezTo>
                  <a:lnTo>
                    <a:pt x="3785" y="309"/>
                  </a:lnTo>
                  <a:lnTo>
                    <a:pt x="3785" y="309"/>
                  </a:lnTo>
                  <a:cubicBezTo>
                    <a:pt x="3785" y="309"/>
                    <a:pt x="3785" y="309"/>
                    <a:pt x="3785" y="309"/>
                  </a:cubicBezTo>
                  <a:lnTo>
                    <a:pt x="3785" y="309"/>
                  </a:lnTo>
                  <a:cubicBezTo>
                    <a:pt x="3785" y="310"/>
                    <a:pt x="3784" y="312"/>
                    <a:pt x="3783" y="313"/>
                  </a:cubicBezTo>
                  <a:lnTo>
                    <a:pt x="3783" y="313"/>
                  </a:lnTo>
                  <a:lnTo>
                    <a:pt x="3785" y="309"/>
                  </a:lnTo>
                  <a:lnTo>
                    <a:pt x="3785" y="309"/>
                  </a:lnTo>
                  <a:cubicBezTo>
                    <a:pt x="3783" y="313"/>
                    <a:pt x="3782" y="315"/>
                    <a:pt x="3782" y="315"/>
                  </a:cubicBezTo>
                  <a:cubicBezTo>
                    <a:pt x="3782" y="315"/>
                    <a:pt x="3783" y="314"/>
                    <a:pt x="3783" y="313"/>
                  </a:cubicBezTo>
                  <a:lnTo>
                    <a:pt x="3783" y="313"/>
                  </a:lnTo>
                  <a:lnTo>
                    <a:pt x="3781" y="317"/>
                  </a:lnTo>
                  <a:cubicBezTo>
                    <a:pt x="3771" y="332"/>
                    <a:pt x="3762" y="347"/>
                    <a:pt x="3751" y="360"/>
                  </a:cubicBezTo>
                  <a:cubicBezTo>
                    <a:pt x="3746" y="366"/>
                    <a:pt x="3740" y="372"/>
                    <a:pt x="3735" y="380"/>
                  </a:cubicBezTo>
                  <a:cubicBezTo>
                    <a:pt x="3731" y="382"/>
                    <a:pt x="3729" y="386"/>
                    <a:pt x="3726" y="388"/>
                  </a:cubicBezTo>
                  <a:cubicBezTo>
                    <a:pt x="3726" y="388"/>
                    <a:pt x="3724" y="391"/>
                    <a:pt x="3723" y="393"/>
                  </a:cubicBezTo>
                  <a:lnTo>
                    <a:pt x="3723" y="393"/>
                  </a:lnTo>
                  <a:lnTo>
                    <a:pt x="3718" y="397"/>
                  </a:lnTo>
                  <a:lnTo>
                    <a:pt x="3709" y="405"/>
                  </a:lnTo>
                  <a:cubicBezTo>
                    <a:pt x="3703" y="413"/>
                    <a:pt x="3696" y="418"/>
                    <a:pt x="3689" y="425"/>
                  </a:cubicBezTo>
                  <a:cubicBezTo>
                    <a:pt x="3664" y="447"/>
                    <a:pt x="3638" y="467"/>
                    <a:pt x="3612" y="487"/>
                  </a:cubicBezTo>
                  <a:cubicBezTo>
                    <a:pt x="3505" y="573"/>
                    <a:pt x="3395" y="655"/>
                    <a:pt x="3281" y="732"/>
                  </a:cubicBezTo>
                  <a:cubicBezTo>
                    <a:pt x="3225" y="771"/>
                    <a:pt x="3167" y="808"/>
                    <a:pt x="3110" y="844"/>
                  </a:cubicBezTo>
                  <a:cubicBezTo>
                    <a:pt x="3103" y="849"/>
                    <a:pt x="3094" y="854"/>
                    <a:pt x="3088" y="858"/>
                  </a:cubicBezTo>
                  <a:cubicBezTo>
                    <a:pt x="3088" y="858"/>
                    <a:pt x="3087" y="859"/>
                    <a:pt x="3085" y="860"/>
                  </a:cubicBezTo>
                  <a:lnTo>
                    <a:pt x="3085" y="860"/>
                  </a:lnTo>
                  <a:cubicBezTo>
                    <a:pt x="3085" y="860"/>
                    <a:pt x="3085" y="860"/>
                    <a:pt x="3085" y="860"/>
                  </a:cubicBezTo>
                  <a:lnTo>
                    <a:pt x="3085" y="860"/>
                  </a:lnTo>
                  <a:cubicBezTo>
                    <a:pt x="3085" y="860"/>
                    <a:pt x="3085" y="860"/>
                    <a:pt x="3083" y="861"/>
                  </a:cubicBezTo>
                  <a:cubicBezTo>
                    <a:pt x="3082" y="861"/>
                    <a:pt x="3082" y="862"/>
                    <a:pt x="3082" y="862"/>
                  </a:cubicBezTo>
                  <a:cubicBezTo>
                    <a:pt x="3082" y="862"/>
                    <a:pt x="3084" y="861"/>
                    <a:pt x="3085" y="860"/>
                  </a:cubicBezTo>
                  <a:lnTo>
                    <a:pt x="3085" y="860"/>
                  </a:lnTo>
                  <a:cubicBezTo>
                    <a:pt x="3084" y="861"/>
                    <a:pt x="3078" y="864"/>
                    <a:pt x="3077" y="865"/>
                  </a:cubicBezTo>
                  <a:cubicBezTo>
                    <a:pt x="3062" y="875"/>
                    <a:pt x="3045" y="885"/>
                    <a:pt x="3030" y="894"/>
                  </a:cubicBezTo>
                  <a:cubicBezTo>
                    <a:pt x="3001" y="912"/>
                    <a:pt x="2971" y="929"/>
                    <a:pt x="2941" y="946"/>
                  </a:cubicBezTo>
                  <a:cubicBezTo>
                    <a:pt x="2821" y="1014"/>
                    <a:pt x="2700" y="1078"/>
                    <a:pt x="2577" y="1137"/>
                  </a:cubicBezTo>
                  <a:cubicBezTo>
                    <a:pt x="2330" y="1255"/>
                    <a:pt x="2074" y="1355"/>
                    <a:pt x="1813" y="1436"/>
                  </a:cubicBezTo>
                  <a:lnTo>
                    <a:pt x="1800" y="1440"/>
                  </a:lnTo>
                  <a:cubicBezTo>
                    <a:pt x="1799" y="1440"/>
                    <a:pt x="1798" y="1441"/>
                    <a:pt x="1797" y="1441"/>
                  </a:cubicBezTo>
                  <a:lnTo>
                    <a:pt x="1797" y="1441"/>
                  </a:lnTo>
                  <a:cubicBezTo>
                    <a:pt x="1798" y="1441"/>
                    <a:pt x="1798" y="1441"/>
                    <a:pt x="1799" y="1440"/>
                  </a:cubicBezTo>
                  <a:lnTo>
                    <a:pt x="1799" y="1440"/>
                  </a:lnTo>
                  <a:cubicBezTo>
                    <a:pt x="1792" y="1443"/>
                    <a:pt x="1785" y="1445"/>
                    <a:pt x="1777" y="1447"/>
                  </a:cubicBezTo>
                  <a:cubicBezTo>
                    <a:pt x="1759" y="1453"/>
                    <a:pt x="1743" y="1458"/>
                    <a:pt x="1725" y="1462"/>
                  </a:cubicBezTo>
                  <a:cubicBezTo>
                    <a:pt x="1692" y="1472"/>
                    <a:pt x="1659" y="1481"/>
                    <a:pt x="1626" y="1490"/>
                  </a:cubicBezTo>
                  <a:cubicBezTo>
                    <a:pt x="1560" y="1507"/>
                    <a:pt x="1492" y="1524"/>
                    <a:pt x="1426" y="1539"/>
                  </a:cubicBezTo>
                  <a:cubicBezTo>
                    <a:pt x="1293" y="1571"/>
                    <a:pt x="1159" y="1596"/>
                    <a:pt x="1023" y="1618"/>
                  </a:cubicBezTo>
                  <a:cubicBezTo>
                    <a:pt x="888" y="1640"/>
                    <a:pt x="751" y="1657"/>
                    <a:pt x="616" y="1668"/>
                  </a:cubicBezTo>
                  <a:cubicBezTo>
                    <a:pt x="586" y="1670"/>
                    <a:pt x="557" y="1672"/>
                    <a:pt x="528" y="1674"/>
                  </a:cubicBezTo>
                  <a:lnTo>
                    <a:pt x="528" y="1674"/>
                  </a:lnTo>
                  <a:lnTo>
                    <a:pt x="545" y="1663"/>
                  </a:lnTo>
                  <a:cubicBezTo>
                    <a:pt x="574" y="1644"/>
                    <a:pt x="603" y="1623"/>
                    <a:pt x="632" y="1603"/>
                  </a:cubicBezTo>
                  <a:cubicBezTo>
                    <a:pt x="748" y="1521"/>
                    <a:pt x="864" y="1439"/>
                    <a:pt x="982" y="1359"/>
                  </a:cubicBezTo>
                  <a:cubicBezTo>
                    <a:pt x="1041" y="1320"/>
                    <a:pt x="1100" y="1281"/>
                    <a:pt x="1161" y="1243"/>
                  </a:cubicBezTo>
                  <a:cubicBezTo>
                    <a:pt x="1190" y="1224"/>
                    <a:pt x="1221" y="1204"/>
                    <a:pt x="1251" y="1187"/>
                  </a:cubicBezTo>
                  <a:cubicBezTo>
                    <a:pt x="1258" y="1182"/>
                    <a:pt x="1266" y="1177"/>
                    <a:pt x="1273" y="1173"/>
                  </a:cubicBezTo>
                  <a:cubicBezTo>
                    <a:pt x="1274" y="1172"/>
                    <a:pt x="1275" y="1171"/>
                    <a:pt x="1277" y="1170"/>
                  </a:cubicBezTo>
                  <a:lnTo>
                    <a:pt x="1277" y="1170"/>
                  </a:lnTo>
                  <a:cubicBezTo>
                    <a:pt x="1275" y="1172"/>
                    <a:pt x="1273" y="1173"/>
                    <a:pt x="1270" y="1175"/>
                  </a:cubicBezTo>
                  <a:cubicBezTo>
                    <a:pt x="1278" y="1170"/>
                    <a:pt x="1280" y="1169"/>
                    <a:pt x="1280" y="1169"/>
                  </a:cubicBezTo>
                  <a:lnTo>
                    <a:pt x="1280" y="1169"/>
                  </a:lnTo>
                  <a:cubicBezTo>
                    <a:pt x="1280" y="1169"/>
                    <a:pt x="1278" y="1169"/>
                    <a:pt x="1277" y="1170"/>
                  </a:cubicBezTo>
                  <a:lnTo>
                    <a:pt x="1277" y="1170"/>
                  </a:lnTo>
                  <a:cubicBezTo>
                    <a:pt x="1278" y="1169"/>
                    <a:pt x="1280" y="1168"/>
                    <a:pt x="1281" y="1167"/>
                  </a:cubicBezTo>
                  <a:cubicBezTo>
                    <a:pt x="1297" y="1158"/>
                    <a:pt x="1312" y="1149"/>
                    <a:pt x="1326" y="1140"/>
                  </a:cubicBezTo>
                  <a:cubicBezTo>
                    <a:pt x="1447" y="1066"/>
                    <a:pt x="1571" y="995"/>
                    <a:pt x="1694" y="925"/>
                  </a:cubicBezTo>
                  <a:cubicBezTo>
                    <a:pt x="1944" y="788"/>
                    <a:pt x="2197" y="662"/>
                    <a:pt x="2456" y="549"/>
                  </a:cubicBezTo>
                  <a:cubicBezTo>
                    <a:pt x="2716" y="435"/>
                    <a:pt x="2981" y="332"/>
                    <a:pt x="3250" y="243"/>
                  </a:cubicBezTo>
                  <a:cubicBezTo>
                    <a:pt x="3283" y="232"/>
                    <a:pt x="3317" y="221"/>
                    <a:pt x="3351" y="211"/>
                  </a:cubicBezTo>
                  <a:cubicBezTo>
                    <a:pt x="3368" y="205"/>
                    <a:pt x="3383" y="201"/>
                    <a:pt x="3400" y="195"/>
                  </a:cubicBezTo>
                  <a:lnTo>
                    <a:pt x="3424" y="187"/>
                  </a:lnTo>
                  <a:lnTo>
                    <a:pt x="3437" y="183"/>
                  </a:lnTo>
                  <a:cubicBezTo>
                    <a:pt x="3439" y="182"/>
                    <a:pt x="3445" y="181"/>
                    <a:pt x="3446" y="181"/>
                  </a:cubicBezTo>
                  <a:lnTo>
                    <a:pt x="3446" y="181"/>
                  </a:lnTo>
                  <a:cubicBezTo>
                    <a:pt x="3446" y="181"/>
                    <a:pt x="3445" y="181"/>
                    <a:pt x="3441" y="182"/>
                  </a:cubicBezTo>
                  <a:cubicBezTo>
                    <a:pt x="3499" y="165"/>
                    <a:pt x="3555" y="148"/>
                    <a:pt x="3614" y="140"/>
                  </a:cubicBezTo>
                  <a:cubicBezTo>
                    <a:pt x="3626" y="139"/>
                    <a:pt x="3639" y="138"/>
                    <a:pt x="3652" y="137"/>
                  </a:cubicBezTo>
                  <a:cubicBezTo>
                    <a:pt x="3653" y="137"/>
                    <a:pt x="3653" y="137"/>
                    <a:pt x="3654" y="137"/>
                  </a:cubicBezTo>
                  <a:close/>
                  <a:moveTo>
                    <a:pt x="501" y="1692"/>
                  </a:moveTo>
                  <a:lnTo>
                    <a:pt x="501" y="1692"/>
                  </a:lnTo>
                  <a:cubicBezTo>
                    <a:pt x="496" y="1695"/>
                    <a:pt x="495" y="1696"/>
                    <a:pt x="495" y="1696"/>
                  </a:cubicBezTo>
                  <a:cubicBezTo>
                    <a:pt x="495" y="1696"/>
                    <a:pt x="495" y="1696"/>
                    <a:pt x="495" y="1695"/>
                  </a:cubicBezTo>
                  <a:lnTo>
                    <a:pt x="495" y="1695"/>
                  </a:lnTo>
                  <a:lnTo>
                    <a:pt x="501" y="1692"/>
                  </a:lnTo>
                  <a:close/>
                  <a:moveTo>
                    <a:pt x="3657" y="1"/>
                  </a:moveTo>
                  <a:cubicBezTo>
                    <a:pt x="3584" y="1"/>
                    <a:pt x="3509" y="18"/>
                    <a:pt x="3441" y="36"/>
                  </a:cubicBezTo>
                  <a:cubicBezTo>
                    <a:pt x="3160" y="115"/>
                    <a:pt x="2884" y="205"/>
                    <a:pt x="2610" y="310"/>
                  </a:cubicBezTo>
                  <a:cubicBezTo>
                    <a:pt x="2341" y="414"/>
                    <a:pt x="2078" y="530"/>
                    <a:pt x="1819" y="659"/>
                  </a:cubicBezTo>
                  <a:cubicBezTo>
                    <a:pt x="1556" y="788"/>
                    <a:pt x="1300" y="934"/>
                    <a:pt x="1053" y="1090"/>
                  </a:cubicBezTo>
                  <a:cubicBezTo>
                    <a:pt x="931" y="1167"/>
                    <a:pt x="811" y="1248"/>
                    <a:pt x="694" y="1331"/>
                  </a:cubicBezTo>
                  <a:cubicBezTo>
                    <a:pt x="635" y="1372"/>
                    <a:pt x="579" y="1416"/>
                    <a:pt x="520" y="1461"/>
                  </a:cubicBezTo>
                  <a:cubicBezTo>
                    <a:pt x="493" y="1483"/>
                    <a:pt x="464" y="1505"/>
                    <a:pt x="438" y="1528"/>
                  </a:cubicBezTo>
                  <a:cubicBezTo>
                    <a:pt x="431" y="1534"/>
                    <a:pt x="425" y="1540"/>
                    <a:pt x="419" y="1546"/>
                  </a:cubicBezTo>
                  <a:cubicBezTo>
                    <a:pt x="416" y="1549"/>
                    <a:pt x="413" y="1551"/>
                    <a:pt x="409" y="1556"/>
                  </a:cubicBezTo>
                  <a:cubicBezTo>
                    <a:pt x="409" y="1557"/>
                    <a:pt x="393" y="1569"/>
                    <a:pt x="394" y="1569"/>
                  </a:cubicBezTo>
                  <a:cubicBezTo>
                    <a:pt x="394" y="1569"/>
                    <a:pt x="396" y="1568"/>
                    <a:pt x="400" y="1566"/>
                  </a:cubicBezTo>
                  <a:lnTo>
                    <a:pt x="400" y="1566"/>
                  </a:lnTo>
                  <a:cubicBezTo>
                    <a:pt x="386" y="1577"/>
                    <a:pt x="374" y="1589"/>
                    <a:pt x="360" y="1601"/>
                  </a:cubicBezTo>
                  <a:cubicBezTo>
                    <a:pt x="334" y="1626"/>
                    <a:pt x="308" y="1649"/>
                    <a:pt x="282" y="1674"/>
                  </a:cubicBezTo>
                  <a:cubicBezTo>
                    <a:pt x="277" y="1678"/>
                    <a:pt x="273" y="1683"/>
                    <a:pt x="270" y="1687"/>
                  </a:cubicBezTo>
                  <a:lnTo>
                    <a:pt x="270" y="1687"/>
                  </a:lnTo>
                  <a:cubicBezTo>
                    <a:pt x="249" y="1688"/>
                    <a:pt x="228" y="1690"/>
                    <a:pt x="206" y="1692"/>
                  </a:cubicBezTo>
                  <a:cubicBezTo>
                    <a:pt x="178" y="1694"/>
                    <a:pt x="146" y="1697"/>
                    <a:pt x="112" y="1699"/>
                  </a:cubicBezTo>
                  <a:cubicBezTo>
                    <a:pt x="102" y="1699"/>
                    <a:pt x="91" y="1699"/>
                    <a:pt x="80" y="1703"/>
                  </a:cubicBezTo>
                  <a:cubicBezTo>
                    <a:pt x="70" y="1706"/>
                    <a:pt x="69" y="1710"/>
                    <a:pt x="59" y="1712"/>
                  </a:cubicBezTo>
                  <a:cubicBezTo>
                    <a:pt x="45" y="1716"/>
                    <a:pt x="31" y="1722"/>
                    <a:pt x="15" y="1726"/>
                  </a:cubicBezTo>
                  <a:cubicBezTo>
                    <a:pt x="1" y="1727"/>
                    <a:pt x="3" y="1753"/>
                    <a:pt x="18" y="1759"/>
                  </a:cubicBezTo>
                  <a:cubicBezTo>
                    <a:pt x="38" y="1767"/>
                    <a:pt x="57" y="1774"/>
                    <a:pt x="75" y="1780"/>
                  </a:cubicBezTo>
                  <a:lnTo>
                    <a:pt x="75" y="1780"/>
                  </a:lnTo>
                  <a:cubicBezTo>
                    <a:pt x="82" y="1785"/>
                    <a:pt x="89" y="1788"/>
                    <a:pt x="99" y="1790"/>
                  </a:cubicBezTo>
                  <a:cubicBezTo>
                    <a:pt x="106" y="1791"/>
                    <a:pt x="115" y="1791"/>
                    <a:pt x="124" y="1791"/>
                  </a:cubicBezTo>
                  <a:cubicBezTo>
                    <a:pt x="143" y="1792"/>
                    <a:pt x="160" y="1795"/>
                    <a:pt x="178" y="1796"/>
                  </a:cubicBezTo>
                  <a:cubicBezTo>
                    <a:pt x="192" y="1797"/>
                    <a:pt x="207" y="1799"/>
                    <a:pt x="221" y="1800"/>
                  </a:cubicBezTo>
                  <a:lnTo>
                    <a:pt x="221" y="1800"/>
                  </a:lnTo>
                  <a:cubicBezTo>
                    <a:pt x="228" y="1812"/>
                    <a:pt x="240" y="1820"/>
                    <a:pt x="253" y="1820"/>
                  </a:cubicBezTo>
                  <a:cubicBezTo>
                    <a:pt x="258" y="1820"/>
                    <a:pt x="262" y="1819"/>
                    <a:pt x="267" y="1817"/>
                  </a:cubicBezTo>
                  <a:lnTo>
                    <a:pt x="267" y="1817"/>
                  </a:lnTo>
                  <a:cubicBezTo>
                    <a:pt x="281" y="1815"/>
                    <a:pt x="296" y="1808"/>
                    <a:pt x="309" y="1804"/>
                  </a:cubicBezTo>
                  <a:cubicBezTo>
                    <a:pt x="311" y="1804"/>
                    <a:pt x="312" y="1803"/>
                    <a:pt x="313" y="1803"/>
                  </a:cubicBezTo>
                  <a:lnTo>
                    <a:pt x="313" y="1803"/>
                  </a:lnTo>
                  <a:cubicBezTo>
                    <a:pt x="375" y="1802"/>
                    <a:pt x="436" y="1800"/>
                    <a:pt x="497" y="1797"/>
                  </a:cubicBezTo>
                  <a:cubicBezTo>
                    <a:pt x="636" y="1791"/>
                    <a:pt x="775" y="1780"/>
                    <a:pt x="913" y="1763"/>
                  </a:cubicBezTo>
                  <a:cubicBezTo>
                    <a:pt x="1189" y="1729"/>
                    <a:pt x="1463" y="1675"/>
                    <a:pt x="1731" y="1599"/>
                  </a:cubicBezTo>
                  <a:cubicBezTo>
                    <a:pt x="2002" y="1521"/>
                    <a:pt x="2266" y="1424"/>
                    <a:pt x="2523" y="1308"/>
                  </a:cubicBezTo>
                  <a:cubicBezTo>
                    <a:pt x="2780" y="1191"/>
                    <a:pt x="3027" y="1054"/>
                    <a:pt x="3264" y="900"/>
                  </a:cubicBezTo>
                  <a:cubicBezTo>
                    <a:pt x="3380" y="824"/>
                    <a:pt x="3494" y="743"/>
                    <a:pt x="3604" y="659"/>
                  </a:cubicBezTo>
                  <a:cubicBezTo>
                    <a:pt x="3715" y="573"/>
                    <a:pt x="3837" y="485"/>
                    <a:pt x="3903" y="359"/>
                  </a:cubicBezTo>
                  <a:cubicBezTo>
                    <a:pt x="3936" y="296"/>
                    <a:pt x="3946" y="221"/>
                    <a:pt x="3921" y="155"/>
                  </a:cubicBezTo>
                  <a:cubicBezTo>
                    <a:pt x="3899" y="94"/>
                    <a:pt x="3848" y="49"/>
                    <a:pt x="3790" y="24"/>
                  </a:cubicBezTo>
                  <a:cubicBezTo>
                    <a:pt x="3747" y="7"/>
                    <a:pt x="3702" y="1"/>
                    <a:pt x="365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480" bIns="60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799;p29"/>
            <p:cNvSpPr/>
            <p:nvPr/>
          </p:nvSpPr>
          <p:spPr>
            <a:xfrm>
              <a:off x="4963320" y="2598120"/>
              <a:ext cx="134640" cy="58680"/>
            </a:xfrm>
            <a:custGeom>
              <a:avLst/>
              <a:gdLst>
                <a:gd name="textAreaLeft" fmla="*/ 0 w 134640"/>
                <a:gd name="textAreaRight" fmla="*/ 135000 w 13464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2032" h="887">
                  <a:moveTo>
                    <a:pt x="2007" y="0"/>
                  </a:moveTo>
                  <a:cubicBezTo>
                    <a:pt x="2004" y="0"/>
                    <a:pt x="2001" y="1"/>
                    <a:pt x="1999" y="2"/>
                  </a:cubicBezTo>
                  <a:cubicBezTo>
                    <a:pt x="1935" y="31"/>
                    <a:pt x="1871" y="59"/>
                    <a:pt x="1807" y="88"/>
                  </a:cubicBezTo>
                  <a:lnTo>
                    <a:pt x="1762" y="109"/>
                  </a:lnTo>
                  <a:cubicBezTo>
                    <a:pt x="1745" y="115"/>
                    <a:pt x="1730" y="125"/>
                    <a:pt x="1713" y="131"/>
                  </a:cubicBezTo>
                  <a:cubicBezTo>
                    <a:pt x="1697" y="136"/>
                    <a:pt x="1682" y="139"/>
                    <a:pt x="1666" y="147"/>
                  </a:cubicBezTo>
                  <a:cubicBezTo>
                    <a:pt x="1649" y="156"/>
                    <a:pt x="1634" y="162"/>
                    <a:pt x="1618" y="170"/>
                  </a:cubicBezTo>
                  <a:cubicBezTo>
                    <a:pt x="1554" y="201"/>
                    <a:pt x="1490" y="229"/>
                    <a:pt x="1425" y="258"/>
                  </a:cubicBezTo>
                  <a:cubicBezTo>
                    <a:pt x="1362" y="288"/>
                    <a:pt x="1300" y="318"/>
                    <a:pt x="1238" y="348"/>
                  </a:cubicBezTo>
                  <a:cubicBezTo>
                    <a:pt x="983" y="464"/>
                    <a:pt x="724" y="571"/>
                    <a:pt x="461" y="668"/>
                  </a:cubicBezTo>
                  <a:cubicBezTo>
                    <a:pt x="389" y="694"/>
                    <a:pt x="315" y="719"/>
                    <a:pt x="242" y="747"/>
                  </a:cubicBezTo>
                  <a:cubicBezTo>
                    <a:pt x="205" y="761"/>
                    <a:pt x="167" y="773"/>
                    <a:pt x="131" y="791"/>
                  </a:cubicBezTo>
                  <a:cubicBezTo>
                    <a:pt x="96" y="809"/>
                    <a:pt x="59" y="826"/>
                    <a:pt x="24" y="843"/>
                  </a:cubicBezTo>
                  <a:cubicBezTo>
                    <a:pt x="0" y="856"/>
                    <a:pt x="11" y="886"/>
                    <a:pt x="34" y="886"/>
                  </a:cubicBezTo>
                  <a:cubicBezTo>
                    <a:pt x="34" y="886"/>
                    <a:pt x="35" y="886"/>
                    <a:pt x="35" y="886"/>
                  </a:cubicBezTo>
                  <a:cubicBezTo>
                    <a:pt x="70" y="883"/>
                    <a:pt x="107" y="878"/>
                    <a:pt x="141" y="873"/>
                  </a:cubicBezTo>
                  <a:cubicBezTo>
                    <a:pt x="175" y="867"/>
                    <a:pt x="208" y="861"/>
                    <a:pt x="242" y="853"/>
                  </a:cubicBezTo>
                  <a:cubicBezTo>
                    <a:pt x="313" y="835"/>
                    <a:pt x="382" y="815"/>
                    <a:pt x="452" y="791"/>
                  </a:cubicBezTo>
                  <a:cubicBezTo>
                    <a:pt x="586" y="747"/>
                    <a:pt x="719" y="701"/>
                    <a:pt x="851" y="650"/>
                  </a:cubicBezTo>
                  <a:cubicBezTo>
                    <a:pt x="1114" y="549"/>
                    <a:pt x="1372" y="433"/>
                    <a:pt x="1617" y="295"/>
                  </a:cubicBezTo>
                  <a:cubicBezTo>
                    <a:pt x="1651" y="277"/>
                    <a:pt x="1686" y="256"/>
                    <a:pt x="1721" y="235"/>
                  </a:cubicBezTo>
                  <a:cubicBezTo>
                    <a:pt x="1726" y="233"/>
                    <a:pt x="1732" y="228"/>
                    <a:pt x="1737" y="224"/>
                  </a:cubicBezTo>
                  <a:cubicBezTo>
                    <a:pt x="1743" y="220"/>
                    <a:pt x="1746" y="213"/>
                    <a:pt x="1752" y="209"/>
                  </a:cubicBezTo>
                  <a:cubicBezTo>
                    <a:pt x="1759" y="203"/>
                    <a:pt x="1767" y="201"/>
                    <a:pt x="1774" y="195"/>
                  </a:cubicBezTo>
                  <a:cubicBezTo>
                    <a:pt x="1790" y="186"/>
                    <a:pt x="1805" y="175"/>
                    <a:pt x="1822" y="165"/>
                  </a:cubicBezTo>
                  <a:cubicBezTo>
                    <a:pt x="1889" y="123"/>
                    <a:pt x="1954" y="77"/>
                    <a:pt x="2017" y="31"/>
                  </a:cubicBezTo>
                  <a:cubicBezTo>
                    <a:pt x="2031" y="20"/>
                    <a:pt x="2021" y="0"/>
                    <a:pt x="200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800;p29"/>
            <p:cNvSpPr/>
            <p:nvPr/>
          </p:nvSpPr>
          <p:spPr>
            <a:xfrm>
              <a:off x="4933800" y="2541960"/>
              <a:ext cx="86760" cy="11988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1309" h="1808">
                  <a:moveTo>
                    <a:pt x="1061" y="114"/>
                  </a:moveTo>
                  <a:cubicBezTo>
                    <a:pt x="1061" y="114"/>
                    <a:pt x="1060" y="114"/>
                    <a:pt x="1060" y="114"/>
                  </a:cubicBezTo>
                  <a:lnTo>
                    <a:pt x="1060" y="114"/>
                  </a:lnTo>
                  <a:lnTo>
                    <a:pt x="1061" y="114"/>
                  </a:lnTo>
                  <a:close/>
                  <a:moveTo>
                    <a:pt x="1059" y="114"/>
                  </a:moveTo>
                  <a:lnTo>
                    <a:pt x="1059" y="114"/>
                  </a:lnTo>
                  <a:cubicBezTo>
                    <a:pt x="1059" y="114"/>
                    <a:pt x="1058" y="114"/>
                    <a:pt x="1058" y="114"/>
                  </a:cubicBezTo>
                  <a:cubicBezTo>
                    <a:pt x="1058" y="114"/>
                    <a:pt x="1058" y="114"/>
                    <a:pt x="1059" y="114"/>
                  </a:cubicBezTo>
                  <a:close/>
                  <a:moveTo>
                    <a:pt x="1087" y="1"/>
                  </a:moveTo>
                  <a:cubicBezTo>
                    <a:pt x="1025" y="1"/>
                    <a:pt x="967" y="32"/>
                    <a:pt x="918" y="70"/>
                  </a:cubicBezTo>
                  <a:cubicBezTo>
                    <a:pt x="866" y="112"/>
                    <a:pt x="817" y="162"/>
                    <a:pt x="770" y="211"/>
                  </a:cubicBezTo>
                  <a:cubicBezTo>
                    <a:pt x="576" y="413"/>
                    <a:pt x="411" y="641"/>
                    <a:pt x="278" y="888"/>
                  </a:cubicBezTo>
                  <a:cubicBezTo>
                    <a:pt x="213" y="1009"/>
                    <a:pt x="155" y="1135"/>
                    <a:pt x="109" y="1264"/>
                  </a:cubicBezTo>
                  <a:cubicBezTo>
                    <a:pt x="84" y="1331"/>
                    <a:pt x="62" y="1399"/>
                    <a:pt x="45" y="1470"/>
                  </a:cubicBezTo>
                  <a:cubicBezTo>
                    <a:pt x="38" y="1503"/>
                    <a:pt x="28" y="1537"/>
                    <a:pt x="25" y="1570"/>
                  </a:cubicBezTo>
                  <a:cubicBezTo>
                    <a:pt x="22" y="1604"/>
                    <a:pt x="17" y="1639"/>
                    <a:pt x="12" y="1672"/>
                  </a:cubicBezTo>
                  <a:cubicBezTo>
                    <a:pt x="9" y="1705"/>
                    <a:pt x="5" y="1738"/>
                    <a:pt x="1" y="1772"/>
                  </a:cubicBezTo>
                  <a:cubicBezTo>
                    <a:pt x="0" y="1788"/>
                    <a:pt x="11" y="1805"/>
                    <a:pt x="28" y="1807"/>
                  </a:cubicBezTo>
                  <a:cubicBezTo>
                    <a:pt x="30" y="1807"/>
                    <a:pt x="33" y="1808"/>
                    <a:pt x="36" y="1808"/>
                  </a:cubicBezTo>
                  <a:cubicBezTo>
                    <a:pt x="49" y="1808"/>
                    <a:pt x="64" y="1801"/>
                    <a:pt x="67" y="1787"/>
                  </a:cubicBezTo>
                  <a:cubicBezTo>
                    <a:pt x="84" y="1723"/>
                    <a:pt x="100" y="1659"/>
                    <a:pt x="126" y="1598"/>
                  </a:cubicBezTo>
                  <a:cubicBezTo>
                    <a:pt x="139" y="1569"/>
                    <a:pt x="147" y="1537"/>
                    <a:pt x="158" y="1507"/>
                  </a:cubicBezTo>
                  <a:cubicBezTo>
                    <a:pt x="169" y="1475"/>
                    <a:pt x="179" y="1443"/>
                    <a:pt x="190" y="1410"/>
                  </a:cubicBezTo>
                  <a:cubicBezTo>
                    <a:pt x="231" y="1285"/>
                    <a:pt x="280" y="1162"/>
                    <a:pt x="335" y="1044"/>
                  </a:cubicBezTo>
                  <a:cubicBezTo>
                    <a:pt x="349" y="1014"/>
                    <a:pt x="364" y="985"/>
                    <a:pt x="378" y="956"/>
                  </a:cubicBezTo>
                  <a:cubicBezTo>
                    <a:pt x="385" y="943"/>
                    <a:pt x="393" y="927"/>
                    <a:pt x="400" y="914"/>
                  </a:cubicBezTo>
                  <a:cubicBezTo>
                    <a:pt x="404" y="906"/>
                    <a:pt x="408" y="899"/>
                    <a:pt x="412" y="892"/>
                  </a:cubicBezTo>
                  <a:cubicBezTo>
                    <a:pt x="413" y="889"/>
                    <a:pt x="416" y="884"/>
                    <a:pt x="417" y="882"/>
                  </a:cubicBezTo>
                  <a:cubicBezTo>
                    <a:pt x="418" y="882"/>
                    <a:pt x="418" y="881"/>
                    <a:pt x="418" y="881"/>
                  </a:cubicBezTo>
                  <a:lnTo>
                    <a:pt x="418" y="881"/>
                  </a:lnTo>
                  <a:cubicBezTo>
                    <a:pt x="418" y="882"/>
                    <a:pt x="418" y="882"/>
                    <a:pt x="418" y="882"/>
                  </a:cubicBezTo>
                  <a:cubicBezTo>
                    <a:pt x="418" y="882"/>
                    <a:pt x="419" y="881"/>
                    <a:pt x="421" y="877"/>
                  </a:cubicBezTo>
                  <a:cubicBezTo>
                    <a:pt x="452" y="819"/>
                    <a:pt x="487" y="763"/>
                    <a:pt x="522" y="708"/>
                  </a:cubicBezTo>
                  <a:cubicBezTo>
                    <a:pt x="593" y="597"/>
                    <a:pt x="673" y="489"/>
                    <a:pt x="759" y="389"/>
                  </a:cubicBezTo>
                  <a:cubicBezTo>
                    <a:pt x="780" y="365"/>
                    <a:pt x="802" y="340"/>
                    <a:pt x="824" y="317"/>
                  </a:cubicBezTo>
                  <a:cubicBezTo>
                    <a:pt x="835" y="305"/>
                    <a:pt x="846" y="294"/>
                    <a:pt x="857" y="283"/>
                  </a:cubicBezTo>
                  <a:cubicBezTo>
                    <a:pt x="857" y="282"/>
                    <a:pt x="858" y="281"/>
                    <a:pt x="859" y="280"/>
                  </a:cubicBezTo>
                  <a:lnTo>
                    <a:pt x="859" y="280"/>
                  </a:lnTo>
                  <a:lnTo>
                    <a:pt x="867" y="273"/>
                  </a:lnTo>
                  <a:cubicBezTo>
                    <a:pt x="873" y="266"/>
                    <a:pt x="879" y="258"/>
                    <a:pt x="885" y="252"/>
                  </a:cubicBezTo>
                  <a:cubicBezTo>
                    <a:pt x="909" y="229"/>
                    <a:pt x="934" y="204"/>
                    <a:pt x="959" y="182"/>
                  </a:cubicBezTo>
                  <a:cubicBezTo>
                    <a:pt x="970" y="173"/>
                    <a:pt x="981" y="162"/>
                    <a:pt x="993" y="152"/>
                  </a:cubicBezTo>
                  <a:cubicBezTo>
                    <a:pt x="1008" y="140"/>
                    <a:pt x="1017" y="132"/>
                    <a:pt x="1030" y="127"/>
                  </a:cubicBezTo>
                  <a:cubicBezTo>
                    <a:pt x="1037" y="125"/>
                    <a:pt x="1042" y="120"/>
                    <a:pt x="1049" y="118"/>
                  </a:cubicBezTo>
                  <a:lnTo>
                    <a:pt x="1060" y="114"/>
                  </a:lnTo>
                  <a:lnTo>
                    <a:pt x="1060" y="114"/>
                  </a:lnTo>
                  <a:cubicBezTo>
                    <a:pt x="1061" y="114"/>
                    <a:pt x="1062" y="114"/>
                    <a:pt x="1064" y="114"/>
                  </a:cubicBezTo>
                  <a:cubicBezTo>
                    <a:pt x="1071" y="112"/>
                    <a:pt x="1077" y="110"/>
                    <a:pt x="1085" y="110"/>
                  </a:cubicBezTo>
                  <a:lnTo>
                    <a:pt x="1086" y="110"/>
                  </a:lnTo>
                  <a:cubicBezTo>
                    <a:pt x="1091" y="110"/>
                    <a:pt x="1096" y="110"/>
                    <a:pt x="1099" y="112"/>
                  </a:cubicBezTo>
                  <a:cubicBezTo>
                    <a:pt x="1101" y="112"/>
                    <a:pt x="1101" y="113"/>
                    <a:pt x="1102" y="113"/>
                  </a:cubicBezTo>
                  <a:lnTo>
                    <a:pt x="1102" y="113"/>
                  </a:lnTo>
                  <a:cubicBezTo>
                    <a:pt x="1102" y="113"/>
                    <a:pt x="1102" y="113"/>
                    <a:pt x="1102" y="113"/>
                  </a:cubicBezTo>
                  <a:cubicBezTo>
                    <a:pt x="1102" y="113"/>
                    <a:pt x="1102" y="113"/>
                    <a:pt x="1105" y="113"/>
                  </a:cubicBezTo>
                  <a:lnTo>
                    <a:pt x="1105" y="113"/>
                  </a:lnTo>
                  <a:cubicBezTo>
                    <a:pt x="1104" y="113"/>
                    <a:pt x="1103" y="113"/>
                    <a:pt x="1102" y="113"/>
                  </a:cubicBezTo>
                  <a:lnTo>
                    <a:pt x="1102" y="113"/>
                  </a:lnTo>
                  <a:cubicBezTo>
                    <a:pt x="1103" y="113"/>
                    <a:pt x="1105" y="113"/>
                    <a:pt x="1107" y="113"/>
                  </a:cubicBezTo>
                  <a:lnTo>
                    <a:pt x="1107" y="113"/>
                  </a:lnTo>
                  <a:cubicBezTo>
                    <a:pt x="1106" y="113"/>
                    <a:pt x="1105" y="113"/>
                    <a:pt x="1105" y="113"/>
                  </a:cubicBezTo>
                  <a:lnTo>
                    <a:pt x="1105" y="113"/>
                  </a:lnTo>
                  <a:cubicBezTo>
                    <a:pt x="1105" y="113"/>
                    <a:pt x="1106" y="113"/>
                    <a:pt x="1107" y="113"/>
                  </a:cubicBezTo>
                  <a:lnTo>
                    <a:pt x="1107" y="113"/>
                  </a:lnTo>
                  <a:cubicBezTo>
                    <a:pt x="1107" y="113"/>
                    <a:pt x="1107" y="114"/>
                    <a:pt x="1107" y="114"/>
                  </a:cubicBezTo>
                  <a:cubicBezTo>
                    <a:pt x="1112" y="116"/>
                    <a:pt x="1118" y="118"/>
                    <a:pt x="1123" y="120"/>
                  </a:cubicBezTo>
                  <a:lnTo>
                    <a:pt x="1123" y="120"/>
                  </a:lnTo>
                  <a:cubicBezTo>
                    <a:pt x="1123" y="120"/>
                    <a:pt x="1123" y="120"/>
                    <a:pt x="1124" y="120"/>
                  </a:cubicBezTo>
                  <a:cubicBezTo>
                    <a:pt x="1126" y="123"/>
                    <a:pt x="1130" y="125"/>
                    <a:pt x="1132" y="126"/>
                  </a:cubicBezTo>
                  <a:cubicBezTo>
                    <a:pt x="1137" y="130"/>
                    <a:pt x="1144" y="133"/>
                    <a:pt x="1149" y="138"/>
                  </a:cubicBezTo>
                  <a:lnTo>
                    <a:pt x="1149" y="138"/>
                  </a:lnTo>
                  <a:cubicBezTo>
                    <a:pt x="1151" y="140"/>
                    <a:pt x="1155" y="145"/>
                    <a:pt x="1157" y="146"/>
                  </a:cubicBezTo>
                  <a:cubicBezTo>
                    <a:pt x="1160" y="151"/>
                    <a:pt x="1164" y="156"/>
                    <a:pt x="1168" y="160"/>
                  </a:cubicBezTo>
                  <a:cubicBezTo>
                    <a:pt x="1169" y="163"/>
                    <a:pt x="1171" y="165"/>
                    <a:pt x="1173" y="168"/>
                  </a:cubicBezTo>
                  <a:lnTo>
                    <a:pt x="1173" y="168"/>
                  </a:lnTo>
                  <a:cubicBezTo>
                    <a:pt x="1173" y="169"/>
                    <a:pt x="1174" y="170"/>
                    <a:pt x="1174" y="171"/>
                  </a:cubicBezTo>
                  <a:cubicBezTo>
                    <a:pt x="1176" y="176"/>
                    <a:pt x="1181" y="184"/>
                    <a:pt x="1184" y="190"/>
                  </a:cubicBezTo>
                  <a:cubicBezTo>
                    <a:pt x="1185" y="195"/>
                    <a:pt x="1186" y="197"/>
                    <a:pt x="1187" y="201"/>
                  </a:cubicBezTo>
                  <a:cubicBezTo>
                    <a:pt x="1187" y="202"/>
                    <a:pt x="1188" y="203"/>
                    <a:pt x="1188" y="205"/>
                  </a:cubicBezTo>
                  <a:lnTo>
                    <a:pt x="1188" y="205"/>
                  </a:lnTo>
                  <a:cubicBezTo>
                    <a:pt x="1189" y="207"/>
                    <a:pt x="1191" y="212"/>
                    <a:pt x="1191" y="212"/>
                  </a:cubicBezTo>
                  <a:cubicBezTo>
                    <a:pt x="1192" y="215"/>
                    <a:pt x="1192" y="218"/>
                    <a:pt x="1192" y="222"/>
                  </a:cubicBezTo>
                  <a:cubicBezTo>
                    <a:pt x="1193" y="228"/>
                    <a:pt x="1195" y="234"/>
                    <a:pt x="1195" y="240"/>
                  </a:cubicBezTo>
                  <a:cubicBezTo>
                    <a:pt x="1195" y="242"/>
                    <a:pt x="1195" y="245"/>
                    <a:pt x="1196" y="250"/>
                  </a:cubicBezTo>
                  <a:cubicBezTo>
                    <a:pt x="1196" y="250"/>
                    <a:pt x="1196" y="251"/>
                    <a:pt x="1196" y="251"/>
                  </a:cubicBezTo>
                  <a:lnTo>
                    <a:pt x="1196" y="251"/>
                  </a:lnTo>
                  <a:cubicBezTo>
                    <a:pt x="1196" y="252"/>
                    <a:pt x="1196" y="252"/>
                    <a:pt x="1196" y="253"/>
                  </a:cubicBezTo>
                  <a:cubicBezTo>
                    <a:pt x="1192" y="319"/>
                    <a:pt x="1168" y="379"/>
                    <a:pt x="1135" y="436"/>
                  </a:cubicBezTo>
                  <a:cubicBezTo>
                    <a:pt x="1097" y="499"/>
                    <a:pt x="1056" y="559"/>
                    <a:pt x="1015" y="620"/>
                  </a:cubicBezTo>
                  <a:cubicBezTo>
                    <a:pt x="934" y="741"/>
                    <a:pt x="849" y="860"/>
                    <a:pt x="759" y="976"/>
                  </a:cubicBezTo>
                  <a:cubicBezTo>
                    <a:pt x="670" y="1092"/>
                    <a:pt x="578" y="1207"/>
                    <a:pt x="483" y="1318"/>
                  </a:cubicBezTo>
                  <a:cubicBezTo>
                    <a:pt x="437" y="1373"/>
                    <a:pt x="389" y="1428"/>
                    <a:pt x="341" y="1482"/>
                  </a:cubicBezTo>
                  <a:cubicBezTo>
                    <a:pt x="316" y="1509"/>
                    <a:pt x="290" y="1537"/>
                    <a:pt x="265" y="1564"/>
                  </a:cubicBezTo>
                  <a:cubicBezTo>
                    <a:pt x="241" y="1591"/>
                    <a:pt x="214" y="1617"/>
                    <a:pt x="192" y="1645"/>
                  </a:cubicBezTo>
                  <a:cubicBezTo>
                    <a:pt x="181" y="1659"/>
                    <a:pt x="170" y="1673"/>
                    <a:pt x="161" y="1686"/>
                  </a:cubicBezTo>
                  <a:cubicBezTo>
                    <a:pt x="150" y="1701"/>
                    <a:pt x="144" y="1719"/>
                    <a:pt x="137" y="1736"/>
                  </a:cubicBezTo>
                  <a:cubicBezTo>
                    <a:pt x="131" y="1747"/>
                    <a:pt x="142" y="1758"/>
                    <a:pt x="153" y="1758"/>
                  </a:cubicBezTo>
                  <a:cubicBezTo>
                    <a:pt x="155" y="1758"/>
                    <a:pt x="157" y="1757"/>
                    <a:pt x="159" y="1756"/>
                  </a:cubicBezTo>
                  <a:cubicBezTo>
                    <a:pt x="177" y="1750"/>
                    <a:pt x="193" y="1744"/>
                    <a:pt x="209" y="1733"/>
                  </a:cubicBezTo>
                  <a:cubicBezTo>
                    <a:pt x="224" y="1721"/>
                    <a:pt x="240" y="1709"/>
                    <a:pt x="256" y="1698"/>
                  </a:cubicBezTo>
                  <a:cubicBezTo>
                    <a:pt x="286" y="1674"/>
                    <a:pt x="311" y="1644"/>
                    <a:pt x="338" y="1617"/>
                  </a:cubicBezTo>
                  <a:cubicBezTo>
                    <a:pt x="391" y="1561"/>
                    <a:pt x="445" y="1504"/>
                    <a:pt x="498" y="1447"/>
                  </a:cubicBezTo>
                  <a:cubicBezTo>
                    <a:pt x="600" y="1334"/>
                    <a:pt x="699" y="1218"/>
                    <a:pt x="794" y="1097"/>
                  </a:cubicBezTo>
                  <a:cubicBezTo>
                    <a:pt x="887" y="979"/>
                    <a:pt x="978" y="858"/>
                    <a:pt x="1063" y="733"/>
                  </a:cubicBezTo>
                  <a:cubicBezTo>
                    <a:pt x="1107" y="669"/>
                    <a:pt x="1149" y="607"/>
                    <a:pt x="1191" y="542"/>
                  </a:cubicBezTo>
                  <a:cubicBezTo>
                    <a:pt x="1231" y="477"/>
                    <a:pt x="1273" y="410"/>
                    <a:pt x="1292" y="334"/>
                  </a:cubicBezTo>
                  <a:cubicBezTo>
                    <a:pt x="1308" y="265"/>
                    <a:pt x="1307" y="194"/>
                    <a:pt x="1274" y="129"/>
                  </a:cubicBezTo>
                  <a:cubicBezTo>
                    <a:pt x="1244" y="69"/>
                    <a:pt x="1192" y="20"/>
                    <a:pt x="1125" y="5"/>
                  </a:cubicBezTo>
                  <a:cubicBezTo>
                    <a:pt x="1112" y="2"/>
                    <a:pt x="1099" y="1"/>
                    <a:pt x="108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801;p29"/>
            <p:cNvSpPr/>
            <p:nvPr/>
          </p:nvSpPr>
          <p:spPr>
            <a:xfrm>
              <a:off x="4950000" y="2569680"/>
              <a:ext cx="50760" cy="8352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771" h="1259">
                  <a:moveTo>
                    <a:pt x="748" y="1"/>
                  </a:moveTo>
                  <a:cubicBezTo>
                    <a:pt x="743" y="1"/>
                    <a:pt x="738" y="2"/>
                    <a:pt x="735" y="5"/>
                  </a:cubicBezTo>
                  <a:cubicBezTo>
                    <a:pt x="701" y="39"/>
                    <a:pt x="672" y="78"/>
                    <a:pt x="641" y="115"/>
                  </a:cubicBezTo>
                  <a:cubicBezTo>
                    <a:pt x="628" y="131"/>
                    <a:pt x="616" y="148"/>
                    <a:pt x="603" y="164"/>
                  </a:cubicBezTo>
                  <a:cubicBezTo>
                    <a:pt x="589" y="184"/>
                    <a:pt x="574" y="207"/>
                    <a:pt x="557" y="225"/>
                  </a:cubicBezTo>
                  <a:cubicBezTo>
                    <a:pt x="550" y="233"/>
                    <a:pt x="541" y="239"/>
                    <a:pt x="535" y="248"/>
                  </a:cubicBezTo>
                  <a:cubicBezTo>
                    <a:pt x="526" y="258"/>
                    <a:pt x="519" y="269"/>
                    <a:pt x="513" y="278"/>
                  </a:cubicBezTo>
                  <a:cubicBezTo>
                    <a:pt x="499" y="297"/>
                    <a:pt x="486" y="316"/>
                    <a:pt x="473" y="334"/>
                  </a:cubicBezTo>
                  <a:cubicBezTo>
                    <a:pt x="446" y="373"/>
                    <a:pt x="421" y="412"/>
                    <a:pt x="394" y="453"/>
                  </a:cubicBezTo>
                  <a:cubicBezTo>
                    <a:pt x="345" y="532"/>
                    <a:pt x="298" y="612"/>
                    <a:pt x="251" y="692"/>
                  </a:cubicBezTo>
                  <a:cubicBezTo>
                    <a:pt x="205" y="777"/>
                    <a:pt x="155" y="861"/>
                    <a:pt x="116" y="948"/>
                  </a:cubicBezTo>
                  <a:cubicBezTo>
                    <a:pt x="96" y="994"/>
                    <a:pt x="75" y="1042"/>
                    <a:pt x="56" y="1090"/>
                  </a:cubicBezTo>
                  <a:cubicBezTo>
                    <a:pt x="46" y="1114"/>
                    <a:pt x="35" y="1137"/>
                    <a:pt x="25" y="1163"/>
                  </a:cubicBezTo>
                  <a:cubicBezTo>
                    <a:pt x="21" y="1175"/>
                    <a:pt x="21" y="1187"/>
                    <a:pt x="19" y="1200"/>
                  </a:cubicBezTo>
                  <a:cubicBezTo>
                    <a:pt x="14" y="1213"/>
                    <a:pt x="10" y="1227"/>
                    <a:pt x="7" y="1242"/>
                  </a:cubicBezTo>
                  <a:cubicBezTo>
                    <a:pt x="1" y="1251"/>
                    <a:pt x="8" y="1259"/>
                    <a:pt x="16" y="1259"/>
                  </a:cubicBezTo>
                  <a:cubicBezTo>
                    <a:pt x="20" y="1259"/>
                    <a:pt x="24" y="1257"/>
                    <a:pt x="26" y="1253"/>
                  </a:cubicBezTo>
                  <a:cubicBezTo>
                    <a:pt x="34" y="1242"/>
                    <a:pt x="41" y="1233"/>
                    <a:pt x="47" y="1222"/>
                  </a:cubicBezTo>
                  <a:cubicBezTo>
                    <a:pt x="53" y="1212"/>
                    <a:pt x="61" y="1206"/>
                    <a:pt x="68" y="1198"/>
                  </a:cubicBezTo>
                  <a:cubicBezTo>
                    <a:pt x="83" y="1180"/>
                    <a:pt x="92" y="1156"/>
                    <a:pt x="103" y="1136"/>
                  </a:cubicBezTo>
                  <a:cubicBezTo>
                    <a:pt x="125" y="1097"/>
                    <a:pt x="149" y="1057"/>
                    <a:pt x="172" y="1019"/>
                  </a:cubicBezTo>
                  <a:cubicBezTo>
                    <a:pt x="221" y="938"/>
                    <a:pt x="262" y="855"/>
                    <a:pt x="310" y="774"/>
                  </a:cubicBezTo>
                  <a:cubicBezTo>
                    <a:pt x="402" y="613"/>
                    <a:pt x="499" y="456"/>
                    <a:pt x="600" y="302"/>
                  </a:cubicBezTo>
                  <a:cubicBezTo>
                    <a:pt x="606" y="291"/>
                    <a:pt x="611" y="280"/>
                    <a:pt x="616" y="267"/>
                  </a:cubicBezTo>
                  <a:cubicBezTo>
                    <a:pt x="619" y="257"/>
                    <a:pt x="629" y="246"/>
                    <a:pt x="636" y="236"/>
                  </a:cubicBezTo>
                  <a:cubicBezTo>
                    <a:pt x="651" y="213"/>
                    <a:pt x="665" y="190"/>
                    <a:pt x="680" y="168"/>
                  </a:cubicBezTo>
                  <a:cubicBezTo>
                    <a:pt x="709" y="124"/>
                    <a:pt x="739" y="80"/>
                    <a:pt x="765" y="34"/>
                  </a:cubicBezTo>
                  <a:cubicBezTo>
                    <a:pt x="771" y="25"/>
                    <a:pt x="771" y="14"/>
                    <a:pt x="762" y="6"/>
                  </a:cubicBezTo>
                  <a:cubicBezTo>
                    <a:pt x="759" y="3"/>
                    <a:pt x="753" y="1"/>
                    <a:pt x="74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802;p29"/>
            <p:cNvSpPr/>
            <p:nvPr/>
          </p:nvSpPr>
          <p:spPr>
            <a:xfrm>
              <a:off x="4821840" y="2529720"/>
              <a:ext cx="74520" cy="15444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54440"/>
                <a:gd name="textAreaBottom" fmla="*/ 154800 h 154440"/>
              </a:gdLst>
              <a:ahLst/>
              <a:cxnLst/>
              <a:rect l="textAreaLeft" t="textAreaTop" r="textAreaRight" b="textAreaBottom"/>
              <a:pathLst>
                <a:path w="1128" h="2328">
                  <a:moveTo>
                    <a:pt x="931" y="105"/>
                  </a:moveTo>
                  <a:cubicBezTo>
                    <a:pt x="932" y="106"/>
                    <a:pt x="933" y="106"/>
                    <a:pt x="934" y="106"/>
                  </a:cubicBezTo>
                  <a:lnTo>
                    <a:pt x="934" y="106"/>
                  </a:lnTo>
                  <a:cubicBezTo>
                    <a:pt x="934" y="107"/>
                    <a:pt x="934" y="107"/>
                    <a:pt x="934" y="107"/>
                  </a:cubicBezTo>
                  <a:lnTo>
                    <a:pt x="934" y="107"/>
                  </a:lnTo>
                  <a:cubicBezTo>
                    <a:pt x="933" y="106"/>
                    <a:pt x="932" y="106"/>
                    <a:pt x="931" y="105"/>
                  </a:cubicBezTo>
                  <a:close/>
                  <a:moveTo>
                    <a:pt x="560" y="504"/>
                  </a:moveTo>
                  <a:cubicBezTo>
                    <a:pt x="560" y="504"/>
                    <a:pt x="560" y="504"/>
                    <a:pt x="559" y="506"/>
                  </a:cubicBezTo>
                  <a:lnTo>
                    <a:pt x="559" y="506"/>
                  </a:lnTo>
                  <a:cubicBezTo>
                    <a:pt x="560" y="505"/>
                    <a:pt x="560" y="504"/>
                    <a:pt x="560" y="504"/>
                  </a:cubicBezTo>
                  <a:close/>
                  <a:moveTo>
                    <a:pt x="929" y="106"/>
                  </a:moveTo>
                  <a:lnTo>
                    <a:pt x="929" y="106"/>
                  </a:lnTo>
                  <a:cubicBezTo>
                    <a:pt x="930" y="106"/>
                    <a:pt x="933" y="107"/>
                    <a:pt x="934" y="107"/>
                  </a:cubicBezTo>
                  <a:lnTo>
                    <a:pt x="934" y="107"/>
                  </a:lnTo>
                  <a:cubicBezTo>
                    <a:pt x="934" y="107"/>
                    <a:pt x="934" y="108"/>
                    <a:pt x="935" y="109"/>
                  </a:cubicBezTo>
                  <a:cubicBezTo>
                    <a:pt x="936" y="110"/>
                    <a:pt x="937" y="110"/>
                    <a:pt x="937" y="110"/>
                  </a:cubicBezTo>
                  <a:cubicBezTo>
                    <a:pt x="938" y="110"/>
                    <a:pt x="938" y="110"/>
                    <a:pt x="937" y="109"/>
                  </a:cubicBezTo>
                  <a:lnTo>
                    <a:pt x="937" y="109"/>
                  </a:lnTo>
                  <a:cubicBezTo>
                    <a:pt x="939" y="111"/>
                    <a:pt x="940" y="113"/>
                    <a:pt x="942" y="115"/>
                  </a:cubicBezTo>
                  <a:cubicBezTo>
                    <a:pt x="943" y="116"/>
                    <a:pt x="945" y="120"/>
                    <a:pt x="945" y="120"/>
                  </a:cubicBezTo>
                  <a:cubicBezTo>
                    <a:pt x="945" y="120"/>
                    <a:pt x="945" y="119"/>
                    <a:pt x="944" y="116"/>
                  </a:cubicBezTo>
                  <a:lnTo>
                    <a:pt x="944" y="116"/>
                  </a:lnTo>
                  <a:cubicBezTo>
                    <a:pt x="946" y="121"/>
                    <a:pt x="947" y="125"/>
                    <a:pt x="949" y="127"/>
                  </a:cubicBezTo>
                  <a:cubicBezTo>
                    <a:pt x="953" y="136"/>
                    <a:pt x="957" y="145"/>
                    <a:pt x="961" y="154"/>
                  </a:cubicBezTo>
                  <a:cubicBezTo>
                    <a:pt x="968" y="170"/>
                    <a:pt x="977" y="193"/>
                    <a:pt x="979" y="204"/>
                  </a:cubicBezTo>
                  <a:cubicBezTo>
                    <a:pt x="990" y="243"/>
                    <a:pt x="997" y="281"/>
                    <a:pt x="1000" y="320"/>
                  </a:cubicBezTo>
                  <a:cubicBezTo>
                    <a:pt x="1001" y="339"/>
                    <a:pt x="1002" y="357"/>
                    <a:pt x="1002" y="371"/>
                  </a:cubicBezTo>
                  <a:cubicBezTo>
                    <a:pt x="1002" y="391"/>
                    <a:pt x="1002" y="412"/>
                    <a:pt x="1001" y="434"/>
                  </a:cubicBezTo>
                  <a:cubicBezTo>
                    <a:pt x="999" y="476"/>
                    <a:pt x="993" y="516"/>
                    <a:pt x="986" y="556"/>
                  </a:cubicBezTo>
                  <a:cubicBezTo>
                    <a:pt x="972" y="633"/>
                    <a:pt x="951" y="706"/>
                    <a:pt x="925" y="783"/>
                  </a:cubicBezTo>
                  <a:cubicBezTo>
                    <a:pt x="901" y="856"/>
                    <a:pt x="875" y="928"/>
                    <a:pt x="845" y="999"/>
                  </a:cubicBezTo>
                  <a:cubicBezTo>
                    <a:pt x="787" y="1140"/>
                    <a:pt x="720" y="1274"/>
                    <a:pt x="644" y="1401"/>
                  </a:cubicBezTo>
                  <a:cubicBezTo>
                    <a:pt x="514" y="1622"/>
                    <a:pt x="357" y="1821"/>
                    <a:pt x="183" y="2007"/>
                  </a:cubicBezTo>
                  <a:lnTo>
                    <a:pt x="183" y="2007"/>
                  </a:lnTo>
                  <a:cubicBezTo>
                    <a:pt x="200" y="1928"/>
                    <a:pt x="215" y="1847"/>
                    <a:pt x="228" y="1767"/>
                  </a:cubicBezTo>
                  <a:cubicBezTo>
                    <a:pt x="260" y="1588"/>
                    <a:pt x="288" y="1410"/>
                    <a:pt x="323" y="1231"/>
                  </a:cubicBezTo>
                  <a:cubicBezTo>
                    <a:pt x="331" y="1187"/>
                    <a:pt x="341" y="1145"/>
                    <a:pt x="349" y="1103"/>
                  </a:cubicBezTo>
                  <a:cubicBezTo>
                    <a:pt x="353" y="1082"/>
                    <a:pt x="357" y="1063"/>
                    <a:pt x="363" y="1043"/>
                  </a:cubicBezTo>
                  <a:cubicBezTo>
                    <a:pt x="364" y="1038"/>
                    <a:pt x="365" y="1033"/>
                    <a:pt x="367" y="1029"/>
                  </a:cubicBezTo>
                  <a:lnTo>
                    <a:pt x="367" y="1029"/>
                  </a:lnTo>
                  <a:cubicBezTo>
                    <a:pt x="366" y="1031"/>
                    <a:pt x="366" y="1033"/>
                    <a:pt x="366" y="1033"/>
                  </a:cubicBezTo>
                  <a:cubicBezTo>
                    <a:pt x="366" y="1033"/>
                    <a:pt x="366" y="1032"/>
                    <a:pt x="367" y="1028"/>
                  </a:cubicBezTo>
                  <a:lnTo>
                    <a:pt x="367" y="1028"/>
                  </a:lnTo>
                  <a:cubicBezTo>
                    <a:pt x="367" y="1028"/>
                    <a:pt x="367" y="1028"/>
                    <a:pt x="367" y="1029"/>
                  </a:cubicBezTo>
                  <a:lnTo>
                    <a:pt x="367" y="1029"/>
                  </a:lnTo>
                  <a:cubicBezTo>
                    <a:pt x="367" y="1028"/>
                    <a:pt x="367" y="1027"/>
                    <a:pt x="367" y="1027"/>
                  </a:cubicBezTo>
                  <a:cubicBezTo>
                    <a:pt x="369" y="1015"/>
                    <a:pt x="374" y="1003"/>
                    <a:pt x="376" y="989"/>
                  </a:cubicBezTo>
                  <a:cubicBezTo>
                    <a:pt x="398" y="906"/>
                    <a:pt x="423" y="823"/>
                    <a:pt x="455" y="741"/>
                  </a:cubicBezTo>
                  <a:cubicBezTo>
                    <a:pt x="480" y="670"/>
                    <a:pt x="511" y="602"/>
                    <a:pt x="545" y="534"/>
                  </a:cubicBezTo>
                  <a:lnTo>
                    <a:pt x="557" y="510"/>
                  </a:lnTo>
                  <a:cubicBezTo>
                    <a:pt x="558" y="508"/>
                    <a:pt x="559" y="507"/>
                    <a:pt x="559" y="506"/>
                  </a:cubicBezTo>
                  <a:lnTo>
                    <a:pt x="559" y="506"/>
                  </a:lnTo>
                  <a:cubicBezTo>
                    <a:pt x="559" y="507"/>
                    <a:pt x="558" y="508"/>
                    <a:pt x="557" y="508"/>
                  </a:cubicBezTo>
                  <a:cubicBezTo>
                    <a:pt x="561" y="503"/>
                    <a:pt x="563" y="499"/>
                    <a:pt x="566" y="493"/>
                  </a:cubicBezTo>
                  <a:cubicBezTo>
                    <a:pt x="576" y="477"/>
                    <a:pt x="585" y="461"/>
                    <a:pt x="595" y="445"/>
                  </a:cubicBezTo>
                  <a:cubicBezTo>
                    <a:pt x="615" y="412"/>
                    <a:pt x="637" y="380"/>
                    <a:pt x="660" y="349"/>
                  </a:cubicBezTo>
                  <a:cubicBezTo>
                    <a:pt x="682" y="320"/>
                    <a:pt x="707" y="291"/>
                    <a:pt x="731" y="264"/>
                  </a:cubicBezTo>
                  <a:cubicBezTo>
                    <a:pt x="734" y="260"/>
                    <a:pt x="736" y="258"/>
                    <a:pt x="737" y="255"/>
                  </a:cubicBezTo>
                  <a:cubicBezTo>
                    <a:pt x="737" y="255"/>
                    <a:pt x="745" y="247"/>
                    <a:pt x="745" y="247"/>
                  </a:cubicBezTo>
                  <a:lnTo>
                    <a:pt x="745" y="247"/>
                  </a:lnTo>
                  <a:cubicBezTo>
                    <a:pt x="745" y="247"/>
                    <a:pt x="744" y="248"/>
                    <a:pt x="743" y="249"/>
                  </a:cubicBezTo>
                  <a:cubicBezTo>
                    <a:pt x="749" y="243"/>
                    <a:pt x="755" y="236"/>
                    <a:pt x="763" y="231"/>
                  </a:cubicBezTo>
                  <a:cubicBezTo>
                    <a:pt x="775" y="219"/>
                    <a:pt x="788" y="204"/>
                    <a:pt x="802" y="193"/>
                  </a:cubicBezTo>
                  <a:cubicBezTo>
                    <a:pt x="830" y="169"/>
                    <a:pt x="859" y="144"/>
                    <a:pt x="890" y="123"/>
                  </a:cubicBezTo>
                  <a:cubicBezTo>
                    <a:pt x="891" y="122"/>
                    <a:pt x="894" y="120"/>
                    <a:pt x="896" y="119"/>
                  </a:cubicBezTo>
                  <a:lnTo>
                    <a:pt x="896" y="119"/>
                  </a:lnTo>
                  <a:cubicBezTo>
                    <a:pt x="896" y="119"/>
                    <a:pt x="896" y="120"/>
                    <a:pt x="895" y="120"/>
                  </a:cubicBezTo>
                  <a:cubicBezTo>
                    <a:pt x="897" y="119"/>
                    <a:pt x="897" y="119"/>
                    <a:pt x="897" y="119"/>
                  </a:cubicBezTo>
                  <a:lnTo>
                    <a:pt x="897" y="119"/>
                  </a:lnTo>
                  <a:cubicBezTo>
                    <a:pt x="897" y="119"/>
                    <a:pt x="897" y="119"/>
                    <a:pt x="896" y="119"/>
                  </a:cubicBezTo>
                  <a:lnTo>
                    <a:pt x="896" y="119"/>
                  </a:lnTo>
                  <a:cubicBezTo>
                    <a:pt x="898" y="117"/>
                    <a:pt x="902" y="115"/>
                    <a:pt x="905" y="114"/>
                  </a:cubicBezTo>
                  <a:cubicBezTo>
                    <a:pt x="911" y="111"/>
                    <a:pt x="914" y="109"/>
                    <a:pt x="920" y="108"/>
                  </a:cubicBezTo>
                  <a:lnTo>
                    <a:pt x="920" y="108"/>
                  </a:lnTo>
                  <a:cubicBezTo>
                    <a:pt x="918" y="108"/>
                    <a:pt x="916" y="109"/>
                    <a:pt x="916" y="109"/>
                  </a:cubicBezTo>
                  <a:cubicBezTo>
                    <a:pt x="917" y="109"/>
                    <a:pt x="918" y="109"/>
                    <a:pt x="923" y="108"/>
                  </a:cubicBezTo>
                  <a:cubicBezTo>
                    <a:pt x="926" y="107"/>
                    <a:pt x="928" y="106"/>
                    <a:pt x="929" y="106"/>
                  </a:cubicBezTo>
                  <a:close/>
                  <a:moveTo>
                    <a:pt x="931" y="0"/>
                  </a:moveTo>
                  <a:cubicBezTo>
                    <a:pt x="910" y="0"/>
                    <a:pt x="888" y="6"/>
                    <a:pt x="868" y="14"/>
                  </a:cubicBezTo>
                  <a:cubicBezTo>
                    <a:pt x="830" y="31"/>
                    <a:pt x="796" y="58"/>
                    <a:pt x="764" y="82"/>
                  </a:cubicBezTo>
                  <a:cubicBezTo>
                    <a:pt x="734" y="105"/>
                    <a:pt x="704" y="132"/>
                    <a:pt x="677" y="158"/>
                  </a:cubicBezTo>
                  <a:cubicBezTo>
                    <a:pt x="562" y="272"/>
                    <a:pt x="470" y="405"/>
                    <a:pt x="399" y="550"/>
                  </a:cubicBezTo>
                  <a:cubicBezTo>
                    <a:pt x="320" y="708"/>
                    <a:pt x="271" y="877"/>
                    <a:pt x="231" y="1048"/>
                  </a:cubicBezTo>
                  <a:cubicBezTo>
                    <a:pt x="190" y="1226"/>
                    <a:pt x="160" y="1407"/>
                    <a:pt x="128" y="1588"/>
                  </a:cubicBezTo>
                  <a:cubicBezTo>
                    <a:pt x="111" y="1681"/>
                    <a:pt x="95" y="1775"/>
                    <a:pt x="78" y="1867"/>
                  </a:cubicBezTo>
                  <a:cubicBezTo>
                    <a:pt x="62" y="1960"/>
                    <a:pt x="48" y="2057"/>
                    <a:pt x="40" y="2151"/>
                  </a:cubicBezTo>
                  <a:cubicBezTo>
                    <a:pt x="40" y="2152"/>
                    <a:pt x="40" y="2153"/>
                    <a:pt x="40" y="2154"/>
                  </a:cubicBezTo>
                  <a:lnTo>
                    <a:pt x="40" y="2154"/>
                  </a:lnTo>
                  <a:cubicBezTo>
                    <a:pt x="27" y="2167"/>
                    <a:pt x="19" y="2186"/>
                    <a:pt x="8" y="2202"/>
                  </a:cubicBezTo>
                  <a:cubicBezTo>
                    <a:pt x="1" y="2218"/>
                    <a:pt x="11" y="2237"/>
                    <a:pt x="27" y="2237"/>
                  </a:cubicBezTo>
                  <a:cubicBezTo>
                    <a:pt x="30" y="2237"/>
                    <a:pt x="33" y="2236"/>
                    <a:pt x="37" y="2235"/>
                  </a:cubicBezTo>
                  <a:cubicBezTo>
                    <a:pt x="37" y="2235"/>
                    <a:pt x="38" y="2234"/>
                    <a:pt x="39" y="2234"/>
                  </a:cubicBezTo>
                  <a:lnTo>
                    <a:pt x="39" y="2234"/>
                  </a:lnTo>
                  <a:cubicBezTo>
                    <a:pt x="39" y="2254"/>
                    <a:pt x="39" y="2275"/>
                    <a:pt x="39" y="2295"/>
                  </a:cubicBezTo>
                  <a:cubicBezTo>
                    <a:pt x="39" y="2311"/>
                    <a:pt x="45" y="2323"/>
                    <a:pt x="61" y="2327"/>
                  </a:cubicBezTo>
                  <a:cubicBezTo>
                    <a:pt x="63" y="2327"/>
                    <a:pt x="64" y="2327"/>
                    <a:pt x="66" y="2327"/>
                  </a:cubicBezTo>
                  <a:cubicBezTo>
                    <a:pt x="79" y="2327"/>
                    <a:pt x="90" y="2321"/>
                    <a:pt x="95" y="2309"/>
                  </a:cubicBezTo>
                  <a:cubicBezTo>
                    <a:pt x="111" y="2267"/>
                    <a:pt x="128" y="2224"/>
                    <a:pt x="142" y="2180"/>
                  </a:cubicBezTo>
                  <a:cubicBezTo>
                    <a:pt x="144" y="2174"/>
                    <a:pt x="146" y="2167"/>
                    <a:pt x="147" y="2161"/>
                  </a:cubicBezTo>
                  <a:lnTo>
                    <a:pt x="147" y="2161"/>
                  </a:lnTo>
                  <a:cubicBezTo>
                    <a:pt x="173" y="2139"/>
                    <a:pt x="199" y="2115"/>
                    <a:pt x="224" y="2092"/>
                  </a:cubicBezTo>
                  <a:cubicBezTo>
                    <a:pt x="284" y="2037"/>
                    <a:pt x="339" y="1977"/>
                    <a:pt x="390" y="1915"/>
                  </a:cubicBezTo>
                  <a:cubicBezTo>
                    <a:pt x="495" y="1796"/>
                    <a:pt x="589" y="1669"/>
                    <a:pt x="675" y="1536"/>
                  </a:cubicBezTo>
                  <a:cubicBezTo>
                    <a:pt x="762" y="1401"/>
                    <a:pt x="838" y="1261"/>
                    <a:pt x="905" y="1115"/>
                  </a:cubicBezTo>
                  <a:cubicBezTo>
                    <a:pt x="972" y="968"/>
                    <a:pt x="1032" y="816"/>
                    <a:pt x="1070" y="659"/>
                  </a:cubicBezTo>
                  <a:cubicBezTo>
                    <a:pt x="1113" y="489"/>
                    <a:pt x="1127" y="311"/>
                    <a:pt x="1070" y="142"/>
                  </a:cubicBezTo>
                  <a:cubicBezTo>
                    <a:pt x="1056" y="100"/>
                    <a:pt x="1038" y="57"/>
                    <a:pt x="1005" y="27"/>
                  </a:cubicBezTo>
                  <a:cubicBezTo>
                    <a:pt x="984" y="9"/>
                    <a:pt x="958" y="0"/>
                    <a:pt x="93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400" bIns="77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803;p29"/>
            <p:cNvSpPr/>
            <p:nvPr/>
          </p:nvSpPr>
          <p:spPr>
            <a:xfrm>
              <a:off x="4831200" y="2576880"/>
              <a:ext cx="35280" cy="8604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86040"/>
                <a:gd name="textAreaBottom" fmla="*/ 86400 h 86040"/>
              </a:gdLst>
              <a:ahLst/>
              <a:cxnLst/>
              <a:rect l="textAreaLeft" t="textAreaTop" r="textAreaRight" b="textAreaBottom"/>
              <a:pathLst>
                <a:path w="538" h="1301">
                  <a:moveTo>
                    <a:pt x="494" y="0"/>
                  </a:moveTo>
                  <a:cubicBezTo>
                    <a:pt x="484" y="0"/>
                    <a:pt x="475" y="4"/>
                    <a:pt x="470" y="14"/>
                  </a:cubicBezTo>
                  <a:cubicBezTo>
                    <a:pt x="459" y="32"/>
                    <a:pt x="445" y="52"/>
                    <a:pt x="440" y="73"/>
                  </a:cubicBezTo>
                  <a:cubicBezTo>
                    <a:pt x="433" y="93"/>
                    <a:pt x="429" y="115"/>
                    <a:pt x="423" y="136"/>
                  </a:cubicBezTo>
                  <a:cubicBezTo>
                    <a:pt x="412" y="177"/>
                    <a:pt x="400" y="219"/>
                    <a:pt x="388" y="261"/>
                  </a:cubicBezTo>
                  <a:cubicBezTo>
                    <a:pt x="362" y="344"/>
                    <a:pt x="338" y="428"/>
                    <a:pt x="309" y="510"/>
                  </a:cubicBezTo>
                  <a:cubicBezTo>
                    <a:pt x="280" y="592"/>
                    <a:pt x="251" y="674"/>
                    <a:pt x="215" y="755"/>
                  </a:cubicBezTo>
                  <a:cubicBezTo>
                    <a:pt x="181" y="836"/>
                    <a:pt x="148" y="919"/>
                    <a:pt x="113" y="998"/>
                  </a:cubicBezTo>
                  <a:cubicBezTo>
                    <a:pt x="103" y="1020"/>
                    <a:pt x="91" y="1041"/>
                    <a:pt x="86" y="1064"/>
                  </a:cubicBezTo>
                  <a:cubicBezTo>
                    <a:pt x="78" y="1087"/>
                    <a:pt x="69" y="1111"/>
                    <a:pt x="60" y="1134"/>
                  </a:cubicBezTo>
                  <a:cubicBezTo>
                    <a:pt x="50" y="1157"/>
                    <a:pt x="40" y="1179"/>
                    <a:pt x="29" y="1202"/>
                  </a:cubicBezTo>
                  <a:cubicBezTo>
                    <a:pt x="20" y="1226"/>
                    <a:pt x="7" y="1248"/>
                    <a:pt x="4" y="1272"/>
                  </a:cubicBezTo>
                  <a:cubicBezTo>
                    <a:pt x="0" y="1289"/>
                    <a:pt x="15" y="1301"/>
                    <a:pt x="30" y="1301"/>
                  </a:cubicBezTo>
                  <a:cubicBezTo>
                    <a:pt x="35" y="1301"/>
                    <a:pt x="41" y="1299"/>
                    <a:pt x="45" y="1295"/>
                  </a:cubicBezTo>
                  <a:cubicBezTo>
                    <a:pt x="64" y="1282"/>
                    <a:pt x="75" y="1262"/>
                    <a:pt x="87" y="1245"/>
                  </a:cubicBezTo>
                  <a:cubicBezTo>
                    <a:pt x="99" y="1226"/>
                    <a:pt x="111" y="1207"/>
                    <a:pt x="125" y="1189"/>
                  </a:cubicBezTo>
                  <a:cubicBezTo>
                    <a:pt x="152" y="1149"/>
                    <a:pt x="179" y="1112"/>
                    <a:pt x="201" y="1070"/>
                  </a:cubicBezTo>
                  <a:cubicBezTo>
                    <a:pt x="242" y="993"/>
                    <a:pt x="284" y="916"/>
                    <a:pt x="317" y="836"/>
                  </a:cubicBezTo>
                  <a:cubicBezTo>
                    <a:pt x="383" y="673"/>
                    <a:pt x="440" y="505"/>
                    <a:pt x="485" y="334"/>
                  </a:cubicBezTo>
                  <a:cubicBezTo>
                    <a:pt x="499" y="284"/>
                    <a:pt x="509" y="232"/>
                    <a:pt x="520" y="181"/>
                  </a:cubicBezTo>
                  <a:cubicBezTo>
                    <a:pt x="523" y="156"/>
                    <a:pt x="528" y="133"/>
                    <a:pt x="533" y="108"/>
                  </a:cubicBezTo>
                  <a:cubicBezTo>
                    <a:pt x="537" y="82"/>
                    <a:pt x="534" y="57"/>
                    <a:pt x="531" y="31"/>
                  </a:cubicBezTo>
                  <a:cubicBezTo>
                    <a:pt x="528" y="13"/>
                    <a:pt x="510" y="0"/>
                    <a:pt x="49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804;p29"/>
            <p:cNvSpPr/>
            <p:nvPr/>
          </p:nvSpPr>
          <p:spPr>
            <a:xfrm>
              <a:off x="4842720" y="2504880"/>
              <a:ext cx="102600" cy="15696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156960"/>
                <a:gd name="textAreaBottom" fmla="*/ 157320 h 156960"/>
              </a:gdLst>
              <a:ahLst/>
              <a:cxnLst/>
              <a:rect l="textAreaLeft" t="textAreaTop" r="textAreaRight" b="textAreaBottom"/>
              <a:pathLst>
                <a:path w="1548" h="2367">
                  <a:moveTo>
                    <a:pt x="1528" y="0"/>
                  </a:moveTo>
                  <a:cubicBezTo>
                    <a:pt x="1523" y="0"/>
                    <a:pt x="1517" y="3"/>
                    <a:pt x="1513" y="7"/>
                  </a:cubicBezTo>
                  <a:cubicBezTo>
                    <a:pt x="1500" y="24"/>
                    <a:pt x="1483" y="39"/>
                    <a:pt x="1472" y="57"/>
                  </a:cubicBezTo>
                  <a:cubicBezTo>
                    <a:pt x="1460" y="79"/>
                    <a:pt x="1447" y="101"/>
                    <a:pt x="1436" y="125"/>
                  </a:cubicBezTo>
                  <a:cubicBezTo>
                    <a:pt x="1425" y="143"/>
                    <a:pt x="1416" y="162"/>
                    <a:pt x="1405" y="182"/>
                  </a:cubicBezTo>
                  <a:cubicBezTo>
                    <a:pt x="1396" y="199"/>
                    <a:pt x="1380" y="221"/>
                    <a:pt x="1370" y="242"/>
                  </a:cubicBezTo>
                  <a:cubicBezTo>
                    <a:pt x="1332" y="325"/>
                    <a:pt x="1293" y="407"/>
                    <a:pt x="1253" y="488"/>
                  </a:cubicBezTo>
                  <a:cubicBezTo>
                    <a:pt x="1170" y="651"/>
                    <a:pt x="1089" y="800"/>
                    <a:pt x="998" y="953"/>
                  </a:cubicBezTo>
                  <a:cubicBezTo>
                    <a:pt x="817" y="1264"/>
                    <a:pt x="614" y="1561"/>
                    <a:pt x="392" y="1842"/>
                  </a:cubicBezTo>
                  <a:cubicBezTo>
                    <a:pt x="328" y="1922"/>
                    <a:pt x="267" y="2004"/>
                    <a:pt x="204" y="2083"/>
                  </a:cubicBezTo>
                  <a:cubicBezTo>
                    <a:pt x="172" y="2121"/>
                    <a:pt x="139" y="2160"/>
                    <a:pt x="111" y="2199"/>
                  </a:cubicBezTo>
                  <a:cubicBezTo>
                    <a:pt x="79" y="2241"/>
                    <a:pt x="48" y="2282"/>
                    <a:pt x="17" y="2323"/>
                  </a:cubicBezTo>
                  <a:cubicBezTo>
                    <a:pt x="1" y="2341"/>
                    <a:pt x="20" y="2367"/>
                    <a:pt x="40" y="2367"/>
                  </a:cubicBezTo>
                  <a:cubicBezTo>
                    <a:pt x="46" y="2367"/>
                    <a:pt x="52" y="2365"/>
                    <a:pt x="57" y="2361"/>
                  </a:cubicBezTo>
                  <a:cubicBezTo>
                    <a:pt x="126" y="2297"/>
                    <a:pt x="193" y="2234"/>
                    <a:pt x="256" y="2165"/>
                  </a:cubicBezTo>
                  <a:cubicBezTo>
                    <a:pt x="316" y="2098"/>
                    <a:pt x="375" y="2031"/>
                    <a:pt x="432" y="1962"/>
                  </a:cubicBezTo>
                  <a:cubicBezTo>
                    <a:pt x="550" y="1824"/>
                    <a:pt x="656" y="1675"/>
                    <a:pt x="761" y="1527"/>
                  </a:cubicBezTo>
                  <a:cubicBezTo>
                    <a:pt x="971" y="1228"/>
                    <a:pt x="1161" y="913"/>
                    <a:pt x="1325" y="587"/>
                  </a:cubicBezTo>
                  <a:cubicBezTo>
                    <a:pt x="1370" y="496"/>
                    <a:pt x="1416" y="405"/>
                    <a:pt x="1458" y="313"/>
                  </a:cubicBezTo>
                  <a:cubicBezTo>
                    <a:pt x="1479" y="268"/>
                    <a:pt x="1494" y="219"/>
                    <a:pt x="1511" y="172"/>
                  </a:cubicBezTo>
                  <a:lnTo>
                    <a:pt x="1535" y="98"/>
                  </a:lnTo>
                  <a:cubicBezTo>
                    <a:pt x="1544" y="72"/>
                    <a:pt x="1545" y="47"/>
                    <a:pt x="1546" y="19"/>
                  </a:cubicBezTo>
                  <a:cubicBezTo>
                    <a:pt x="1547" y="7"/>
                    <a:pt x="1538" y="0"/>
                    <a:pt x="152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805;p29"/>
            <p:cNvSpPr/>
            <p:nvPr/>
          </p:nvSpPr>
          <p:spPr>
            <a:xfrm>
              <a:off x="4977360" y="2495520"/>
              <a:ext cx="63000" cy="39240"/>
            </a:xfrm>
            <a:custGeom>
              <a:avLst/>
              <a:gdLst>
                <a:gd name="textAreaLeft" fmla="*/ 0 w 63000"/>
                <a:gd name="textAreaRight" fmla="*/ 63360 w 630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955" h="594">
                  <a:moveTo>
                    <a:pt x="926" y="0"/>
                  </a:moveTo>
                  <a:cubicBezTo>
                    <a:pt x="925" y="0"/>
                    <a:pt x="925" y="0"/>
                    <a:pt x="924" y="0"/>
                  </a:cubicBezTo>
                  <a:cubicBezTo>
                    <a:pt x="908" y="1"/>
                    <a:pt x="893" y="10"/>
                    <a:pt x="878" y="17"/>
                  </a:cubicBezTo>
                  <a:cubicBezTo>
                    <a:pt x="862" y="24"/>
                    <a:pt x="845" y="32"/>
                    <a:pt x="829" y="40"/>
                  </a:cubicBezTo>
                  <a:cubicBezTo>
                    <a:pt x="797" y="55"/>
                    <a:pt x="765" y="71"/>
                    <a:pt x="735" y="88"/>
                  </a:cubicBezTo>
                  <a:cubicBezTo>
                    <a:pt x="674" y="123"/>
                    <a:pt x="611" y="160"/>
                    <a:pt x="552" y="197"/>
                  </a:cubicBezTo>
                  <a:cubicBezTo>
                    <a:pt x="433" y="270"/>
                    <a:pt x="312" y="341"/>
                    <a:pt x="195" y="418"/>
                  </a:cubicBezTo>
                  <a:cubicBezTo>
                    <a:pt x="164" y="438"/>
                    <a:pt x="132" y="463"/>
                    <a:pt x="102" y="485"/>
                  </a:cubicBezTo>
                  <a:cubicBezTo>
                    <a:pt x="70" y="508"/>
                    <a:pt x="40" y="537"/>
                    <a:pt x="10" y="565"/>
                  </a:cubicBezTo>
                  <a:cubicBezTo>
                    <a:pt x="1" y="576"/>
                    <a:pt x="9" y="593"/>
                    <a:pt x="22" y="593"/>
                  </a:cubicBezTo>
                  <a:cubicBezTo>
                    <a:pt x="23" y="593"/>
                    <a:pt x="25" y="593"/>
                    <a:pt x="27" y="592"/>
                  </a:cubicBezTo>
                  <a:cubicBezTo>
                    <a:pt x="60" y="579"/>
                    <a:pt x="94" y="570"/>
                    <a:pt x="126" y="554"/>
                  </a:cubicBezTo>
                  <a:cubicBezTo>
                    <a:pt x="158" y="537"/>
                    <a:pt x="188" y="522"/>
                    <a:pt x="219" y="505"/>
                  </a:cubicBezTo>
                  <a:cubicBezTo>
                    <a:pt x="281" y="474"/>
                    <a:pt x="339" y="435"/>
                    <a:pt x="397" y="400"/>
                  </a:cubicBezTo>
                  <a:cubicBezTo>
                    <a:pt x="518" y="326"/>
                    <a:pt x="641" y="254"/>
                    <a:pt x="758" y="177"/>
                  </a:cubicBezTo>
                  <a:cubicBezTo>
                    <a:pt x="791" y="156"/>
                    <a:pt x="823" y="134"/>
                    <a:pt x="853" y="111"/>
                  </a:cubicBezTo>
                  <a:cubicBezTo>
                    <a:pt x="869" y="99"/>
                    <a:pt x="886" y="87"/>
                    <a:pt x="901" y="74"/>
                  </a:cubicBezTo>
                  <a:cubicBezTo>
                    <a:pt x="916" y="62"/>
                    <a:pt x="935" y="51"/>
                    <a:pt x="945" y="34"/>
                  </a:cubicBezTo>
                  <a:cubicBezTo>
                    <a:pt x="955" y="18"/>
                    <a:pt x="945" y="0"/>
                    <a:pt x="92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806;p29"/>
            <p:cNvSpPr/>
            <p:nvPr/>
          </p:nvSpPr>
          <p:spPr>
            <a:xfrm>
              <a:off x="4735080" y="2721960"/>
              <a:ext cx="203400" cy="45000"/>
            </a:xfrm>
            <a:custGeom>
              <a:avLst/>
              <a:gdLst>
                <a:gd name="textAreaLeft" fmla="*/ 0 w 203400"/>
                <a:gd name="textAreaRight" fmla="*/ 203760 w 20340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3064" h="681">
                  <a:moveTo>
                    <a:pt x="2943" y="195"/>
                  </a:moveTo>
                  <a:cubicBezTo>
                    <a:pt x="2944" y="195"/>
                    <a:pt x="2944" y="195"/>
                    <a:pt x="2944" y="196"/>
                  </a:cubicBezTo>
                  <a:lnTo>
                    <a:pt x="2944" y="196"/>
                  </a:lnTo>
                  <a:cubicBezTo>
                    <a:pt x="2944" y="197"/>
                    <a:pt x="2944" y="197"/>
                    <a:pt x="2944" y="197"/>
                  </a:cubicBezTo>
                  <a:cubicBezTo>
                    <a:pt x="2944" y="197"/>
                    <a:pt x="2944" y="196"/>
                    <a:pt x="2943" y="195"/>
                  </a:cubicBezTo>
                  <a:close/>
                  <a:moveTo>
                    <a:pt x="2780" y="142"/>
                  </a:moveTo>
                  <a:cubicBezTo>
                    <a:pt x="2801" y="142"/>
                    <a:pt x="2823" y="142"/>
                    <a:pt x="2844" y="144"/>
                  </a:cubicBezTo>
                  <a:cubicBezTo>
                    <a:pt x="2853" y="146"/>
                    <a:pt x="2864" y="147"/>
                    <a:pt x="2874" y="150"/>
                  </a:cubicBezTo>
                  <a:cubicBezTo>
                    <a:pt x="2871" y="149"/>
                    <a:pt x="2870" y="149"/>
                    <a:pt x="2869" y="149"/>
                  </a:cubicBezTo>
                  <a:cubicBezTo>
                    <a:pt x="2867" y="149"/>
                    <a:pt x="2879" y="152"/>
                    <a:pt x="2879" y="152"/>
                  </a:cubicBezTo>
                  <a:cubicBezTo>
                    <a:pt x="2886" y="154"/>
                    <a:pt x="2894" y="155"/>
                    <a:pt x="2900" y="158"/>
                  </a:cubicBezTo>
                  <a:cubicBezTo>
                    <a:pt x="2905" y="159"/>
                    <a:pt x="2908" y="163"/>
                    <a:pt x="2912" y="164"/>
                  </a:cubicBezTo>
                  <a:cubicBezTo>
                    <a:pt x="2915" y="165"/>
                    <a:pt x="2919" y="167"/>
                    <a:pt x="2920" y="167"/>
                  </a:cubicBezTo>
                  <a:cubicBezTo>
                    <a:pt x="2920" y="167"/>
                    <a:pt x="2919" y="167"/>
                    <a:pt x="2918" y="166"/>
                  </a:cubicBezTo>
                  <a:lnTo>
                    <a:pt x="2918" y="166"/>
                  </a:lnTo>
                  <a:cubicBezTo>
                    <a:pt x="2922" y="169"/>
                    <a:pt x="2927" y="171"/>
                    <a:pt x="2930" y="175"/>
                  </a:cubicBezTo>
                  <a:cubicBezTo>
                    <a:pt x="2932" y="176"/>
                    <a:pt x="2933" y="177"/>
                    <a:pt x="2933" y="177"/>
                  </a:cubicBezTo>
                  <a:lnTo>
                    <a:pt x="2933" y="177"/>
                  </a:lnTo>
                  <a:cubicBezTo>
                    <a:pt x="2934" y="178"/>
                    <a:pt x="2934" y="179"/>
                    <a:pt x="2935" y="180"/>
                  </a:cubicBezTo>
                  <a:cubicBezTo>
                    <a:pt x="2935" y="181"/>
                    <a:pt x="2939" y="187"/>
                    <a:pt x="2941" y="189"/>
                  </a:cubicBezTo>
                  <a:lnTo>
                    <a:pt x="2941" y="189"/>
                  </a:lnTo>
                  <a:cubicBezTo>
                    <a:pt x="2941" y="190"/>
                    <a:pt x="2942" y="193"/>
                    <a:pt x="2943" y="194"/>
                  </a:cubicBezTo>
                  <a:lnTo>
                    <a:pt x="2943" y="194"/>
                  </a:lnTo>
                  <a:cubicBezTo>
                    <a:pt x="2943" y="197"/>
                    <a:pt x="2943" y="200"/>
                    <a:pt x="2941" y="202"/>
                  </a:cubicBezTo>
                  <a:cubicBezTo>
                    <a:pt x="2942" y="199"/>
                    <a:pt x="2943" y="197"/>
                    <a:pt x="2943" y="197"/>
                  </a:cubicBezTo>
                  <a:lnTo>
                    <a:pt x="2943" y="197"/>
                  </a:lnTo>
                  <a:cubicBezTo>
                    <a:pt x="2943" y="197"/>
                    <a:pt x="2942" y="199"/>
                    <a:pt x="2941" y="201"/>
                  </a:cubicBezTo>
                  <a:cubicBezTo>
                    <a:pt x="2940" y="202"/>
                    <a:pt x="2937" y="209"/>
                    <a:pt x="2937" y="209"/>
                  </a:cubicBezTo>
                  <a:cubicBezTo>
                    <a:pt x="2937" y="209"/>
                    <a:pt x="2938" y="208"/>
                    <a:pt x="2940" y="204"/>
                  </a:cubicBezTo>
                  <a:lnTo>
                    <a:pt x="2940" y="204"/>
                  </a:lnTo>
                  <a:lnTo>
                    <a:pt x="2932" y="218"/>
                  </a:lnTo>
                  <a:cubicBezTo>
                    <a:pt x="2932" y="218"/>
                    <a:pt x="2932" y="218"/>
                    <a:pt x="2932" y="218"/>
                  </a:cubicBezTo>
                  <a:lnTo>
                    <a:pt x="2932" y="218"/>
                  </a:lnTo>
                  <a:cubicBezTo>
                    <a:pt x="2931" y="218"/>
                    <a:pt x="2930" y="219"/>
                    <a:pt x="2928" y="221"/>
                  </a:cubicBezTo>
                  <a:cubicBezTo>
                    <a:pt x="2924" y="224"/>
                    <a:pt x="2921" y="226"/>
                    <a:pt x="2918" y="230"/>
                  </a:cubicBezTo>
                  <a:cubicBezTo>
                    <a:pt x="2911" y="235"/>
                    <a:pt x="2903" y="242"/>
                    <a:pt x="2895" y="247"/>
                  </a:cubicBezTo>
                  <a:cubicBezTo>
                    <a:pt x="2883" y="256"/>
                    <a:pt x="2879" y="257"/>
                    <a:pt x="2868" y="264"/>
                  </a:cubicBezTo>
                  <a:cubicBezTo>
                    <a:pt x="2830" y="287"/>
                    <a:pt x="2790" y="309"/>
                    <a:pt x="2751" y="330"/>
                  </a:cubicBezTo>
                  <a:cubicBezTo>
                    <a:pt x="2669" y="373"/>
                    <a:pt x="2584" y="408"/>
                    <a:pt x="2496" y="438"/>
                  </a:cubicBezTo>
                  <a:cubicBezTo>
                    <a:pt x="2412" y="468"/>
                    <a:pt x="2331" y="490"/>
                    <a:pt x="2238" y="511"/>
                  </a:cubicBezTo>
                  <a:cubicBezTo>
                    <a:pt x="2148" y="532"/>
                    <a:pt x="2056" y="545"/>
                    <a:pt x="1964" y="556"/>
                  </a:cubicBezTo>
                  <a:cubicBezTo>
                    <a:pt x="1917" y="561"/>
                    <a:pt x="1869" y="566"/>
                    <a:pt x="1823" y="570"/>
                  </a:cubicBezTo>
                  <a:cubicBezTo>
                    <a:pt x="1801" y="571"/>
                    <a:pt x="1779" y="572"/>
                    <a:pt x="1758" y="573"/>
                  </a:cubicBezTo>
                  <a:cubicBezTo>
                    <a:pt x="1733" y="576"/>
                    <a:pt x="1715" y="576"/>
                    <a:pt x="1695" y="577"/>
                  </a:cubicBezTo>
                  <a:cubicBezTo>
                    <a:pt x="1674" y="577"/>
                    <a:pt x="1653" y="577"/>
                    <a:pt x="1633" y="577"/>
                  </a:cubicBezTo>
                  <a:cubicBezTo>
                    <a:pt x="1557" y="577"/>
                    <a:pt x="1482" y="575"/>
                    <a:pt x="1408" y="570"/>
                  </a:cubicBezTo>
                  <a:cubicBezTo>
                    <a:pt x="1203" y="556"/>
                    <a:pt x="999" y="524"/>
                    <a:pt x="797" y="483"/>
                  </a:cubicBezTo>
                  <a:cubicBezTo>
                    <a:pt x="698" y="463"/>
                    <a:pt x="600" y="440"/>
                    <a:pt x="501" y="414"/>
                  </a:cubicBezTo>
                  <a:cubicBezTo>
                    <a:pt x="451" y="402"/>
                    <a:pt x="403" y="389"/>
                    <a:pt x="354" y="375"/>
                  </a:cubicBezTo>
                  <a:cubicBezTo>
                    <a:pt x="317" y="365"/>
                    <a:pt x="279" y="358"/>
                    <a:pt x="241" y="349"/>
                  </a:cubicBezTo>
                  <a:lnTo>
                    <a:pt x="241" y="349"/>
                  </a:lnTo>
                  <a:cubicBezTo>
                    <a:pt x="276" y="340"/>
                    <a:pt x="311" y="331"/>
                    <a:pt x="346" y="324"/>
                  </a:cubicBezTo>
                  <a:cubicBezTo>
                    <a:pt x="393" y="314"/>
                    <a:pt x="440" y="301"/>
                    <a:pt x="489" y="290"/>
                  </a:cubicBezTo>
                  <a:cubicBezTo>
                    <a:pt x="535" y="280"/>
                    <a:pt x="582" y="270"/>
                    <a:pt x="628" y="264"/>
                  </a:cubicBezTo>
                  <a:cubicBezTo>
                    <a:pt x="820" y="232"/>
                    <a:pt x="1014" y="220"/>
                    <a:pt x="1208" y="209"/>
                  </a:cubicBezTo>
                  <a:cubicBezTo>
                    <a:pt x="1634" y="186"/>
                    <a:pt x="2061" y="163"/>
                    <a:pt x="2488" y="150"/>
                  </a:cubicBezTo>
                  <a:lnTo>
                    <a:pt x="2516" y="150"/>
                  </a:lnTo>
                  <a:cubicBezTo>
                    <a:pt x="2528" y="150"/>
                    <a:pt x="2540" y="148"/>
                    <a:pt x="2553" y="148"/>
                  </a:cubicBezTo>
                  <a:cubicBezTo>
                    <a:pt x="2582" y="147"/>
                    <a:pt x="2610" y="147"/>
                    <a:pt x="2638" y="146"/>
                  </a:cubicBezTo>
                  <a:cubicBezTo>
                    <a:pt x="2663" y="146"/>
                    <a:pt x="2687" y="144"/>
                    <a:pt x="2713" y="144"/>
                  </a:cubicBezTo>
                  <a:cubicBezTo>
                    <a:pt x="2727" y="144"/>
                    <a:pt x="2743" y="143"/>
                    <a:pt x="2759" y="142"/>
                  </a:cubicBezTo>
                  <a:close/>
                  <a:moveTo>
                    <a:pt x="2546" y="1"/>
                  </a:moveTo>
                  <a:cubicBezTo>
                    <a:pt x="2378" y="1"/>
                    <a:pt x="2210" y="2"/>
                    <a:pt x="2042" y="6"/>
                  </a:cubicBezTo>
                  <a:cubicBezTo>
                    <a:pt x="1933" y="7"/>
                    <a:pt x="1823" y="10"/>
                    <a:pt x="1714" y="12"/>
                  </a:cubicBezTo>
                  <a:cubicBezTo>
                    <a:pt x="1653" y="15"/>
                    <a:pt x="1589" y="16"/>
                    <a:pt x="1528" y="18"/>
                  </a:cubicBezTo>
                  <a:cubicBezTo>
                    <a:pt x="1502" y="20"/>
                    <a:pt x="1477" y="20"/>
                    <a:pt x="1452" y="21"/>
                  </a:cubicBezTo>
                  <a:cubicBezTo>
                    <a:pt x="1439" y="21"/>
                    <a:pt x="1424" y="22"/>
                    <a:pt x="1411" y="22"/>
                  </a:cubicBezTo>
                  <a:lnTo>
                    <a:pt x="1393" y="22"/>
                  </a:lnTo>
                  <a:cubicBezTo>
                    <a:pt x="1384" y="22"/>
                    <a:pt x="1373" y="22"/>
                    <a:pt x="1363" y="23"/>
                  </a:cubicBezTo>
                  <a:cubicBezTo>
                    <a:pt x="1159" y="32"/>
                    <a:pt x="952" y="42"/>
                    <a:pt x="749" y="65"/>
                  </a:cubicBezTo>
                  <a:cubicBezTo>
                    <a:pt x="650" y="76"/>
                    <a:pt x="551" y="91"/>
                    <a:pt x="455" y="111"/>
                  </a:cubicBezTo>
                  <a:cubicBezTo>
                    <a:pt x="401" y="122"/>
                    <a:pt x="346" y="135"/>
                    <a:pt x="294" y="154"/>
                  </a:cubicBezTo>
                  <a:cubicBezTo>
                    <a:pt x="249" y="170"/>
                    <a:pt x="204" y="190"/>
                    <a:pt x="159" y="209"/>
                  </a:cubicBezTo>
                  <a:cubicBezTo>
                    <a:pt x="112" y="231"/>
                    <a:pt x="68" y="263"/>
                    <a:pt x="26" y="292"/>
                  </a:cubicBezTo>
                  <a:cubicBezTo>
                    <a:pt x="7" y="307"/>
                    <a:pt x="0" y="338"/>
                    <a:pt x="11" y="358"/>
                  </a:cubicBezTo>
                  <a:cubicBezTo>
                    <a:pt x="20" y="376"/>
                    <a:pt x="39" y="391"/>
                    <a:pt x="60" y="391"/>
                  </a:cubicBezTo>
                  <a:cubicBezTo>
                    <a:pt x="63" y="391"/>
                    <a:pt x="67" y="391"/>
                    <a:pt x="70" y="390"/>
                  </a:cubicBezTo>
                  <a:cubicBezTo>
                    <a:pt x="86" y="386"/>
                    <a:pt x="102" y="383"/>
                    <a:pt x="118" y="379"/>
                  </a:cubicBezTo>
                  <a:lnTo>
                    <a:pt x="118" y="379"/>
                  </a:lnTo>
                  <a:cubicBezTo>
                    <a:pt x="144" y="389"/>
                    <a:pt x="171" y="399"/>
                    <a:pt x="199" y="408"/>
                  </a:cubicBezTo>
                  <a:cubicBezTo>
                    <a:pt x="248" y="426"/>
                    <a:pt x="298" y="445"/>
                    <a:pt x="348" y="459"/>
                  </a:cubicBezTo>
                  <a:cubicBezTo>
                    <a:pt x="450" y="488"/>
                    <a:pt x="551" y="515"/>
                    <a:pt x="653" y="542"/>
                  </a:cubicBezTo>
                  <a:cubicBezTo>
                    <a:pt x="862" y="592"/>
                    <a:pt x="1072" y="635"/>
                    <a:pt x="1286" y="658"/>
                  </a:cubicBezTo>
                  <a:cubicBezTo>
                    <a:pt x="1417" y="672"/>
                    <a:pt x="1549" y="680"/>
                    <a:pt x="1680" y="680"/>
                  </a:cubicBezTo>
                  <a:cubicBezTo>
                    <a:pt x="1750" y="680"/>
                    <a:pt x="1819" y="678"/>
                    <a:pt x="1889" y="673"/>
                  </a:cubicBezTo>
                  <a:cubicBezTo>
                    <a:pt x="2082" y="659"/>
                    <a:pt x="2273" y="625"/>
                    <a:pt x="2460" y="567"/>
                  </a:cubicBezTo>
                  <a:cubicBezTo>
                    <a:pt x="2549" y="539"/>
                    <a:pt x="2638" y="506"/>
                    <a:pt x="2724" y="467"/>
                  </a:cubicBezTo>
                  <a:cubicBezTo>
                    <a:pt x="2809" y="427"/>
                    <a:pt x="2897" y="383"/>
                    <a:pt x="2974" y="329"/>
                  </a:cubicBezTo>
                  <a:cubicBezTo>
                    <a:pt x="3015" y="300"/>
                    <a:pt x="3053" y="258"/>
                    <a:pt x="3058" y="207"/>
                  </a:cubicBezTo>
                  <a:cubicBezTo>
                    <a:pt x="3064" y="148"/>
                    <a:pt x="3028" y="103"/>
                    <a:pt x="2983" y="71"/>
                  </a:cubicBezTo>
                  <a:cubicBezTo>
                    <a:pt x="2903" y="12"/>
                    <a:pt x="2799" y="1"/>
                    <a:pt x="2703" y="1"/>
                  </a:cubicBezTo>
                  <a:cubicBezTo>
                    <a:pt x="2651" y="1"/>
                    <a:pt x="2598" y="1"/>
                    <a:pt x="254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807;p29"/>
            <p:cNvSpPr/>
            <p:nvPr/>
          </p:nvSpPr>
          <p:spPr>
            <a:xfrm>
              <a:off x="4747320" y="2738520"/>
              <a:ext cx="118440" cy="18360"/>
            </a:xfrm>
            <a:custGeom>
              <a:avLst/>
              <a:gdLst>
                <a:gd name="textAreaLeft" fmla="*/ 0 w 118440"/>
                <a:gd name="textAreaRight" fmla="*/ 118800 w 11844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787" h="279">
                  <a:moveTo>
                    <a:pt x="1434" y="155"/>
                  </a:moveTo>
                  <a:cubicBezTo>
                    <a:pt x="1435" y="155"/>
                    <a:pt x="1437" y="155"/>
                    <a:pt x="1440" y="156"/>
                  </a:cubicBezTo>
                  <a:cubicBezTo>
                    <a:pt x="1440" y="156"/>
                    <a:pt x="1439" y="156"/>
                    <a:pt x="1439" y="156"/>
                  </a:cubicBezTo>
                  <a:cubicBezTo>
                    <a:pt x="1438" y="156"/>
                    <a:pt x="1436" y="155"/>
                    <a:pt x="1434" y="155"/>
                  </a:cubicBezTo>
                  <a:close/>
                  <a:moveTo>
                    <a:pt x="51" y="0"/>
                  </a:moveTo>
                  <a:cubicBezTo>
                    <a:pt x="31" y="0"/>
                    <a:pt x="12" y="16"/>
                    <a:pt x="8" y="36"/>
                  </a:cubicBezTo>
                  <a:cubicBezTo>
                    <a:pt x="1" y="60"/>
                    <a:pt x="13" y="79"/>
                    <a:pt x="35" y="90"/>
                  </a:cubicBezTo>
                  <a:cubicBezTo>
                    <a:pt x="61" y="104"/>
                    <a:pt x="85" y="115"/>
                    <a:pt x="113" y="124"/>
                  </a:cubicBezTo>
                  <a:lnTo>
                    <a:pt x="195" y="149"/>
                  </a:lnTo>
                  <a:cubicBezTo>
                    <a:pt x="251" y="165"/>
                    <a:pt x="309" y="181"/>
                    <a:pt x="366" y="194"/>
                  </a:cubicBezTo>
                  <a:cubicBezTo>
                    <a:pt x="476" y="220"/>
                    <a:pt x="588" y="242"/>
                    <a:pt x="700" y="254"/>
                  </a:cubicBezTo>
                  <a:cubicBezTo>
                    <a:pt x="828" y="270"/>
                    <a:pt x="956" y="278"/>
                    <a:pt x="1083" y="278"/>
                  </a:cubicBezTo>
                  <a:cubicBezTo>
                    <a:pt x="1186" y="278"/>
                    <a:pt x="1288" y="273"/>
                    <a:pt x="1390" y="261"/>
                  </a:cubicBezTo>
                  <a:cubicBezTo>
                    <a:pt x="1408" y="259"/>
                    <a:pt x="1425" y="255"/>
                    <a:pt x="1443" y="249"/>
                  </a:cubicBezTo>
                  <a:cubicBezTo>
                    <a:pt x="1452" y="245"/>
                    <a:pt x="1470" y="243"/>
                    <a:pt x="1482" y="240"/>
                  </a:cubicBezTo>
                  <a:cubicBezTo>
                    <a:pt x="1514" y="236"/>
                    <a:pt x="1545" y="230"/>
                    <a:pt x="1577" y="223"/>
                  </a:cubicBezTo>
                  <a:cubicBezTo>
                    <a:pt x="1639" y="210"/>
                    <a:pt x="1701" y="193"/>
                    <a:pt x="1763" y="172"/>
                  </a:cubicBezTo>
                  <a:cubicBezTo>
                    <a:pt x="1786" y="164"/>
                    <a:pt x="1773" y="132"/>
                    <a:pt x="1753" y="132"/>
                  </a:cubicBezTo>
                  <a:cubicBezTo>
                    <a:pt x="1752" y="132"/>
                    <a:pt x="1751" y="132"/>
                    <a:pt x="1750" y="132"/>
                  </a:cubicBezTo>
                  <a:lnTo>
                    <a:pt x="1582" y="145"/>
                  </a:lnTo>
                  <a:cubicBezTo>
                    <a:pt x="1555" y="148"/>
                    <a:pt x="1527" y="149"/>
                    <a:pt x="1500" y="150"/>
                  </a:cubicBezTo>
                  <a:cubicBezTo>
                    <a:pt x="1485" y="151"/>
                    <a:pt x="1472" y="151"/>
                    <a:pt x="1458" y="153"/>
                  </a:cubicBezTo>
                  <a:cubicBezTo>
                    <a:pt x="1451" y="153"/>
                    <a:pt x="1446" y="153"/>
                    <a:pt x="1439" y="154"/>
                  </a:cubicBezTo>
                  <a:lnTo>
                    <a:pt x="1436" y="154"/>
                  </a:lnTo>
                  <a:cubicBezTo>
                    <a:pt x="1434" y="154"/>
                    <a:pt x="1433" y="154"/>
                    <a:pt x="1433" y="154"/>
                  </a:cubicBezTo>
                  <a:lnTo>
                    <a:pt x="1433" y="154"/>
                  </a:lnTo>
                  <a:cubicBezTo>
                    <a:pt x="1428" y="153"/>
                    <a:pt x="1423" y="151"/>
                    <a:pt x="1421" y="150"/>
                  </a:cubicBezTo>
                  <a:cubicBezTo>
                    <a:pt x="1416" y="149"/>
                    <a:pt x="1412" y="149"/>
                    <a:pt x="1407" y="149"/>
                  </a:cubicBezTo>
                  <a:cubicBezTo>
                    <a:pt x="1396" y="149"/>
                    <a:pt x="1385" y="150"/>
                    <a:pt x="1374" y="151"/>
                  </a:cubicBezTo>
                  <a:cubicBezTo>
                    <a:pt x="1359" y="153"/>
                    <a:pt x="1344" y="153"/>
                    <a:pt x="1331" y="154"/>
                  </a:cubicBezTo>
                  <a:cubicBezTo>
                    <a:pt x="1324" y="154"/>
                    <a:pt x="1318" y="154"/>
                    <a:pt x="1311" y="156"/>
                  </a:cubicBezTo>
                  <a:lnTo>
                    <a:pt x="1299" y="156"/>
                  </a:lnTo>
                  <a:cubicBezTo>
                    <a:pt x="1283" y="156"/>
                    <a:pt x="1270" y="157"/>
                    <a:pt x="1255" y="157"/>
                  </a:cubicBezTo>
                  <a:cubicBezTo>
                    <a:pt x="1200" y="159"/>
                    <a:pt x="1145" y="159"/>
                    <a:pt x="1090" y="159"/>
                  </a:cubicBezTo>
                  <a:cubicBezTo>
                    <a:pt x="866" y="156"/>
                    <a:pt x="643" y="131"/>
                    <a:pt x="423" y="89"/>
                  </a:cubicBezTo>
                  <a:cubicBezTo>
                    <a:pt x="361" y="76"/>
                    <a:pt x="306" y="63"/>
                    <a:pt x="250" y="49"/>
                  </a:cubicBezTo>
                  <a:cubicBezTo>
                    <a:pt x="220" y="40"/>
                    <a:pt x="191" y="33"/>
                    <a:pt x="161" y="24"/>
                  </a:cubicBezTo>
                  <a:cubicBezTo>
                    <a:pt x="127" y="14"/>
                    <a:pt x="94" y="7"/>
                    <a:pt x="58" y="1"/>
                  </a:cubicBezTo>
                  <a:cubicBezTo>
                    <a:pt x="55" y="0"/>
                    <a:pt x="53" y="0"/>
                    <a:pt x="5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808;p29"/>
            <p:cNvSpPr/>
            <p:nvPr/>
          </p:nvSpPr>
          <p:spPr>
            <a:xfrm>
              <a:off x="4807080" y="2692800"/>
              <a:ext cx="146520" cy="2916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2207" h="444">
                  <a:moveTo>
                    <a:pt x="2180" y="0"/>
                  </a:moveTo>
                  <a:cubicBezTo>
                    <a:pt x="2179" y="0"/>
                    <a:pt x="2179" y="0"/>
                    <a:pt x="2179" y="0"/>
                  </a:cubicBezTo>
                  <a:cubicBezTo>
                    <a:pt x="2142" y="2"/>
                    <a:pt x="2107" y="10"/>
                    <a:pt x="2071" y="15"/>
                  </a:cubicBezTo>
                  <a:lnTo>
                    <a:pt x="2021" y="24"/>
                  </a:lnTo>
                  <a:cubicBezTo>
                    <a:pt x="2004" y="26"/>
                    <a:pt x="1985" y="26"/>
                    <a:pt x="1968" y="30"/>
                  </a:cubicBezTo>
                  <a:cubicBezTo>
                    <a:pt x="1898" y="42"/>
                    <a:pt x="1829" y="54"/>
                    <a:pt x="1759" y="68"/>
                  </a:cubicBezTo>
                  <a:cubicBezTo>
                    <a:pt x="1621" y="96"/>
                    <a:pt x="1481" y="120"/>
                    <a:pt x="1342" y="145"/>
                  </a:cubicBezTo>
                  <a:cubicBezTo>
                    <a:pt x="1202" y="169"/>
                    <a:pt x="1064" y="191"/>
                    <a:pt x="923" y="213"/>
                  </a:cubicBezTo>
                  <a:cubicBezTo>
                    <a:pt x="784" y="235"/>
                    <a:pt x="643" y="258"/>
                    <a:pt x="504" y="279"/>
                  </a:cubicBezTo>
                  <a:cubicBezTo>
                    <a:pt x="425" y="290"/>
                    <a:pt x="348" y="303"/>
                    <a:pt x="270" y="316"/>
                  </a:cubicBezTo>
                  <a:cubicBezTo>
                    <a:pt x="230" y="323"/>
                    <a:pt x="191" y="328"/>
                    <a:pt x="150" y="335"/>
                  </a:cubicBezTo>
                  <a:cubicBezTo>
                    <a:pt x="110" y="343"/>
                    <a:pt x="71" y="356"/>
                    <a:pt x="33" y="372"/>
                  </a:cubicBezTo>
                  <a:cubicBezTo>
                    <a:pt x="1" y="384"/>
                    <a:pt x="11" y="431"/>
                    <a:pt x="43" y="436"/>
                  </a:cubicBezTo>
                  <a:cubicBezTo>
                    <a:pt x="71" y="440"/>
                    <a:pt x="100" y="443"/>
                    <a:pt x="130" y="443"/>
                  </a:cubicBezTo>
                  <a:cubicBezTo>
                    <a:pt x="138" y="443"/>
                    <a:pt x="146" y="443"/>
                    <a:pt x="155" y="443"/>
                  </a:cubicBezTo>
                  <a:lnTo>
                    <a:pt x="262" y="431"/>
                  </a:lnTo>
                  <a:cubicBezTo>
                    <a:pt x="330" y="422"/>
                    <a:pt x="401" y="415"/>
                    <a:pt x="469" y="405"/>
                  </a:cubicBezTo>
                  <a:cubicBezTo>
                    <a:pt x="610" y="384"/>
                    <a:pt x="751" y="361"/>
                    <a:pt x="891" y="338"/>
                  </a:cubicBezTo>
                  <a:cubicBezTo>
                    <a:pt x="1032" y="315"/>
                    <a:pt x="1170" y="284"/>
                    <a:pt x="1309" y="256"/>
                  </a:cubicBezTo>
                  <a:cubicBezTo>
                    <a:pt x="1449" y="227"/>
                    <a:pt x="1588" y="196"/>
                    <a:pt x="1728" y="164"/>
                  </a:cubicBezTo>
                  <a:cubicBezTo>
                    <a:pt x="1805" y="146"/>
                    <a:pt x="1882" y="129"/>
                    <a:pt x="1957" y="108"/>
                  </a:cubicBezTo>
                  <a:cubicBezTo>
                    <a:pt x="1997" y="97"/>
                    <a:pt x="2034" y="82"/>
                    <a:pt x="2074" y="70"/>
                  </a:cubicBezTo>
                  <a:cubicBezTo>
                    <a:pt x="2113" y="59"/>
                    <a:pt x="2152" y="49"/>
                    <a:pt x="2187" y="33"/>
                  </a:cubicBezTo>
                  <a:cubicBezTo>
                    <a:pt x="2207" y="25"/>
                    <a:pt x="2197" y="0"/>
                    <a:pt x="218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809;p29"/>
            <p:cNvSpPr/>
            <p:nvPr/>
          </p:nvSpPr>
          <p:spPr>
            <a:xfrm>
              <a:off x="4962240" y="2679480"/>
              <a:ext cx="18360" cy="172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280" h="267">
                  <a:moveTo>
                    <a:pt x="188" y="97"/>
                  </a:moveTo>
                  <a:lnTo>
                    <a:pt x="188" y="97"/>
                  </a:lnTo>
                  <a:cubicBezTo>
                    <a:pt x="188" y="98"/>
                    <a:pt x="189" y="98"/>
                    <a:pt x="190" y="98"/>
                  </a:cubicBezTo>
                  <a:lnTo>
                    <a:pt x="190" y="98"/>
                  </a:lnTo>
                  <a:cubicBezTo>
                    <a:pt x="190" y="99"/>
                    <a:pt x="190" y="99"/>
                    <a:pt x="191" y="99"/>
                  </a:cubicBezTo>
                  <a:lnTo>
                    <a:pt x="191" y="99"/>
                  </a:lnTo>
                  <a:cubicBezTo>
                    <a:pt x="190" y="99"/>
                    <a:pt x="189" y="98"/>
                    <a:pt x="188" y="97"/>
                  </a:cubicBezTo>
                  <a:close/>
                  <a:moveTo>
                    <a:pt x="127" y="120"/>
                  </a:moveTo>
                  <a:lnTo>
                    <a:pt x="127" y="120"/>
                  </a:lnTo>
                  <a:cubicBezTo>
                    <a:pt x="127" y="120"/>
                    <a:pt x="127" y="120"/>
                    <a:pt x="127" y="120"/>
                  </a:cubicBezTo>
                  <a:lnTo>
                    <a:pt x="127" y="120"/>
                  </a:lnTo>
                  <a:lnTo>
                    <a:pt x="127" y="120"/>
                  </a:lnTo>
                  <a:close/>
                  <a:moveTo>
                    <a:pt x="137" y="121"/>
                  </a:moveTo>
                  <a:cubicBezTo>
                    <a:pt x="138" y="122"/>
                    <a:pt x="140" y="122"/>
                    <a:pt x="141" y="122"/>
                  </a:cubicBezTo>
                  <a:cubicBezTo>
                    <a:pt x="139" y="122"/>
                    <a:pt x="138" y="122"/>
                    <a:pt x="137" y="121"/>
                  </a:cubicBezTo>
                  <a:close/>
                  <a:moveTo>
                    <a:pt x="207" y="161"/>
                  </a:moveTo>
                  <a:cubicBezTo>
                    <a:pt x="207" y="161"/>
                    <a:pt x="207" y="161"/>
                    <a:pt x="207" y="162"/>
                  </a:cubicBezTo>
                  <a:lnTo>
                    <a:pt x="207" y="162"/>
                  </a:lnTo>
                  <a:cubicBezTo>
                    <a:pt x="207" y="162"/>
                    <a:pt x="207" y="162"/>
                    <a:pt x="207" y="162"/>
                  </a:cubicBezTo>
                  <a:lnTo>
                    <a:pt x="207" y="162"/>
                  </a:lnTo>
                  <a:cubicBezTo>
                    <a:pt x="207" y="161"/>
                    <a:pt x="207" y="161"/>
                    <a:pt x="207" y="161"/>
                  </a:cubicBezTo>
                  <a:close/>
                  <a:moveTo>
                    <a:pt x="142" y="1"/>
                  </a:moveTo>
                  <a:cubicBezTo>
                    <a:pt x="122" y="1"/>
                    <a:pt x="100" y="6"/>
                    <a:pt x="83" y="13"/>
                  </a:cubicBezTo>
                  <a:cubicBezTo>
                    <a:pt x="71" y="20"/>
                    <a:pt x="62" y="26"/>
                    <a:pt x="53" y="33"/>
                  </a:cubicBezTo>
                  <a:lnTo>
                    <a:pt x="53" y="33"/>
                  </a:lnTo>
                  <a:cubicBezTo>
                    <a:pt x="50" y="35"/>
                    <a:pt x="47" y="37"/>
                    <a:pt x="44" y="39"/>
                  </a:cubicBezTo>
                  <a:cubicBezTo>
                    <a:pt x="39" y="44"/>
                    <a:pt x="34" y="51"/>
                    <a:pt x="27" y="56"/>
                  </a:cubicBezTo>
                  <a:cubicBezTo>
                    <a:pt x="25" y="59"/>
                    <a:pt x="24" y="62"/>
                    <a:pt x="23" y="65"/>
                  </a:cubicBezTo>
                  <a:lnTo>
                    <a:pt x="23" y="65"/>
                  </a:lnTo>
                  <a:cubicBezTo>
                    <a:pt x="18" y="71"/>
                    <a:pt x="14" y="79"/>
                    <a:pt x="10" y="88"/>
                  </a:cubicBezTo>
                  <a:lnTo>
                    <a:pt x="6" y="105"/>
                  </a:lnTo>
                  <a:cubicBezTo>
                    <a:pt x="6" y="108"/>
                    <a:pt x="4" y="116"/>
                    <a:pt x="2" y="121"/>
                  </a:cubicBezTo>
                  <a:cubicBezTo>
                    <a:pt x="1" y="128"/>
                    <a:pt x="2" y="135"/>
                    <a:pt x="2" y="140"/>
                  </a:cubicBezTo>
                  <a:cubicBezTo>
                    <a:pt x="2" y="149"/>
                    <a:pt x="2" y="153"/>
                    <a:pt x="4" y="160"/>
                  </a:cubicBezTo>
                  <a:cubicBezTo>
                    <a:pt x="5" y="165"/>
                    <a:pt x="10" y="186"/>
                    <a:pt x="13" y="190"/>
                  </a:cubicBezTo>
                  <a:lnTo>
                    <a:pt x="13" y="191"/>
                  </a:lnTo>
                  <a:cubicBezTo>
                    <a:pt x="15" y="195"/>
                    <a:pt x="27" y="214"/>
                    <a:pt x="29" y="218"/>
                  </a:cubicBezTo>
                  <a:lnTo>
                    <a:pt x="31" y="219"/>
                  </a:lnTo>
                  <a:cubicBezTo>
                    <a:pt x="44" y="235"/>
                    <a:pt x="65" y="250"/>
                    <a:pt x="86" y="258"/>
                  </a:cubicBezTo>
                  <a:cubicBezTo>
                    <a:pt x="95" y="262"/>
                    <a:pt x="106" y="264"/>
                    <a:pt x="116" y="265"/>
                  </a:cubicBezTo>
                  <a:cubicBezTo>
                    <a:pt x="120" y="266"/>
                    <a:pt x="125" y="266"/>
                    <a:pt x="129" y="266"/>
                  </a:cubicBezTo>
                  <a:cubicBezTo>
                    <a:pt x="133" y="266"/>
                    <a:pt x="136" y="266"/>
                    <a:pt x="140" y="266"/>
                  </a:cubicBezTo>
                  <a:lnTo>
                    <a:pt x="140" y="266"/>
                  </a:lnTo>
                  <a:cubicBezTo>
                    <a:pt x="143" y="266"/>
                    <a:pt x="147" y="266"/>
                    <a:pt x="150" y="266"/>
                  </a:cubicBezTo>
                  <a:cubicBezTo>
                    <a:pt x="160" y="266"/>
                    <a:pt x="171" y="266"/>
                    <a:pt x="181" y="265"/>
                  </a:cubicBezTo>
                  <a:cubicBezTo>
                    <a:pt x="183" y="265"/>
                    <a:pt x="185" y="265"/>
                    <a:pt x="187" y="264"/>
                  </a:cubicBezTo>
                  <a:cubicBezTo>
                    <a:pt x="193" y="263"/>
                    <a:pt x="199" y="261"/>
                    <a:pt x="205" y="258"/>
                  </a:cubicBezTo>
                  <a:cubicBezTo>
                    <a:pt x="213" y="257"/>
                    <a:pt x="218" y="254"/>
                    <a:pt x="225" y="253"/>
                  </a:cubicBezTo>
                  <a:lnTo>
                    <a:pt x="245" y="241"/>
                  </a:lnTo>
                  <a:cubicBezTo>
                    <a:pt x="254" y="233"/>
                    <a:pt x="263" y="224"/>
                    <a:pt x="267" y="213"/>
                  </a:cubicBezTo>
                  <a:cubicBezTo>
                    <a:pt x="273" y="206"/>
                    <a:pt x="275" y="199"/>
                    <a:pt x="275" y="191"/>
                  </a:cubicBezTo>
                  <a:cubicBezTo>
                    <a:pt x="279" y="178"/>
                    <a:pt x="279" y="166"/>
                    <a:pt x="278" y="154"/>
                  </a:cubicBezTo>
                  <a:cubicBezTo>
                    <a:pt x="276" y="144"/>
                    <a:pt x="276" y="134"/>
                    <a:pt x="274" y="125"/>
                  </a:cubicBezTo>
                  <a:cubicBezTo>
                    <a:pt x="271" y="114"/>
                    <a:pt x="267" y="101"/>
                    <a:pt x="263" y="90"/>
                  </a:cubicBezTo>
                  <a:cubicBezTo>
                    <a:pt x="260" y="85"/>
                    <a:pt x="258" y="80"/>
                    <a:pt x="255" y="75"/>
                  </a:cubicBezTo>
                  <a:lnTo>
                    <a:pt x="255" y="75"/>
                  </a:lnTo>
                  <a:cubicBezTo>
                    <a:pt x="246" y="55"/>
                    <a:pt x="231" y="40"/>
                    <a:pt x="215" y="27"/>
                  </a:cubicBezTo>
                  <a:cubicBezTo>
                    <a:pt x="198" y="11"/>
                    <a:pt x="174" y="2"/>
                    <a:pt x="152" y="1"/>
                  </a:cubicBezTo>
                  <a:cubicBezTo>
                    <a:pt x="149" y="1"/>
                    <a:pt x="145" y="1"/>
                    <a:pt x="14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810;p29"/>
            <p:cNvSpPr/>
            <p:nvPr/>
          </p:nvSpPr>
          <p:spPr>
            <a:xfrm>
              <a:off x="4942800" y="2476800"/>
              <a:ext cx="20160" cy="180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308" h="277">
                  <a:moveTo>
                    <a:pt x="118" y="94"/>
                  </a:moveTo>
                  <a:lnTo>
                    <a:pt x="118" y="94"/>
                  </a:lnTo>
                  <a:cubicBezTo>
                    <a:pt x="117" y="95"/>
                    <a:pt x="116" y="95"/>
                    <a:pt x="115" y="95"/>
                  </a:cubicBezTo>
                  <a:lnTo>
                    <a:pt x="115" y="95"/>
                  </a:lnTo>
                  <a:cubicBezTo>
                    <a:pt x="115" y="95"/>
                    <a:pt x="116" y="95"/>
                    <a:pt x="117" y="94"/>
                  </a:cubicBezTo>
                  <a:lnTo>
                    <a:pt x="117" y="94"/>
                  </a:lnTo>
                  <a:cubicBezTo>
                    <a:pt x="117" y="94"/>
                    <a:pt x="117" y="94"/>
                    <a:pt x="118" y="94"/>
                  </a:cubicBezTo>
                  <a:close/>
                  <a:moveTo>
                    <a:pt x="147" y="95"/>
                  </a:moveTo>
                  <a:cubicBezTo>
                    <a:pt x="147" y="95"/>
                    <a:pt x="147" y="95"/>
                    <a:pt x="147" y="95"/>
                  </a:cubicBezTo>
                  <a:lnTo>
                    <a:pt x="147" y="95"/>
                  </a:lnTo>
                  <a:cubicBezTo>
                    <a:pt x="147" y="96"/>
                    <a:pt x="148" y="96"/>
                    <a:pt x="148" y="96"/>
                  </a:cubicBezTo>
                  <a:lnTo>
                    <a:pt x="148" y="96"/>
                  </a:lnTo>
                  <a:lnTo>
                    <a:pt x="149" y="97"/>
                  </a:lnTo>
                  <a:lnTo>
                    <a:pt x="149" y="97"/>
                  </a:lnTo>
                  <a:cubicBezTo>
                    <a:pt x="148" y="96"/>
                    <a:pt x="148" y="96"/>
                    <a:pt x="147" y="95"/>
                  </a:cubicBezTo>
                  <a:close/>
                  <a:moveTo>
                    <a:pt x="151" y="98"/>
                  </a:moveTo>
                  <a:lnTo>
                    <a:pt x="151" y="98"/>
                  </a:lnTo>
                  <a:cubicBezTo>
                    <a:pt x="151" y="98"/>
                    <a:pt x="151" y="98"/>
                    <a:pt x="151" y="98"/>
                  </a:cubicBezTo>
                  <a:lnTo>
                    <a:pt x="151" y="98"/>
                  </a:lnTo>
                  <a:cubicBezTo>
                    <a:pt x="151" y="98"/>
                    <a:pt x="151" y="98"/>
                    <a:pt x="151" y="98"/>
                  </a:cubicBezTo>
                  <a:lnTo>
                    <a:pt x="151" y="98"/>
                  </a:lnTo>
                  <a:cubicBezTo>
                    <a:pt x="151" y="98"/>
                    <a:pt x="151" y="98"/>
                    <a:pt x="151" y="98"/>
                  </a:cubicBezTo>
                  <a:close/>
                  <a:moveTo>
                    <a:pt x="151" y="99"/>
                  </a:moveTo>
                  <a:lnTo>
                    <a:pt x="152" y="100"/>
                  </a:lnTo>
                  <a:lnTo>
                    <a:pt x="152" y="100"/>
                  </a:lnTo>
                  <a:cubicBezTo>
                    <a:pt x="152" y="101"/>
                    <a:pt x="153" y="101"/>
                    <a:pt x="153" y="101"/>
                  </a:cubicBezTo>
                  <a:lnTo>
                    <a:pt x="153" y="101"/>
                  </a:lnTo>
                  <a:cubicBezTo>
                    <a:pt x="152" y="101"/>
                    <a:pt x="152" y="100"/>
                    <a:pt x="151" y="99"/>
                  </a:cubicBezTo>
                  <a:close/>
                  <a:moveTo>
                    <a:pt x="155" y="103"/>
                  </a:moveTo>
                  <a:lnTo>
                    <a:pt x="155" y="103"/>
                  </a:lnTo>
                  <a:cubicBezTo>
                    <a:pt x="155" y="103"/>
                    <a:pt x="155" y="103"/>
                    <a:pt x="155" y="103"/>
                  </a:cubicBezTo>
                  <a:lnTo>
                    <a:pt x="155" y="103"/>
                  </a:lnTo>
                  <a:cubicBezTo>
                    <a:pt x="155" y="103"/>
                    <a:pt x="155" y="103"/>
                    <a:pt x="155" y="103"/>
                  </a:cubicBezTo>
                  <a:close/>
                  <a:moveTo>
                    <a:pt x="156" y="106"/>
                  </a:moveTo>
                  <a:cubicBezTo>
                    <a:pt x="156" y="106"/>
                    <a:pt x="156" y="106"/>
                    <a:pt x="156" y="106"/>
                  </a:cubicBezTo>
                  <a:cubicBezTo>
                    <a:pt x="156" y="106"/>
                    <a:pt x="156" y="106"/>
                    <a:pt x="156" y="106"/>
                  </a:cubicBezTo>
                  <a:lnTo>
                    <a:pt x="156" y="106"/>
                  </a:lnTo>
                  <a:cubicBezTo>
                    <a:pt x="156" y="106"/>
                    <a:pt x="156" y="106"/>
                    <a:pt x="156" y="106"/>
                  </a:cubicBezTo>
                  <a:close/>
                  <a:moveTo>
                    <a:pt x="36" y="192"/>
                  </a:moveTo>
                  <a:cubicBezTo>
                    <a:pt x="37" y="192"/>
                    <a:pt x="38" y="193"/>
                    <a:pt x="38" y="193"/>
                  </a:cubicBezTo>
                  <a:lnTo>
                    <a:pt x="38" y="193"/>
                  </a:lnTo>
                  <a:cubicBezTo>
                    <a:pt x="37" y="193"/>
                    <a:pt x="37" y="192"/>
                    <a:pt x="36" y="192"/>
                  </a:cubicBezTo>
                  <a:close/>
                  <a:moveTo>
                    <a:pt x="168" y="0"/>
                  </a:moveTo>
                  <a:cubicBezTo>
                    <a:pt x="162" y="0"/>
                    <a:pt x="156" y="1"/>
                    <a:pt x="149" y="1"/>
                  </a:cubicBezTo>
                  <a:lnTo>
                    <a:pt x="149" y="1"/>
                  </a:lnTo>
                  <a:cubicBezTo>
                    <a:pt x="149" y="1"/>
                    <a:pt x="148" y="1"/>
                    <a:pt x="148" y="1"/>
                  </a:cubicBezTo>
                  <a:cubicBezTo>
                    <a:pt x="133" y="1"/>
                    <a:pt x="118" y="6"/>
                    <a:pt x="105" y="11"/>
                  </a:cubicBezTo>
                  <a:cubicBezTo>
                    <a:pt x="94" y="14"/>
                    <a:pt x="82" y="22"/>
                    <a:pt x="73" y="28"/>
                  </a:cubicBezTo>
                  <a:cubicBezTo>
                    <a:pt x="63" y="35"/>
                    <a:pt x="54" y="45"/>
                    <a:pt x="46" y="52"/>
                  </a:cubicBezTo>
                  <a:cubicBezTo>
                    <a:pt x="45" y="54"/>
                    <a:pt x="44" y="56"/>
                    <a:pt x="43" y="57"/>
                  </a:cubicBezTo>
                  <a:lnTo>
                    <a:pt x="43" y="57"/>
                  </a:lnTo>
                  <a:lnTo>
                    <a:pt x="34" y="62"/>
                  </a:lnTo>
                  <a:cubicBezTo>
                    <a:pt x="29" y="68"/>
                    <a:pt x="22" y="72"/>
                    <a:pt x="18" y="79"/>
                  </a:cubicBezTo>
                  <a:cubicBezTo>
                    <a:pt x="13" y="84"/>
                    <a:pt x="8" y="94"/>
                    <a:pt x="7" y="100"/>
                  </a:cubicBezTo>
                  <a:cubicBezTo>
                    <a:pt x="4" y="106"/>
                    <a:pt x="2" y="116"/>
                    <a:pt x="1" y="123"/>
                  </a:cubicBezTo>
                  <a:lnTo>
                    <a:pt x="1" y="126"/>
                  </a:lnTo>
                  <a:cubicBezTo>
                    <a:pt x="1" y="127"/>
                    <a:pt x="1" y="128"/>
                    <a:pt x="0" y="132"/>
                  </a:cubicBezTo>
                  <a:lnTo>
                    <a:pt x="0" y="137"/>
                  </a:lnTo>
                  <a:cubicBezTo>
                    <a:pt x="0" y="146"/>
                    <a:pt x="0" y="156"/>
                    <a:pt x="1" y="166"/>
                  </a:cubicBezTo>
                  <a:cubicBezTo>
                    <a:pt x="4" y="181"/>
                    <a:pt x="9" y="194"/>
                    <a:pt x="20" y="206"/>
                  </a:cubicBezTo>
                  <a:cubicBezTo>
                    <a:pt x="30" y="219"/>
                    <a:pt x="42" y="227"/>
                    <a:pt x="57" y="234"/>
                  </a:cubicBezTo>
                  <a:cubicBezTo>
                    <a:pt x="62" y="235"/>
                    <a:pt x="67" y="237"/>
                    <a:pt x="72" y="238"/>
                  </a:cubicBezTo>
                  <a:lnTo>
                    <a:pt x="72" y="238"/>
                  </a:lnTo>
                  <a:cubicBezTo>
                    <a:pt x="84" y="252"/>
                    <a:pt x="97" y="262"/>
                    <a:pt x="116" y="268"/>
                  </a:cubicBezTo>
                  <a:cubicBezTo>
                    <a:pt x="128" y="270"/>
                    <a:pt x="139" y="273"/>
                    <a:pt x="151" y="275"/>
                  </a:cubicBezTo>
                  <a:cubicBezTo>
                    <a:pt x="156" y="276"/>
                    <a:pt x="162" y="276"/>
                    <a:pt x="167" y="276"/>
                  </a:cubicBezTo>
                  <a:cubicBezTo>
                    <a:pt x="186" y="276"/>
                    <a:pt x="204" y="272"/>
                    <a:pt x="222" y="264"/>
                  </a:cubicBezTo>
                  <a:lnTo>
                    <a:pt x="223" y="264"/>
                  </a:lnTo>
                  <a:cubicBezTo>
                    <a:pt x="245" y="255"/>
                    <a:pt x="264" y="240"/>
                    <a:pt x="278" y="220"/>
                  </a:cubicBezTo>
                  <a:cubicBezTo>
                    <a:pt x="284" y="209"/>
                    <a:pt x="289" y="200"/>
                    <a:pt x="297" y="189"/>
                  </a:cubicBezTo>
                  <a:cubicBezTo>
                    <a:pt x="306" y="166"/>
                    <a:pt x="308" y="141"/>
                    <a:pt x="304" y="116"/>
                  </a:cubicBezTo>
                  <a:cubicBezTo>
                    <a:pt x="302" y="99"/>
                    <a:pt x="297" y="82"/>
                    <a:pt x="286" y="67"/>
                  </a:cubicBezTo>
                  <a:cubicBezTo>
                    <a:pt x="277" y="50"/>
                    <a:pt x="266" y="38"/>
                    <a:pt x="251" y="27"/>
                  </a:cubicBezTo>
                  <a:cubicBezTo>
                    <a:pt x="236" y="16"/>
                    <a:pt x="220" y="7"/>
                    <a:pt x="201" y="5"/>
                  </a:cubicBezTo>
                  <a:cubicBezTo>
                    <a:pt x="190" y="2"/>
                    <a:pt x="179" y="0"/>
                    <a:pt x="16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811;p29"/>
            <p:cNvSpPr/>
            <p:nvPr/>
          </p:nvSpPr>
          <p:spPr>
            <a:xfrm>
              <a:off x="5083200" y="2411640"/>
              <a:ext cx="52920" cy="1209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20960"/>
                <a:gd name="textAreaBottom" fmla="*/ 121320 h 120960"/>
              </a:gdLst>
              <a:ahLst/>
              <a:cxnLst/>
              <a:rect l="textAreaLeft" t="textAreaTop" r="textAreaRight" b="textAreaBottom"/>
              <a:pathLst>
                <a:path w="799" h="1823">
                  <a:moveTo>
                    <a:pt x="761" y="1"/>
                  </a:moveTo>
                  <a:cubicBezTo>
                    <a:pt x="751" y="1"/>
                    <a:pt x="741" y="6"/>
                    <a:pt x="737" y="19"/>
                  </a:cubicBezTo>
                  <a:cubicBezTo>
                    <a:pt x="716" y="78"/>
                    <a:pt x="694" y="138"/>
                    <a:pt x="672" y="197"/>
                  </a:cubicBezTo>
                  <a:cubicBezTo>
                    <a:pt x="661" y="225"/>
                    <a:pt x="650" y="253"/>
                    <a:pt x="640" y="282"/>
                  </a:cubicBezTo>
                  <a:cubicBezTo>
                    <a:pt x="635" y="297"/>
                    <a:pt x="628" y="309"/>
                    <a:pt x="622" y="323"/>
                  </a:cubicBezTo>
                  <a:cubicBezTo>
                    <a:pt x="615" y="338"/>
                    <a:pt x="610" y="353"/>
                    <a:pt x="604" y="368"/>
                  </a:cubicBezTo>
                  <a:cubicBezTo>
                    <a:pt x="558" y="485"/>
                    <a:pt x="509" y="599"/>
                    <a:pt x="464" y="714"/>
                  </a:cubicBezTo>
                  <a:cubicBezTo>
                    <a:pt x="371" y="946"/>
                    <a:pt x="270" y="1174"/>
                    <a:pt x="168" y="1401"/>
                  </a:cubicBezTo>
                  <a:cubicBezTo>
                    <a:pt x="155" y="1432"/>
                    <a:pt x="143" y="1465"/>
                    <a:pt x="129" y="1496"/>
                  </a:cubicBezTo>
                  <a:cubicBezTo>
                    <a:pt x="122" y="1513"/>
                    <a:pt x="116" y="1528"/>
                    <a:pt x="108" y="1544"/>
                  </a:cubicBezTo>
                  <a:cubicBezTo>
                    <a:pt x="101" y="1561"/>
                    <a:pt x="97" y="1578"/>
                    <a:pt x="90" y="1597"/>
                  </a:cubicBezTo>
                  <a:cubicBezTo>
                    <a:pt x="79" y="1630"/>
                    <a:pt x="64" y="1661"/>
                    <a:pt x="51" y="1693"/>
                  </a:cubicBezTo>
                  <a:cubicBezTo>
                    <a:pt x="36" y="1726"/>
                    <a:pt x="23" y="1759"/>
                    <a:pt x="8" y="1790"/>
                  </a:cubicBezTo>
                  <a:cubicBezTo>
                    <a:pt x="0" y="1807"/>
                    <a:pt x="16" y="1822"/>
                    <a:pt x="31" y="1822"/>
                  </a:cubicBezTo>
                  <a:cubicBezTo>
                    <a:pt x="37" y="1822"/>
                    <a:pt x="44" y="1819"/>
                    <a:pt x="47" y="1812"/>
                  </a:cubicBezTo>
                  <a:lnTo>
                    <a:pt x="143" y="1652"/>
                  </a:lnTo>
                  <a:cubicBezTo>
                    <a:pt x="159" y="1622"/>
                    <a:pt x="178" y="1597"/>
                    <a:pt x="195" y="1567"/>
                  </a:cubicBezTo>
                  <a:cubicBezTo>
                    <a:pt x="209" y="1542"/>
                    <a:pt x="221" y="1515"/>
                    <a:pt x="237" y="1491"/>
                  </a:cubicBezTo>
                  <a:cubicBezTo>
                    <a:pt x="255" y="1465"/>
                    <a:pt x="267" y="1432"/>
                    <a:pt x="281" y="1405"/>
                  </a:cubicBezTo>
                  <a:cubicBezTo>
                    <a:pt x="295" y="1375"/>
                    <a:pt x="309" y="1348"/>
                    <a:pt x="322" y="1319"/>
                  </a:cubicBezTo>
                  <a:cubicBezTo>
                    <a:pt x="349" y="1263"/>
                    <a:pt x="375" y="1205"/>
                    <a:pt x="399" y="1148"/>
                  </a:cubicBezTo>
                  <a:cubicBezTo>
                    <a:pt x="448" y="1034"/>
                    <a:pt x="497" y="918"/>
                    <a:pt x="542" y="803"/>
                  </a:cubicBezTo>
                  <a:cubicBezTo>
                    <a:pt x="589" y="687"/>
                    <a:pt x="628" y="567"/>
                    <a:pt x="668" y="447"/>
                  </a:cubicBezTo>
                  <a:cubicBezTo>
                    <a:pt x="690" y="381"/>
                    <a:pt x="709" y="314"/>
                    <a:pt x="728" y="249"/>
                  </a:cubicBezTo>
                  <a:cubicBezTo>
                    <a:pt x="750" y="180"/>
                    <a:pt x="771" y="111"/>
                    <a:pt x="791" y="43"/>
                  </a:cubicBezTo>
                  <a:cubicBezTo>
                    <a:pt x="799" y="19"/>
                    <a:pt x="779" y="1"/>
                    <a:pt x="76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480" bIns="60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812;p29"/>
            <p:cNvSpPr/>
            <p:nvPr/>
          </p:nvSpPr>
          <p:spPr>
            <a:xfrm>
              <a:off x="5132520" y="2382120"/>
              <a:ext cx="11520" cy="1476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176" h="226">
                  <a:moveTo>
                    <a:pt x="123" y="81"/>
                  </a:moveTo>
                  <a:lnTo>
                    <a:pt x="123" y="81"/>
                  </a:lnTo>
                  <a:cubicBezTo>
                    <a:pt x="123" y="81"/>
                    <a:pt x="123" y="81"/>
                    <a:pt x="123" y="81"/>
                  </a:cubicBezTo>
                  <a:cubicBezTo>
                    <a:pt x="123" y="81"/>
                    <a:pt x="123" y="81"/>
                    <a:pt x="123" y="81"/>
                  </a:cubicBezTo>
                  <a:close/>
                  <a:moveTo>
                    <a:pt x="165" y="92"/>
                  </a:moveTo>
                  <a:lnTo>
                    <a:pt x="165" y="92"/>
                  </a:lnTo>
                  <a:cubicBezTo>
                    <a:pt x="164" y="93"/>
                    <a:pt x="164" y="94"/>
                    <a:pt x="163" y="94"/>
                  </a:cubicBezTo>
                  <a:cubicBezTo>
                    <a:pt x="163" y="93"/>
                    <a:pt x="164" y="93"/>
                    <a:pt x="165" y="92"/>
                  </a:cubicBezTo>
                  <a:close/>
                  <a:moveTo>
                    <a:pt x="146" y="97"/>
                  </a:moveTo>
                  <a:cubicBezTo>
                    <a:pt x="147" y="98"/>
                    <a:pt x="147" y="98"/>
                    <a:pt x="147" y="98"/>
                  </a:cubicBezTo>
                  <a:lnTo>
                    <a:pt x="147" y="98"/>
                  </a:lnTo>
                  <a:cubicBezTo>
                    <a:pt x="147" y="98"/>
                    <a:pt x="147" y="98"/>
                    <a:pt x="146" y="97"/>
                  </a:cubicBezTo>
                  <a:close/>
                  <a:moveTo>
                    <a:pt x="156" y="117"/>
                  </a:moveTo>
                  <a:lnTo>
                    <a:pt x="156" y="117"/>
                  </a:lnTo>
                  <a:cubicBezTo>
                    <a:pt x="156" y="117"/>
                    <a:pt x="156" y="117"/>
                    <a:pt x="156" y="117"/>
                  </a:cubicBezTo>
                  <a:lnTo>
                    <a:pt x="156" y="117"/>
                  </a:lnTo>
                  <a:cubicBezTo>
                    <a:pt x="156" y="117"/>
                    <a:pt x="156" y="118"/>
                    <a:pt x="156" y="118"/>
                  </a:cubicBezTo>
                  <a:lnTo>
                    <a:pt x="156" y="118"/>
                  </a:lnTo>
                  <a:cubicBezTo>
                    <a:pt x="156" y="117"/>
                    <a:pt x="156" y="117"/>
                    <a:pt x="156" y="117"/>
                  </a:cubicBezTo>
                  <a:lnTo>
                    <a:pt x="156" y="117"/>
                  </a:lnTo>
                  <a:cubicBezTo>
                    <a:pt x="156" y="117"/>
                    <a:pt x="156" y="117"/>
                    <a:pt x="156" y="117"/>
                  </a:cubicBezTo>
                  <a:close/>
                  <a:moveTo>
                    <a:pt x="155" y="121"/>
                  </a:moveTo>
                  <a:lnTo>
                    <a:pt x="155" y="122"/>
                  </a:lnTo>
                  <a:lnTo>
                    <a:pt x="155" y="122"/>
                  </a:lnTo>
                  <a:cubicBezTo>
                    <a:pt x="154" y="123"/>
                    <a:pt x="153" y="125"/>
                    <a:pt x="152" y="126"/>
                  </a:cubicBezTo>
                  <a:lnTo>
                    <a:pt x="155" y="121"/>
                  </a:lnTo>
                  <a:close/>
                  <a:moveTo>
                    <a:pt x="153" y="133"/>
                  </a:moveTo>
                  <a:cubicBezTo>
                    <a:pt x="153" y="134"/>
                    <a:pt x="152" y="134"/>
                    <a:pt x="152" y="135"/>
                  </a:cubicBezTo>
                  <a:cubicBezTo>
                    <a:pt x="152" y="134"/>
                    <a:pt x="153" y="134"/>
                    <a:pt x="153" y="133"/>
                  </a:cubicBezTo>
                  <a:close/>
                  <a:moveTo>
                    <a:pt x="155" y="153"/>
                  </a:moveTo>
                  <a:cubicBezTo>
                    <a:pt x="155" y="153"/>
                    <a:pt x="155" y="153"/>
                    <a:pt x="155" y="154"/>
                  </a:cubicBezTo>
                  <a:lnTo>
                    <a:pt x="155" y="154"/>
                  </a:lnTo>
                  <a:cubicBezTo>
                    <a:pt x="155" y="154"/>
                    <a:pt x="154" y="154"/>
                    <a:pt x="154" y="154"/>
                  </a:cubicBezTo>
                  <a:lnTo>
                    <a:pt x="154" y="154"/>
                  </a:lnTo>
                  <a:cubicBezTo>
                    <a:pt x="154" y="154"/>
                    <a:pt x="155" y="153"/>
                    <a:pt x="155" y="153"/>
                  </a:cubicBezTo>
                  <a:close/>
                  <a:moveTo>
                    <a:pt x="146" y="168"/>
                  </a:moveTo>
                  <a:lnTo>
                    <a:pt x="146" y="168"/>
                  </a:lnTo>
                  <a:cubicBezTo>
                    <a:pt x="146" y="168"/>
                    <a:pt x="146" y="169"/>
                    <a:pt x="145" y="169"/>
                  </a:cubicBezTo>
                  <a:cubicBezTo>
                    <a:pt x="145" y="169"/>
                    <a:pt x="145" y="169"/>
                    <a:pt x="145" y="169"/>
                  </a:cubicBezTo>
                  <a:lnTo>
                    <a:pt x="145" y="169"/>
                  </a:lnTo>
                  <a:cubicBezTo>
                    <a:pt x="146" y="169"/>
                    <a:pt x="146" y="168"/>
                    <a:pt x="146" y="168"/>
                  </a:cubicBezTo>
                  <a:close/>
                  <a:moveTo>
                    <a:pt x="139" y="175"/>
                  </a:moveTo>
                  <a:lnTo>
                    <a:pt x="139" y="175"/>
                  </a:lnTo>
                  <a:cubicBezTo>
                    <a:pt x="137" y="177"/>
                    <a:pt x="135" y="178"/>
                    <a:pt x="133" y="180"/>
                  </a:cubicBezTo>
                  <a:lnTo>
                    <a:pt x="135" y="177"/>
                  </a:lnTo>
                  <a:lnTo>
                    <a:pt x="135" y="177"/>
                  </a:lnTo>
                  <a:cubicBezTo>
                    <a:pt x="137" y="176"/>
                    <a:pt x="138" y="175"/>
                    <a:pt x="139" y="175"/>
                  </a:cubicBezTo>
                  <a:close/>
                  <a:moveTo>
                    <a:pt x="122" y="185"/>
                  </a:moveTo>
                  <a:lnTo>
                    <a:pt x="122" y="185"/>
                  </a:lnTo>
                  <a:cubicBezTo>
                    <a:pt x="122" y="185"/>
                    <a:pt x="122" y="185"/>
                    <a:pt x="122" y="185"/>
                  </a:cubicBezTo>
                  <a:lnTo>
                    <a:pt x="122" y="185"/>
                  </a:lnTo>
                  <a:cubicBezTo>
                    <a:pt x="122" y="185"/>
                    <a:pt x="122" y="185"/>
                    <a:pt x="122" y="185"/>
                  </a:cubicBezTo>
                  <a:close/>
                  <a:moveTo>
                    <a:pt x="123" y="185"/>
                  </a:moveTo>
                  <a:cubicBezTo>
                    <a:pt x="122" y="185"/>
                    <a:pt x="122" y="185"/>
                    <a:pt x="121" y="186"/>
                  </a:cubicBezTo>
                  <a:lnTo>
                    <a:pt x="121" y="186"/>
                  </a:lnTo>
                  <a:cubicBezTo>
                    <a:pt x="116" y="187"/>
                    <a:pt x="111" y="188"/>
                    <a:pt x="107" y="190"/>
                  </a:cubicBezTo>
                  <a:lnTo>
                    <a:pt x="107" y="190"/>
                  </a:lnTo>
                  <a:cubicBezTo>
                    <a:pt x="107" y="190"/>
                    <a:pt x="107" y="189"/>
                    <a:pt x="107" y="189"/>
                  </a:cubicBezTo>
                  <a:cubicBezTo>
                    <a:pt x="112" y="188"/>
                    <a:pt x="118" y="186"/>
                    <a:pt x="123" y="185"/>
                  </a:cubicBezTo>
                  <a:close/>
                  <a:moveTo>
                    <a:pt x="96" y="1"/>
                  </a:moveTo>
                  <a:cubicBezTo>
                    <a:pt x="84" y="4"/>
                    <a:pt x="73" y="7"/>
                    <a:pt x="63" y="16"/>
                  </a:cubicBezTo>
                  <a:cubicBezTo>
                    <a:pt x="51" y="24"/>
                    <a:pt x="41" y="34"/>
                    <a:pt x="31" y="47"/>
                  </a:cubicBezTo>
                  <a:cubicBezTo>
                    <a:pt x="22" y="59"/>
                    <a:pt x="16" y="73"/>
                    <a:pt x="12" y="87"/>
                  </a:cubicBezTo>
                  <a:lnTo>
                    <a:pt x="12" y="87"/>
                  </a:lnTo>
                  <a:cubicBezTo>
                    <a:pt x="10" y="91"/>
                    <a:pt x="7" y="97"/>
                    <a:pt x="6" y="100"/>
                  </a:cubicBezTo>
                  <a:cubicBezTo>
                    <a:pt x="2" y="108"/>
                    <a:pt x="2" y="114"/>
                    <a:pt x="1" y="122"/>
                  </a:cubicBezTo>
                  <a:lnTo>
                    <a:pt x="1" y="144"/>
                  </a:lnTo>
                  <a:cubicBezTo>
                    <a:pt x="1" y="146"/>
                    <a:pt x="1" y="147"/>
                    <a:pt x="2" y="148"/>
                  </a:cubicBezTo>
                  <a:cubicBezTo>
                    <a:pt x="3" y="153"/>
                    <a:pt x="6" y="163"/>
                    <a:pt x="7" y="169"/>
                  </a:cubicBezTo>
                  <a:cubicBezTo>
                    <a:pt x="7" y="170"/>
                    <a:pt x="7" y="170"/>
                    <a:pt x="8" y="171"/>
                  </a:cubicBezTo>
                  <a:cubicBezTo>
                    <a:pt x="13" y="180"/>
                    <a:pt x="17" y="187"/>
                    <a:pt x="24" y="195"/>
                  </a:cubicBezTo>
                  <a:cubicBezTo>
                    <a:pt x="28" y="198"/>
                    <a:pt x="35" y="206"/>
                    <a:pt x="41" y="209"/>
                  </a:cubicBezTo>
                  <a:cubicBezTo>
                    <a:pt x="47" y="213"/>
                    <a:pt x="53" y="218"/>
                    <a:pt x="59" y="219"/>
                  </a:cubicBezTo>
                  <a:cubicBezTo>
                    <a:pt x="59" y="219"/>
                    <a:pt x="61" y="219"/>
                    <a:pt x="61" y="220"/>
                  </a:cubicBezTo>
                  <a:cubicBezTo>
                    <a:pt x="63" y="223"/>
                    <a:pt x="70" y="224"/>
                    <a:pt x="72" y="224"/>
                  </a:cubicBezTo>
                  <a:cubicBezTo>
                    <a:pt x="75" y="225"/>
                    <a:pt x="80" y="226"/>
                    <a:pt x="84" y="226"/>
                  </a:cubicBezTo>
                  <a:lnTo>
                    <a:pt x="108" y="226"/>
                  </a:lnTo>
                  <a:cubicBezTo>
                    <a:pt x="116" y="225"/>
                    <a:pt x="121" y="223"/>
                    <a:pt x="128" y="220"/>
                  </a:cubicBezTo>
                  <a:cubicBezTo>
                    <a:pt x="133" y="217"/>
                    <a:pt x="139" y="214"/>
                    <a:pt x="144" y="209"/>
                  </a:cubicBezTo>
                  <a:lnTo>
                    <a:pt x="158" y="196"/>
                  </a:lnTo>
                  <a:cubicBezTo>
                    <a:pt x="165" y="187"/>
                    <a:pt x="169" y="179"/>
                    <a:pt x="171" y="169"/>
                  </a:cubicBezTo>
                  <a:cubicBezTo>
                    <a:pt x="173" y="162"/>
                    <a:pt x="173" y="155"/>
                    <a:pt x="173" y="148"/>
                  </a:cubicBezTo>
                  <a:cubicBezTo>
                    <a:pt x="174" y="141"/>
                    <a:pt x="173" y="135"/>
                    <a:pt x="171" y="129"/>
                  </a:cubicBezTo>
                  <a:cubicBezTo>
                    <a:pt x="169" y="124"/>
                    <a:pt x="168" y="119"/>
                    <a:pt x="165" y="115"/>
                  </a:cubicBezTo>
                  <a:lnTo>
                    <a:pt x="165" y="115"/>
                  </a:lnTo>
                  <a:cubicBezTo>
                    <a:pt x="165" y="113"/>
                    <a:pt x="165" y="110"/>
                    <a:pt x="165" y="108"/>
                  </a:cubicBezTo>
                  <a:lnTo>
                    <a:pt x="165" y="108"/>
                  </a:lnTo>
                  <a:cubicBezTo>
                    <a:pt x="168" y="102"/>
                    <a:pt x="171" y="95"/>
                    <a:pt x="172" y="89"/>
                  </a:cubicBezTo>
                  <a:cubicBezTo>
                    <a:pt x="174" y="84"/>
                    <a:pt x="174" y="79"/>
                    <a:pt x="173" y="73"/>
                  </a:cubicBezTo>
                  <a:lnTo>
                    <a:pt x="173" y="73"/>
                  </a:lnTo>
                  <a:cubicBezTo>
                    <a:pt x="175" y="67"/>
                    <a:pt x="176" y="60"/>
                    <a:pt x="174" y="54"/>
                  </a:cubicBezTo>
                  <a:cubicBezTo>
                    <a:pt x="174" y="41"/>
                    <a:pt x="169" y="27"/>
                    <a:pt x="158" y="21"/>
                  </a:cubicBezTo>
                  <a:cubicBezTo>
                    <a:pt x="157" y="20"/>
                    <a:pt x="157" y="20"/>
                    <a:pt x="156" y="19"/>
                  </a:cubicBezTo>
                  <a:lnTo>
                    <a:pt x="156" y="19"/>
                  </a:lnTo>
                  <a:cubicBezTo>
                    <a:pt x="152" y="15"/>
                    <a:pt x="147" y="11"/>
                    <a:pt x="141" y="10"/>
                  </a:cubicBezTo>
                  <a:cubicBezTo>
                    <a:pt x="133" y="4"/>
                    <a:pt x="125" y="1"/>
                    <a:pt x="11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813;p29"/>
            <p:cNvSpPr/>
            <p:nvPr/>
          </p:nvSpPr>
          <p:spPr>
            <a:xfrm>
              <a:off x="5132160" y="2292120"/>
              <a:ext cx="215280" cy="21816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3240" h="3284">
                  <a:moveTo>
                    <a:pt x="3203" y="0"/>
                  </a:moveTo>
                  <a:cubicBezTo>
                    <a:pt x="3195" y="0"/>
                    <a:pt x="3187" y="4"/>
                    <a:pt x="3180" y="11"/>
                  </a:cubicBezTo>
                  <a:cubicBezTo>
                    <a:pt x="3131" y="66"/>
                    <a:pt x="3081" y="120"/>
                    <a:pt x="3032" y="175"/>
                  </a:cubicBezTo>
                  <a:cubicBezTo>
                    <a:pt x="2982" y="230"/>
                    <a:pt x="2936" y="286"/>
                    <a:pt x="2888" y="342"/>
                  </a:cubicBezTo>
                  <a:cubicBezTo>
                    <a:pt x="2840" y="397"/>
                    <a:pt x="2796" y="456"/>
                    <a:pt x="2751" y="513"/>
                  </a:cubicBezTo>
                  <a:cubicBezTo>
                    <a:pt x="2705" y="570"/>
                    <a:pt x="2657" y="627"/>
                    <a:pt x="2611" y="683"/>
                  </a:cubicBezTo>
                  <a:cubicBezTo>
                    <a:pt x="2422" y="909"/>
                    <a:pt x="2229" y="1130"/>
                    <a:pt x="2031" y="1346"/>
                  </a:cubicBezTo>
                  <a:cubicBezTo>
                    <a:pt x="1982" y="1399"/>
                    <a:pt x="1933" y="1452"/>
                    <a:pt x="1882" y="1506"/>
                  </a:cubicBezTo>
                  <a:cubicBezTo>
                    <a:pt x="1829" y="1561"/>
                    <a:pt x="1788" y="1606"/>
                    <a:pt x="1736" y="1659"/>
                  </a:cubicBezTo>
                  <a:cubicBezTo>
                    <a:pt x="1635" y="1763"/>
                    <a:pt x="1533" y="1867"/>
                    <a:pt x="1428" y="1968"/>
                  </a:cubicBezTo>
                  <a:cubicBezTo>
                    <a:pt x="1220" y="2175"/>
                    <a:pt x="1006" y="2375"/>
                    <a:pt x="786" y="2570"/>
                  </a:cubicBezTo>
                  <a:cubicBezTo>
                    <a:pt x="569" y="2763"/>
                    <a:pt x="341" y="2949"/>
                    <a:pt x="118" y="3137"/>
                  </a:cubicBezTo>
                  <a:cubicBezTo>
                    <a:pt x="91" y="3160"/>
                    <a:pt x="61" y="3184"/>
                    <a:pt x="34" y="3207"/>
                  </a:cubicBezTo>
                  <a:cubicBezTo>
                    <a:pt x="0" y="3235"/>
                    <a:pt x="27" y="3283"/>
                    <a:pt x="62" y="3283"/>
                  </a:cubicBezTo>
                  <a:cubicBezTo>
                    <a:pt x="70" y="3283"/>
                    <a:pt x="79" y="3280"/>
                    <a:pt x="88" y="3274"/>
                  </a:cubicBezTo>
                  <a:cubicBezTo>
                    <a:pt x="206" y="3187"/>
                    <a:pt x="321" y="3097"/>
                    <a:pt x="435" y="3005"/>
                  </a:cubicBezTo>
                  <a:cubicBezTo>
                    <a:pt x="549" y="2912"/>
                    <a:pt x="662" y="2817"/>
                    <a:pt x="774" y="2719"/>
                  </a:cubicBezTo>
                  <a:cubicBezTo>
                    <a:pt x="997" y="2527"/>
                    <a:pt x="1213" y="2331"/>
                    <a:pt x="1425" y="2128"/>
                  </a:cubicBezTo>
                  <a:cubicBezTo>
                    <a:pt x="1639" y="1922"/>
                    <a:pt x="1849" y="1710"/>
                    <a:pt x="2052" y="1495"/>
                  </a:cubicBezTo>
                  <a:cubicBezTo>
                    <a:pt x="2254" y="1282"/>
                    <a:pt x="2448" y="1062"/>
                    <a:pt x="2636" y="837"/>
                  </a:cubicBezTo>
                  <a:cubicBezTo>
                    <a:pt x="2732" y="725"/>
                    <a:pt x="2823" y="612"/>
                    <a:pt x="2915" y="497"/>
                  </a:cubicBezTo>
                  <a:cubicBezTo>
                    <a:pt x="3008" y="381"/>
                    <a:pt x="3091" y="263"/>
                    <a:pt x="3168" y="138"/>
                  </a:cubicBezTo>
                  <a:cubicBezTo>
                    <a:pt x="3188" y="106"/>
                    <a:pt x="3206" y="76"/>
                    <a:pt x="3226" y="44"/>
                  </a:cubicBezTo>
                  <a:cubicBezTo>
                    <a:pt x="3240" y="21"/>
                    <a:pt x="3223" y="0"/>
                    <a:pt x="320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814;p29"/>
            <p:cNvSpPr/>
            <p:nvPr/>
          </p:nvSpPr>
          <p:spPr>
            <a:xfrm>
              <a:off x="5335920" y="2234160"/>
              <a:ext cx="78480" cy="87840"/>
            </a:xfrm>
            <a:custGeom>
              <a:avLst/>
              <a:gdLst>
                <a:gd name="textAreaLeft" fmla="*/ 0 w 78480"/>
                <a:gd name="textAreaRight" fmla="*/ 78840 w 78480"/>
                <a:gd name="textAreaTop" fmla="*/ 0 h 87840"/>
                <a:gd name="textAreaBottom" fmla="*/ 88200 h 87840"/>
              </a:gdLst>
              <a:ahLst/>
              <a:cxnLst/>
              <a:rect l="textAreaLeft" t="textAreaTop" r="textAreaRight" b="textAreaBottom"/>
              <a:pathLst>
                <a:path w="1188" h="1328">
                  <a:moveTo>
                    <a:pt x="1053" y="740"/>
                  </a:moveTo>
                  <a:lnTo>
                    <a:pt x="1053" y="740"/>
                  </a:lnTo>
                  <a:cubicBezTo>
                    <a:pt x="1054" y="741"/>
                    <a:pt x="1054" y="741"/>
                    <a:pt x="1054" y="741"/>
                  </a:cubicBezTo>
                  <a:lnTo>
                    <a:pt x="1054" y="741"/>
                  </a:lnTo>
                  <a:cubicBezTo>
                    <a:pt x="1055" y="741"/>
                    <a:pt x="1055" y="742"/>
                    <a:pt x="1055" y="742"/>
                  </a:cubicBezTo>
                  <a:lnTo>
                    <a:pt x="1055" y="742"/>
                  </a:lnTo>
                  <a:cubicBezTo>
                    <a:pt x="1055" y="742"/>
                    <a:pt x="1055" y="741"/>
                    <a:pt x="1054" y="741"/>
                  </a:cubicBezTo>
                  <a:cubicBezTo>
                    <a:pt x="1054" y="741"/>
                    <a:pt x="1053" y="741"/>
                    <a:pt x="1053" y="740"/>
                  </a:cubicBezTo>
                  <a:lnTo>
                    <a:pt x="1053" y="740"/>
                  </a:lnTo>
                  <a:cubicBezTo>
                    <a:pt x="1053" y="740"/>
                    <a:pt x="1053" y="740"/>
                    <a:pt x="1053" y="740"/>
                  </a:cubicBezTo>
                  <a:lnTo>
                    <a:pt x="1053" y="740"/>
                  </a:lnTo>
                  <a:cubicBezTo>
                    <a:pt x="1053" y="740"/>
                    <a:pt x="1053" y="740"/>
                    <a:pt x="1053" y="740"/>
                  </a:cubicBezTo>
                  <a:close/>
                  <a:moveTo>
                    <a:pt x="1057" y="743"/>
                  </a:moveTo>
                  <a:cubicBezTo>
                    <a:pt x="1057" y="744"/>
                    <a:pt x="1058" y="744"/>
                    <a:pt x="1058" y="744"/>
                  </a:cubicBezTo>
                  <a:cubicBezTo>
                    <a:pt x="1058" y="744"/>
                    <a:pt x="1057" y="743"/>
                    <a:pt x="1057" y="743"/>
                  </a:cubicBezTo>
                  <a:close/>
                  <a:moveTo>
                    <a:pt x="864" y="1144"/>
                  </a:moveTo>
                  <a:lnTo>
                    <a:pt x="864" y="1144"/>
                  </a:lnTo>
                  <a:cubicBezTo>
                    <a:pt x="864" y="1145"/>
                    <a:pt x="864" y="1146"/>
                    <a:pt x="864" y="1147"/>
                  </a:cubicBezTo>
                  <a:lnTo>
                    <a:pt x="864" y="1147"/>
                  </a:lnTo>
                  <a:cubicBezTo>
                    <a:pt x="864" y="1146"/>
                    <a:pt x="864" y="1145"/>
                    <a:pt x="864" y="1144"/>
                  </a:cubicBezTo>
                  <a:close/>
                  <a:moveTo>
                    <a:pt x="884" y="0"/>
                  </a:moveTo>
                  <a:cubicBezTo>
                    <a:pt x="876" y="0"/>
                    <a:pt x="868" y="2"/>
                    <a:pt x="862" y="7"/>
                  </a:cubicBezTo>
                  <a:cubicBezTo>
                    <a:pt x="856" y="11"/>
                    <a:pt x="851" y="15"/>
                    <a:pt x="846" y="19"/>
                  </a:cubicBezTo>
                  <a:lnTo>
                    <a:pt x="846" y="19"/>
                  </a:lnTo>
                  <a:cubicBezTo>
                    <a:pt x="845" y="19"/>
                    <a:pt x="845" y="18"/>
                    <a:pt x="845" y="18"/>
                  </a:cubicBezTo>
                  <a:cubicBezTo>
                    <a:pt x="845" y="19"/>
                    <a:pt x="845" y="19"/>
                    <a:pt x="845" y="19"/>
                  </a:cubicBezTo>
                  <a:lnTo>
                    <a:pt x="845" y="19"/>
                  </a:lnTo>
                  <a:cubicBezTo>
                    <a:pt x="810" y="45"/>
                    <a:pt x="776" y="73"/>
                    <a:pt x="743" y="101"/>
                  </a:cubicBezTo>
                  <a:cubicBezTo>
                    <a:pt x="704" y="134"/>
                    <a:pt x="666" y="170"/>
                    <a:pt x="632" y="208"/>
                  </a:cubicBezTo>
                  <a:cubicBezTo>
                    <a:pt x="598" y="245"/>
                    <a:pt x="566" y="286"/>
                    <a:pt x="533" y="326"/>
                  </a:cubicBezTo>
                  <a:cubicBezTo>
                    <a:pt x="524" y="338"/>
                    <a:pt x="514" y="350"/>
                    <a:pt x="505" y="362"/>
                  </a:cubicBezTo>
                  <a:lnTo>
                    <a:pt x="505" y="362"/>
                  </a:lnTo>
                  <a:cubicBezTo>
                    <a:pt x="514" y="321"/>
                    <a:pt x="522" y="279"/>
                    <a:pt x="523" y="236"/>
                  </a:cubicBezTo>
                  <a:cubicBezTo>
                    <a:pt x="523" y="212"/>
                    <a:pt x="526" y="187"/>
                    <a:pt x="522" y="164"/>
                  </a:cubicBezTo>
                  <a:cubicBezTo>
                    <a:pt x="520" y="140"/>
                    <a:pt x="516" y="117"/>
                    <a:pt x="515" y="94"/>
                  </a:cubicBezTo>
                  <a:cubicBezTo>
                    <a:pt x="513" y="85"/>
                    <a:pt x="504" y="78"/>
                    <a:pt x="496" y="78"/>
                  </a:cubicBezTo>
                  <a:cubicBezTo>
                    <a:pt x="491" y="78"/>
                    <a:pt x="487" y="80"/>
                    <a:pt x="484" y="83"/>
                  </a:cubicBezTo>
                  <a:cubicBezTo>
                    <a:pt x="411" y="149"/>
                    <a:pt x="350" y="226"/>
                    <a:pt x="298" y="310"/>
                  </a:cubicBezTo>
                  <a:cubicBezTo>
                    <a:pt x="249" y="396"/>
                    <a:pt x="215" y="485"/>
                    <a:pt x="187" y="580"/>
                  </a:cubicBezTo>
                  <a:cubicBezTo>
                    <a:pt x="185" y="587"/>
                    <a:pt x="183" y="594"/>
                    <a:pt x="182" y="602"/>
                  </a:cubicBezTo>
                  <a:lnTo>
                    <a:pt x="182" y="602"/>
                  </a:lnTo>
                  <a:cubicBezTo>
                    <a:pt x="175" y="579"/>
                    <a:pt x="169" y="555"/>
                    <a:pt x="163" y="532"/>
                  </a:cubicBezTo>
                  <a:cubicBezTo>
                    <a:pt x="145" y="462"/>
                    <a:pt x="126" y="392"/>
                    <a:pt x="108" y="324"/>
                  </a:cubicBezTo>
                  <a:cubicBezTo>
                    <a:pt x="103" y="306"/>
                    <a:pt x="87" y="295"/>
                    <a:pt x="71" y="295"/>
                  </a:cubicBezTo>
                  <a:cubicBezTo>
                    <a:pt x="59" y="295"/>
                    <a:pt x="48" y="301"/>
                    <a:pt x="44" y="316"/>
                  </a:cubicBezTo>
                  <a:cubicBezTo>
                    <a:pt x="42" y="320"/>
                    <a:pt x="41" y="323"/>
                    <a:pt x="40" y="327"/>
                  </a:cubicBezTo>
                  <a:lnTo>
                    <a:pt x="40" y="327"/>
                  </a:lnTo>
                  <a:cubicBezTo>
                    <a:pt x="39" y="327"/>
                    <a:pt x="39" y="327"/>
                    <a:pt x="38" y="327"/>
                  </a:cubicBezTo>
                  <a:lnTo>
                    <a:pt x="38" y="327"/>
                  </a:lnTo>
                  <a:cubicBezTo>
                    <a:pt x="38" y="328"/>
                    <a:pt x="39" y="329"/>
                    <a:pt x="39" y="331"/>
                  </a:cubicBezTo>
                  <a:lnTo>
                    <a:pt x="39" y="331"/>
                  </a:lnTo>
                  <a:cubicBezTo>
                    <a:pt x="13" y="413"/>
                    <a:pt x="1" y="499"/>
                    <a:pt x="2" y="584"/>
                  </a:cubicBezTo>
                  <a:cubicBezTo>
                    <a:pt x="4" y="629"/>
                    <a:pt x="6" y="675"/>
                    <a:pt x="17" y="720"/>
                  </a:cubicBezTo>
                  <a:cubicBezTo>
                    <a:pt x="23" y="741"/>
                    <a:pt x="27" y="763"/>
                    <a:pt x="35" y="782"/>
                  </a:cubicBezTo>
                  <a:cubicBezTo>
                    <a:pt x="45" y="802"/>
                    <a:pt x="55" y="824"/>
                    <a:pt x="66" y="845"/>
                  </a:cubicBezTo>
                  <a:cubicBezTo>
                    <a:pt x="66" y="847"/>
                    <a:pt x="68" y="847"/>
                    <a:pt x="71" y="847"/>
                  </a:cubicBezTo>
                  <a:cubicBezTo>
                    <a:pt x="78" y="847"/>
                    <a:pt x="90" y="841"/>
                    <a:pt x="87" y="830"/>
                  </a:cubicBezTo>
                  <a:cubicBezTo>
                    <a:pt x="80" y="788"/>
                    <a:pt x="72" y="746"/>
                    <a:pt x="69" y="704"/>
                  </a:cubicBezTo>
                  <a:cubicBezTo>
                    <a:pt x="64" y="662"/>
                    <a:pt x="60" y="621"/>
                    <a:pt x="60" y="580"/>
                  </a:cubicBezTo>
                  <a:cubicBezTo>
                    <a:pt x="60" y="540"/>
                    <a:pt x="63" y="500"/>
                    <a:pt x="70" y="461"/>
                  </a:cubicBezTo>
                  <a:lnTo>
                    <a:pt x="70" y="461"/>
                  </a:lnTo>
                  <a:cubicBezTo>
                    <a:pt x="76" y="487"/>
                    <a:pt x="82" y="514"/>
                    <a:pt x="89" y="540"/>
                  </a:cubicBezTo>
                  <a:cubicBezTo>
                    <a:pt x="97" y="576"/>
                    <a:pt x="105" y="611"/>
                    <a:pt x="115" y="648"/>
                  </a:cubicBezTo>
                  <a:cubicBezTo>
                    <a:pt x="119" y="666"/>
                    <a:pt x="124" y="684"/>
                    <a:pt x="130" y="703"/>
                  </a:cubicBezTo>
                  <a:lnTo>
                    <a:pt x="151" y="752"/>
                  </a:lnTo>
                  <a:cubicBezTo>
                    <a:pt x="156" y="763"/>
                    <a:pt x="165" y="768"/>
                    <a:pt x="174" y="768"/>
                  </a:cubicBezTo>
                  <a:cubicBezTo>
                    <a:pt x="188" y="768"/>
                    <a:pt x="202" y="758"/>
                    <a:pt x="205" y="743"/>
                  </a:cubicBezTo>
                  <a:lnTo>
                    <a:pt x="205" y="743"/>
                  </a:lnTo>
                  <a:cubicBezTo>
                    <a:pt x="206" y="743"/>
                    <a:pt x="207" y="743"/>
                    <a:pt x="208" y="743"/>
                  </a:cubicBezTo>
                  <a:cubicBezTo>
                    <a:pt x="208" y="733"/>
                    <a:pt x="207" y="722"/>
                    <a:pt x="205" y="711"/>
                  </a:cubicBezTo>
                  <a:lnTo>
                    <a:pt x="205" y="711"/>
                  </a:lnTo>
                  <a:cubicBezTo>
                    <a:pt x="206" y="672"/>
                    <a:pt x="213" y="634"/>
                    <a:pt x="219" y="598"/>
                  </a:cubicBezTo>
                  <a:cubicBezTo>
                    <a:pt x="228" y="552"/>
                    <a:pt x="241" y="508"/>
                    <a:pt x="259" y="465"/>
                  </a:cubicBezTo>
                  <a:cubicBezTo>
                    <a:pt x="292" y="380"/>
                    <a:pt x="339" y="297"/>
                    <a:pt x="395" y="223"/>
                  </a:cubicBezTo>
                  <a:cubicBezTo>
                    <a:pt x="419" y="192"/>
                    <a:pt x="444" y="163"/>
                    <a:pt x="471" y="136"/>
                  </a:cubicBezTo>
                  <a:lnTo>
                    <a:pt x="471" y="136"/>
                  </a:lnTo>
                  <a:cubicBezTo>
                    <a:pt x="470" y="144"/>
                    <a:pt x="469" y="152"/>
                    <a:pt x="467" y="159"/>
                  </a:cubicBezTo>
                  <a:cubicBezTo>
                    <a:pt x="465" y="181"/>
                    <a:pt x="462" y="201"/>
                    <a:pt x="460" y="223"/>
                  </a:cubicBezTo>
                  <a:cubicBezTo>
                    <a:pt x="453" y="265"/>
                    <a:pt x="445" y="308"/>
                    <a:pt x="433" y="349"/>
                  </a:cubicBezTo>
                  <a:cubicBezTo>
                    <a:pt x="410" y="433"/>
                    <a:pt x="374" y="511"/>
                    <a:pt x="327" y="584"/>
                  </a:cubicBezTo>
                  <a:cubicBezTo>
                    <a:pt x="329" y="585"/>
                    <a:pt x="330" y="587"/>
                    <a:pt x="332" y="588"/>
                  </a:cubicBezTo>
                  <a:lnTo>
                    <a:pt x="332" y="588"/>
                  </a:lnTo>
                  <a:cubicBezTo>
                    <a:pt x="331" y="589"/>
                    <a:pt x="331" y="590"/>
                    <a:pt x="330" y="591"/>
                  </a:cubicBezTo>
                  <a:cubicBezTo>
                    <a:pt x="319" y="607"/>
                    <a:pt x="322" y="629"/>
                    <a:pt x="339" y="642"/>
                  </a:cubicBezTo>
                  <a:cubicBezTo>
                    <a:pt x="345" y="646"/>
                    <a:pt x="352" y="649"/>
                    <a:pt x="359" y="649"/>
                  </a:cubicBezTo>
                  <a:cubicBezTo>
                    <a:pt x="371" y="649"/>
                    <a:pt x="383" y="643"/>
                    <a:pt x="389" y="633"/>
                  </a:cubicBezTo>
                  <a:cubicBezTo>
                    <a:pt x="422" y="582"/>
                    <a:pt x="450" y="527"/>
                    <a:pt x="472" y="470"/>
                  </a:cubicBezTo>
                  <a:lnTo>
                    <a:pt x="472" y="470"/>
                  </a:lnTo>
                  <a:cubicBezTo>
                    <a:pt x="495" y="434"/>
                    <a:pt x="519" y="399"/>
                    <a:pt x="543" y="364"/>
                  </a:cubicBezTo>
                  <a:cubicBezTo>
                    <a:pt x="601" y="283"/>
                    <a:pt x="671" y="209"/>
                    <a:pt x="750" y="148"/>
                  </a:cubicBezTo>
                  <a:cubicBezTo>
                    <a:pt x="771" y="130"/>
                    <a:pt x="792" y="114"/>
                    <a:pt x="814" y="102"/>
                  </a:cubicBezTo>
                  <a:lnTo>
                    <a:pt x="814" y="102"/>
                  </a:lnTo>
                  <a:cubicBezTo>
                    <a:pt x="802" y="132"/>
                    <a:pt x="789" y="161"/>
                    <a:pt x="774" y="190"/>
                  </a:cubicBezTo>
                  <a:cubicBezTo>
                    <a:pt x="747" y="242"/>
                    <a:pt x="717" y="294"/>
                    <a:pt x="682" y="343"/>
                  </a:cubicBezTo>
                  <a:cubicBezTo>
                    <a:pt x="611" y="448"/>
                    <a:pt x="531" y="545"/>
                    <a:pt x="451" y="642"/>
                  </a:cubicBezTo>
                  <a:cubicBezTo>
                    <a:pt x="433" y="662"/>
                    <a:pt x="439" y="697"/>
                    <a:pt x="458" y="715"/>
                  </a:cubicBezTo>
                  <a:cubicBezTo>
                    <a:pt x="468" y="724"/>
                    <a:pt x="483" y="730"/>
                    <a:pt x="498" y="730"/>
                  </a:cubicBezTo>
                  <a:cubicBezTo>
                    <a:pt x="510" y="730"/>
                    <a:pt x="522" y="726"/>
                    <a:pt x="531" y="717"/>
                  </a:cubicBezTo>
                  <a:cubicBezTo>
                    <a:pt x="534" y="713"/>
                    <a:pt x="538" y="710"/>
                    <a:pt x="541" y="706"/>
                  </a:cubicBezTo>
                  <a:lnTo>
                    <a:pt x="541" y="706"/>
                  </a:lnTo>
                  <a:cubicBezTo>
                    <a:pt x="543" y="707"/>
                    <a:pt x="544" y="708"/>
                    <a:pt x="545" y="709"/>
                  </a:cubicBezTo>
                  <a:cubicBezTo>
                    <a:pt x="554" y="699"/>
                    <a:pt x="562" y="689"/>
                    <a:pt x="570" y="679"/>
                  </a:cubicBezTo>
                  <a:lnTo>
                    <a:pt x="570" y="679"/>
                  </a:lnTo>
                  <a:cubicBezTo>
                    <a:pt x="596" y="655"/>
                    <a:pt x="624" y="632"/>
                    <a:pt x="652" y="611"/>
                  </a:cubicBezTo>
                  <a:cubicBezTo>
                    <a:pt x="696" y="580"/>
                    <a:pt x="728" y="561"/>
                    <a:pt x="777" y="536"/>
                  </a:cubicBezTo>
                  <a:cubicBezTo>
                    <a:pt x="838" y="506"/>
                    <a:pt x="896" y="484"/>
                    <a:pt x="957" y="469"/>
                  </a:cubicBezTo>
                  <a:lnTo>
                    <a:pt x="957" y="469"/>
                  </a:lnTo>
                  <a:cubicBezTo>
                    <a:pt x="953" y="475"/>
                    <a:pt x="948" y="481"/>
                    <a:pt x="943" y="486"/>
                  </a:cubicBezTo>
                  <a:cubicBezTo>
                    <a:pt x="939" y="491"/>
                    <a:pt x="936" y="495"/>
                    <a:pt x="932" y="499"/>
                  </a:cubicBezTo>
                  <a:cubicBezTo>
                    <a:pt x="930" y="500"/>
                    <a:pt x="929" y="503"/>
                    <a:pt x="926" y="505"/>
                  </a:cubicBezTo>
                  <a:cubicBezTo>
                    <a:pt x="927" y="503"/>
                    <a:pt x="931" y="500"/>
                    <a:pt x="930" y="500"/>
                  </a:cubicBezTo>
                  <a:lnTo>
                    <a:pt x="930" y="500"/>
                  </a:lnTo>
                  <a:cubicBezTo>
                    <a:pt x="930" y="500"/>
                    <a:pt x="929" y="501"/>
                    <a:pt x="926" y="503"/>
                  </a:cubicBezTo>
                  <a:cubicBezTo>
                    <a:pt x="918" y="511"/>
                    <a:pt x="910" y="518"/>
                    <a:pt x="901" y="527"/>
                  </a:cubicBezTo>
                  <a:cubicBezTo>
                    <a:pt x="884" y="541"/>
                    <a:pt x="866" y="556"/>
                    <a:pt x="849" y="571"/>
                  </a:cubicBezTo>
                  <a:cubicBezTo>
                    <a:pt x="839" y="577"/>
                    <a:pt x="829" y="584"/>
                    <a:pt x="821" y="589"/>
                  </a:cubicBezTo>
                  <a:cubicBezTo>
                    <a:pt x="817" y="593"/>
                    <a:pt x="811" y="596"/>
                    <a:pt x="807" y="599"/>
                  </a:cubicBezTo>
                  <a:cubicBezTo>
                    <a:pt x="806" y="600"/>
                    <a:pt x="804" y="601"/>
                    <a:pt x="803" y="602"/>
                  </a:cubicBezTo>
                  <a:lnTo>
                    <a:pt x="803" y="602"/>
                  </a:lnTo>
                  <a:cubicBezTo>
                    <a:pt x="803" y="602"/>
                    <a:pt x="802" y="603"/>
                    <a:pt x="800" y="604"/>
                  </a:cubicBezTo>
                  <a:cubicBezTo>
                    <a:pt x="779" y="616"/>
                    <a:pt x="758" y="627"/>
                    <a:pt x="737" y="639"/>
                  </a:cubicBezTo>
                  <a:cubicBezTo>
                    <a:pt x="694" y="662"/>
                    <a:pt x="652" y="683"/>
                    <a:pt x="608" y="703"/>
                  </a:cubicBezTo>
                  <a:cubicBezTo>
                    <a:pt x="573" y="718"/>
                    <a:pt x="538" y="732"/>
                    <a:pt x="502" y="746"/>
                  </a:cubicBezTo>
                  <a:lnTo>
                    <a:pt x="502" y="746"/>
                  </a:lnTo>
                  <a:cubicBezTo>
                    <a:pt x="495" y="748"/>
                    <a:pt x="488" y="751"/>
                    <a:pt x="481" y="754"/>
                  </a:cubicBezTo>
                  <a:lnTo>
                    <a:pt x="481" y="754"/>
                  </a:lnTo>
                  <a:cubicBezTo>
                    <a:pt x="472" y="757"/>
                    <a:pt x="463" y="761"/>
                    <a:pt x="454" y="764"/>
                  </a:cubicBezTo>
                  <a:lnTo>
                    <a:pt x="455" y="766"/>
                  </a:lnTo>
                  <a:lnTo>
                    <a:pt x="455" y="766"/>
                  </a:lnTo>
                  <a:cubicBezTo>
                    <a:pt x="426" y="785"/>
                    <a:pt x="406" y="822"/>
                    <a:pt x="424" y="857"/>
                  </a:cubicBezTo>
                  <a:cubicBezTo>
                    <a:pt x="436" y="883"/>
                    <a:pt x="460" y="898"/>
                    <a:pt x="486" y="898"/>
                  </a:cubicBezTo>
                  <a:cubicBezTo>
                    <a:pt x="496" y="898"/>
                    <a:pt x="506" y="896"/>
                    <a:pt x="516" y="891"/>
                  </a:cubicBezTo>
                  <a:cubicBezTo>
                    <a:pt x="617" y="852"/>
                    <a:pt x="720" y="810"/>
                    <a:pt x="813" y="754"/>
                  </a:cubicBezTo>
                  <a:lnTo>
                    <a:pt x="813" y="754"/>
                  </a:lnTo>
                  <a:cubicBezTo>
                    <a:pt x="848" y="746"/>
                    <a:pt x="882" y="739"/>
                    <a:pt x="918" y="733"/>
                  </a:cubicBezTo>
                  <a:cubicBezTo>
                    <a:pt x="934" y="732"/>
                    <a:pt x="950" y="729"/>
                    <a:pt x="966" y="729"/>
                  </a:cubicBezTo>
                  <a:cubicBezTo>
                    <a:pt x="971" y="729"/>
                    <a:pt x="975" y="729"/>
                    <a:pt x="980" y="730"/>
                  </a:cubicBezTo>
                  <a:cubicBezTo>
                    <a:pt x="991" y="730"/>
                    <a:pt x="1003" y="730"/>
                    <a:pt x="1014" y="731"/>
                  </a:cubicBezTo>
                  <a:cubicBezTo>
                    <a:pt x="1019" y="731"/>
                    <a:pt x="1022" y="732"/>
                    <a:pt x="1028" y="732"/>
                  </a:cubicBezTo>
                  <a:cubicBezTo>
                    <a:pt x="1029" y="732"/>
                    <a:pt x="1036" y="734"/>
                    <a:pt x="1039" y="734"/>
                  </a:cubicBezTo>
                  <a:lnTo>
                    <a:pt x="1039" y="734"/>
                  </a:lnTo>
                  <a:lnTo>
                    <a:pt x="1047" y="737"/>
                  </a:lnTo>
                  <a:lnTo>
                    <a:pt x="1047" y="737"/>
                  </a:lnTo>
                  <a:cubicBezTo>
                    <a:pt x="1047" y="737"/>
                    <a:pt x="1046" y="737"/>
                    <a:pt x="1046" y="738"/>
                  </a:cubicBezTo>
                  <a:cubicBezTo>
                    <a:pt x="1046" y="737"/>
                    <a:pt x="1047" y="737"/>
                    <a:pt x="1047" y="737"/>
                  </a:cubicBezTo>
                  <a:lnTo>
                    <a:pt x="1047" y="737"/>
                  </a:lnTo>
                  <a:lnTo>
                    <a:pt x="1047" y="737"/>
                  </a:lnTo>
                  <a:lnTo>
                    <a:pt x="1047" y="737"/>
                  </a:lnTo>
                  <a:cubicBezTo>
                    <a:pt x="1045" y="739"/>
                    <a:pt x="1042" y="742"/>
                    <a:pt x="1038" y="746"/>
                  </a:cubicBezTo>
                  <a:cubicBezTo>
                    <a:pt x="1009" y="776"/>
                    <a:pt x="972" y="802"/>
                    <a:pt x="936" y="826"/>
                  </a:cubicBezTo>
                  <a:cubicBezTo>
                    <a:pt x="928" y="831"/>
                    <a:pt x="919" y="836"/>
                    <a:pt x="911" y="842"/>
                  </a:cubicBezTo>
                  <a:lnTo>
                    <a:pt x="911" y="842"/>
                  </a:lnTo>
                  <a:cubicBezTo>
                    <a:pt x="911" y="842"/>
                    <a:pt x="911" y="842"/>
                    <a:pt x="911" y="842"/>
                  </a:cubicBezTo>
                  <a:lnTo>
                    <a:pt x="911" y="842"/>
                  </a:lnTo>
                  <a:cubicBezTo>
                    <a:pt x="911" y="842"/>
                    <a:pt x="902" y="847"/>
                    <a:pt x="901" y="847"/>
                  </a:cubicBezTo>
                  <a:cubicBezTo>
                    <a:pt x="896" y="851"/>
                    <a:pt x="892" y="853"/>
                    <a:pt x="886" y="856"/>
                  </a:cubicBezTo>
                  <a:cubicBezTo>
                    <a:pt x="867" y="867"/>
                    <a:pt x="846" y="878"/>
                    <a:pt x="827" y="887"/>
                  </a:cubicBezTo>
                  <a:cubicBezTo>
                    <a:pt x="785" y="908"/>
                    <a:pt x="742" y="924"/>
                    <a:pt x="698" y="940"/>
                  </a:cubicBezTo>
                  <a:cubicBezTo>
                    <a:pt x="693" y="941"/>
                    <a:pt x="687" y="944"/>
                    <a:pt x="682" y="945"/>
                  </a:cubicBezTo>
                  <a:cubicBezTo>
                    <a:pt x="677" y="946"/>
                    <a:pt x="675" y="947"/>
                    <a:pt x="671" y="947"/>
                  </a:cubicBezTo>
                  <a:lnTo>
                    <a:pt x="638" y="956"/>
                  </a:lnTo>
                  <a:cubicBezTo>
                    <a:pt x="612" y="963"/>
                    <a:pt x="586" y="968"/>
                    <a:pt x="560" y="973"/>
                  </a:cubicBezTo>
                  <a:cubicBezTo>
                    <a:pt x="509" y="980"/>
                    <a:pt x="459" y="986"/>
                    <a:pt x="407" y="991"/>
                  </a:cubicBezTo>
                  <a:cubicBezTo>
                    <a:pt x="407" y="993"/>
                    <a:pt x="407" y="994"/>
                    <a:pt x="408" y="995"/>
                  </a:cubicBezTo>
                  <a:lnTo>
                    <a:pt x="408" y="995"/>
                  </a:lnTo>
                  <a:cubicBezTo>
                    <a:pt x="381" y="1000"/>
                    <a:pt x="357" y="1021"/>
                    <a:pt x="357" y="1051"/>
                  </a:cubicBezTo>
                  <a:cubicBezTo>
                    <a:pt x="355" y="1084"/>
                    <a:pt x="377" y="1120"/>
                    <a:pt x="414" y="1121"/>
                  </a:cubicBezTo>
                  <a:lnTo>
                    <a:pt x="440" y="1121"/>
                  </a:lnTo>
                  <a:cubicBezTo>
                    <a:pt x="442" y="1121"/>
                    <a:pt x="445" y="1121"/>
                    <a:pt x="447" y="1121"/>
                  </a:cubicBezTo>
                  <a:cubicBezTo>
                    <a:pt x="449" y="1121"/>
                    <a:pt x="450" y="1121"/>
                    <a:pt x="451" y="1121"/>
                  </a:cubicBezTo>
                  <a:cubicBezTo>
                    <a:pt x="470" y="1121"/>
                    <a:pt x="485" y="1121"/>
                    <a:pt x="504" y="1120"/>
                  </a:cubicBezTo>
                  <a:cubicBezTo>
                    <a:pt x="528" y="1118"/>
                    <a:pt x="553" y="1115"/>
                    <a:pt x="577" y="1111"/>
                  </a:cubicBezTo>
                  <a:cubicBezTo>
                    <a:pt x="584" y="1110"/>
                    <a:pt x="591" y="1108"/>
                    <a:pt x="598" y="1107"/>
                  </a:cubicBezTo>
                  <a:lnTo>
                    <a:pt x="598" y="1107"/>
                  </a:lnTo>
                  <a:cubicBezTo>
                    <a:pt x="606" y="1107"/>
                    <a:pt x="613" y="1107"/>
                    <a:pt x="621" y="1107"/>
                  </a:cubicBezTo>
                  <a:cubicBezTo>
                    <a:pt x="659" y="1107"/>
                    <a:pt x="697" y="1108"/>
                    <a:pt x="735" y="1111"/>
                  </a:cubicBezTo>
                  <a:cubicBezTo>
                    <a:pt x="758" y="1112"/>
                    <a:pt x="784" y="1115"/>
                    <a:pt x="807" y="1118"/>
                  </a:cubicBezTo>
                  <a:cubicBezTo>
                    <a:pt x="823" y="1120"/>
                    <a:pt x="841" y="1122"/>
                    <a:pt x="853" y="1129"/>
                  </a:cubicBezTo>
                  <a:cubicBezTo>
                    <a:pt x="861" y="1133"/>
                    <a:pt x="855" y="1129"/>
                    <a:pt x="861" y="1134"/>
                  </a:cubicBezTo>
                  <a:cubicBezTo>
                    <a:pt x="863" y="1137"/>
                    <a:pt x="864" y="1138"/>
                    <a:pt x="864" y="1138"/>
                  </a:cubicBezTo>
                  <a:cubicBezTo>
                    <a:pt x="863" y="1138"/>
                    <a:pt x="862" y="1137"/>
                    <a:pt x="862" y="1137"/>
                  </a:cubicBezTo>
                  <a:lnTo>
                    <a:pt x="862" y="1137"/>
                  </a:lnTo>
                  <a:cubicBezTo>
                    <a:pt x="861" y="1137"/>
                    <a:pt x="862" y="1138"/>
                    <a:pt x="863" y="1140"/>
                  </a:cubicBezTo>
                  <a:cubicBezTo>
                    <a:pt x="864" y="1142"/>
                    <a:pt x="865" y="1143"/>
                    <a:pt x="864" y="1143"/>
                  </a:cubicBezTo>
                  <a:cubicBezTo>
                    <a:pt x="864" y="1143"/>
                    <a:pt x="862" y="1140"/>
                    <a:pt x="862" y="1140"/>
                  </a:cubicBezTo>
                  <a:lnTo>
                    <a:pt x="862" y="1140"/>
                  </a:lnTo>
                  <a:cubicBezTo>
                    <a:pt x="862" y="1140"/>
                    <a:pt x="862" y="1141"/>
                    <a:pt x="864" y="1144"/>
                  </a:cubicBezTo>
                  <a:cubicBezTo>
                    <a:pt x="864" y="1144"/>
                    <a:pt x="864" y="1144"/>
                    <a:pt x="864" y="1144"/>
                  </a:cubicBezTo>
                  <a:lnTo>
                    <a:pt x="864" y="1144"/>
                  </a:lnTo>
                  <a:cubicBezTo>
                    <a:pt x="865" y="1146"/>
                    <a:pt x="865" y="1149"/>
                    <a:pt x="864" y="1149"/>
                  </a:cubicBezTo>
                  <a:cubicBezTo>
                    <a:pt x="864" y="1149"/>
                    <a:pt x="864" y="1149"/>
                    <a:pt x="864" y="1148"/>
                  </a:cubicBezTo>
                  <a:lnTo>
                    <a:pt x="864" y="1148"/>
                  </a:lnTo>
                  <a:cubicBezTo>
                    <a:pt x="864" y="1148"/>
                    <a:pt x="864" y="1148"/>
                    <a:pt x="864" y="1147"/>
                  </a:cubicBezTo>
                  <a:lnTo>
                    <a:pt x="864" y="1147"/>
                  </a:lnTo>
                  <a:cubicBezTo>
                    <a:pt x="864" y="1147"/>
                    <a:pt x="864" y="1148"/>
                    <a:pt x="864" y="1148"/>
                  </a:cubicBezTo>
                  <a:lnTo>
                    <a:pt x="864" y="1148"/>
                  </a:lnTo>
                  <a:cubicBezTo>
                    <a:pt x="864" y="1147"/>
                    <a:pt x="864" y="1147"/>
                    <a:pt x="864" y="1147"/>
                  </a:cubicBezTo>
                  <a:lnTo>
                    <a:pt x="864" y="1147"/>
                  </a:lnTo>
                  <a:cubicBezTo>
                    <a:pt x="864" y="1147"/>
                    <a:pt x="863" y="1148"/>
                    <a:pt x="863" y="1149"/>
                  </a:cubicBezTo>
                  <a:lnTo>
                    <a:pt x="863" y="1149"/>
                  </a:lnTo>
                  <a:cubicBezTo>
                    <a:pt x="863" y="1150"/>
                    <a:pt x="862" y="1152"/>
                    <a:pt x="861" y="1155"/>
                  </a:cubicBezTo>
                  <a:lnTo>
                    <a:pt x="861" y="1155"/>
                  </a:lnTo>
                  <a:cubicBezTo>
                    <a:pt x="861" y="1155"/>
                    <a:pt x="861" y="1155"/>
                    <a:pt x="861" y="1155"/>
                  </a:cubicBezTo>
                  <a:lnTo>
                    <a:pt x="861" y="1155"/>
                  </a:lnTo>
                  <a:cubicBezTo>
                    <a:pt x="861" y="1155"/>
                    <a:pt x="857" y="1160"/>
                    <a:pt x="857" y="1160"/>
                  </a:cubicBezTo>
                  <a:cubicBezTo>
                    <a:pt x="856" y="1161"/>
                    <a:pt x="852" y="1166"/>
                    <a:pt x="853" y="1166"/>
                  </a:cubicBezTo>
                  <a:cubicBezTo>
                    <a:pt x="853" y="1166"/>
                    <a:pt x="854" y="1166"/>
                    <a:pt x="855" y="1165"/>
                  </a:cubicBezTo>
                  <a:lnTo>
                    <a:pt x="855" y="1165"/>
                  </a:lnTo>
                  <a:lnTo>
                    <a:pt x="837" y="1179"/>
                  </a:lnTo>
                  <a:lnTo>
                    <a:pt x="837" y="1179"/>
                  </a:lnTo>
                  <a:cubicBezTo>
                    <a:pt x="836" y="1179"/>
                    <a:pt x="830" y="1184"/>
                    <a:pt x="829" y="1184"/>
                  </a:cubicBezTo>
                  <a:cubicBezTo>
                    <a:pt x="824" y="1187"/>
                    <a:pt x="820" y="1188"/>
                    <a:pt x="817" y="1189"/>
                  </a:cubicBezTo>
                  <a:lnTo>
                    <a:pt x="808" y="1193"/>
                  </a:lnTo>
                  <a:cubicBezTo>
                    <a:pt x="807" y="1193"/>
                    <a:pt x="796" y="1197"/>
                    <a:pt x="799" y="1197"/>
                  </a:cubicBezTo>
                  <a:cubicBezTo>
                    <a:pt x="799" y="1197"/>
                    <a:pt x="801" y="1197"/>
                    <a:pt x="802" y="1197"/>
                  </a:cubicBezTo>
                  <a:lnTo>
                    <a:pt x="802" y="1197"/>
                  </a:lnTo>
                  <a:cubicBezTo>
                    <a:pt x="791" y="1199"/>
                    <a:pt x="783" y="1202"/>
                    <a:pt x="772" y="1203"/>
                  </a:cubicBezTo>
                  <a:cubicBezTo>
                    <a:pt x="772" y="1203"/>
                    <a:pt x="756" y="1204"/>
                    <a:pt x="766" y="1204"/>
                  </a:cubicBezTo>
                  <a:lnTo>
                    <a:pt x="757" y="1204"/>
                  </a:lnTo>
                  <a:cubicBezTo>
                    <a:pt x="745" y="1204"/>
                    <a:pt x="734" y="1203"/>
                    <a:pt x="721" y="1203"/>
                  </a:cubicBezTo>
                  <a:cubicBezTo>
                    <a:pt x="698" y="1202"/>
                    <a:pt x="675" y="1199"/>
                    <a:pt x="650" y="1197"/>
                  </a:cubicBezTo>
                  <a:cubicBezTo>
                    <a:pt x="628" y="1193"/>
                    <a:pt x="608" y="1189"/>
                    <a:pt x="586" y="1186"/>
                  </a:cubicBezTo>
                  <a:cubicBezTo>
                    <a:pt x="585" y="1186"/>
                    <a:pt x="584" y="1185"/>
                    <a:pt x="583" y="1185"/>
                  </a:cubicBezTo>
                  <a:lnTo>
                    <a:pt x="583" y="1185"/>
                  </a:lnTo>
                  <a:cubicBezTo>
                    <a:pt x="585" y="1185"/>
                    <a:pt x="586" y="1186"/>
                    <a:pt x="586" y="1186"/>
                  </a:cubicBezTo>
                  <a:cubicBezTo>
                    <a:pt x="587" y="1186"/>
                    <a:pt x="586" y="1185"/>
                    <a:pt x="581" y="1184"/>
                  </a:cubicBezTo>
                  <a:cubicBezTo>
                    <a:pt x="575" y="1182"/>
                    <a:pt x="570" y="1181"/>
                    <a:pt x="563" y="1180"/>
                  </a:cubicBezTo>
                  <a:cubicBezTo>
                    <a:pt x="552" y="1177"/>
                    <a:pt x="539" y="1173"/>
                    <a:pt x="528" y="1169"/>
                  </a:cubicBezTo>
                  <a:cubicBezTo>
                    <a:pt x="484" y="1155"/>
                    <a:pt x="440" y="1140"/>
                    <a:pt x="398" y="1122"/>
                  </a:cubicBezTo>
                  <a:cubicBezTo>
                    <a:pt x="348" y="1101"/>
                    <a:pt x="302" y="1078"/>
                    <a:pt x="253" y="1056"/>
                  </a:cubicBezTo>
                  <a:cubicBezTo>
                    <a:pt x="229" y="1045"/>
                    <a:pt x="204" y="1033"/>
                    <a:pt x="179" y="1024"/>
                  </a:cubicBezTo>
                  <a:cubicBezTo>
                    <a:pt x="157" y="1018"/>
                    <a:pt x="132" y="1009"/>
                    <a:pt x="109" y="1007"/>
                  </a:cubicBezTo>
                  <a:lnTo>
                    <a:pt x="109" y="1007"/>
                  </a:lnTo>
                  <a:cubicBezTo>
                    <a:pt x="105" y="1005"/>
                    <a:pt x="101" y="1004"/>
                    <a:pt x="97" y="1004"/>
                  </a:cubicBezTo>
                  <a:cubicBezTo>
                    <a:pt x="75" y="1004"/>
                    <a:pt x="58" y="1035"/>
                    <a:pt x="81" y="1050"/>
                  </a:cubicBezTo>
                  <a:cubicBezTo>
                    <a:pt x="81" y="1050"/>
                    <a:pt x="81" y="1049"/>
                    <a:pt x="81" y="1049"/>
                  </a:cubicBezTo>
                  <a:lnTo>
                    <a:pt x="81" y="1049"/>
                  </a:lnTo>
                  <a:cubicBezTo>
                    <a:pt x="81" y="1050"/>
                    <a:pt x="82" y="1050"/>
                    <a:pt x="82" y="1051"/>
                  </a:cubicBezTo>
                  <a:cubicBezTo>
                    <a:pt x="83" y="1054"/>
                    <a:pt x="86" y="1056"/>
                    <a:pt x="87" y="1057"/>
                  </a:cubicBezTo>
                  <a:cubicBezTo>
                    <a:pt x="92" y="1063"/>
                    <a:pt x="97" y="1067"/>
                    <a:pt x="102" y="1073"/>
                  </a:cubicBezTo>
                  <a:cubicBezTo>
                    <a:pt x="109" y="1082"/>
                    <a:pt x="118" y="1090"/>
                    <a:pt x="127" y="1100"/>
                  </a:cubicBezTo>
                  <a:cubicBezTo>
                    <a:pt x="147" y="1121"/>
                    <a:pt x="171" y="1136"/>
                    <a:pt x="195" y="1153"/>
                  </a:cubicBezTo>
                  <a:cubicBezTo>
                    <a:pt x="240" y="1186"/>
                    <a:pt x="291" y="1211"/>
                    <a:pt x="340" y="1237"/>
                  </a:cubicBezTo>
                  <a:lnTo>
                    <a:pt x="357" y="1246"/>
                  </a:lnTo>
                  <a:lnTo>
                    <a:pt x="375" y="1255"/>
                  </a:lnTo>
                  <a:cubicBezTo>
                    <a:pt x="388" y="1260"/>
                    <a:pt x="399" y="1266"/>
                    <a:pt x="411" y="1271"/>
                  </a:cubicBezTo>
                  <a:cubicBezTo>
                    <a:pt x="435" y="1282"/>
                    <a:pt x="461" y="1290"/>
                    <a:pt x="485" y="1297"/>
                  </a:cubicBezTo>
                  <a:cubicBezTo>
                    <a:pt x="539" y="1312"/>
                    <a:pt x="594" y="1323"/>
                    <a:pt x="649" y="1326"/>
                  </a:cubicBezTo>
                  <a:cubicBezTo>
                    <a:pt x="661" y="1327"/>
                    <a:pt x="674" y="1328"/>
                    <a:pt x="687" y="1328"/>
                  </a:cubicBezTo>
                  <a:cubicBezTo>
                    <a:pt x="775" y="1328"/>
                    <a:pt x="867" y="1303"/>
                    <a:pt x="922" y="1231"/>
                  </a:cubicBezTo>
                  <a:cubicBezTo>
                    <a:pt x="948" y="1197"/>
                    <a:pt x="961" y="1149"/>
                    <a:pt x="940" y="1110"/>
                  </a:cubicBezTo>
                  <a:cubicBezTo>
                    <a:pt x="917" y="1066"/>
                    <a:pt x="872" y="1047"/>
                    <a:pt x="827" y="1037"/>
                  </a:cubicBezTo>
                  <a:lnTo>
                    <a:pt x="827" y="1037"/>
                  </a:lnTo>
                  <a:cubicBezTo>
                    <a:pt x="893" y="1008"/>
                    <a:pt x="956" y="973"/>
                    <a:pt x="1015" y="931"/>
                  </a:cubicBezTo>
                  <a:cubicBezTo>
                    <a:pt x="1059" y="901"/>
                    <a:pt x="1103" y="868"/>
                    <a:pt x="1138" y="829"/>
                  </a:cubicBezTo>
                  <a:cubicBezTo>
                    <a:pt x="1181" y="781"/>
                    <a:pt x="1188" y="695"/>
                    <a:pt x="1131" y="655"/>
                  </a:cubicBezTo>
                  <a:cubicBezTo>
                    <a:pt x="1103" y="637"/>
                    <a:pt x="1073" y="631"/>
                    <a:pt x="1042" y="631"/>
                  </a:cubicBezTo>
                  <a:cubicBezTo>
                    <a:pt x="1022" y="631"/>
                    <a:pt x="1002" y="634"/>
                    <a:pt x="982" y="637"/>
                  </a:cubicBezTo>
                  <a:cubicBezTo>
                    <a:pt x="977" y="637"/>
                    <a:pt x="972" y="638"/>
                    <a:pt x="967" y="639"/>
                  </a:cubicBezTo>
                  <a:lnTo>
                    <a:pt x="967" y="639"/>
                  </a:lnTo>
                  <a:cubicBezTo>
                    <a:pt x="990" y="617"/>
                    <a:pt x="1012" y="593"/>
                    <a:pt x="1032" y="567"/>
                  </a:cubicBezTo>
                  <a:cubicBezTo>
                    <a:pt x="1067" y="522"/>
                    <a:pt x="1095" y="472"/>
                    <a:pt x="1116" y="418"/>
                  </a:cubicBezTo>
                  <a:cubicBezTo>
                    <a:pt x="1132" y="381"/>
                    <a:pt x="1102" y="345"/>
                    <a:pt x="1066" y="345"/>
                  </a:cubicBezTo>
                  <a:cubicBezTo>
                    <a:pt x="1063" y="345"/>
                    <a:pt x="1061" y="345"/>
                    <a:pt x="1058" y="346"/>
                  </a:cubicBezTo>
                  <a:cubicBezTo>
                    <a:pt x="954" y="357"/>
                    <a:pt x="851" y="386"/>
                    <a:pt x="756" y="430"/>
                  </a:cubicBezTo>
                  <a:lnTo>
                    <a:pt x="756" y="430"/>
                  </a:lnTo>
                  <a:cubicBezTo>
                    <a:pt x="803" y="358"/>
                    <a:pt x="844" y="284"/>
                    <a:pt x="875" y="205"/>
                  </a:cubicBezTo>
                  <a:cubicBezTo>
                    <a:pt x="896" y="151"/>
                    <a:pt x="913" y="96"/>
                    <a:pt x="921" y="39"/>
                  </a:cubicBezTo>
                  <a:cubicBezTo>
                    <a:pt x="923" y="15"/>
                    <a:pt x="904" y="0"/>
                    <a:pt x="88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920" bIns="43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815;p29"/>
            <p:cNvSpPr/>
            <p:nvPr/>
          </p:nvSpPr>
          <p:spPr>
            <a:xfrm>
              <a:off x="5314680" y="2270520"/>
              <a:ext cx="23760" cy="3924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365" h="598">
                  <a:moveTo>
                    <a:pt x="71" y="0"/>
                  </a:moveTo>
                  <a:cubicBezTo>
                    <a:pt x="42" y="0"/>
                    <a:pt x="16" y="25"/>
                    <a:pt x="12" y="53"/>
                  </a:cubicBezTo>
                  <a:cubicBezTo>
                    <a:pt x="0" y="163"/>
                    <a:pt x="18" y="277"/>
                    <a:pt x="63" y="377"/>
                  </a:cubicBezTo>
                  <a:cubicBezTo>
                    <a:pt x="68" y="389"/>
                    <a:pt x="75" y="400"/>
                    <a:pt x="79" y="411"/>
                  </a:cubicBezTo>
                  <a:cubicBezTo>
                    <a:pt x="84" y="421"/>
                    <a:pt x="89" y="431"/>
                    <a:pt x="95" y="439"/>
                  </a:cubicBezTo>
                  <a:cubicBezTo>
                    <a:pt x="99" y="442"/>
                    <a:pt x="102" y="446"/>
                    <a:pt x="106" y="450"/>
                  </a:cubicBezTo>
                  <a:lnTo>
                    <a:pt x="106" y="450"/>
                  </a:lnTo>
                  <a:cubicBezTo>
                    <a:pt x="106" y="450"/>
                    <a:pt x="107" y="451"/>
                    <a:pt x="108" y="452"/>
                  </a:cubicBezTo>
                  <a:cubicBezTo>
                    <a:pt x="119" y="474"/>
                    <a:pt x="141" y="493"/>
                    <a:pt x="157" y="510"/>
                  </a:cubicBezTo>
                  <a:cubicBezTo>
                    <a:pt x="169" y="525"/>
                    <a:pt x="181" y="535"/>
                    <a:pt x="198" y="543"/>
                  </a:cubicBezTo>
                  <a:cubicBezTo>
                    <a:pt x="208" y="548"/>
                    <a:pt x="214" y="553"/>
                    <a:pt x="224" y="560"/>
                  </a:cubicBezTo>
                  <a:cubicBezTo>
                    <a:pt x="246" y="574"/>
                    <a:pt x="270" y="592"/>
                    <a:pt x="296" y="597"/>
                  </a:cubicBezTo>
                  <a:cubicBezTo>
                    <a:pt x="298" y="598"/>
                    <a:pt x="300" y="598"/>
                    <a:pt x="302" y="598"/>
                  </a:cubicBezTo>
                  <a:cubicBezTo>
                    <a:pt x="320" y="598"/>
                    <a:pt x="331" y="580"/>
                    <a:pt x="320" y="564"/>
                  </a:cubicBezTo>
                  <a:cubicBezTo>
                    <a:pt x="308" y="545"/>
                    <a:pt x="290" y="529"/>
                    <a:pt x="276" y="509"/>
                  </a:cubicBezTo>
                  <a:cubicBezTo>
                    <a:pt x="262" y="490"/>
                    <a:pt x="253" y="470"/>
                    <a:pt x="240" y="448"/>
                  </a:cubicBezTo>
                  <a:cubicBezTo>
                    <a:pt x="235" y="442"/>
                    <a:pt x="231" y="437"/>
                    <a:pt x="229" y="431"/>
                  </a:cubicBezTo>
                  <a:cubicBezTo>
                    <a:pt x="226" y="428"/>
                    <a:pt x="226" y="427"/>
                    <a:pt x="225" y="427"/>
                  </a:cubicBezTo>
                  <a:lnTo>
                    <a:pt x="225" y="427"/>
                  </a:lnTo>
                  <a:cubicBezTo>
                    <a:pt x="225" y="427"/>
                    <a:pt x="225" y="428"/>
                    <a:pt x="225" y="428"/>
                  </a:cubicBezTo>
                  <a:lnTo>
                    <a:pt x="225" y="428"/>
                  </a:lnTo>
                  <a:cubicBezTo>
                    <a:pt x="225" y="427"/>
                    <a:pt x="225" y="426"/>
                    <a:pt x="224" y="426"/>
                  </a:cubicBezTo>
                  <a:cubicBezTo>
                    <a:pt x="219" y="416"/>
                    <a:pt x="213" y="405"/>
                    <a:pt x="207" y="394"/>
                  </a:cubicBezTo>
                  <a:cubicBezTo>
                    <a:pt x="204" y="387"/>
                    <a:pt x="202" y="381"/>
                    <a:pt x="201" y="373"/>
                  </a:cubicBezTo>
                  <a:cubicBezTo>
                    <a:pt x="198" y="370"/>
                    <a:pt x="196" y="364"/>
                    <a:pt x="192" y="360"/>
                  </a:cubicBezTo>
                  <a:cubicBezTo>
                    <a:pt x="186" y="349"/>
                    <a:pt x="180" y="337"/>
                    <a:pt x="175" y="326"/>
                  </a:cubicBezTo>
                  <a:cubicBezTo>
                    <a:pt x="165" y="304"/>
                    <a:pt x="155" y="282"/>
                    <a:pt x="148" y="258"/>
                  </a:cubicBezTo>
                  <a:cubicBezTo>
                    <a:pt x="148" y="256"/>
                    <a:pt x="147" y="255"/>
                    <a:pt x="147" y="254"/>
                  </a:cubicBezTo>
                  <a:lnTo>
                    <a:pt x="147" y="254"/>
                  </a:lnTo>
                  <a:cubicBezTo>
                    <a:pt x="147" y="254"/>
                    <a:pt x="147" y="253"/>
                    <a:pt x="146" y="251"/>
                  </a:cubicBezTo>
                  <a:cubicBezTo>
                    <a:pt x="144" y="246"/>
                    <a:pt x="143" y="240"/>
                    <a:pt x="142" y="234"/>
                  </a:cubicBezTo>
                  <a:cubicBezTo>
                    <a:pt x="139" y="223"/>
                    <a:pt x="136" y="210"/>
                    <a:pt x="133" y="197"/>
                  </a:cubicBezTo>
                  <a:cubicBezTo>
                    <a:pt x="131" y="182"/>
                    <a:pt x="129" y="166"/>
                    <a:pt x="127" y="149"/>
                  </a:cubicBezTo>
                  <a:lnTo>
                    <a:pt x="127" y="149"/>
                  </a:lnTo>
                  <a:cubicBezTo>
                    <a:pt x="130" y="151"/>
                    <a:pt x="133" y="153"/>
                    <a:pt x="136" y="156"/>
                  </a:cubicBezTo>
                  <a:cubicBezTo>
                    <a:pt x="166" y="174"/>
                    <a:pt x="192" y="196"/>
                    <a:pt x="215" y="221"/>
                  </a:cubicBezTo>
                  <a:cubicBezTo>
                    <a:pt x="264" y="272"/>
                    <a:pt x="304" y="333"/>
                    <a:pt x="330" y="398"/>
                  </a:cubicBezTo>
                  <a:cubicBezTo>
                    <a:pt x="334" y="407"/>
                    <a:pt x="340" y="411"/>
                    <a:pt x="347" y="411"/>
                  </a:cubicBezTo>
                  <a:cubicBezTo>
                    <a:pt x="356" y="411"/>
                    <a:pt x="365" y="403"/>
                    <a:pt x="364" y="392"/>
                  </a:cubicBezTo>
                  <a:cubicBezTo>
                    <a:pt x="361" y="351"/>
                    <a:pt x="355" y="313"/>
                    <a:pt x="341" y="274"/>
                  </a:cubicBezTo>
                  <a:cubicBezTo>
                    <a:pt x="327" y="236"/>
                    <a:pt x="305" y="201"/>
                    <a:pt x="281" y="168"/>
                  </a:cubicBezTo>
                  <a:cubicBezTo>
                    <a:pt x="234" y="101"/>
                    <a:pt x="168" y="40"/>
                    <a:pt x="92" y="5"/>
                  </a:cubicBezTo>
                  <a:cubicBezTo>
                    <a:pt x="85" y="2"/>
                    <a:pt x="78" y="0"/>
                    <a:pt x="7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816;p29"/>
            <p:cNvSpPr/>
            <p:nvPr/>
          </p:nvSpPr>
          <p:spPr>
            <a:xfrm>
              <a:off x="5266800" y="2012040"/>
              <a:ext cx="24480" cy="30744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373" h="4630">
                  <a:moveTo>
                    <a:pt x="224" y="4153"/>
                  </a:moveTo>
                  <a:lnTo>
                    <a:pt x="224" y="4153"/>
                  </a:lnTo>
                  <a:cubicBezTo>
                    <a:pt x="223" y="4157"/>
                    <a:pt x="223" y="4158"/>
                    <a:pt x="223" y="4158"/>
                  </a:cubicBezTo>
                  <a:cubicBezTo>
                    <a:pt x="223" y="4158"/>
                    <a:pt x="223" y="4155"/>
                    <a:pt x="224" y="4153"/>
                  </a:cubicBezTo>
                  <a:close/>
                  <a:moveTo>
                    <a:pt x="31" y="1"/>
                  </a:moveTo>
                  <a:cubicBezTo>
                    <a:pt x="18" y="1"/>
                    <a:pt x="5" y="9"/>
                    <a:pt x="5" y="23"/>
                  </a:cubicBezTo>
                  <a:cubicBezTo>
                    <a:pt x="4" y="41"/>
                    <a:pt x="1" y="60"/>
                    <a:pt x="4" y="78"/>
                  </a:cubicBezTo>
                  <a:cubicBezTo>
                    <a:pt x="6" y="95"/>
                    <a:pt x="11" y="115"/>
                    <a:pt x="15" y="133"/>
                  </a:cubicBezTo>
                  <a:cubicBezTo>
                    <a:pt x="22" y="170"/>
                    <a:pt x="28" y="205"/>
                    <a:pt x="37" y="242"/>
                  </a:cubicBezTo>
                  <a:lnTo>
                    <a:pt x="82" y="460"/>
                  </a:lnTo>
                  <a:cubicBezTo>
                    <a:pt x="111" y="607"/>
                    <a:pt x="136" y="753"/>
                    <a:pt x="155" y="902"/>
                  </a:cubicBezTo>
                  <a:cubicBezTo>
                    <a:pt x="193" y="1194"/>
                    <a:pt x="214" y="1493"/>
                    <a:pt x="219" y="1783"/>
                  </a:cubicBezTo>
                  <a:cubicBezTo>
                    <a:pt x="225" y="2081"/>
                    <a:pt x="216" y="2381"/>
                    <a:pt x="199" y="2678"/>
                  </a:cubicBezTo>
                  <a:cubicBezTo>
                    <a:pt x="181" y="2979"/>
                    <a:pt x="152" y="3279"/>
                    <a:pt x="121" y="3580"/>
                  </a:cubicBezTo>
                  <a:cubicBezTo>
                    <a:pt x="105" y="3732"/>
                    <a:pt x="89" y="3882"/>
                    <a:pt x="76" y="4034"/>
                  </a:cubicBezTo>
                  <a:cubicBezTo>
                    <a:pt x="68" y="4107"/>
                    <a:pt x="68" y="4183"/>
                    <a:pt x="62" y="4259"/>
                  </a:cubicBezTo>
                  <a:cubicBezTo>
                    <a:pt x="60" y="4295"/>
                    <a:pt x="59" y="4332"/>
                    <a:pt x="56" y="4371"/>
                  </a:cubicBezTo>
                  <a:cubicBezTo>
                    <a:pt x="54" y="4410"/>
                    <a:pt x="48" y="4451"/>
                    <a:pt x="54" y="4489"/>
                  </a:cubicBezTo>
                  <a:cubicBezTo>
                    <a:pt x="57" y="4524"/>
                    <a:pt x="61" y="4561"/>
                    <a:pt x="62" y="4596"/>
                  </a:cubicBezTo>
                  <a:cubicBezTo>
                    <a:pt x="62" y="4611"/>
                    <a:pt x="70" y="4624"/>
                    <a:pt x="87" y="4629"/>
                  </a:cubicBezTo>
                  <a:cubicBezTo>
                    <a:pt x="89" y="4629"/>
                    <a:pt x="91" y="4630"/>
                    <a:pt x="93" y="4630"/>
                  </a:cubicBezTo>
                  <a:cubicBezTo>
                    <a:pt x="105" y="4630"/>
                    <a:pt x="120" y="4622"/>
                    <a:pt x="122" y="4610"/>
                  </a:cubicBezTo>
                  <a:cubicBezTo>
                    <a:pt x="130" y="4574"/>
                    <a:pt x="143" y="4541"/>
                    <a:pt x="156" y="4507"/>
                  </a:cubicBezTo>
                  <a:cubicBezTo>
                    <a:pt x="171" y="4468"/>
                    <a:pt x="177" y="4427"/>
                    <a:pt x="182" y="4387"/>
                  </a:cubicBezTo>
                  <a:cubicBezTo>
                    <a:pt x="194" y="4314"/>
                    <a:pt x="208" y="4239"/>
                    <a:pt x="220" y="4165"/>
                  </a:cubicBezTo>
                  <a:cubicBezTo>
                    <a:pt x="222" y="4161"/>
                    <a:pt x="222" y="4157"/>
                    <a:pt x="224" y="4152"/>
                  </a:cubicBezTo>
                  <a:lnTo>
                    <a:pt x="224" y="4152"/>
                  </a:lnTo>
                  <a:cubicBezTo>
                    <a:pt x="224" y="4153"/>
                    <a:pt x="224" y="4153"/>
                    <a:pt x="224" y="4153"/>
                  </a:cubicBezTo>
                  <a:lnTo>
                    <a:pt x="224" y="4153"/>
                  </a:lnTo>
                  <a:cubicBezTo>
                    <a:pt x="224" y="4152"/>
                    <a:pt x="224" y="4151"/>
                    <a:pt x="225" y="4149"/>
                  </a:cubicBezTo>
                  <a:cubicBezTo>
                    <a:pt x="227" y="4136"/>
                    <a:pt x="231" y="4124"/>
                    <a:pt x="235" y="4112"/>
                  </a:cubicBezTo>
                  <a:cubicBezTo>
                    <a:pt x="238" y="4092"/>
                    <a:pt x="241" y="4072"/>
                    <a:pt x="244" y="4051"/>
                  </a:cubicBezTo>
                  <a:cubicBezTo>
                    <a:pt x="249" y="4014"/>
                    <a:pt x="255" y="3976"/>
                    <a:pt x="259" y="3940"/>
                  </a:cubicBezTo>
                  <a:cubicBezTo>
                    <a:pt x="268" y="3866"/>
                    <a:pt x="275" y="3790"/>
                    <a:pt x="284" y="3716"/>
                  </a:cubicBezTo>
                  <a:cubicBezTo>
                    <a:pt x="315" y="3413"/>
                    <a:pt x="337" y="3109"/>
                    <a:pt x="352" y="2805"/>
                  </a:cubicBezTo>
                  <a:cubicBezTo>
                    <a:pt x="368" y="2503"/>
                    <a:pt x="372" y="2201"/>
                    <a:pt x="363" y="1899"/>
                  </a:cubicBezTo>
                  <a:cubicBezTo>
                    <a:pt x="356" y="1597"/>
                    <a:pt x="335" y="1294"/>
                    <a:pt x="293" y="994"/>
                  </a:cubicBezTo>
                  <a:cubicBezTo>
                    <a:pt x="273" y="844"/>
                    <a:pt x="248" y="696"/>
                    <a:pt x="218" y="548"/>
                  </a:cubicBezTo>
                  <a:cubicBezTo>
                    <a:pt x="188" y="400"/>
                    <a:pt x="155" y="251"/>
                    <a:pt x="103" y="109"/>
                  </a:cubicBezTo>
                  <a:cubicBezTo>
                    <a:pt x="97" y="92"/>
                    <a:pt x="92" y="77"/>
                    <a:pt x="84" y="60"/>
                  </a:cubicBezTo>
                  <a:cubicBezTo>
                    <a:pt x="78" y="43"/>
                    <a:pt x="65" y="27"/>
                    <a:pt x="54" y="11"/>
                  </a:cubicBezTo>
                  <a:cubicBezTo>
                    <a:pt x="48" y="4"/>
                    <a:pt x="39" y="1"/>
                    <a:pt x="3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817;p29"/>
            <p:cNvSpPr/>
            <p:nvPr/>
          </p:nvSpPr>
          <p:spPr>
            <a:xfrm>
              <a:off x="5253120" y="1983240"/>
              <a:ext cx="21240" cy="2052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23" h="312">
                  <a:moveTo>
                    <a:pt x="69" y="125"/>
                  </a:moveTo>
                  <a:cubicBezTo>
                    <a:pt x="69" y="125"/>
                    <a:pt x="69" y="126"/>
                    <a:pt x="69" y="126"/>
                  </a:cubicBezTo>
                  <a:lnTo>
                    <a:pt x="69" y="126"/>
                  </a:lnTo>
                  <a:cubicBezTo>
                    <a:pt x="69" y="126"/>
                    <a:pt x="69" y="126"/>
                    <a:pt x="69" y="126"/>
                  </a:cubicBezTo>
                  <a:lnTo>
                    <a:pt x="69" y="126"/>
                  </a:lnTo>
                  <a:cubicBezTo>
                    <a:pt x="69" y="126"/>
                    <a:pt x="69" y="125"/>
                    <a:pt x="69" y="125"/>
                  </a:cubicBezTo>
                  <a:close/>
                  <a:moveTo>
                    <a:pt x="73" y="160"/>
                  </a:moveTo>
                  <a:cubicBezTo>
                    <a:pt x="74" y="161"/>
                    <a:pt x="75" y="162"/>
                    <a:pt x="75" y="164"/>
                  </a:cubicBezTo>
                  <a:lnTo>
                    <a:pt x="75" y="164"/>
                  </a:lnTo>
                  <a:cubicBezTo>
                    <a:pt x="74" y="163"/>
                    <a:pt x="74" y="162"/>
                    <a:pt x="73" y="161"/>
                  </a:cubicBezTo>
                  <a:lnTo>
                    <a:pt x="73" y="161"/>
                  </a:lnTo>
                  <a:cubicBezTo>
                    <a:pt x="73" y="161"/>
                    <a:pt x="73" y="161"/>
                    <a:pt x="73" y="160"/>
                  </a:cubicBezTo>
                  <a:close/>
                  <a:moveTo>
                    <a:pt x="142" y="0"/>
                  </a:moveTo>
                  <a:cubicBezTo>
                    <a:pt x="133" y="0"/>
                    <a:pt x="124" y="0"/>
                    <a:pt x="116" y="1"/>
                  </a:cubicBezTo>
                  <a:cubicBezTo>
                    <a:pt x="99" y="5"/>
                    <a:pt x="84" y="11"/>
                    <a:pt x="71" y="22"/>
                  </a:cubicBezTo>
                  <a:cubicBezTo>
                    <a:pt x="66" y="25"/>
                    <a:pt x="62" y="28"/>
                    <a:pt x="60" y="32"/>
                  </a:cubicBezTo>
                  <a:cubicBezTo>
                    <a:pt x="54" y="39"/>
                    <a:pt x="48" y="44"/>
                    <a:pt x="42" y="51"/>
                  </a:cubicBezTo>
                  <a:cubicBezTo>
                    <a:pt x="37" y="59"/>
                    <a:pt x="32" y="66"/>
                    <a:pt x="28" y="76"/>
                  </a:cubicBezTo>
                  <a:cubicBezTo>
                    <a:pt x="28" y="77"/>
                    <a:pt x="27" y="78"/>
                    <a:pt x="27" y="78"/>
                  </a:cubicBezTo>
                  <a:cubicBezTo>
                    <a:pt x="26" y="81"/>
                    <a:pt x="26" y="83"/>
                    <a:pt x="23" y="86"/>
                  </a:cubicBezTo>
                  <a:cubicBezTo>
                    <a:pt x="22" y="90"/>
                    <a:pt x="21" y="95"/>
                    <a:pt x="20" y="100"/>
                  </a:cubicBezTo>
                  <a:lnTo>
                    <a:pt x="20" y="100"/>
                  </a:lnTo>
                  <a:cubicBezTo>
                    <a:pt x="19" y="101"/>
                    <a:pt x="18" y="102"/>
                    <a:pt x="17" y="103"/>
                  </a:cubicBezTo>
                  <a:cubicBezTo>
                    <a:pt x="15" y="109"/>
                    <a:pt x="11" y="114"/>
                    <a:pt x="8" y="120"/>
                  </a:cubicBezTo>
                  <a:cubicBezTo>
                    <a:pt x="2" y="132"/>
                    <a:pt x="0" y="146"/>
                    <a:pt x="4" y="158"/>
                  </a:cubicBezTo>
                  <a:cubicBezTo>
                    <a:pt x="4" y="166"/>
                    <a:pt x="8" y="177"/>
                    <a:pt x="10" y="185"/>
                  </a:cubicBezTo>
                  <a:cubicBezTo>
                    <a:pt x="15" y="192"/>
                    <a:pt x="19" y="199"/>
                    <a:pt x="24" y="207"/>
                  </a:cubicBezTo>
                  <a:cubicBezTo>
                    <a:pt x="25" y="207"/>
                    <a:pt x="25" y="207"/>
                    <a:pt x="25" y="207"/>
                  </a:cubicBezTo>
                  <a:lnTo>
                    <a:pt x="25" y="207"/>
                  </a:lnTo>
                  <a:cubicBezTo>
                    <a:pt x="27" y="213"/>
                    <a:pt x="29" y="219"/>
                    <a:pt x="32" y="224"/>
                  </a:cubicBezTo>
                  <a:cubicBezTo>
                    <a:pt x="45" y="253"/>
                    <a:pt x="61" y="269"/>
                    <a:pt x="84" y="290"/>
                  </a:cubicBezTo>
                  <a:cubicBezTo>
                    <a:pt x="100" y="302"/>
                    <a:pt x="119" y="309"/>
                    <a:pt x="139" y="311"/>
                  </a:cubicBezTo>
                  <a:cubicBezTo>
                    <a:pt x="141" y="311"/>
                    <a:pt x="144" y="311"/>
                    <a:pt x="146" y="311"/>
                  </a:cubicBezTo>
                  <a:cubicBezTo>
                    <a:pt x="160" y="311"/>
                    <a:pt x="172" y="309"/>
                    <a:pt x="184" y="306"/>
                  </a:cubicBezTo>
                  <a:lnTo>
                    <a:pt x="184" y="306"/>
                  </a:lnTo>
                  <a:cubicBezTo>
                    <a:pt x="185" y="306"/>
                    <a:pt x="187" y="306"/>
                    <a:pt x="188" y="305"/>
                  </a:cubicBezTo>
                  <a:cubicBezTo>
                    <a:pt x="198" y="303"/>
                    <a:pt x="207" y="301"/>
                    <a:pt x="214" y="298"/>
                  </a:cubicBezTo>
                  <a:cubicBezTo>
                    <a:pt x="220" y="297"/>
                    <a:pt x="229" y="294"/>
                    <a:pt x="235" y="291"/>
                  </a:cubicBezTo>
                  <a:cubicBezTo>
                    <a:pt x="242" y="289"/>
                    <a:pt x="247" y="285"/>
                    <a:pt x="253" y="280"/>
                  </a:cubicBezTo>
                  <a:cubicBezTo>
                    <a:pt x="258" y="276"/>
                    <a:pt x="265" y="274"/>
                    <a:pt x="270" y="269"/>
                  </a:cubicBezTo>
                  <a:cubicBezTo>
                    <a:pt x="276" y="265"/>
                    <a:pt x="278" y="263"/>
                    <a:pt x="285" y="256"/>
                  </a:cubicBezTo>
                  <a:cubicBezTo>
                    <a:pt x="295" y="247"/>
                    <a:pt x="301" y="240"/>
                    <a:pt x="306" y="226"/>
                  </a:cubicBezTo>
                  <a:cubicBezTo>
                    <a:pt x="309" y="221"/>
                    <a:pt x="312" y="215"/>
                    <a:pt x="313" y="210"/>
                  </a:cubicBezTo>
                  <a:cubicBezTo>
                    <a:pt x="317" y="198"/>
                    <a:pt x="319" y="187"/>
                    <a:pt x="322" y="175"/>
                  </a:cubicBezTo>
                  <a:lnTo>
                    <a:pt x="322" y="174"/>
                  </a:lnTo>
                  <a:lnTo>
                    <a:pt x="322" y="170"/>
                  </a:lnTo>
                  <a:lnTo>
                    <a:pt x="322" y="168"/>
                  </a:lnTo>
                  <a:cubicBezTo>
                    <a:pt x="322" y="159"/>
                    <a:pt x="322" y="137"/>
                    <a:pt x="320" y="130"/>
                  </a:cubicBezTo>
                  <a:lnTo>
                    <a:pt x="320" y="128"/>
                  </a:lnTo>
                  <a:cubicBezTo>
                    <a:pt x="319" y="121"/>
                    <a:pt x="312" y="99"/>
                    <a:pt x="309" y="94"/>
                  </a:cubicBezTo>
                  <a:cubicBezTo>
                    <a:pt x="309" y="92"/>
                    <a:pt x="308" y="91"/>
                    <a:pt x="308" y="91"/>
                  </a:cubicBezTo>
                  <a:cubicBezTo>
                    <a:pt x="306" y="86"/>
                    <a:pt x="292" y="65"/>
                    <a:pt x="289" y="61"/>
                  </a:cubicBezTo>
                  <a:lnTo>
                    <a:pt x="287" y="59"/>
                  </a:lnTo>
                  <a:cubicBezTo>
                    <a:pt x="279" y="51"/>
                    <a:pt x="270" y="43"/>
                    <a:pt x="262" y="34"/>
                  </a:cubicBezTo>
                  <a:cubicBezTo>
                    <a:pt x="256" y="32"/>
                    <a:pt x="251" y="28"/>
                    <a:pt x="245" y="25"/>
                  </a:cubicBezTo>
                  <a:lnTo>
                    <a:pt x="245" y="25"/>
                  </a:lnTo>
                  <a:cubicBezTo>
                    <a:pt x="245" y="25"/>
                    <a:pt x="245" y="26"/>
                    <a:pt x="245" y="26"/>
                  </a:cubicBezTo>
                  <a:cubicBezTo>
                    <a:pt x="245" y="26"/>
                    <a:pt x="234" y="18"/>
                    <a:pt x="229" y="16"/>
                  </a:cubicBezTo>
                  <a:cubicBezTo>
                    <a:pt x="221" y="12"/>
                    <a:pt x="213" y="11"/>
                    <a:pt x="208" y="10"/>
                  </a:cubicBezTo>
                  <a:cubicBezTo>
                    <a:pt x="202" y="8"/>
                    <a:pt x="194" y="6"/>
                    <a:pt x="186" y="5"/>
                  </a:cubicBezTo>
                  <a:cubicBezTo>
                    <a:pt x="178" y="5"/>
                    <a:pt x="170" y="5"/>
                    <a:pt x="162" y="5"/>
                  </a:cubicBezTo>
                  <a:lnTo>
                    <a:pt x="162" y="5"/>
                  </a:lnTo>
                  <a:cubicBezTo>
                    <a:pt x="155" y="2"/>
                    <a:pt x="149" y="1"/>
                    <a:pt x="14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818;p29"/>
            <p:cNvSpPr/>
            <p:nvPr/>
          </p:nvSpPr>
          <p:spPr>
            <a:xfrm>
              <a:off x="5345640" y="1869840"/>
              <a:ext cx="92520" cy="16560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165600"/>
                <a:gd name="textAreaBottom" fmla="*/ 165960 h 165600"/>
              </a:gdLst>
              <a:ahLst/>
              <a:cxnLst/>
              <a:rect l="textAreaLeft" t="textAreaTop" r="textAreaRight" b="textAreaBottom"/>
              <a:pathLst>
                <a:path w="1399" h="2497">
                  <a:moveTo>
                    <a:pt x="1188" y="0"/>
                  </a:moveTo>
                  <a:cubicBezTo>
                    <a:pt x="1170" y="0"/>
                    <a:pt x="1152" y="3"/>
                    <a:pt x="1134" y="9"/>
                  </a:cubicBezTo>
                  <a:cubicBezTo>
                    <a:pt x="1086" y="24"/>
                    <a:pt x="1042" y="51"/>
                    <a:pt x="1000" y="80"/>
                  </a:cubicBezTo>
                  <a:cubicBezTo>
                    <a:pt x="966" y="104"/>
                    <a:pt x="933" y="132"/>
                    <a:pt x="904" y="159"/>
                  </a:cubicBezTo>
                  <a:cubicBezTo>
                    <a:pt x="775" y="277"/>
                    <a:pt x="679" y="420"/>
                    <a:pt x="594" y="572"/>
                  </a:cubicBezTo>
                  <a:cubicBezTo>
                    <a:pt x="503" y="738"/>
                    <a:pt x="422" y="911"/>
                    <a:pt x="349" y="1087"/>
                  </a:cubicBezTo>
                  <a:cubicBezTo>
                    <a:pt x="274" y="1265"/>
                    <a:pt x="207" y="1447"/>
                    <a:pt x="151" y="1633"/>
                  </a:cubicBezTo>
                  <a:cubicBezTo>
                    <a:pt x="122" y="1726"/>
                    <a:pt x="98" y="1819"/>
                    <a:pt x="75" y="1913"/>
                  </a:cubicBezTo>
                  <a:cubicBezTo>
                    <a:pt x="61" y="1962"/>
                    <a:pt x="50" y="2012"/>
                    <a:pt x="39" y="2062"/>
                  </a:cubicBezTo>
                  <a:cubicBezTo>
                    <a:pt x="28" y="2109"/>
                    <a:pt x="17" y="2158"/>
                    <a:pt x="12" y="2205"/>
                  </a:cubicBezTo>
                  <a:cubicBezTo>
                    <a:pt x="10" y="2229"/>
                    <a:pt x="6" y="2251"/>
                    <a:pt x="4" y="2274"/>
                  </a:cubicBezTo>
                  <a:cubicBezTo>
                    <a:pt x="3" y="2289"/>
                    <a:pt x="1" y="2300"/>
                    <a:pt x="5" y="2315"/>
                  </a:cubicBezTo>
                  <a:cubicBezTo>
                    <a:pt x="9" y="2326"/>
                    <a:pt x="9" y="2339"/>
                    <a:pt x="11" y="2351"/>
                  </a:cubicBezTo>
                  <a:cubicBezTo>
                    <a:pt x="8" y="2363"/>
                    <a:pt x="19" y="2372"/>
                    <a:pt x="31" y="2372"/>
                  </a:cubicBezTo>
                  <a:cubicBezTo>
                    <a:pt x="37" y="2372"/>
                    <a:pt x="44" y="2369"/>
                    <a:pt x="47" y="2362"/>
                  </a:cubicBezTo>
                  <a:cubicBezTo>
                    <a:pt x="58" y="2342"/>
                    <a:pt x="72" y="2322"/>
                    <a:pt x="78" y="2302"/>
                  </a:cubicBezTo>
                  <a:cubicBezTo>
                    <a:pt x="86" y="2276"/>
                    <a:pt x="92" y="2253"/>
                    <a:pt x="99" y="2229"/>
                  </a:cubicBezTo>
                  <a:cubicBezTo>
                    <a:pt x="111" y="2185"/>
                    <a:pt x="122" y="2136"/>
                    <a:pt x="132" y="2094"/>
                  </a:cubicBezTo>
                  <a:cubicBezTo>
                    <a:pt x="154" y="2002"/>
                    <a:pt x="180" y="1911"/>
                    <a:pt x="206" y="1819"/>
                  </a:cubicBezTo>
                  <a:cubicBezTo>
                    <a:pt x="259" y="1639"/>
                    <a:pt x="317" y="1461"/>
                    <a:pt x="385" y="1287"/>
                  </a:cubicBezTo>
                  <a:cubicBezTo>
                    <a:pt x="455" y="1110"/>
                    <a:pt x="532" y="937"/>
                    <a:pt x="618" y="769"/>
                  </a:cubicBezTo>
                  <a:cubicBezTo>
                    <a:pt x="637" y="731"/>
                    <a:pt x="657" y="694"/>
                    <a:pt x="675" y="659"/>
                  </a:cubicBezTo>
                  <a:cubicBezTo>
                    <a:pt x="675" y="659"/>
                    <a:pt x="681" y="648"/>
                    <a:pt x="681" y="648"/>
                  </a:cubicBezTo>
                  <a:lnTo>
                    <a:pt x="681" y="648"/>
                  </a:lnTo>
                  <a:cubicBezTo>
                    <a:pt x="681" y="648"/>
                    <a:pt x="680" y="649"/>
                    <a:pt x="679" y="651"/>
                  </a:cubicBezTo>
                  <a:cubicBezTo>
                    <a:pt x="681" y="648"/>
                    <a:pt x="682" y="643"/>
                    <a:pt x="685" y="639"/>
                  </a:cubicBezTo>
                  <a:cubicBezTo>
                    <a:pt x="691" y="631"/>
                    <a:pt x="694" y="621"/>
                    <a:pt x="701" y="613"/>
                  </a:cubicBezTo>
                  <a:cubicBezTo>
                    <a:pt x="711" y="595"/>
                    <a:pt x="722" y="576"/>
                    <a:pt x="733" y="558"/>
                  </a:cubicBezTo>
                  <a:cubicBezTo>
                    <a:pt x="775" y="488"/>
                    <a:pt x="822" y="419"/>
                    <a:pt x="875" y="357"/>
                  </a:cubicBezTo>
                  <a:cubicBezTo>
                    <a:pt x="888" y="341"/>
                    <a:pt x="901" y="326"/>
                    <a:pt x="916" y="311"/>
                  </a:cubicBezTo>
                  <a:cubicBezTo>
                    <a:pt x="919" y="307"/>
                    <a:pt x="922" y="303"/>
                    <a:pt x="927" y="298"/>
                  </a:cubicBezTo>
                  <a:lnTo>
                    <a:pt x="928" y="297"/>
                  </a:lnTo>
                  <a:lnTo>
                    <a:pt x="955" y="270"/>
                  </a:lnTo>
                  <a:cubicBezTo>
                    <a:pt x="984" y="242"/>
                    <a:pt x="1015" y="216"/>
                    <a:pt x="1048" y="192"/>
                  </a:cubicBezTo>
                  <a:cubicBezTo>
                    <a:pt x="1064" y="179"/>
                    <a:pt x="1080" y="168"/>
                    <a:pt x="1097" y="157"/>
                  </a:cubicBezTo>
                  <a:cubicBezTo>
                    <a:pt x="1098" y="156"/>
                    <a:pt x="1100" y="155"/>
                    <a:pt x="1102" y="154"/>
                  </a:cubicBezTo>
                  <a:lnTo>
                    <a:pt x="1102" y="154"/>
                  </a:lnTo>
                  <a:cubicBezTo>
                    <a:pt x="1103" y="153"/>
                    <a:pt x="1112" y="148"/>
                    <a:pt x="1113" y="148"/>
                  </a:cubicBezTo>
                  <a:cubicBezTo>
                    <a:pt x="1124" y="140"/>
                    <a:pt x="1135" y="135"/>
                    <a:pt x="1146" y="129"/>
                  </a:cubicBezTo>
                  <a:cubicBezTo>
                    <a:pt x="1152" y="127"/>
                    <a:pt x="1157" y="124"/>
                    <a:pt x="1163" y="123"/>
                  </a:cubicBezTo>
                  <a:cubicBezTo>
                    <a:pt x="1165" y="122"/>
                    <a:pt x="1167" y="121"/>
                    <a:pt x="1168" y="121"/>
                  </a:cubicBezTo>
                  <a:lnTo>
                    <a:pt x="1168" y="121"/>
                  </a:lnTo>
                  <a:cubicBezTo>
                    <a:pt x="1169" y="121"/>
                    <a:pt x="1169" y="121"/>
                    <a:pt x="1171" y="121"/>
                  </a:cubicBezTo>
                  <a:cubicBezTo>
                    <a:pt x="1175" y="121"/>
                    <a:pt x="1179" y="118"/>
                    <a:pt x="1183" y="118"/>
                  </a:cubicBezTo>
                  <a:cubicBezTo>
                    <a:pt x="1185" y="118"/>
                    <a:pt x="1186" y="118"/>
                    <a:pt x="1187" y="118"/>
                  </a:cubicBezTo>
                  <a:lnTo>
                    <a:pt x="1187" y="118"/>
                  </a:lnTo>
                  <a:cubicBezTo>
                    <a:pt x="1188" y="118"/>
                    <a:pt x="1189" y="118"/>
                    <a:pt x="1191" y="118"/>
                  </a:cubicBezTo>
                  <a:cubicBezTo>
                    <a:pt x="1192" y="118"/>
                    <a:pt x="1196" y="119"/>
                    <a:pt x="1199" y="120"/>
                  </a:cubicBezTo>
                  <a:lnTo>
                    <a:pt x="1199" y="120"/>
                  </a:lnTo>
                  <a:cubicBezTo>
                    <a:pt x="1201" y="121"/>
                    <a:pt x="1203" y="122"/>
                    <a:pt x="1207" y="123"/>
                  </a:cubicBezTo>
                  <a:cubicBezTo>
                    <a:pt x="1208" y="123"/>
                    <a:pt x="1212" y="126"/>
                    <a:pt x="1213" y="126"/>
                  </a:cubicBezTo>
                  <a:lnTo>
                    <a:pt x="1213" y="126"/>
                  </a:lnTo>
                  <a:cubicBezTo>
                    <a:pt x="1216" y="128"/>
                    <a:pt x="1219" y="131"/>
                    <a:pt x="1223" y="134"/>
                  </a:cubicBezTo>
                  <a:cubicBezTo>
                    <a:pt x="1226" y="136"/>
                    <a:pt x="1227" y="137"/>
                    <a:pt x="1227" y="137"/>
                  </a:cubicBezTo>
                  <a:cubicBezTo>
                    <a:pt x="1227" y="137"/>
                    <a:pt x="1224" y="134"/>
                    <a:pt x="1223" y="133"/>
                  </a:cubicBezTo>
                  <a:lnTo>
                    <a:pt x="1223" y="133"/>
                  </a:lnTo>
                  <a:cubicBezTo>
                    <a:pt x="1226" y="135"/>
                    <a:pt x="1230" y="139"/>
                    <a:pt x="1233" y="144"/>
                  </a:cubicBezTo>
                  <a:cubicBezTo>
                    <a:pt x="1235" y="147"/>
                    <a:pt x="1236" y="149"/>
                    <a:pt x="1238" y="151"/>
                  </a:cubicBezTo>
                  <a:lnTo>
                    <a:pt x="1238" y="151"/>
                  </a:lnTo>
                  <a:cubicBezTo>
                    <a:pt x="1239" y="152"/>
                    <a:pt x="1240" y="155"/>
                    <a:pt x="1241" y="156"/>
                  </a:cubicBezTo>
                  <a:cubicBezTo>
                    <a:pt x="1245" y="164"/>
                    <a:pt x="1247" y="172"/>
                    <a:pt x="1252" y="181"/>
                  </a:cubicBezTo>
                  <a:lnTo>
                    <a:pt x="1252" y="181"/>
                  </a:lnTo>
                  <a:cubicBezTo>
                    <a:pt x="1252" y="181"/>
                    <a:pt x="1252" y="182"/>
                    <a:pt x="1252" y="182"/>
                  </a:cubicBezTo>
                  <a:cubicBezTo>
                    <a:pt x="1253" y="188"/>
                    <a:pt x="1255" y="194"/>
                    <a:pt x="1256" y="200"/>
                  </a:cubicBezTo>
                  <a:cubicBezTo>
                    <a:pt x="1257" y="206"/>
                    <a:pt x="1257" y="212"/>
                    <a:pt x="1257" y="219"/>
                  </a:cubicBezTo>
                  <a:lnTo>
                    <a:pt x="1257" y="222"/>
                  </a:lnTo>
                  <a:cubicBezTo>
                    <a:pt x="1256" y="236"/>
                    <a:pt x="1256" y="248"/>
                    <a:pt x="1253" y="260"/>
                  </a:cubicBezTo>
                  <a:cubicBezTo>
                    <a:pt x="1250" y="288"/>
                    <a:pt x="1246" y="298"/>
                    <a:pt x="1240" y="322"/>
                  </a:cubicBezTo>
                  <a:cubicBezTo>
                    <a:pt x="1217" y="406"/>
                    <a:pt x="1190" y="490"/>
                    <a:pt x="1163" y="572"/>
                  </a:cubicBezTo>
                  <a:cubicBezTo>
                    <a:pt x="1107" y="736"/>
                    <a:pt x="1042" y="897"/>
                    <a:pt x="971" y="1054"/>
                  </a:cubicBezTo>
                  <a:cubicBezTo>
                    <a:pt x="934" y="1131"/>
                    <a:pt x="898" y="1206"/>
                    <a:pt x="858" y="1281"/>
                  </a:cubicBezTo>
                  <a:cubicBezTo>
                    <a:pt x="817" y="1359"/>
                    <a:pt x="784" y="1419"/>
                    <a:pt x="736" y="1499"/>
                  </a:cubicBezTo>
                  <a:cubicBezTo>
                    <a:pt x="648" y="1647"/>
                    <a:pt x="552" y="1792"/>
                    <a:pt x="448" y="1930"/>
                  </a:cubicBezTo>
                  <a:cubicBezTo>
                    <a:pt x="346" y="2068"/>
                    <a:pt x="232" y="2197"/>
                    <a:pt x="125" y="2330"/>
                  </a:cubicBezTo>
                  <a:cubicBezTo>
                    <a:pt x="99" y="2363"/>
                    <a:pt x="78" y="2400"/>
                    <a:pt x="55" y="2434"/>
                  </a:cubicBezTo>
                  <a:cubicBezTo>
                    <a:pt x="36" y="2464"/>
                    <a:pt x="59" y="2496"/>
                    <a:pt x="87" y="2496"/>
                  </a:cubicBezTo>
                  <a:cubicBezTo>
                    <a:pt x="95" y="2496"/>
                    <a:pt x="103" y="2494"/>
                    <a:pt x="111" y="2488"/>
                  </a:cubicBezTo>
                  <a:cubicBezTo>
                    <a:pt x="147" y="2462"/>
                    <a:pt x="185" y="2438"/>
                    <a:pt x="217" y="2406"/>
                  </a:cubicBezTo>
                  <a:cubicBezTo>
                    <a:pt x="251" y="2373"/>
                    <a:pt x="284" y="2339"/>
                    <a:pt x="316" y="2303"/>
                  </a:cubicBezTo>
                  <a:cubicBezTo>
                    <a:pt x="374" y="2236"/>
                    <a:pt x="431" y="2165"/>
                    <a:pt x="486" y="2095"/>
                  </a:cubicBezTo>
                  <a:cubicBezTo>
                    <a:pt x="594" y="1956"/>
                    <a:pt x="695" y="1810"/>
                    <a:pt x="788" y="1659"/>
                  </a:cubicBezTo>
                  <a:cubicBezTo>
                    <a:pt x="975" y="1354"/>
                    <a:pt x="1131" y="1030"/>
                    <a:pt x="1251" y="694"/>
                  </a:cubicBezTo>
                  <a:cubicBezTo>
                    <a:pt x="1280" y="610"/>
                    <a:pt x="1307" y="527"/>
                    <a:pt x="1333" y="441"/>
                  </a:cubicBezTo>
                  <a:cubicBezTo>
                    <a:pt x="1362" y="342"/>
                    <a:pt x="1399" y="237"/>
                    <a:pt x="1365" y="135"/>
                  </a:cubicBezTo>
                  <a:cubicBezTo>
                    <a:pt x="1351" y="94"/>
                    <a:pt x="1323" y="56"/>
                    <a:pt x="1288" y="31"/>
                  </a:cubicBezTo>
                  <a:cubicBezTo>
                    <a:pt x="1258" y="10"/>
                    <a:pt x="1223" y="0"/>
                    <a:pt x="118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819;p29"/>
            <p:cNvSpPr/>
            <p:nvPr/>
          </p:nvSpPr>
          <p:spPr>
            <a:xfrm>
              <a:off x="5342040" y="1922760"/>
              <a:ext cx="59400" cy="105480"/>
            </a:xfrm>
            <a:custGeom>
              <a:avLst/>
              <a:gdLst>
                <a:gd name="textAreaLeft" fmla="*/ 0 w 59400"/>
                <a:gd name="textAreaRight" fmla="*/ 59760 w 5940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896" h="1592">
                  <a:moveTo>
                    <a:pt x="881" y="0"/>
                  </a:moveTo>
                  <a:cubicBezTo>
                    <a:pt x="878" y="0"/>
                    <a:pt x="875" y="1"/>
                    <a:pt x="873" y="3"/>
                  </a:cubicBezTo>
                  <a:cubicBezTo>
                    <a:pt x="830" y="40"/>
                    <a:pt x="796" y="87"/>
                    <a:pt x="764" y="133"/>
                  </a:cubicBezTo>
                  <a:cubicBezTo>
                    <a:pt x="731" y="179"/>
                    <a:pt x="697" y="224"/>
                    <a:pt x="665" y="272"/>
                  </a:cubicBezTo>
                  <a:cubicBezTo>
                    <a:pt x="603" y="369"/>
                    <a:pt x="545" y="468"/>
                    <a:pt x="487" y="567"/>
                  </a:cubicBezTo>
                  <a:cubicBezTo>
                    <a:pt x="370" y="770"/>
                    <a:pt x="257" y="973"/>
                    <a:pt x="150" y="1183"/>
                  </a:cubicBezTo>
                  <a:cubicBezTo>
                    <a:pt x="144" y="1198"/>
                    <a:pt x="136" y="1212"/>
                    <a:pt x="128" y="1227"/>
                  </a:cubicBezTo>
                  <a:cubicBezTo>
                    <a:pt x="126" y="1233"/>
                    <a:pt x="121" y="1240"/>
                    <a:pt x="117" y="1247"/>
                  </a:cubicBezTo>
                  <a:cubicBezTo>
                    <a:pt x="116" y="1251"/>
                    <a:pt x="115" y="1258"/>
                    <a:pt x="114" y="1262"/>
                  </a:cubicBezTo>
                  <a:cubicBezTo>
                    <a:pt x="112" y="1267"/>
                    <a:pt x="111" y="1272"/>
                    <a:pt x="111" y="1277"/>
                  </a:cubicBezTo>
                  <a:lnTo>
                    <a:pt x="111" y="1272"/>
                  </a:lnTo>
                  <a:cubicBezTo>
                    <a:pt x="95" y="1299"/>
                    <a:pt x="83" y="1330"/>
                    <a:pt x="72" y="1359"/>
                  </a:cubicBezTo>
                  <a:cubicBezTo>
                    <a:pt x="61" y="1390"/>
                    <a:pt x="49" y="1420"/>
                    <a:pt x="38" y="1448"/>
                  </a:cubicBezTo>
                  <a:cubicBezTo>
                    <a:pt x="32" y="1465"/>
                    <a:pt x="27" y="1481"/>
                    <a:pt x="24" y="1498"/>
                  </a:cubicBezTo>
                  <a:cubicBezTo>
                    <a:pt x="22" y="1513"/>
                    <a:pt x="15" y="1529"/>
                    <a:pt x="9" y="1544"/>
                  </a:cubicBezTo>
                  <a:cubicBezTo>
                    <a:pt x="0" y="1568"/>
                    <a:pt x="23" y="1591"/>
                    <a:pt x="44" y="1591"/>
                  </a:cubicBezTo>
                  <a:cubicBezTo>
                    <a:pt x="54" y="1591"/>
                    <a:pt x="63" y="1587"/>
                    <a:pt x="69" y="1577"/>
                  </a:cubicBezTo>
                  <a:cubicBezTo>
                    <a:pt x="78" y="1564"/>
                    <a:pt x="84" y="1552"/>
                    <a:pt x="93" y="1541"/>
                  </a:cubicBezTo>
                  <a:cubicBezTo>
                    <a:pt x="101" y="1530"/>
                    <a:pt x="112" y="1520"/>
                    <a:pt x="121" y="1508"/>
                  </a:cubicBezTo>
                  <a:cubicBezTo>
                    <a:pt x="135" y="1485"/>
                    <a:pt x="150" y="1459"/>
                    <a:pt x="166" y="1436"/>
                  </a:cubicBezTo>
                  <a:cubicBezTo>
                    <a:pt x="181" y="1412"/>
                    <a:pt x="195" y="1388"/>
                    <a:pt x="210" y="1364"/>
                  </a:cubicBezTo>
                  <a:cubicBezTo>
                    <a:pt x="226" y="1335"/>
                    <a:pt x="245" y="1310"/>
                    <a:pt x="260" y="1280"/>
                  </a:cubicBezTo>
                  <a:cubicBezTo>
                    <a:pt x="314" y="1178"/>
                    <a:pt x="369" y="1077"/>
                    <a:pt x="420" y="974"/>
                  </a:cubicBezTo>
                  <a:cubicBezTo>
                    <a:pt x="525" y="770"/>
                    <a:pt x="637" y="569"/>
                    <a:pt x="741" y="364"/>
                  </a:cubicBezTo>
                  <a:cubicBezTo>
                    <a:pt x="770" y="306"/>
                    <a:pt x="797" y="248"/>
                    <a:pt x="825" y="189"/>
                  </a:cubicBezTo>
                  <a:cubicBezTo>
                    <a:pt x="852" y="131"/>
                    <a:pt x="880" y="73"/>
                    <a:pt x="893" y="12"/>
                  </a:cubicBezTo>
                  <a:cubicBezTo>
                    <a:pt x="896" y="6"/>
                    <a:pt x="888" y="0"/>
                    <a:pt x="88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820;p29"/>
            <p:cNvSpPr/>
            <p:nvPr/>
          </p:nvSpPr>
          <p:spPr>
            <a:xfrm>
              <a:off x="5328720" y="1690920"/>
              <a:ext cx="22680" cy="23616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347" h="3557">
                  <a:moveTo>
                    <a:pt x="43" y="0"/>
                  </a:moveTo>
                  <a:cubicBezTo>
                    <a:pt x="25" y="0"/>
                    <a:pt x="7" y="12"/>
                    <a:pt x="5" y="33"/>
                  </a:cubicBezTo>
                  <a:cubicBezTo>
                    <a:pt x="2" y="49"/>
                    <a:pt x="0" y="64"/>
                    <a:pt x="0" y="80"/>
                  </a:cubicBezTo>
                  <a:cubicBezTo>
                    <a:pt x="0" y="93"/>
                    <a:pt x="1" y="107"/>
                    <a:pt x="1" y="120"/>
                  </a:cubicBezTo>
                  <a:cubicBezTo>
                    <a:pt x="1" y="135"/>
                    <a:pt x="2" y="148"/>
                    <a:pt x="2" y="162"/>
                  </a:cubicBezTo>
                  <a:cubicBezTo>
                    <a:pt x="2" y="169"/>
                    <a:pt x="2" y="175"/>
                    <a:pt x="5" y="182"/>
                  </a:cubicBezTo>
                  <a:lnTo>
                    <a:pt x="5" y="196"/>
                  </a:lnTo>
                  <a:lnTo>
                    <a:pt x="5" y="199"/>
                  </a:lnTo>
                  <a:cubicBezTo>
                    <a:pt x="6" y="260"/>
                    <a:pt x="17" y="320"/>
                    <a:pt x="23" y="382"/>
                  </a:cubicBezTo>
                  <a:cubicBezTo>
                    <a:pt x="35" y="495"/>
                    <a:pt x="52" y="609"/>
                    <a:pt x="65" y="723"/>
                  </a:cubicBezTo>
                  <a:cubicBezTo>
                    <a:pt x="90" y="949"/>
                    <a:pt x="112" y="1176"/>
                    <a:pt x="132" y="1402"/>
                  </a:cubicBezTo>
                  <a:cubicBezTo>
                    <a:pt x="151" y="1631"/>
                    <a:pt x="165" y="1861"/>
                    <a:pt x="176" y="2090"/>
                  </a:cubicBezTo>
                  <a:lnTo>
                    <a:pt x="192" y="2428"/>
                  </a:lnTo>
                  <a:cubicBezTo>
                    <a:pt x="195" y="2486"/>
                    <a:pt x="197" y="2543"/>
                    <a:pt x="199" y="2600"/>
                  </a:cubicBezTo>
                  <a:cubicBezTo>
                    <a:pt x="200" y="2627"/>
                    <a:pt x="200" y="2655"/>
                    <a:pt x="202" y="2682"/>
                  </a:cubicBezTo>
                  <a:lnTo>
                    <a:pt x="202" y="2702"/>
                  </a:lnTo>
                  <a:lnTo>
                    <a:pt x="202" y="2711"/>
                  </a:lnTo>
                  <a:cubicBezTo>
                    <a:pt x="202" y="2727"/>
                    <a:pt x="203" y="2743"/>
                    <a:pt x="203" y="2759"/>
                  </a:cubicBezTo>
                  <a:cubicBezTo>
                    <a:pt x="204" y="2827"/>
                    <a:pt x="210" y="2894"/>
                    <a:pt x="213" y="2962"/>
                  </a:cubicBezTo>
                  <a:cubicBezTo>
                    <a:pt x="214" y="2993"/>
                    <a:pt x="215" y="3026"/>
                    <a:pt x="217" y="3058"/>
                  </a:cubicBezTo>
                  <a:cubicBezTo>
                    <a:pt x="219" y="3090"/>
                    <a:pt x="217" y="3123"/>
                    <a:pt x="221" y="3155"/>
                  </a:cubicBezTo>
                  <a:cubicBezTo>
                    <a:pt x="224" y="3171"/>
                    <a:pt x="228" y="3184"/>
                    <a:pt x="230" y="3201"/>
                  </a:cubicBezTo>
                  <a:cubicBezTo>
                    <a:pt x="230" y="3217"/>
                    <a:pt x="231" y="3232"/>
                    <a:pt x="231" y="3249"/>
                  </a:cubicBezTo>
                  <a:cubicBezTo>
                    <a:pt x="232" y="3280"/>
                    <a:pt x="233" y="3314"/>
                    <a:pt x="235" y="3344"/>
                  </a:cubicBezTo>
                  <a:cubicBezTo>
                    <a:pt x="237" y="3408"/>
                    <a:pt x="241" y="3472"/>
                    <a:pt x="246" y="3536"/>
                  </a:cubicBezTo>
                  <a:cubicBezTo>
                    <a:pt x="247" y="3549"/>
                    <a:pt x="258" y="3556"/>
                    <a:pt x="269" y="3556"/>
                  </a:cubicBezTo>
                  <a:cubicBezTo>
                    <a:pt x="281" y="3556"/>
                    <a:pt x="294" y="3549"/>
                    <a:pt x="296" y="3534"/>
                  </a:cubicBezTo>
                  <a:cubicBezTo>
                    <a:pt x="302" y="3476"/>
                    <a:pt x="308" y="3420"/>
                    <a:pt x="312" y="3362"/>
                  </a:cubicBezTo>
                  <a:cubicBezTo>
                    <a:pt x="315" y="3305"/>
                    <a:pt x="315" y="3247"/>
                    <a:pt x="321" y="3191"/>
                  </a:cubicBezTo>
                  <a:cubicBezTo>
                    <a:pt x="323" y="3179"/>
                    <a:pt x="329" y="3163"/>
                    <a:pt x="330" y="3150"/>
                  </a:cubicBezTo>
                  <a:cubicBezTo>
                    <a:pt x="331" y="3136"/>
                    <a:pt x="331" y="3123"/>
                    <a:pt x="331" y="3108"/>
                  </a:cubicBezTo>
                  <a:cubicBezTo>
                    <a:pt x="332" y="3079"/>
                    <a:pt x="334" y="3049"/>
                    <a:pt x="335" y="3019"/>
                  </a:cubicBezTo>
                  <a:cubicBezTo>
                    <a:pt x="337" y="2961"/>
                    <a:pt x="340" y="2905"/>
                    <a:pt x="342" y="2848"/>
                  </a:cubicBezTo>
                  <a:cubicBezTo>
                    <a:pt x="346" y="2734"/>
                    <a:pt x="342" y="2619"/>
                    <a:pt x="340" y="2503"/>
                  </a:cubicBezTo>
                  <a:cubicBezTo>
                    <a:pt x="336" y="2384"/>
                    <a:pt x="335" y="2264"/>
                    <a:pt x="329" y="2146"/>
                  </a:cubicBezTo>
                  <a:cubicBezTo>
                    <a:pt x="304" y="1690"/>
                    <a:pt x="266" y="1234"/>
                    <a:pt x="211" y="780"/>
                  </a:cubicBezTo>
                  <a:cubicBezTo>
                    <a:pt x="197" y="653"/>
                    <a:pt x="181" y="525"/>
                    <a:pt x="162" y="397"/>
                  </a:cubicBezTo>
                  <a:cubicBezTo>
                    <a:pt x="153" y="334"/>
                    <a:pt x="140" y="271"/>
                    <a:pt x="131" y="207"/>
                  </a:cubicBezTo>
                  <a:cubicBezTo>
                    <a:pt x="125" y="176"/>
                    <a:pt x="117" y="147"/>
                    <a:pt x="107" y="114"/>
                  </a:cubicBezTo>
                  <a:cubicBezTo>
                    <a:pt x="103" y="98"/>
                    <a:pt x="99" y="82"/>
                    <a:pt x="95" y="66"/>
                  </a:cubicBezTo>
                  <a:cubicBezTo>
                    <a:pt x="90" y="49"/>
                    <a:pt x="83" y="33"/>
                    <a:pt x="76" y="19"/>
                  </a:cubicBezTo>
                  <a:cubicBezTo>
                    <a:pt x="69" y="6"/>
                    <a:pt x="56" y="0"/>
                    <a:pt x="4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821;p29"/>
            <p:cNvSpPr/>
            <p:nvPr/>
          </p:nvSpPr>
          <p:spPr>
            <a:xfrm>
              <a:off x="5316840" y="1666440"/>
              <a:ext cx="18360" cy="2124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284" h="326">
                  <a:moveTo>
                    <a:pt x="192" y="62"/>
                  </a:moveTo>
                  <a:cubicBezTo>
                    <a:pt x="193" y="63"/>
                    <a:pt x="194" y="63"/>
                    <a:pt x="194" y="63"/>
                  </a:cubicBezTo>
                  <a:cubicBezTo>
                    <a:pt x="194" y="63"/>
                    <a:pt x="193" y="63"/>
                    <a:pt x="192" y="62"/>
                  </a:cubicBezTo>
                  <a:close/>
                  <a:moveTo>
                    <a:pt x="190" y="294"/>
                  </a:moveTo>
                  <a:cubicBezTo>
                    <a:pt x="189" y="294"/>
                    <a:pt x="189" y="294"/>
                    <a:pt x="188" y="294"/>
                  </a:cubicBezTo>
                  <a:lnTo>
                    <a:pt x="188" y="294"/>
                  </a:lnTo>
                  <a:cubicBezTo>
                    <a:pt x="189" y="294"/>
                    <a:pt x="189" y="294"/>
                    <a:pt x="190" y="294"/>
                  </a:cubicBezTo>
                  <a:close/>
                  <a:moveTo>
                    <a:pt x="213" y="278"/>
                  </a:moveTo>
                  <a:cubicBezTo>
                    <a:pt x="205" y="284"/>
                    <a:pt x="196" y="289"/>
                    <a:pt x="188" y="294"/>
                  </a:cubicBezTo>
                  <a:lnTo>
                    <a:pt x="188" y="294"/>
                  </a:lnTo>
                  <a:cubicBezTo>
                    <a:pt x="187" y="295"/>
                    <a:pt x="186" y="295"/>
                    <a:pt x="186" y="295"/>
                  </a:cubicBezTo>
                  <a:lnTo>
                    <a:pt x="186" y="295"/>
                  </a:lnTo>
                  <a:cubicBezTo>
                    <a:pt x="196" y="289"/>
                    <a:pt x="203" y="284"/>
                    <a:pt x="213" y="278"/>
                  </a:cubicBezTo>
                  <a:close/>
                  <a:moveTo>
                    <a:pt x="163" y="303"/>
                  </a:moveTo>
                  <a:cubicBezTo>
                    <a:pt x="162" y="303"/>
                    <a:pt x="162" y="303"/>
                    <a:pt x="162" y="303"/>
                  </a:cubicBezTo>
                  <a:lnTo>
                    <a:pt x="162" y="303"/>
                  </a:lnTo>
                  <a:cubicBezTo>
                    <a:pt x="162" y="303"/>
                    <a:pt x="162" y="303"/>
                    <a:pt x="162" y="303"/>
                  </a:cubicBezTo>
                  <a:close/>
                  <a:moveTo>
                    <a:pt x="138" y="0"/>
                  </a:moveTo>
                  <a:cubicBezTo>
                    <a:pt x="132" y="0"/>
                    <a:pt x="125" y="1"/>
                    <a:pt x="119" y="2"/>
                  </a:cubicBezTo>
                  <a:cubicBezTo>
                    <a:pt x="97" y="6"/>
                    <a:pt x="75" y="16"/>
                    <a:pt x="56" y="31"/>
                  </a:cubicBezTo>
                  <a:cubicBezTo>
                    <a:pt x="25" y="57"/>
                    <a:pt x="6" y="95"/>
                    <a:pt x="1" y="136"/>
                  </a:cubicBezTo>
                  <a:cubicBezTo>
                    <a:pt x="0" y="143"/>
                    <a:pt x="1" y="152"/>
                    <a:pt x="1" y="160"/>
                  </a:cubicBezTo>
                  <a:cubicBezTo>
                    <a:pt x="1" y="169"/>
                    <a:pt x="1" y="176"/>
                    <a:pt x="3" y="183"/>
                  </a:cubicBezTo>
                  <a:cubicBezTo>
                    <a:pt x="4" y="192"/>
                    <a:pt x="6" y="198"/>
                    <a:pt x="7" y="207"/>
                  </a:cubicBezTo>
                  <a:cubicBezTo>
                    <a:pt x="11" y="222"/>
                    <a:pt x="15" y="238"/>
                    <a:pt x="21" y="252"/>
                  </a:cubicBezTo>
                  <a:cubicBezTo>
                    <a:pt x="28" y="270"/>
                    <a:pt x="47" y="291"/>
                    <a:pt x="62" y="302"/>
                  </a:cubicBezTo>
                  <a:cubicBezTo>
                    <a:pt x="81" y="315"/>
                    <a:pt x="102" y="324"/>
                    <a:pt x="125" y="325"/>
                  </a:cubicBezTo>
                  <a:cubicBezTo>
                    <a:pt x="130" y="325"/>
                    <a:pt x="134" y="325"/>
                    <a:pt x="139" y="325"/>
                  </a:cubicBezTo>
                  <a:cubicBezTo>
                    <a:pt x="205" y="325"/>
                    <a:pt x="265" y="273"/>
                    <a:pt x="272" y="205"/>
                  </a:cubicBezTo>
                  <a:cubicBezTo>
                    <a:pt x="273" y="199"/>
                    <a:pt x="273" y="194"/>
                    <a:pt x="273" y="188"/>
                  </a:cubicBezTo>
                  <a:lnTo>
                    <a:pt x="273" y="188"/>
                  </a:lnTo>
                  <a:cubicBezTo>
                    <a:pt x="277" y="177"/>
                    <a:pt x="280" y="166"/>
                    <a:pt x="281" y="153"/>
                  </a:cubicBezTo>
                  <a:cubicBezTo>
                    <a:pt x="283" y="130"/>
                    <a:pt x="280" y="110"/>
                    <a:pt x="272" y="89"/>
                  </a:cubicBezTo>
                  <a:cubicBezTo>
                    <a:pt x="272" y="87"/>
                    <a:pt x="270" y="86"/>
                    <a:pt x="269" y="84"/>
                  </a:cubicBezTo>
                  <a:cubicBezTo>
                    <a:pt x="264" y="75"/>
                    <a:pt x="258" y="64"/>
                    <a:pt x="252" y="56"/>
                  </a:cubicBezTo>
                  <a:cubicBezTo>
                    <a:pt x="245" y="48"/>
                    <a:pt x="236" y="40"/>
                    <a:pt x="229" y="33"/>
                  </a:cubicBezTo>
                  <a:cubicBezTo>
                    <a:pt x="226" y="31"/>
                    <a:pt x="225" y="29"/>
                    <a:pt x="223" y="28"/>
                  </a:cubicBezTo>
                  <a:cubicBezTo>
                    <a:pt x="212" y="20"/>
                    <a:pt x="199" y="13"/>
                    <a:pt x="187" y="9"/>
                  </a:cubicBezTo>
                  <a:cubicBezTo>
                    <a:pt x="170" y="4"/>
                    <a:pt x="155" y="0"/>
                    <a:pt x="13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822;p29"/>
            <p:cNvSpPr/>
            <p:nvPr/>
          </p:nvSpPr>
          <p:spPr>
            <a:xfrm>
              <a:off x="5181840" y="1641600"/>
              <a:ext cx="142920" cy="155520"/>
            </a:xfrm>
            <a:custGeom>
              <a:avLst/>
              <a:gdLst>
                <a:gd name="textAreaLeft" fmla="*/ 0 w 142920"/>
                <a:gd name="textAreaRight" fmla="*/ 143280 w 142920"/>
                <a:gd name="textAreaTop" fmla="*/ 0 h 155520"/>
                <a:gd name="textAreaBottom" fmla="*/ 155880 h 155520"/>
              </a:gdLst>
              <a:ahLst/>
              <a:cxnLst/>
              <a:rect l="textAreaLeft" t="textAreaTop" r="textAreaRight" b="textAreaBottom"/>
              <a:pathLst>
                <a:path w="2152" h="2345">
                  <a:moveTo>
                    <a:pt x="321" y="140"/>
                  </a:moveTo>
                  <a:lnTo>
                    <a:pt x="321" y="140"/>
                  </a:lnTo>
                  <a:cubicBezTo>
                    <a:pt x="322" y="140"/>
                    <a:pt x="320" y="141"/>
                    <a:pt x="319" y="141"/>
                  </a:cubicBezTo>
                  <a:lnTo>
                    <a:pt x="319" y="141"/>
                  </a:lnTo>
                  <a:cubicBezTo>
                    <a:pt x="319" y="141"/>
                    <a:pt x="319" y="141"/>
                    <a:pt x="319" y="141"/>
                  </a:cubicBezTo>
                  <a:cubicBezTo>
                    <a:pt x="320" y="140"/>
                    <a:pt x="321" y="140"/>
                    <a:pt x="321" y="140"/>
                  </a:cubicBezTo>
                  <a:close/>
                  <a:moveTo>
                    <a:pt x="313" y="143"/>
                  </a:moveTo>
                  <a:lnTo>
                    <a:pt x="313" y="143"/>
                  </a:lnTo>
                  <a:cubicBezTo>
                    <a:pt x="313" y="143"/>
                    <a:pt x="313" y="143"/>
                    <a:pt x="313" y="143"/>
                  </a:cubicBezTo>
                  <a:lnTo>
                    <a:pt x="313" y="143"/>
                  </a:lnTo>
                  <a:cubicBezTo>
                    <a:pt x="313" y="143"/>
                    <a:pt x="313" y="143"/>
                    <a:pt x="313" y="143"/>
                  </a:cubicBezTo>
                  <a:cubicBezTo>
                    <a:pt x="313" y="143"/>
                    <a:pt x="313" y="143"/>
                    <a:pt x="313" y="143"/>
                  </a:cubicBezTo>
                  <a:close/>
                  <a:moveTo>
                    <a:pt x="295" y="152"/>
                  </a:moveTo>
                  <a:cubicBezTo>
                    <a:pt x="295" y="152"/>
                    <a:pt x="292" y="154"/>
                    <a:pt x="290" y="155"/>
                  </a:cubicBezTo>
                  <a:lnTo>
                    <a:pt x="290" y="155"/>
                  </a:lnTo>
                  <a:cubicBezTo>
                    <a:pt x="290" y="155"/>
                    <a:pt x="290" y="155"/>
                    <a:pt x="291" y="155"/>
                  </a:cubicBezTo>
                  <a:cubicBezTo>
                    <a:pt x="294" y="153"/>
                    <a:pt x="295" y="152"/>
                    <a:pt x="295" y="152"/>
                  </a:cubicBezTo>
                  <a:close/>
                  <a:moveTo>
                    <a:pt x="446" y="163"/>
                  </a:moveTo>
                  <a:cubicBezTo>
                    <a:pt x="447" y="164"/>
                    <a:pt x="449" y="165"/>
                    <a:pt x="450" y="165"/>
                  </a:cubicBezTo>
                  <a:lnTo>
                    <a:pt x="446" y="163"/>
                  </a:lnTo>
                  <a:close/>
                  <a:moveTo>
                    <a:pt x="349" y="134"/>
                  </a:moveTo>
                  <a:cubicBezTo>
                    <a:pt x="360" y="134"/>
                    <a:pt x="371" y="135"/>
                    <a:pt x="382" y="137"/>
                  </a:cubicBezTo>
                  <a:cubicBezTo>
                    <a:pt x="382" y="137"/>
                    <a:pt x="383" y="137"/>
                    <a:pt x="383" y="137"/>
                  </a:cubicBezTo>
                  <a:lnTo>
                    <a:pt x="383" y="137"/>
                  </a:lnTo>
                  <a:cubicBezTo>
                    <a:pt x="384" y="138"/>
                    <a:pt x="385" y="138"/>
                    <a:pt x="386" y="138"/>
                  </a:cubicBezTo>
                  <a:cubicBezTo>
                    <a:pt x="393" y="141"/>
                    <a:pt x="400" y="143"/>
                    <a:pt x="408" y="145"/>
                  </a:cubicBezTo>
                  <a:cubicBezTo>
                    <a:pt x="420" y="149"/>
                    <a:pt x="431" y="155"/>
                    <a:pt x="442" y="160"/>
                  </a:cubicBezTo>
                  <a:lnTo>
                    <a:pt x="446" y="163"/>
                  </a:lnTo>
                  <a:lnTo>
                    <a:pt x="446" y="163"/>
                  </a:lnTo>
                  <a:cubicBezTo>
                    <a:pt x="445" y="162"/>
                    <a:pt x="445" y="161"/>
                    <a:pt x="445" y="161"/>
                  </a:cubicBezTo>
                  <a:lnTo>
                    <a:pt x="445" y="161"/>
                  </a:lnTo>
                  <a:cubicBezTo>
                    <a:pt x="445" y="161"/>
                    <a:pt x="446" y="162"/>
                    <a:pt x="448" y="163"/>
                  </a:cubicBezTo>
                  <a:lnTo>
                    <a:pt x="468" y="176"/>
                  </a:lnTo>
                  <a:cubicBezTo>
                    <a:pt x="490" y="189"/>
                    <a:pt x="510" y="203"/>
                    <a:pt x="531" y="217"/>
                  </a:cubicBezTo>
                  <a:cubicBezTo>
                    <a:pt x="571" y="245"/>
                    <a:pt x="611" y="275"/>
                    <a:pt x="650" y="303"/>
                  </a:cubicBezTo>
                  <a:cubicBezTo>
                    <a:pt x="728" y="360"/>
                    <a:pt x="801" y="423"/>
                    <a:pt x="875" y="486"/>
                  </a:cubicBezTo>
                  <a:lnTo>
                    <a:pt x="928" y="536"/>
                  </a:lnTo>
                  <a:cubicBezTo>
                    <a:pt x="932" y="540"/>
                    <a:pt x="937" y="545"/>
                    <a:pt x="942" y="549"/>
                  </a:cubicBezTo>
                  <a:cubicBezTo>
                    <a:pt x="940" y="547"/>
                    <a:pt x="939" y="546"/>
                    <a:pt x="939" y="546"/>
                  </a:cubicBezTo>
                  <a:lnTo>
                    <a:pt x="939" y="546"/>
                  </a:lnTo>
                  <a:cubicBezTo>
                    <a:pt x="940" y="546"/>
                    <a:pt x="949" y="555"/>
                    <a:pt x="949" y="555"/>
                  </a:cubicBezTo>
                  <a:cubicBezTo>
                    <a:pt x="949" y="555"/>
                    <a:pt x="948" y="554"/>
                    <a:pt x="946" y="552"/>
                  </a:cubicBezTo>
                  <a:lnTo>
                    <a:pt x="946" y="552"/>
                  </a:lnTo>
                  <a:cubicBezTo>
                    <a:pt x="955" y="561"/>
                    <a:pt x="964" y="571"/>
                    <a:pt x="974" y="579"/>
                  </a:cubicBezTo>
                  <a:cubicBezTo>
                    <a:pt x="1008" y="613"/>
                    <a:pt x="1042" y="648"/>
                    <a:pt x="1075" y="683"/>
                  </a:cubicBezTo>
                  <a:cubicBezTo>
                    <a:pt x="1141" y="754"/>
                    <a:pt x="1205" y="829"/>
                    <a:pt x="1265" y="904"/>
                  </a:cubicBezTo>
                  <a:cubicBezTo>
                    <a:pt x="1387" y="1060"/>
                    <a:pt x="1491" y="1217"/>
                    <a:pt x="1583" y="1386"/>
                  </a:cubicBezTo>
                  <a:cubicBezTo>
                    <a:pt x="1653" y="1513"/>
                    <a:pt x="1715" y="1643"/>
                    <a:pt x="1769" y="1777"/>
                  </a:cubicBezTo>
                  <a:lnTo>
                    <a:pt x="1769" y="1777"/>
                  </a:lnTo>
                  <a:cubicBezTo>
                    <a:pt x="1654" y="1671"/>
                    <a:pt x="1530" y="1573"/>
                    <a:pt x="1403" y="1480"/>
                  </a:cubicBezTo>
                  <a:cubicBezTo>
                    <a:pt x="1257" y="1375"/>
                    <a:pt x="1108" y="1274"/>
                    <a:pt x="960" y="1170"/>
                  </a:cubicBezTo>
                  <a:cubicBezTo>
                    <a:pt x="816" y="1065"/>
                    <a:pt x="672" y="956"/>
                    <a:pt x="538" y="837"/>
                  </a:cubicBezTo>
                  <a:lnTo>
                    <a:pt x="489" y="793"/>
                  </a:lnTo>
                  <a:lnTo>
                    <a:pt x="489" y="793"/>
                  </a:lnTo>
                  <a:cubicBezTo>
                    <a:pt x="490" y="793"/>
                    <a:pt x="491" y="794"/>
                    <a:pt x="492" y="794"/>
                  </a:cubicBezTo>
                  <a:lnTo>
                    <a:pt x="488" y="792"/>
                  </a:lnTo>
                  <a:lnTo>
                    <a:pt x="489" y="793"/>
                  </a:lnTo>
                  <a:lnTo>
                    <a:pt x="489" y="793"/>
                  </a:lnTo>
                  <a:cubicBezTo>
                    <a:pt x="488" y="792"/>
                    <a:pt x="487" y="791"/>
                    <a:pt x="486" y="788"/>
                  </a:cubicBezTo>
                  <a:cubicBezTo>
                    <a:pt x="482" y="786"/>
                    <a:pt x="479" y="782"/>
                    <a:pt x="475" y="777"/>
                  </a:cubicBezTo>
                  <a:lnTo>
                    <a:pt x="450" y="753"/>
                  </a:lnTo>
                  <a:cubicBezTo>
                    <a:pt x="418" y="721"/>
                    <a:pt x="387" y="689"/>
                    <a:pt x="356" y="654"/>
                  </a:cubicBezTo>
                  <a:cubicBezTo>
                    <a:pt x="322" y="615"/>
                    <a:pt x="289" y="573"/>
                    <a:pt x="261" y="529"/>
                  </a:cubicBezTo>
                  <a:lnTo>
                    <a:pt x="261" y="529"/>
                  </a:lnTo>
                  <a:cubicBezTo>
                    <a:pt x="263" y="533"/>
                    <a:pt x="264" y="534"/>
                    <a:pt x="264" y="534"/>
                  </a:cubicBezTo>
                  <a:cubicBezTo>
                    <a:pt x="264" y="534"/>
                    <a:pt x="260" y="529"/>
                    <a:pt x="258" y="525"/>
                  </a:cubicBezTo>
                  <a:cubicBezTo>
                    <a:pt x="255" y="519"/>
                    <a:pt x="252" y="516"/>
                    <a:pt x="250" y="511"/>
                  </a:cubicBezTo>
                  <a:cubicBezTo>
                    <a:pt x="242" y="497"/>
                    <a:pt x="236" y="485"/>
                    <a:pt x="230" y="472"/>
                  </a:cubicBezTo>
                  <a:cubicBezTo>
                    <a:pt x="225" y="461"/>
                    <a:pt x="220" y="450"/>
                    <a:pt x="217" y="437"/>
                  </a:cubicBezTo>
                  <a:cubicBezTo>
                    <a:pt x="215" y="434"/>
                    <a:pt x="212" y="426"/>
                    <a:pt x="212" y="421"/>
                  </a:cubicBezTo>
                  <a:lnTo>
                    <a:pt x="212" y="421"/>
                  </a:lnTo>
                  <a:cubicBezTo>
                    <a:pt x="212" y="421"/>
                    <a:pt x="213" y="428"/>
                    <a:pt x="213" y="428"/>
                  </a:cubicBezTo>
                  <a:cubicBezTo>
                    <a:pt x="213" y="428"/>
                    <a:pt x="213" y="427"/>
                    <a:pt x="213" y="425"/>
                  </a:cubicBezTo>
                  <a:cubicBezTo>
                    <a:pt x="212" y="421"/>
                    <a:pt x="210" y="415"/>
                    <a:pt x="208" y="412"/>
                  </a:cubicBezTo>
                  <a:cubicBezTo>
                    <a:pt x="206" y="399"/>
                    <a:pt x="203" y="388"/>
                    <a:pt x="202" y="376"/>
                  </a:cubicBezTo>
                  <a:cubicBezTo>
                    <a:pt x="201" y="370"/>
                    <a:pt x="201" y="365"/>
                    <a:pt x="199" y="359"/>
                  </a:cubicBezTo>
                  <a:cubicBezTo>
                    <a:pt x="199" y="357"/>
                    <a:pt x="199" y="354"/>
                    <a:pt x="197" y="351"/>
                  </a:cubicBezTo>
                  <a:cubicBezTo>
                    <a:pt x="197" y="349"/>
                    <a:pt x="197" y="339"/>
                    <a:pt x="197" y="339"/>
                  </a:cubicBezTo>
                  <a:lnTo>
                    <a:pt x="197" y="339"/>
                  </a:lnTo>
                  <a:cubicBezTo>
                    <a:pt x="197" y="339"/>
                    <a:pt x="197" y="341"/>
                    <a:pt x="197" y="344"/>
                  </a:cubicBezTo>
                  <a:lnTo>
                    <a:pt x="197" y="337"/>
                  </a:lnTo>
                  <a:cubicBezTo>
                    <a:pt x="197" y="332"/>
                    <a:pt x="197" y="326"/>
                    <a:pt x="199" y="321"/>
                  </a:cubicBezTo>
                  <a:lnTo>
                    <a:pt x="203" y="288"/>
                  </a:lnTo>
                  <a:lnTo>
                    <a:pt x="203" y="288"/>
                  </a:lnTo>
                  <a:cubicBezTo>
                    <a:pt x="202" y="290"/>
                    <a:pt x="202" y="292"/>
                    <a:pt x="202" y="292"/>
                  </a:cubicBezTo>
                  <a:cubicBezTo>
                    <a:pt x="202" y="292"/>
                    <a:pt x="202" y="291"/>
                    <a:pt x="203" y="288"/>
                  </a:cubicBezTo>
                  <a:lnTo>
                    <a:pt x="203" y="288"/>
                  </a:lnTo>
                  <a:lnTo>
                    <a:pt x="203" y="288"/>
                  </a:lnTo>
                  <a:lnTo>
                    <a:pt x="203" y="288"/>
                  </a:lnTo>
                  <a:cubicBezTo>
                    <a:pt x="203" y="288"/>
                    <a:pt x="203" y="288"/>
                    <a:pt x="203" y="287"/>
                  </a:cubicBezTo>
                  <a:lnTo>
                    <a:pt x="203" y="287"/>
                  </a:lnTo>
                  <a:cubicBezTo>
                    <a:pt x="203" y="287"/>
                    <a:pt x="203" y="287"/>
                    <a:pt x="203" y="288"/>
                  </a:cubicBezTo>
                  <a:cubicBezTo>
                    <a:pt x="203" y="285"/>
                    <a:pt x="204" y="284"/>
                    <a:pt x="204" y="284"/>
                  </a:cubicBezTo>
                  <a:lnTo>
                    <a:pt x="204" y="284"/>
                  </a:lnTo>
                  <a:cubicBezTo>
                    <a:pt x="204" y="284"/>
                    <a:pt x="203" y="285"/>
                    <a:pt x="203" y="287"/>
                  </a:cubicBezTo>
                  <a:lnTo>
                    <a:pt x="203" y="287"/>
                  </a:lnTo>
                  <a:cubicBezTo>
                    <a:pt x="205" y="282"/>
                    <a:pt x="206" y="277"/>
                    <a:pt x="207" y="272"/>
                  </a:cubicBezTo>
                  <a:cubicBezTo>
                    <a:pt x="212" y="261"/>
                    <a:pt x="214" y="253"/>
                    <a:pt x="219" y="243"/>
                  </a:cubicBezTo>
                  <a:cubicBezTo>
                    <a:pt x="221" y="238"/>
                    <a:pt x="224" y="234"/>
                    <a:pt x="225" y="231"/>
                  </a:cubicBezTo>
                  <a:cubicBezTo>
                    <a:pt x="225" y="229"/>
                    <a:pt x="226" y="228"/>
                    <a:pt x="225" y="228"/>
                  </a:cubicBezTo>
                  <a:lnTo>
                    <a:pt x="225" y="228"/>
                  </a:lnTo>
                  <a:cubicBezTo>
                    <a:pt x="225" y="228"/>
                    <a:pt x="220" y="236"/>
                    <a:pt x="220" y="236"/>
                  </a:cubicBezTo>
                  <a:lnTo>
                    <a:pt x="225" y="227"/>
                  </a:lnTo>
                  <a:cubicBezTo>
                    <a:pt x="230" y="217"/>
                    <a:pt x="236" y="210"/>
                    <a:pt x="243" y="200"/>
                  </a:cubicBezTo>
                  <a:cubicBezTo>
                    <a:pt x="246" y="195"/>
                    <a:pt x="248" y="193"/>
                    <a:pt x="251" y="189"/>
                  </a:cubicBezTo>
                  <a:cubicBezTo>
                    <a:pt x="252" y="188"/>
                    <a:pt x="253" y="187"/>
                    <a:pt x="254" y="185"/>
                  </a:cubicBezTo>
                  <a:lnTo>
                    <a:pt x="254" y="185"/>
                  </a:lnTo>
                  <a:cubicBezTo>
                    <a:pt x="261" y="179"/>
                    <a:pt x="267" y="172"/>
                    <a:pt x="274" y="167"/>
                  </a:cubicBezTo>
                  <a:cubicBezTo>
                    <a:pt x="279" y="165"/>
                    <a:pt x="282" y="161"/>
                    <a:pt x="285" y="159"/>
                  </a:cubicBezTo>
                  <a:cubicBezTo>
                    <a:pt x="286" y="158"/>
                    <a:pt x="287" y="158"/>
                    <a:pt x="288" y="157"/>
                  </a:cubicBezTo>
                  <a:lnTo>
                    <a:pt x="288" y="157"/>
                  </a:lnTo>
                  <a:cubicBezTo>
                    <a:pt x="288" y="157"/>
                    <a:pt x="288" y="157"/>
                    <a:pt x="288" y="157"/>
                  </a:cubicBezTo>
                  <a:cubicBezTo>
                    <a:pt x="293" y="157"/>
                    <a:pt x="312" y="145"/>
                    <a:pt x="315" y="144"/>
                  </a:cubicBezTo>
                  <a:cubicBezTo>
                    <a:pt x="315" y="143"/>
                    <a:pt x="316" y="143"/>
                    <a:pt x="317" y="142"/>
                  </a:cubicBezTo>
                  <a:lnTo>
                    <a:pt x="317" y="142"/>
                  </a:lnTo>
                  <a:cubicBezTo>
                    <a:pt x="321" y="141"/>
                    <a:pt x="325" y="139"/>
                    <a:pt x="328" y="138"/>
                  </a:cubicBezTo>
                  <a:cubicBezTo>
                    <a:pt x="332" y="137"/>
                    <a:pt x="337" y="137"/>
                    <a:pt x="342" y="135"/>
                  </a:cubicBezTo>
                  <a:cubicBezTo>
                    <a:pt x="344" y="135"/>
                    <a:pt x="345" y="135"/>
                    <a:pt x="349" y="134"/>
                  </a:cubicBezTo>
                  <a:close/>
                  <a:moveTo>
                    <a:pt x="1707" y="1907"/>
                  </a:moveTo>
                  <a:cubicBezTo>
                    <a:pt x="1707" y="1907"/>
                    <a:pt x="1709" y="1909"/>
                    <a:pt x="1711" y="1912"/>
                  </a:cubicBezTo>
                  <a:lnTo>
                    <a:pt x="1711" y="1912"/>
                  </a:lnTo>
                  <a:cubicBezTo>
                    <a:pt x="1708" y="1909"/>
                    <a:pt x="1707" y="1907"/>
                    <a:pt x="1707" y="1907"/>
                  </a:cubicBezTo>
                  <a:close/>
                  <a:moveTo>
                    <a:pt x="350" y="1"/>
                  </a:moveTo>
                  <a:cubicBezTo>
                    <a:pt x="321" y="1"/>
                    <a:pt x="293" y="5"/>
                    <a:pt x="264" y="14"/>
                  </a:cubicBezTo>
                  <a:cubicBezTo>
                    <a:pt x="171" y="45"/>
                    <a:pt x="102" y="133"/>
                    <a:pt x="72" y="223"/>
                  </a:cubicBezTo>
                  <a:cubicBezTo>
                    <a:pt x="1" y="444"/>
                    <a:pt x="152" y="647"/>
                    <a:pt x="297" y="799"/>
                  </a:cubicBezTo>
                  <a:cubicBezTo>
                    <a:pt x="427" y="936"/>
                    <a:pt x="571" y="1055"/>
                    <a:pt x="720" y="1167"/>
                  </a:cubicBezTo>
                  <a:cubicBezTo>
                    <a:pt x="868" y="1278"/>
                    <a:pt x="1022" y="1383"/>
                    <a:pt x="1175" y="1489"/>
                  </a:cubicBezTo>
                  <a:cubicBezTo>
                    <a:pt x="1324" y="1593"/>
                    <a:pt x="1471" y="1700"/>
                    <a:pt x="1609" y="1820"/>
                  </a:cubicBezTo>
                  <a:cubicBezTo>
                    <a:pt x="1645" y="1849"/>
                    <a:pt x="1675" y="1882"/>
                    <a:pt x="1712" y="1912"/>
                  </a:cubicBezTo>
                  <a:lnTo>
                    <a:pt x="1712" y="1912"/>
                  </a:lnTo>
                  <a:cubicBezTo>
                    <a:pt x="1712" y="1912"/>
                    <a:pt x="1712" y="1913"/>
                    <a:pt x="1713" y="1913"/>
                  </a:cubicBezTo>
                  <a:lnTo>
                    <a:pt x="1725" y="1925"/>
                  </a:lnTo>
                  <a:cubicBezTo>
                    <a:pt x="1734" y="1934"/>
                    <a:pt x="1741" y="1942"/>
                    <a:pt x="1750" y="1949"/>
                  </a:cubicBezTo>
                  <a:cubicBezTo>
                    <a:pt x="1767" y="1966"/>
                    <a:pt x="1782" y="1980"/>
                    <a:pt x="1796" y="1996"/>
                  </a:cubicBezTo>
                  <a:cubicBezTo>
                    <a:pt x="1859" y="2062"/>
                    <a:pt x="1914" y="2133"/>
                    <a:pt x="1969" y="2203"/>
                  </a:cubicBezTo>
                  <a:cubicBezTo>
                    <a:pt x="1981" y="2219"/>
                    <a:pt x="1993" y="2236"/>
                    <a:pt x="2007" y="2253"/>
                  </a:cubicBezTo>
                  <a:cubicBezTo>
                    <a:pt x="2015" y="2264"/>
                    <a:pt x="2027" y="2274"/>
                    <a:pt x="2038" y="2284"/>
                  </a:cubicBezTo>
                  <a:lnTo>
                    <a:pt x="2048" y="2293"/>
                  </a:lnTo>
                  <a:lnTo>
                    <a:pt x="2054" y="2301"/>
                  </a:lnTo>
                  <a:cubicBezTo>
                    <a:pt x="2055" y="2301"/>
                    <a:pt x="2056" y="2302"/>
                    <a:pt x="2057" y="2302"/>
                  </a:cubicBezTo>
                  <a:lnTo>
                    <a:pt x="2057" y="2302"/>
                  </a:lnTo>
                  <a:cubicBezTo>
                    <a:pt x="2064" y="2309"/>
                    <a:pt x="2071" y="2314"/>
                    <a:pt x="2080" y="2320"/>
                  </a:cubicBezTo>
                  <a:cubicBezTo>
                    <a:pt x="2086" y="2326"/>
                    <a:pt x="2092" y="2330"/>
                    <a:pt x="2099" y="2334"/>
                  </a:cubicBezTo>
                  <a:lnTo>
                    <a:pt x="2099" y="2334"/>
                  </a:lnTo>
                  <a:cubicBezTo>
                    <a:pt x="2104" y="2341"/>
                    <a:pt x="2111" y="2344"/>
                    <a:pt x="2119" y="2344"/>
                  </a:cubicBezTo>
                  <a:cubicBezTo>
                    <a:pt x="2135" y="2344"/>
                    <a:pt x="2151" y="2329"/>
                    <a:pt x="2142" y="2310"/>
                  </a:cubicBezTo>
                  <a:lnTo>
                    <a:pt x="2142" y="2310"/>
                  </a:lnTo>
                  <a:cubicBezTo>
                    <a:pt x="2141" y="2302"/>
                    <a:pt x="2140" y="2294"/>
                    <a:pt x="2139" y="2286"/>
                  </a:cubicBezTo>
                  <a:cubicBezTo>
                    <a:pt x="2137" y="2276"/>
                    <a:pt x="2136" y="2264"/>
                    <a:pt x="2132" y="2253"/>
                  </a:cubicBezTo>
                  <a:lnTo>
                    <a:pt x="2132" y="2253"/>
                  </a:lnTo>
                  <a:cubicBezTo>
                    <a:pt x="2131" y="2246"/>
                    <a:pt x="2129" y="2240"/>
                    <a:pt x="2128" y="2233"/>
                  </a:cubicBezTo>
                  <a:cubicBezTo>
                    <a:pt x="2123" y="2218"/>
                    <a:pt x="2119" y="2200"/>
                    <a:pt x="2111" y="2186"/>
                  </a:cubicBezTo>
                  <a:cubicBezTo>
                    <a:pt x="2109" y="2183"/>
                    <a:pt x="2108" y="2181"/>
                    <a:pt x="2107" y="2180"/>
                  </a:cubicBezTo>
                  <a:lnTo>
                    <a:pt x="2107" y="2180"/>
                  </a:lnTo>
                  <a:cubicBezTo>
                    <a:pt x="2108" y="2182"/>
                    <a:pt x="2110" y="2184"/>
                    <a:pt x="2111" y="2185"/>
                  </a:cubicBezTo>
                  <a:cubicBezTo>
                    <a:pt x="2110" y="2182"/>
                    <a:pt x="2108" y="2180"/>
                    <a:pt x="2106" y="2177"/>
                  </a:cubicBezTo>
                  <a:cubicBezTo>
                    <a:pt x="2103" y="2172"/>
                    <a:pt x="2100" y="2169"/>
                    <a:pt x="2099" y="2164"/>
                  </a:cubicBezTo>
                  <a:cubicBezTo>
                    <a:pt x="2090" y="2150"/>
                    <a:pt x="2083" y="2138"/>
                    <a:pt x="2075" y="2126"/>
                  </a:cubicBezTo>
                  <a:cubicBezTo>
                    <a:pt x="2052" y="2089"/>
                    <a:pt x="2026" y="2055"/>
                    <a:pt x="1998" y="2021"/>
                  </a:cubicBezTo>
                  <a:cubicBezTo>
                    <a:pt x="1967" y="1981"/>
                    <a:pt x="1934" y="1944"/>
                    <a:pt x="1900" y="1907"/>
                  </a:cubicBezTo>
                  <a:lnTo>
                    <a:pt x="1900" y="1907"/>
                  </a:lnTo>
                  <a:cubicBezTo>
                    <a:pt x="1856" y="1760"/>
                    <a:pt x="1802" y="1616"/>
                    <a:pt x="1738" y="1475"/>
                  </a:cubicBezTo>
                  <a:cubicBezTo>
                    <a:pt x="1653" y="1293"/>
                    <a:pt x="1551" y="1117"/>
                    <a:pt x="1436" y="952"/>
                  </a:cubicBezTo>
                  <a:cubicBezTo>
                    <a:pt x="1322" y="788"/>
                    <a:pt x="1193" y="634"/>
                    <a:pt x="1052" y="492"/>
                  </a:cubicBezTo>
                  <a:cubicBezTo>
                    <a:pt x="909" y="348"/>
                    <a:pt x="755" y="216"/>
                    <a:pt x="590" y="100"/>
                  </a:cubicBezTo>
                  <a:cubicBezTo>
                    <a:pt x="543" y="67"/>
                    <a:pt x="493" y="32"/>
                    <a:pt x="438" y="14"/>
                  </a:cubicBezTo>
                  <a:cubicBezTo>
                    <a:pt x="408" y="5"/>
                    <a:pt x="379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823;p29"/>
            <p:cNvSpPr/>
            <p:nvPr/>
          </p:nvSpPr>
          <p:spPr>
            <a:xfrm>
              <a:off x="5223600" y="1682280"/>
              <a:ext cx="88560" cy="892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39" h="1347">
                  <a:moveTo>
                    <a:pt x="47" y="0"/>
                  </a:moveTo>
                  <a:cubicBezTo>
                    <a:pt x="22" y="0"/>
                    <a:pt x="0" y="31"/>
                    <a:pt x="19" y="51"/>
                  </a:cubicBezTo>
                  <a:cubicBezTo>
                    <a:pt x="39" y="72"/>
                    <a:pt x="57" y="94"/>
                    <a:pt x="77" y="114"/>
                  </a:cubicBezTo>
                  <a:cubicBezTo>
                    <a:pt x="100" y="137"/>
                    <a:pt x="126" y="157"/>
                    <a:pt x="151" y="176"/>
                  </a:cubicBezTo>
                  <a:cubicBezTo>
                    <a:pt x="198" y="213"/>
                    <a:pt x="245" y="249"/>
                    <a:pt x="291" y="288"/>
                  </a:cubicBezTo>
                  <a:cubicBezTo>
                    <a:pt x="381" y="363"/>
                    <a:pt x="469" y="442"/>
                    <a:pt x="554" y="521"/>
                  </a:cubicBezTo>
                  <a:cubicBezTo>
                    <a:pt x="563" y="531"/>
                    <a:pt x="573" y="541"/>
                    <a:pt x="584" y="549"/>
                  </a:cubicBezTo>
                  <a:cubicBezTo>
                    <a:pt x="584" y="549"/>
                    <a:pt x="585" y="550"/>
                    <a:pt x="585" y="550"/>
                  </a:cubicBezTo>
                  <a:lnTo>
                    <a:pt x="585" y="550"/>
                  </a:lnTo>
                  <a:cubicBezTo>
                    <a:pt x="583" y="548"/>
                    <a:pt x="583" y="548"/>
                    <a:pt x="583" y="548"/>
                  </a:cubicBezTo>
                  <a:lnTo>
                    <a:pt x="583" y="548"/>
                  </a:lnTo>
                  <a:cubicBezTo>
                    <a:pt x="582" y="548"/>
                    <a:pt x="586" y="551"/>
                    <a:pt x="586" y="551"/>
                  </a:cubicBezTo>
                  <a:cubicBezTo>
                    <a:pt x="586" y="551"/>
                    <a:pt x="586" y="551"/>
                    <a:pt x="585" y="550"/>
                  </a:cubicBezTo>
                  <a:lnTo>
                    <a:pt x="585" y="550"/>
                  </a:lnTo>
                  <a:cubicBezTo>
                    <a:pt x="585" y="550"/>
                    <a:pt x="585" y="550"/>
                    <a:pt x="585" y="550"/>
                  </a:cubicBezTo>
                  <a:cubicBezTo>
                    <a:pt x="588" y="552"/>
                    <a:pt x="589" y="554"/>
                    <a:pt x="593" y="555"/>
                  </a:cubicBezTo>
                  <a:cubicBezTo>
                    <a:pt x="599" y="561"/>
                    <a:pt x="605" y="569"/>
                    <a:pt x="611" y="573"/>
                  </a:cubicBezTo>
                  <a:lnTo>
                    <a:pt x="673" y="636"/>
                  </a:lnTo>
                  <a:cubicBezTo>
                    <a:pt x="715" y="678"/>
                    <a:pt x="755" y="720"/>
                    <a:pt x="796" y="764"/>
                  </a:cubicBezTo>
                  <a:cubicBezTo>
                    <a:pt x="875" y="851"/>
                    <a:pt x="947" y="943"/>
                    <a:pt x="1023" y="1032"/>
                  </a:cubicBezTo>
                  <a:cubicBezTo>
                    <a:pt x="1044" y="1056"/>
                    <a:pt x="1066" y="1082"/>
                    <a:pt x="1087" y="1109"/>
                  </a:cubicBezTo>
                  <a:cubicBezTo>
                    <a:pt x="1098" y="1121"/>
                    <a:pt x="1107" y="1135"/>
                    <a:pt x="1117" y="1147"/>
                  </a:cubicBezTo>
                  <a:cubicBezTo>
                    <a:pt x="1129" y="1163"/>
                    <a:pt x="1142" y="1176"/>
                    <a:pt x="1155" y="1190"/>
                  </a:cubicBezTo>
                  <a:cubicBezTo>
                    <a:pt x="1156" y="1191"/>
                    <a:pt x="1162" y="1200"/>
                    <a:pt x="1166" y="1204"/>
                  </a:cubicBezTo>
                  <a:cubicBezTo>
                    <a:pt x="1171" y="1210"/>
                    <a:pt x="1176" y="1218"/>
                    <a:pt x="1181" y="1223"/>
                  </a:cubicBezTo>
                  <a:cubicBezTo>
                    <a:pt x="1192" y="1235"/>
                    <a:pt x="1202" y="1247"/>
                    <a:pt x="1213" y="1261"/>
                  </a:cubicBezTo>
                  <a:cubicBezTo>
                    <a:pt x="1222" y="1274"/>
                    <a:pt x="1233" y="1287"/>
                    <a:pt x="1244" y="1300"/>
                  </a:cubicBezTo>
                  <a:cubicBezTo>
                    <a:pt x="1257" y="1312"/>
                    <a:pt x="1270" y="1323"/>
                    <a:pt x="1281" y="1336"/>
                  </a:cubicBezTo>
                  <a:cubicBezTo>
                    <a:pt x="1288" y="1343"/>
                    <a:pt x="1295" y="1346"/>
                    <a:pt x="1303" y="1346"/>
                  </a:cubicBezTo>
                  <a:cubicBezTo>
                    <a:pt x="1321" y="1346"/>
                    <a:pt x="1338" y="1329"/>
                    <a:pt x="1330" y="1308"/>
                  </a:cubicBezTo>
                  <a:cubicBezTo>
                    <a:pt x="1318" y="1280"/>
                    <a:pt x="1308" y="1253"/>
                    <a:pt x="1292" y="1226"/>
                  </a:cubicBezTo>
                  <a:cubicBezTo>
                    <a:pt x="1277" y="1201"/>
                    <a:pt x="1263" y="1175"/>
                    <a:pt x="1247" y="1149"/>
                  </a:cubicBezTo>
                  <a:cubicBezTo>
                    <a:pt x="1241" y="1138"/>
                    <a:pt x="1235" y="1126"/>
                    <a:pt x="1227" y="1114"/>
                  </a:cubicBezTo>
                  <a:cubicBezTo>
                    <a:pt x="1219" y="1098"/>
                    <a:pt x="1208" y="1084"/>
                    <a:pt x="1198" y="1069"/>
                  </a:cubicBezTo>
                  <a:cubicBezTo>
                    <a:pt x="1181" y="1044"/>
                    <a:pt x="1164" y="1020"/>
                    <a:pt x="1145" y="995"/>
                  </a:cubicBezTo>
                  <a:cubicBezTo>
                    <a:pt x="1077" y="899"/>
                    <a:pt x="1000" y="808"/>
                    <a:pt x="920" y="720"/>
                  </a:cubicBezTo>
                  <a:cubicBezTo>
                    <a:pt x="760" y="540"/>
                    <a:pt x="585" y="372"/>
                    <a:pt x="396" y="221"/>
                  </a:cubicBezTo>
                  <a:cubicBezTo>
                    <a:pt x="343" y="181"/>
                    <a:pt x="292" y="141"/>
                    <a:pt x="238" y="103"/>
                  </a:cubicBezTo>
                  <a:cubicBezTo>
                    <a:pt x="209" y="82"/>
                    <a:pt x="179" y="57"/>
                    <a:pt x="148" y="40"/>
                  </a:cubicBezTo>
                  <a:cubicBezTo>
                    <a:pt x="118" y="26"/>
                    <a:pt x="88" y="13"/>
                    <a:pt x="57" y="2"/>
                  </a:cubicBezTo>
                  <a:cubicBezTo>
                    <a:pt x="54" y="1"/>
                    <a:pt x="50" y="0"/>
                    <a:pt x="4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824;p29"/>
            <p:cNvSpPr/>
            <p:nvPr/>
          </p:nvSpPr>
          <p:spPr>
            <a:xfrm>
              <a:off x="5246280" y="1501200"/>
              <a:ext cx="53280" cy="19080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806" h="2877">
                  <a:moveTo>
                    <a:pt x="392" y="119"/>
                  </a:moveTo>
                  <a:cubicBezTo>
                    <a:pt x="390" y="119"/>
                    <a:pt x="387" y="119"/>
                    <a:pt x="387" y="119"/>
                  </a:cubicBezTo>
                  <a:cubicBezTo>
                    <a:pt x="387" y="119"/>
                    <a:pt x="389" y="119"/>
                    <a:pt x="392" y="119"/>
                  </a:cubicBezTo>
                  <a:close/>
                  <a:moveTo>
                    <a:pt x="433" y="127"/>
                  </a:moveTo>
                  <a:cubicBezTo>
                    <a:pt x="433" y="127"/>
                    <a:pt x="434" y="127"/>
                    <a:pt x="435" y="128"/>
                  </a:cubicBezTo>
                  <a:lnTo>
                    <a:pt x="435" y="128"/>
                  </a:lnTo>
                  <a:lnTo>
                    <a:pt x="433" y="127"/>
                  </a:lnTo>
                  <a:close/>
                  <a:moveTo>
                    <a:pt x="349" y="130"/>
                  </a:moveTo>
                  <a:lnTo>
                    <a:pt x="349" y="130"/>
                  </a:lnTo>
                  <a:cubicBezTo>
                    <a:pt x="348" y="130"/>
                    <a:pt x="347" y="131"/>
                    <a:pt x="345" y="132"/>
                  </a:cubicBezTo>
                  <a:cubicBezTo>
                    <a:pt x="346" y="131"/>
                    <a:pt x="347" y="131"/>
                    <a:pt x="349" y="130"/>
                  </a:cubicBezTo>
                  <a:close/>
                  <a:moveTo>
                    <a:pt x="393" y="0"/>
                  </a:moveTo>
                  <a:cubicBezTo>
                    <a:pt x="371" y="0"/>
                    <a:pt x="349" y="4"/>
                    <a:pt x="326" y="11"/>
                  </a:cubicBezTo>
                  <a:cubicBezTo>
                    <a:pt x="250" y="39"/>
                    <a:pt x="198" y="110"/>
                    <a:pt x="162" y="180"/>
                  </a:cubicBezTo>
                  <a:cubicBezTo>
                    <a:pt x="122" y="257"/>
                    <a:pt x="98" y="343"/>
                    <a:pt x="75" y="425"/>
                  </a:cubicBezTo>
                  <a:cubicBezTo>
                    <a:pt x="51" y="519"/>
                    <a:pt x="33" y="613"/>
                    <a:pt x="22" y="709"/>
                  </a:cubicBezTo>
                  <a:cubicBezTo>
                    <a:pt x="0" y="899"/>
                    <a:pt x="5" y="1091"/>
                    <a:pt x="24" y="1279"/>
                  </a:cubicBezTo>
                  <a:cubicBezTo>
                    <a:pt x="46" y="1472"/>
                    <a:pt x="87" y="1663"/>
                    <a:pt x="140" y="1850"/>
                  </a:cubicBezTo>
                  <a:cubicBezTo>
                    <a:pt x="167" y="1947"/>
                    <a:pt x="199" y="2043"/>
                    <a:pt x="231" y="2140"/>
                  </a:cubicBezTo>
                  <a:cubicBezTo>
                    <a:pt x="246" y="2186"/>
                    <a:pt x="263" y="2233"/>
                    <a:pt x="279" y="2279"/>
                  </a:cubicBezTo>
                  <a:cubicBezTo>
                    <a:pt x="295" y="2326"/>
                    <a:pt x="319" y="2370"/>
                    <a:pt x="336" y="2415"/>
                  </a:cubicBezTo>
                  <a:cubicBezTo>
                    <a:pt x="354" y="2460"/>
                    <a:pt x="381" y="2501"/>
                    <a:pt x="403" y="2543"/>
                  </a:cubicBezTo>
                  <a:cubicBezTo>
                    <a:pt x="407" y="2549"/>
                    <a:pt x="414" y="2552"/>
                    <a:pt x="420" y="2552"/>
                  </a:cubicBezTo>
                  <a:cubicBezTo>
                    <a:pt x="431" y="2552"/>
                    <a:pt x="441" y="2544"/>
                    <a:pt x="440" y="2532"/>
                  </a:cubicBezTo>
                  <a:cubicBezTo>
                    <a:pt x="431" y="2485"/>
                    <a:pt x="427" y="2437"/>
                    <a:pt x="413" y="2392"/>
                  </a:cubicBezTo>
                  <a:cubicBezTo>
                    <a:pt x="400" y="2344"/>
                    <a:pt x="390" y="2294"/>
                    <a:pt x="375" y="2246"/>
                  </a:cubicBezTo>
                  <a:cubicBezTo>
                    <a:pt x="346" y="2156"/>
                    <a:pt x="319" y="2069"/>
                    <a:pt x="292" y="1980"/>
                  </a:cubicBezTo>
                  <a:cubicBezTo>
                    <a:pt x="241" y="1796"/>
                    <a:pt x="194" y="1609"/>
                    <a:pt x="162" y="1421"/>
                  </a:cubicBezTo>
                  <a:cubicBezTo>
                    <a:pt x="147" y="1332"/>
                    <a:pt x="136" y="1242"/>
                    <a:pt x="129" y="1153"/>
                  </a:cubicBezTo>
                  <a:cubicBezTo>
                    <a:pt x="128" y="1130"/>
                    <a:pt x="127" y="1108"/>
                    <a:pt x="125" y="1085"/>
                  </a:cubicBezTo>
                  <a:cubicBezTo>
                    <a:pt x="123" y="1059"/>
                    <a:pt x="123" y="1045"/>
                    <a:pt x="123" y="1026"/>
                  </a:cubicBezTo>
                  <a:cubicBezTo>
                    <a:pt x="122" y="981"/>
                    <a:pt x="123" y="934"/>
                    <a:pt x="125" y="889"/>
                  </a:cubicBezTo>
                  <a:cubicBezTo>
                    <a:pt x="128" y="800"/>
                    <a:pt x="138" y="711"/>
                    <a:pt x="151" y="623"/>
                  </a:cubicBezTo>
                  <a:cubicBezTo>
                    <a:pt x="166" y="530"/>
                    <a:pt x="184" y="456"/>
                    <a:pt x="213" y="367"/>
                  </a:cubicBezTo>
                  <a:cubicBezTo>
                    <a:pt x="226" y="328"/>
                    <a:pt x="241" y="286"/>
                    <a:pt x="257" y="247"/>
                  </a:cubicBezTo>
                  <a:cubicBezTo>
                    <a:pt x="259" y="241"/>
                    <a:pt x="264" y="232"/>
                    <a:pt x="268" y="225"/>
                  </a:cubicBezTo>
                  <a:cubicBezTo>
                    <a:pt x="268" y="225"/>
                    <a:pt x="273" y="217"/>
                    <a:pt x="272" y="217"/>
                  </a:cubicBezTo>
                  <a:lnTo>
                    <a:pt x="272" y="217"/>
                  </a:lnTo>
                  <a:cubicBezTo>
                    <a:pt x="272" y="217"/>
                    <a:pt x="272" y="217"/>
                    <a:pt x="271" y="218"/>
                  </a:cubicBezTo>
                  <a:lnTo>
                    <a:pt x="271" y="218"/>
                  </a:lnTo>
                  <a:cubicBezTo>
                    <a:pt x="273" y="215"/>
                    <a:pt x="275" y="212"/>
                    <a:pt x="275" y="212"/>
                  </a:cubicBezTo>
                  <a:cubicBezTo>
                    <a:pt x="285" y="197"/>
                    <a:pt x="293" y="181"/>
                    <a:pt x="304" y="168"/>
                  </a:cubicBezTo>
                  <a:cubicBezTo>
                    <a:pt x="308" y="164"/>
                    <a:pt x="312" y="161"/>
                    <a:pt x="314" y="157"/>
                  </a:cubicBezTo>
                  <a:cubicBezTo>
                    <a:pt x="315" y="157"/>
                    <a:pt x="315" y="156"/>
                    <a:pt x="315" y="156"/>
                  </a:cubicBezTo>
                  <a:lnTo>
                    <a:pt x="315" y="156"/>
                  </a:lnTo>
                  <a:cubicBezTo>
                    <a:pt x="316" y="155"/>
                    <a:pt x="317" y="155"/>
                    <a:pt x="318" y="154"/>
                  </a:cubicBezTo>
                  <a:cubicBezTo>
                    <a:pt x="322" y="149"/>
                    <a:pt x="329" y="143"/>
                    <a:pt x="335" y="139"/>
                  </a:cubicBezTo>
                  <a:cubicBezTo>
                    <a:pt x="337" y="137"/>
                    <a:pt x="349" y="130"/>
                    <a:pt x="349" y="130"/>
                  </a:cubicBezTo>
                  <a:lnTo>
                    <a:pt x="349" y="130"/>
                  </a:lnTo>
                  <a:cubicBezTo>
                    <a:pt x="349" y="130"/>
                    <a:pt x="349" y="130"/>
                    <a:pt x="349" y="130"/>
                  </a:cubicBezTo>
                  <a:lnTo>
                    <a:pt x="349" y="130"/>
                  </a:lnTo>
                  <a:cubicBezTo>
                    <a:pt x="355" y="127"/>
                    <a:pt x="363" y="124"/>
                    <a:pt x="369" y="121"/>
                  </a:cubicBezTo>
                  <a:lnTo>
                    <a:pt x="369" y="121"/>
                  </a:lnTo>
                  <a:cubicBezTo>
                    <a:pt x="369" y="121"/>
                    <a:pt x="369" y="121"/>
                    <a:pt x="370" y="121"/>
                  </a:cubicBezTo>
                  <a:cubicBezTo>
                    <a:pt x="370" y="121"/>
                    <a:pt x="371" y="121"/>
                    <a:pt x="373" y="121"/>
                  </a:cubicBezTo>
                  <a:cubicBezTo>
                    <a:pt x="375" y="121"/>
                    <a:pt x="377" y="120"/>
                    <a:pt x="380" y="120"/>
                  </a:cubicBezTo>
                  <a:cubicBezTo>
                    <a:pt x="385" y="119"/>
                    <a:pt x="390" y="119"/>
                    <a:pt x="395" y="119"/>
                  </a:cubicBezTo>
                  <a:cubicBezTo>
                    <a:pt x="394" y="119"/>
                    <a:pt x="393" y="119"/>
                    <a:pt x="392" y="119"/>
                  </a:cubicBezTo>
                  <a:lnTo>
                    <a:pt x="392" y="119"/>
                  </a:lnTo>
                  <a:cubicBezTo>
                    <a:pt x="394" y="119"/>
                    <a:pt x="396" y="119"/>
                    <a:pt x="397" y="119"/>
                  </a:cubicBezTo>
                  <a:cubicBezTo>
                    <a:pt x="401" y="119"/>
                    <a:pt x="409" y="119"/>
                    <a:pt x="415" y="120"/>
                  </a:cubicBezTo>
                  <a:lnTo>
                    <a:pt x="415" y="120"/>
                  </a:lnTo>
                  <a:cubicBezTo>
                    <a:pt x="416" y="120"/>
                    <a:pt x="417" y="121"/>
                    <a:pt x="418" y="121"/>
                  </a:cubicBezTo>
                  <a:cubicBezTo>
                    <a:pt x="422" y="122"/>
                    <a:pt x="427" y="124"/>
                    <a:pt x="431" y="127"/>
                  </a:cubicBezTo>
                  <a:cubicBezTo>
                    <a:pt x="433" y="127"/>
                    <a:pt x="434" y="128"/>
                    <a:pt x="435" y="128"/>
                  </a:cubicBezTo>
                  <a:lnTo>
                    <a:pt x="435" y="128"/>
                  </a:lnTo>
                  <a:cubicBezTo>
                    <a:pt x="437" y="129"/>
                    <a:pt x="440" y="131"/>
                    <a:pt x="440" y="131"/>
                  </a:cubicBezTo>
                  <a:cubicBezTo>
                    <a:pt x="446" y="135"/>
                    <a:pt x="452" y="141"/>
                    <a:pt x="458" y="146"/>
                  </a:cubicBezTo>
                  <a:cubicBezTo>
                    <a:pt x="458" y="146"/>
                    <a:pt x="458" y="146"/>
                    <a:pt x="458" y="146"/>
                  </a:cubicBezTo>
                  <a:lnTo>
                    <a:pt x="458" y="146"/>
                  </a:lnTo>
                  <a:cubicBezTo>
                    <a:pt x="459" y="147"/>
                    <a:pt x="460" y="148"/>
                    <a:pt x="461" y="149"/>
                  </a:cubicBezTo>
                  <a:lnTo>
                    <a:pt x="461" y="149"/>
                  </a:lnTo>
                  <a:cubicBezTo>
                    <a:pt x="460" y="148"/>
                    <a:pt x="459" y="147"/>
                    <a:pt x="458" y="146"/>
                  </a:cubicBezTo>
                  <a:lnTo>
                    <a:pt x="458" y="146"/>
                  </a:lnTo>
                  <a:cubicBezTo>
                    <a:pt x="460" y="148"/>
                    <a:pt x="464" y="151"/>
                    <a:pt x="463" y="151"/>
                  </a:cubicBezTo>
                  <a:cubicBezTo>
                    <a:pt x="463" y="151"/>
                    <a:pt x="463" y="150"/>
                    <a:pt x="461" y="149"/>
                  </a:cubicBezTo>
                  <a:lnTo>
                    <a:pt x="461" y="149"/>
                  </a:lnTo>
                  <a:cubicBezTo>
                    <a:pt x="463" y="151"/>
                    <a:pt x="465" y="154"/>
                    <a:pt x="468" y="155"/>
                  </a:cubicBezTo>
                  <a:cubicBezTo>
                    <a:pt x="474" y="163"/>
                    <a:pt x="480" y="169"/>
                    <a:pt x="485" y="177"/>
                  </a:cubicBezTo>
                  <a:cubicBezTo>
                    <a:pt x="486" y="180"/>
                    <a:pt x="494" y="192"/>
                    <a:pt x="494" y="192"/>
                  </a:cubicBezTo>
                  <a:cubicBezTo>
                    <a:pt x="494" y="192"/>
                    <a:pt x="493" y="191"/>
                    <a:pt x="491" y="188"/>
                  </a:cubicBezTo>
                  <a:lnTo>
                    <a:pt x="491" y="188"/>
                  </a:lnTo>
                  <a:cubicBezTo>
                    <a:pt x="496" y="196"/>
                    <a:pt x="500" y="202"/>
                    <a:pt x="502" y="209"/>
                  </a:cubicBezTo>
                  <a:cubicBezTo>
                    <a:pt x="511" y="225"/>
                    <a:pt x="519" y="242"/>
                    <a:pt x="526" y="258"/>
                  </a:cubicBezTo>
                  <a:cubicBezTo>
                    <a:pt x="556" y="334"/>
                    <a:pt x="576" y="413"/>
                    <a:pt x="594" y="499"/>
                  </a:cubicBezTo>
                  <a:cubicBezTo>
                    <a:pt x="636" y="677"/>
                    <a:pt x="658" y="860"/>
                    <a:pt x="667" y="1042"/>
                  </a:cubicBezTo>
                  <a:cubicBezTo>
                    <a:pt x="670" y="1093"/>
                    <a:pt x="671" y="1124"/>
                    <a:pt x="671" y="1171"/>
                  </a:cubicBezTo>
                  <a:lnTo>
                    <a:pt x="671" y="1312"/>
                  </a:lnTo>
                  <a:cubicBezTo>
                    <a:pt x="670" y="1404"/>
                    <a:pt x="665" y="1494"/>
                    <a:pt x="658" y="1585"/>
                  </a:cubicBezTo>
                  <a:cubicBezTo>
                    <a:pt x="628" y="1959"/>
                    <a:pt x="561" y="2328"/>
                    <a:pt x="493" y="2697"/>
                  </a:cubicBezTo>
                  <a:cubicBezTo>
                    <a:pt x="489" y="2722"/>
                    <a:pt x="489" y="2745"/>
                    <a:pt x="490" y="2768"/>
                  </a:cubicBezTo>
                  <a:cubicBezTo>
                    <a:pt x="491" y="2789"/>
                    <a:pt x="486" y="2811"/>
                    <a:pt x="483" y="2831"/>
                  </a:cubicBezTo>
                  <a:cubicBezTo>
                    <a:pt x="480" y="2852"/>
                    <a:pt x="496" y="2870"/>
                    <a:pt x="515" y="2875"/>
                  </a:cubicBezTo>
                  <a:cubicBezTo>
                    <a:pt x="518" y="2876"/>
                    <a:pt x="521" y="2876"/>
                    <a:pt x="525" y="2876"/>
                  </a:cubicBezTo>
                  <a:cubicBezTo>
                    <a:pt x="540" y="2876"/>
                    <a:pt x="558" y="2867"/>
                    <a:pt x="563" y="2850"/>
                  </a:cubicBezTo>
                  <a:cubicBezTo>
                    <a:pt x="568" y="2828"/>
                    <a:pt x="574" y="2805"/>
                    <a:pt x="583" y="2784"/>
                  </a:cubicBezTo>
                  <a:cubicBezTo>
                    <a:pt x="595" y="2759"/>
                    <a:pt x="604" y="2733"/>
                    <a:pt x="610" y="2704"/>
                  </a:cubicBezTo>
                  <a:cubicBezTo>
                    <a:pt x="620" y="2657"/>
                    <a:pt x="628" y="2612"/>
                    <a:pt x="637" y="2565"/>
                  </a:cubicBezTo>
                  <a:cubicBezTo>
                    <a:pt x="656" y="2470"/>
                    <a:pt x="675" y="2376"/>
                    <a:pt x="691" y="2279"/>
                  </a:cubicBezTo>
                  <a:cubicBezTo>
                    <a:pt x="722" y="2089"/>
                    <a:pt x="750" y="1898"/>
                    <a:pt x="769" y="1706"/>
                  </a:cubicBezTo>
                  <a:cubicBezTo>
                    <a:pt x="805" y="1326"/>
                    <a:pt x="805" y="937"/>
                    <a:pt x="732" y="559"/>
                  </a:cubicBezTo>
                  <a:cubicBezTo>
                    <a:pt x="713" y="464"/>
                    <a:pt x="688" y="368"/>
                    <a:pt x="659" y="274"/>
                  </a:cubicBezTo>
                  <a:cubicBezTo>
                    <a:pt x="637" y="202"/>
                    <a:pt x="609" y="130"/>
                    <a:pt x="556" y="75"/>
                  </a:cubicBezTo>
                  <a:cubicBezTo>
                    <a:pt x="511" y="28"/>
                    <a:pt x="454" y="0"/>
                    <a:pt x="39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825;p29"/>
            <p:cNvSpPr/>
            <p:nvPr/>
          </p:nvSpPr>
          <p:spPr>
            <a:xfrm>
              <a:off x="5266440" y="1560240"/>
              <a:ext cx="10080" cy="10440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04400"/>
                <a:gd name="textAreaBottom" fmla="*/ 104760 h 104400"/>
              </a:gdLst>
              <a:ahLst/>
              <a:cxnLst/>
              <a:rect l="textAreaLeft" t="textAreaTop" r="textAreaRight" b="textAreaBottom"/>
              <a:pathLst>
                <a:path w="159" h="1573">
                  <a:moveTo>
                    <a:pt x="93" y="1"/>
                  </a:moveTo>
                  <a:cubicBezTo>
                    <a:pt x="90" y="1"/>
                    <a:pt x="86" y="2"/>
                    <a:pt x="84" y="4"/>
                  </a:cubicBezTo>
                  <a:cubicBezTo>
                    <a:pt x="50" y="40"/>
                    <a:pt x="42" y="95"/>
                    <a:pt x="37" y="143"/>
                  </a:cubicBezTo>
                  <a:cubicBezTo>
                    <a:pt x="29" y="194"/>
                    <a:pt x="23" y="243"/>
                    <a:pt x="18" y="295"/>
                  </a:cubicBezTo>
                  <a:cubicBezTo>
                    <a:pt x="7" y="396"/>
                    <a:pt x="7" y="499"/>
                    <a:pt x="5" y="603"/>
                  </a:cubicBezTo>
                  <a:cubicBezTo>
                    <a:pt x="0" y="808"/>
                    <a:pt x="6" y="1015"/>
                    <a:pt x="31" y="1220"/>
                  </a:cubicBezTo>
                  <a:cubicBezTo>
                    <a:pt x="33" y="1248"/>
                    <a:pt x="38" y="1278"/>
                    <a:pt x="42" y="1306"/>
                  </a:cubicBezTo>
                  <a:cubicBezTo>
                    <a:pt x="43" y="1320"/>
                    <a:pt x="44" y="1334"/>
                    <a:pt x="46" y="1346"/>
                  </a:cubicBezTo>
                  <a:cubicBezTo>
                    <a:pt x="49" y="1356"/>
                    <a:pt x="50" y="1364"/>
                    <a:pt x="54" y="1372"/>
                  </a:cubicBezTo>
                  <a:cubicBezTo>
                    <a:pt x="56" y="1376"/>
                    <a:pt x="60" y="1380"/>
                    <a:pt x="61" y="1384"/>
                  </a:cubicBezTo>
                  <a:cubicBezTo>
                    <a:pt x="59" y="1380"/>
                    <a:pt x="58" y="1378"/>
                    <a:pt x="57" y="1378"/>
                  </a:cubicBezTo>
                  <a:lnTo>
                    <a:pt x="57" y="1378"/>
                  </a:lnTo>
                  <a:cubicBezTo>
                    <a:pt x="57" y="1378"/>
                    <a:pt x="58" y="1380"/>
                    <a:pt x="60" y="1386"/>
                  </a:cubicBezTo>
                  <a:cubicBezTo>
                    <a:pt x="61" y="1400"/>
                    <a:pt x="65" y="1415"/>
                    <a:pt x="67" y="1428"/>
                  </a:cubicBezTo>
                  <a:cubicBezTo>
                    <a:pt x="71" y="1443"/>
                    <a:pt x="73" y="1457"/>
                    <a:pt x="77" y="1471"/>
                  </a:cubicBezTo>
                  <a:cubicBezTo>
                    <a:pt x="83" y="1500"/>
                    <a:pt x="87" y="1529"/>
                    <a:pt x="100" y="1556"/>
                  </a:cubicBezTo>
                  <a:cubicBezTo>
                    <a:pt x="105" y="1567"/>
                    <a:pt x="115" y="1572"/>
                    <a:pt x="125" y="1572"/>
                  </a:cubicBezTo>
                  <a:cubicBezTo>
                    <a:pt x="138" y="1572"/>
                    <a:pt x="151" y="1563"/>
                    <a:pt x="154" y="1548"/>
                  </a:cubicBezTo>
                  <a:cubicBezTo>
                    <a:pt x="158" y="1525"/>
                    <a:pt x="155" y="1500"/>
                    <a:pt x="155" y="1476"/>
                  </a:cubicBezTo>
                  <a:cubicBezTo>
                    <a:pt x="154" y="1449"/>
                    <a:pt x="154" y="1422"/>
                    <a:pt x="154" y="1395"/>
                  </a:cubicBezTo>
                  <a:lnTo>
                    <a:pt x="154" y="1369"/>
                  </a:lnTo>
                  <a:cubicBezTo>
                    <a:pt x="155" y="1355"/>
                    <a:pt x="158" y="1349"/>
                    <a:pt x="158" y="1334"/>
                  </a:cubicBezTo>
                  <a:cubicBezTo>
                    <a:pt x="158" y="1328"/>
                    <a:pt x="156" y="1323"/>
                    <a:pt x="156" y="1317"/>
                  </a:cubicBezTo>
                  <a:lnTo>
                    <a:pt x="153" y="1239"/>
                  </a:lnTo>
                  <a:cubicBezTo>
                    <a:pt x="148" y="1137"/>
                    <a:pt x="142" y="1036"/>
                    <a:pt x="138" y="934"/>
                  </a:cubicBezTo>
                  <a:cubicBezTo>
                    <a:pt x="138" y="923"/>
                    <a:pt x="137" y="912"/>
                    <a:pt x="137" y="900"/>
                  </a:cubicBezTo>
                  <a:lnTo>
                    <a:pt x="137" y="879"/>
                  </a:lnTo>
                  <a:cubicBezTo>
                    <a:pt x="136" y="878"/>
                    <a:pt x="136" y="878"/>
                    <a:pt x="136" y="877"/>
                  </a:cubicBezTo>
                  <a:lnTo>
                    <a:pt x="136" y="877"/>
                  </a:lnTo>
                  <a:cubicBezTo>
                    <a:pt x="136" y="876"/>
                    <a:pt x="137" y="874"/>
                    <a:pt x="137" y="869"/>
                  </a:cubicBezTo>
                  <a:cubicBezTo>
                    <a:pt x="134" y="841"/>
                    <a:pt x="134" y="813"/>
                    <a:pt x="133" y="785"/>
                  </a:cubicBezTo>
                  <a:cubicBezTo>
                    <a:pt x="132" y="760"/>
                    <a:pt x="132" y="735"/>
                    <a:pt x="131" y="710"/>
                  </a:cubicBezTo>
                  <a:cubicBezTo>
                    <a:pt x="131" y="709"/>
                    <a:pt x="131" y="708"/>
                    <a:pt x="131" y="708"/>
                  </a:cubicBezTo>
                  <a:lnTo>
                    <a:pt x="131" y="708"/>
                  </a:lnTo>
                  <a:cubicBezTo>
                    <a:pt x="131" y="707"/>
                    <a:pt x="131" y="705"/>
                    <a:pt x="131" y="700"/>
                  </a:cubicBezTo>
                  <a:lnTo>
                    <a:pt x="131" y="687"/>
                  </a:lnTo>
                  <a:cubicBezTo>
                    <a:pt x="131" y="671"/>
                    <a:pt x="129" y="655"/>
                    <a:pt x="129" y="639"/>
                  </a:cubicBezTo>
                  <a:cubicBezTo>
                    <a:pt x="128" y="540"/>
                    <a:pt x="128" y="440"/>
                    <a:pt x="129" y="341"/>
                  </a:cubicBezTo>
                  <a:cubicBezTo>
                    <a:pt x="131" y="285"/>
                    <a:pt x="129" y="228"/>
                    <a:pt x="129" y="171"/>
                  </a:cubicBezTo>
                  <a:cubicBezTo>
                    <a:pt x="129" y="116"/>
                    <a:pt x="137" y="50"/>
                    <a:pt x="104" y="3"/>
                  </a:cubicBezTo>
                  <a:cubicBezTo>
                    <a:pt x="101" y="2"/>
                    <a:pt x="97" y="1"/>
                    <a:pt x="93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826;p29"/>
            <p:cNvSpPr/>
            <p:nvPr/>
          </p:nvSpPr>
          <p:spPr>
            <a:xfrm>
              <a:off x="5204880" y="1396080"/>
              <a:ext cx="51120" cy="22500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225000"/>
                <a:gd name="textAreaBottom" fmla="*/ 225360 h 225000"/>
              </a:gdLst>
              <a:ahLst/>
              <a:cxnLst/>
              <a:rect l="textAreaLeft" t="textAreaTop" r="textAreaRight" b="textAreaBottom"/>
              <a:pathLst>
                <a:path w="775" h="3389">
                  <a:moveTo>
                    <a:pt x="44" y="0"/>
                  </a:moveTo>
                  <a:cubicBezTo>
                    <a:pt x="34" y="0"/>
                    <a:pt x="24" y="6"/>
                    <a:pt x="19" y="18"/>
                  </a:cubicBezTo>
                  <a:cubicBezTo>
                    <a:pt x="11" y="48"/>
                    <a:pt x="1" y="78"/>
                    <a:pt x="2" y="103"/>
                  </a:cubicBezTo>
                  <a:cubicBezTo>
                    <a:pt x="3" y="133"/>
                    <a:pt x="3" y="163"/>
                    <a:pt x="5" y="193"/>
                  </a:cubicBezTo>
                  <a:cubicBezTo>
                    <a:pt x="5" y="204"/>
                    <a:pt x="6" y="224"/>
                    <a:pt x="6" y="227"/>
                  </a:cubicBezTo>
                  <a:cubicBezTo>
                    <a:pt x="6" y="238"/>
                    <a:pt x="7" y="262"/>
                    <a:pt x="8" y="279"/>
                  </a:cubicBezTo>
                  <a:cubicBezTo>
                    <a:pt x="12" y="306"/>
                    <a:pt x="13" y="334"/>
                    <a:pt x="16" y="361"/>
                  </a:cubicBezTo>
                  <a:cubicBezTo>
                    <a:pt x="25" y="472"/>
                    <a:pt x="36" y="583"/>
                    <a:pt x="50" y="693"/>
                  </a:cubicBezTo>
                  <a:cubicBezTo>
                    <a:pt x="74" y="913"/>
                    <a:pt x="106" y="1135"/>
                    <a:pt x="145" y="1355"/>
                  </a:cubicBezTo>
                  <a:cubicBezTo>
                    <a:pt x="183" y="1574"/>
                    <a:pt x="227" y="1792"/>
                    <a:pt x="275" y="2009"/>
                  </a:cubicBezTo>
                  <a:cubicBezTo>
                    <a:pt x="325" y="2226"/>
                    <a:pt x="379" y="2443"/>
                    <a:pt x="440" y="2657"/>
                  </a:cubicBezTo>
                  <a:cubicBezTo>
                    <a:pt x="472" y="2768"/>
                    <a:pt x="506" y="2879"/>
                    <a:pt x="540" y="2991"/>
                  </a:cubicBezTo>
                  <a:cubicBezTo>
                    <a:pt x="556" y="3044"/>
                    <a:pt x="574" y="3097"/>
                    <a:pt x="595" y="3148"/>
                  </a:cubicBezTo>
                  <a:cubicBezTo>
                    <a:pt x="606" y="3175"/>
                    <a:pt x="616" y="3201"/>
                    <a:pt x="627" y="3227"/>
                  </a:cubicBezTo>
                  <a:cubicBezTo>
                    <a:pt x="638" y="3255"/>
                    <a:pt x="651" y="3277"/>
                    <a:pt x="664" y="3300"/>
                  </a:cubicBezTo>
                  <a:cubicBezTo>
                    <a:pt x="677" y="3326"/>
                    <a:pt x="694" y="3350"/>
                    <a:pt x="710" y="3376"/>
                  </a:cubicBezTo>
                  <a:cubicBezTo>
                    <a:pt x="716" y="3384"/>
                    <a:pt x="726" y="3388"/>
                    <a:pt x="736" y="3388"/>
                  </a:cubicBezTo>
                  <a:cubicBezTo>
                    <a:pt x="742" y="3388"/>
                    <a:pt x="748" y="3387"/>
                    <a:pt x="753" y="3384"/>
                  </a:cubicBezTo>
                  <a:cubicBezTo>
                    <a:pt x="768" y="3378"/>
                    <a:pt x="775" y="3362"/>
                    <a:pt x="774" y="3346"/>
                  </a:cubicBezTo>
                  <a:cubicBezTo>
                    <a:pt x="770" y="3291"/>
                    <a:pt x="764" y="3236"/>
                    <a:pt x="750" y="3183"/>
                  </a:cubicBezTo>
                  <a:cubicBezTo>
                    <a:pt x="737" y="3126"/>
                    <a:pt x="724" y="3069"/>
                    <a:pt x="706" y="3013"/>
                  </a:cubicBezTo>
                  <a:lnTo>
                    <a:pt x="694" y="2971"/>
                  </a:lnTo>
                  <a:cubicBezTo>
                    <a:pt x="694" y="2971"/>
                    <a:pt x="693" y="2968"/>
                    <a:pt x="692" y="2967"/>
                  </a:cubicBezTo>
                  <a:lnTo>
                    <a:pt x="692" y="2967"/>
                  </a:lnTo>
                  <a:cubicBezTo>
                    <a:pt x="692" y="2967"/>
                    <a:pt x="692" y="2967"/>
                    <a:pt x="692" y="2966"/>
                  </a:cubicBezTo>
                  <a:lnTo>
                    <a:pt x="692" y="2966"/>
                  </a:lnTo>
                  <a:cubicBezTo>
                    <a:pt x="692" y="2966"/>
                    <a:pt x="691" y="2966"/>
                    <a:pt x="691" y="2966"/>
                  </a:cubicBezTo>
                  <a:lnTo>
                    <a:pt x="691" y="2966"/>
                  </a:lnTo>
                  <a:cubicBezTo>
                    <a:pt x="691" y="2966"/>
                    <a:pt x="691" y="2966"/>
                    <a:pt x="691" y="2966"/>
                  </a:cubicBezTo>
                  <a:lnTo>
                    <a:pt x="691" y="2966"/>
                  </a:lnTo>
                  <a:cubicBezTo>
                    <a:pt x="688" y="2959"/>
                    <a:pt x="687" y="2950"/>
                    <a:pt x="684" y="2944"/>
                  </a:cubicBezTo>
                  <a:cubicBezTo>
                    <a:pt x="676" y="2918"/>
                    <a:pt x="668" y="2892"/>
                    <a:pt x="661" y="2866"/>
                  </a:cubicBezTo>
                  <a:cubicBezTo>
                    <a:pt x="645" y="2812"/>
                    <a:pt x="629" y="2758"/>
                    <a:pt x="615" y="2706"/>
                  </a:cubicBezTo>
                  <a:cubicBezTo>
                    <a:pt x="554" y="2493"/>
                    <a:pt x="497" y="2277"/>
                    <a:pt x="447" y="2061"/>
                  </a:cubicBezTo>
                  <a:cubicBezTo>
                    <a:pt x="395" y="1846"/>
                    <a:pt x="348" y="1629"/>
                    <a:pt x="307" y="1411"/>
                  </a:cubicBezTo>
                  <a:cubicBezTo>
                    <a:pt x="265" y="1192"/>
                    <a:pt x="228" y="974"/>
                    <a:pt x="194" y="756"/>
                  </a:cubicBezTo>
                  <a:cubicBezTo>
                    <a:pt x="178" y="648"/>
                    <a:pt x="162" y="538"/>
                    <a:pt x="149" y="428"/>
                  </a:cubicBezTo>
                  <a:cubicBezTo>
                    <a:pt x="142" y="373"/>
                    <a:pt x="135" y="318"/>
                    <a:pt x="128" y="262"/>
                  </a:cubicBezTo>
                  <a:cubicBezTo>
                    <a:pt x="122" y="207"/>
                    <a:pt x="112" y="152"/>
                    <a:pt x="104" y="97"/>
                  </a:cubicBezTo>
                  <a:cubicBezTo>
                    <a:pt x="100" y="70"/>
                    <a:pt x="85" y="44"/>
                    <a:pt x="72" y="18"/>
                  </a:cubicBezTo>
                  <a:cubicBezTo>
                    <a:pt x="68" y="7"/>
                    <a:pt x="56" y="0"/>
                    <a:pt x="4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827;p29"/>
            <p:cNvSpPr/>
            <p:nvPr/>
          </p:nvSpPr>
          <p:spPr>
            <a:xfrm>
              <a:off x="5127480" y="1355760"/>
              <a:ext cx="70920" cy="1681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168120"/>
                <a:gd name="textAreaBottom" fmla="*/ 168480 h 168120"/>
              </a:gdLst>
              <a:ahLst/>
              <a:cxnLst/>
              <a:rect l="textAreaLeft" t="textAreaTop" r="textAreaRight" b="textAreaBottom"/>
              <a:pathLst>
                <a:path w="1074" h="2531">
                  <a:moveTo>
                    <a:pt x="32" y="0"/>
                  </a:moveTo>
                  <a:cubicBezTo>
                    <a:pt x="19" y="0"/>
                    <a:pt x="6" y="8"/>
                    <a:pt x="6" y="22"/>
                  </a:cubicBezTo>
                  <a:cubicBezTo>
                    <a:pt x="6" y="47"/>
                    <a:pt x="1" y="73"/>
                    <a:pt x="7" y="95"/>
                  </a:cubicBezTo>
                  <a:cubicBezTo>
                    <a:pt x="15" y="115"/>
                    <a:pt x="22" y="137"/>
                    <a:pt x="28" y="158"/>
                  </a:cubicBezTo>
                  <a:cubicBezTo>
                    <a:pt x="43" y="200"/>
                    <a:pt x="55" y="241"/>
                    <a:pt x="70" y="284"/>
                  </a:cubicBezTo>
                  <a:cubicBezTo>
                    <a:pt x="99" y="367"/>
                    <a:pt x="128" y="450"/>
                    <a:pt x="159" y="532"/>
                  </a:cubicBezTo>
                  <a:cubicBezTo>
                    <a:pt x="218" y="696"/>
                    <a:pt x="280" y="859"/>
                    <a:pt x="341" y="1021"/>
                  </a:cubicBezTo>
                  <a:cubicBezTo>
                    <a:pt x="468" y="1349"/>
                    <a:pt x="606" y="1672"/>
                    <a:pt x="751" y="1992"/>
                  </a:cubicBezTo>
                  <a:cubicBezTo>
                    <a:pt x="790" y="2080"/>
                    <a:pt x="833" y="2168"/>
                    <a:pt x="878" y="2256"/>
                  </a:cubicBezTo>
                  <a:cubicBezTo>
                    <a:pt x="900" y="2299"/>
                    <a:pt x="922" y="2343"/>
                    <a:pt x="945" y="2386"/>
                  </a:cubicBezTo>
                  <a:cubicBezTo>
                    <a:pt x="956" y="2408"/>
                    <a:pt x="972" y="2426"/>
                    <a:pt x="984" y="2448"/>
                  </a:cubicBezTo>
                  <a:cubicBezTo>
                    <a:pt x="998" y="2473"/>
                    <a:pt x="1010" y="2496"/>
                    <a:pt x="1023" y="2518"/>
                  </a:cubicBezTo>
                  <a:cubicBezTo>
                    <a:pt x="1029" y="2527"/>
                    <a:pt x="1037" y="2531"/>
                    <a:pt x="1045" y="2531"/>
                  </a:cubicBezTo>
                  <a:cubicBezTo>
                    <a:pt x="1059" y="2531"/>
                    <a:pt x="1073" y="2517"/>
                    <a:pt x="1066" y="2498"/>
                  </a:cubicBezTo>
                  <a:cubicBezTo>
                    <a:pt x="1058" y="2478"/>
                    <a:pt x="1051" y="2457"/>
                    <a:pt x="1043" y="2436"/>
                  </a:cubicBezTo>
                  <a:cubicBezTo>
                    <a:pt x="1034" y="2415"/>
                    <a:pt x="1029" y="2393"/>
                    <a:pt x="1022" y="2374"/>
                  </a:cubicBezTo>
                  <a:cubicBezTo>
                    <a:pt x="1009" y="2332"/>
                    <a:pt x="989" y="2291"/>
                    <a:pt x="973" y="2251"/>
                  </a:cubicBezTo>
                  <a:cubicBezTo>
                    <a:pt x="940" y="2168"/>
                    <a:pt x="907" y="2088"/>
                    <a:pt x="872" y="2007"/>
                  </a:cubicBezTo>
                  <a:cubicBezTo>
                    <a:pt x="801" y="1848"/>
                    <a:pt x="732" y="1687"/>
                    <a:pt x="666" y="1526"/>
                  </a:cubicBezTo>
                  <a:cubicBezTo>
                    <a:pt x="532" y="1204"/>
                    <a:pt x="402" y="878"/>
                    <a:pt x="279" y="551"/>
                  </a:cubicBezTo>
                  <a:cubicBezTo>
                    <a:pt x="244" y="460"/>
                    <a:pt x="211" y="370"/>
                    <a:pt x="177" y="278"/>
                  </a:cubicBezTo>
                  <a:cubicBezTo>
                    <a:pt x="160" y="233"/>
                    <a:pt x="144" y="188"/>
                    <a:pt x="126" y="142"/>
                  </a:cubicBezTo>
                  <a:cubicBezTo>
                    <a:pt x="117" y="120"/>
                    <a:pt x="108" y="97"/>
                    <a:pt x="100" y="75"/>
                  </a:cubicBezTo>
                  <a:cubicBezTo>
                    <a:pt x="94" y="60"/>
                    <a:pt x="89" y="49"/>
                    <a:pt x="78" y="38"/>
                  </a:cubicBezTo>
                  <a:cubicBezTo>
                    <a:pt x="70" y="29"/>
                    <a:pt x="61" y="19"/>
                    <a:pt x="55" y="9"/>
                  </a:cubicBezTo>
                  <a:cubicBezTo>
                    <a:pt x="49" y="3"/>
                    <a:pt x="40" y="0"/>
                    <a:pt x="3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828;p29"/>
            <p:cNvSpPr/>
            <p:nvPr/>
          </p:nvSpPr>
          <p:spPr>
            <a:xfrm>
              <a:off x="5117040" y="1328400"/>
              <a:ext cx="15840" cy="1728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244" h="267">
                  <a:moveTo>
                    <a:pt x="83" y="104"/>
                  </a:moveTo>
                  <a:lnTo>
                    <a:pt x="83" y="104"/>
                  </a:lnTo>
                  <a:cubicBezTo>
                    <a:pt x="83" y="104"/>
                    <a:pt x="83" y="104"/>
                    <a:pt x="83" y="104"/>
                  </a:cubicBezTo>
                  <a:lnTo>
                    <a:pt x="83" y="104"/>
                  </a:lnTo>
                  <a:cubicBezTo>
                    <a:pt x="83" y="104"/>
                    <a:pt x="83" y="104"/>
                    <a:pt x="83" y="104"/>
                  </a:cubicBezTo>
                  <a:lnTo>
                    <a:pt x="83" y="104"/>
                  </a:lnTo>
                  <a:cubicBezTo>
                    <a:pt x="83" y="104"/>
                    <a:pt x="83" y="104"/>
                    <a:pt x="83" y="104"/>
                  </a:cubicBezTo>
                  <a:close/>
                  <a:moveTo>
                    <a:pt x="74" y="113"/>
                  </a:moveTo>
                  <a:cubicBezTo>
                    <a:pt x="74" y="113"/>
                    <a:pt x="74" y="114"/>
                    <a:pt x="73" y="114"/>
                  </a:cubicBezTo>
                  <a:lnTo>
                    <a:pt x="73" y="114"/>
                  </a:lnTo>
                  <a:cubicBezTo>
                    <a:pt x="74" y="114"/>
                    <a:pt x="74" y="113"/>
                    <a:pt x="74" y="113"/>
                  </a:cubicBezTo>
                  <a:lnTo>
                    <a:pt x="74" y="113"/>
                  </a:lnTo>
                  <a:cubicBezTo>
                    <a:pt x="74" y="113"/>
                    <a:pt x="74" y="113"/>
                    <a:pt x="74" y="113"/>
                  </a:cubicBezTo>
                  <a:close/>
                  <a:moveTo>
                    <a:pt x="68" y="124"/>
                  </a:moveTo>
                  <a:cubicBezTo>
                    <a:pt x="68" y="124"/>
                    <a:pt x="68" y="125"/>
                    <a:pt x="68" y="125"/>
                  </a:cubicBezTo>
                  <a:lnTo>
                    <a:pt x="68" y="125"/>
                  </a:lnTo>
                  <a:cubicBezTo>
                    <a:pt x="68" y="125"/>
                    <a:pt x="68" y="124"/>
                    <a:pt x="68" y="124"/>
                  </a:cubicBezTo>
                  <a:lnTo>
                    <a:pt x="68" y="124"/>
                  </a:lnTo>
                  <a:cubicBezTo>
                    <a:pt x="68" y="124"/>
                    <a:pt x="68" y="124"/>
                    <a:pt x="68" y="124"/>
                  </a:cubicBezTo>
                  <a:close/>
                  <a:moveTo>
                    <a:pt x="129" y="135"/>
                  </a:moveTo>
                  <a:lnTo>
                    <a:pt x="129" y="135"/>
                  </a:lnTo>
                  <a:cubicBezTo>
                    <a:pt x="129" y="135"/>
                    <a:pt x="129" y="135"/>
                    <a:pt x="130" y="135"/>
                  </a:cubicBezTo>
                  <a:lnTo>
                    <a:pt x="130" y="135"/>
                  </a:lnTo>
                  <a:cubicBezTo>
                    <a:pt x="130" y="135"/>
                    <a:pt x="129" y="135"/>
                    <a:pt x="129" y="135"/>
                  </a:cubicBezTo>
                  <a:close/>
                  <a:moveTo>
                    <a:pt x="230" y="144"/>
                  </a:moveTo>
                  <a:cubicBezTo>
                    <a:pt x="230" y="144"/>
                    <a:pt x="230" y="145"/>
                    <a:pt x="230" y="145"/>
                  </a:cubicBezTo>
                  <a:cubicBezTo>
                    <a:pt x="230" y="145"/>
                    <a:pt x="230" y="145"/>
                    <a:pt x="230" y="145"/>
                  </a:cubicBezTo>
                  <a:lnTo>
                    <a:pt x="230" y="145"/>
                  </a:lnTo>
                  <a:cubicBezTo>
                    <a:pt x="230" y="144"/>
                    <a:pt x="230" y="144"/>
                    <a:pt x="230" y="144"/>
                  </a:cubicBezTo>
                  <a:close/>
                  <a:moveTo>
                    <a:pt x="75" y="171"/>
                  </a:moveTo>
                  <a:cubicBezTo>
                    <a:pt x="76" y="172"/>
                    <a:pt x="76" y="172"/>
                    <a:pt x="77" y="173"/>
                  </a:cubicBezTo>
                  <a:lnTo>
                    <a:pt x="77" y="173"/>
                  </a:lnTo>
                  <a:cubicBezTo>
                    <a:pt x="76" y="173"/>
                    <a:pt x="76" y="172"/>
                    <a:pt x="76" y="172"/>
                  </a:cubicBezTo>
                  <a:lnTo>
                    <a:pt x="76" y="172"/>
                  </a:lnTo>
                  <a:cubicBezTo>
                    <a:pt x="76" y="172"/>
                    <a:pt x="75" y="171"/>
                    <a:pt x="75" y="171"/>
                  </a:cubicBezTo>
                  <a:close/>
                  <a:moveTo>
                    <a:pt x="98" y="187"/>
                  </a:moveTo>
                  <a:lnTo>
                    <a:pt x="98" y="187"/>
                  </a:lnTo>
                  <a:cubicBezTo>
                    <a:pt x="99" y="187"/>
                    <a:pt x="99" y="187"/>
                    <a:pt x="99" y="187"/>
                  </a:cubicBezTo>
                  <a:lnTo>
                    <a:pt x="99" y="187"/>
                  </a:lnTo>
                  <a:cubicBezTo>
                    <a:pt x="99" y="187"/>
                    <a:pt x="99" y="187"/>
                    <a:pt x="99" y="187"/>
                  </a:cubicBezTo>
                  <a:lnTo>
                    <a:pt x="99" y="187"/>
                  </a:lnTo>
                  <a:cubicBezTo>
                    <a:pt x="98" y="187"/>
                    <a:pt x="98" y="187"/>
                    <a:pt x="98" y="187"/>
                  </a:cubicBezTo>
                  <a:close/>
                  <a:moveTo>
                    <a:pt x="125" y="0"/>
                  </a:moveTo>
                  <a:cubicBezTo>
                    <a:pt x="111" y="0"/>
                    <a:pt x="96" y="4"/>
                    <a:pt x="83" y="10"/>
                  </a:cubicBezTo>
                  <a:cubicBezTo>
                    <a:pt x="62" y="20"/>
                    <a:pt x="49" y="33"/>
                    <a:pt x="35" y="50"/>
                  </a:cubicBezTo>
                  <a:cubicBezTo>
                    <a:pt x="19" y="67"/>
                    <a:pt x="10" y="88"/>
                    <a:pt x="6" y="110"/>
                  </a:cubicBezTo>
                  <a:cubicBezTo>
                    <a:pt x="3" y="120"/>
                    <a:pt x="2" y="127"/>
                    <a:pt x="0" y="137"/>
                  </a:cubicBezTo>
                  <a:cubicBezTo>
                    <a:pt x="0" y="163"/>
                    <a:pt x="2" y="180"/>
                    <a:pt x="10" y="202"/>
                  </a:cubicBezTo>
                  <a:cubicBezTo>
                    <a:pt x="21" y="229"/>
                    <a:pt x="44" y="247"/>
                    <a:pt x="69" y="258"/>
                  </a:cubicBezTo>
                  <a:cubicBezTo>
                    <a:pt x="74" y="261"/>
                    <a:pt x="78" y="261"/>
                    <a:pt x="85" y="263"/>
                  </a:cubicBezTo>
                  <a:cubicBezTo>
                    <a:pt x="97" y="265"/>
                    <a:pt x="102" y="267"/>
                    <a:pt x="109" y="267"/>
                  </a:cubicBezTo>
                  <a:cubicBezTo>
                    <a:pt x="114" y="267"/>
                    <a:pt x="120" y="266"/>
                    <a:pt x="129" y="265"/>
                  </a:cubicBezTo>
                  <a:cubicBezTo>
                    <a:pt x="150" y="263"/>
                    <a:pt x="175" y="252"/>
                    <a:pt x="189" y="237"/>
                  </a:cubicBezTo>
                  <a:cubicBezTo>
                    <a:pt x="209" y="220"/>
                    <a:pt x="220" y="204"/>
                    <a:pt x="232" y="180"/>
                  </a:cubicBezTo>
                  <a:cubicBezTo>
                    <a:pt x="238" y="169"/>
                    <a:pt x="241" y="155"/>
                    <a:pt x="242" y="144"/>
                  </a:cubicBezTo>
                  <a:cubicBezTo>
                    <a:pt x="243" y="137"/>
                    <a:pt x="242" y="132"/>
                    <a:pt x="242" y="125"/>
                  </a:cubicBezTo>
                  <a:cubicBezTo>
                    <a:pt x="242" y="116"/>
                    <a:pt x="242" y="113"/>
                    <a:pt x="240" y="106"/>
                  </a:cubicBezTo>
                  <a:cubicBezTo>
                    <a:pt x="239" y="100"/>
                    <a:pt x="233" y="82"/>
                    <a:pt x="232" y="78"/>
                  </a:cubicBezTo>
                  <a:cubicBezTo>
                    <a:pt x="232" y="77"/>
                    <a:pt x="231" y="75"/>
                    <a:pt x="230" y="74"/>
                  </a:cubicBezTo>
                  <a:lnTo>
                    <a:pt x="230" y="74"/>
                  </a:lnTo>
                  <a:cubicBezTo>
                    <a:pt x="226" y="63"/>
                    <a:pt x="220" y="53"/>
                    <a:pt x="215" y="44"/>
                  </a:cubicBezTo>
                  <a:cubicBezTo>
                    <a:pt x="203" y="28"/>
                    <a:pt x="187" y="16"/>
                    <a:pt x="168" y="11"/>
                  </a:cubicBezTo>
                  <a:lnTo>
                    <a:pt x="168" y="11"/>
                  </a:lnTo>
                  <a:cubicBezTo>
                    <a:pt x="155" y="4"/>
                    <a:pt x="140" y="0"/>
                    <a:pt x="12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829;p29"/>
            <p:cNvSpPr/>
            <p:nvPr/>
          </p:nvSpPr>
          <p:spPr>
            <a:xfrm>
              <a:off x="5017680" y="1285200"/>
              <a:ext cx="32760" cy="7344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496" h="1110">
                  <a:moveTo>
                    <a:pt x="59" y="1"/>
                  </a:moveTo>
                  <a:cubicBezTo>
                    <a:pt x="33" y="1"/>
                    <a:pt x="7" y="19"/>
                    <a:pt x="6" y="48"/>
                  </a:cubicBezTo>
                  <a:cubicBezTo>
                    <a:pt x="0" y="191"/>
                    <a:pt x="5" y="335"/>
                    <a:pt x="28" y="477"/>
                  </a:cubicBezTo>
                  <a:cubicBezTo>
                    <a:pt x="50" y="616"/>
                    <a:pt x="81" y="755"/>
                    <a:pt x="132" y="886"/>
                  </a:cubicBezTo>
                  <a:cubicBezTo>
                    <a:pt x="146" y="922"/>
                    <a:pt x="159" y="961"/>
                    <a:pt x="179" y="996"/>
                  </a:cubicBezTo>
                  <a:cubicBezTo>
                    <a:pt x="200" y="1030"/>
                    <a:pt x="218" y="1065"/>
                    <a:pt x="238" y="1100"/>
                  </a:cubicBezTo>
                  <a:cubicBezTo>
                    <a:pt x="242" y="1106"/>
                    <a:pt x="249" y="1109"/>
                    <a:pt x="255" y="1109"/>
                  </a:cubicBezTo>
                  <a:cubicBezTo>
                    <a:pt x="266" y="1109"/>
                    <a:pt x="277" y="1102"/>
                    <a:pt x="273" y="1089"/>
                  </a:cubicBezTo>
                  <a:cubicBezTo>
                    <a:pt x="253" y="1023"/>
                    <a:pt x="236" y="957"/>
                    <a:pt x="219" y="891"/>
                  </a:cubicBezTo>
                  <a:cubicBezTo>
                    <a:pt x="201" y="826"/>
                    <a:pt x="185" y="760"/>
                    <a:pt x="169" y="694"/>
                  </a:cubicBezTo>
                  <a:cubicBezTo>
                    <a:pt x="140" y="559"/>
                    <a:pt x="123" y="421"/>
                    <a:pt x="114" y="284"/>
                  </a:cubicBezTo>
                  <a:cubicBezTo>
                    <a:pt x="111" y="241"/>
                    <a:pt x="110" y="200"/>
                    <a:pt x="110" y="159"/>
                  </a:cubicBezTo>
                  <a:lnTo>
                    <a:pt x="110" y="159"/>
                  </a:lnTo>
                  <a:cubicBezTo>
                    <a:pt x="112" y="162"/>
                    <a:pt x="114" y="164"/>
                    <a:pt x="115" y="167"/>
                  </a:cubicBezTo>
                  <a:cubicBezTo>
                    <a:pt x="118" y="169"/>
                    <a:pt x="120" y="172"/>
                    <a:pt x="121" y="174"/>
                  </a:cubicBezTo>
                  <a:cubicBezTo>
                    <a:pt x="119" y="172"/>
                    <a:pt x="119" y="171"/>
                    <a:pt x="119" y="171"/>
                  </a:cubicBezTo>
                  <a:lnTo>
                    <a:pt x="119" y="171"/>
                  </a:lnTo>
                  <a:cubicBezTo>
                    <a:pt x="118" y="171"/>
                    <a:pt x="121" y="175"/>
                    <a:pt x="121" y="175"/>
                  </a:cubicBezTo>
                  <a:cubicBezTo>
                    <a:pt x="125" y="183"/>
                    <a:pt x="130" y="190"/>
                    <a:pt x="132" y="196"/>
                  </a:cubicBezTo>
                  <a:cubicBezTo>
                    <a:pt x="145" y="223"/>
                    <a:pt x="156" y="249"/>
                    <a:pt x="164" y="276"/>
                  </a:cubicBezTo>
                  <a:cubicBezTo>
                    <a:pt x="167" y="282"/>
                    <a:pt x="168" y="288"/>
                    <a:pt x="169" y="294"/>
                  </a:cubicBezTo>
                  <a:cubicBezTo>
                    <a:pt x="170" y="297"/>
                    <a:pt x="171" y="299"/>
                    <a:pt x="172" y="302"/>
                  </a:cubicBezTo>
                  <a:lnTo>
                    <a:pt x="172" y="302"/>
                  </a:lnTo>
                  <a:cubicBezTo>
                    <a:pt x="172" y="302"/>
                    <a:pt x="173" y="304"/>
                    <a:pt x="174" y="306"/>
                  </a:cubicBezTo>
                  <a:cubicBezTo>
                    <a:pt x="179" y="326"/>
                    <a:pt x="186" y="346"/>
                    <a:pt x="191" y="365"/>
                  </a:cubicBezTo>
                  <a:cubicBezTo>
                    <a:pt x="236" y="519"/>
                    <a:pt x="285" y="672"/>
                    <a:pt x="332" y="823"/>
                  </a:cubicBezTo>
                  <a:cubicBezTo>
                    <a:pt x="359" y="909"/>
                    <a:pt x="385" y="996"/>
                    <a:pt x="412" y="1080"/>
                  </a:cubicBezTo>
                  <a:cubicBezTo>
                    <a:pt x="417" y="1096"/>
                    <a:pt x="431" y="1103"/>
                    <a:pt x="446" y="1103"/>
                  </a:cubicBezTo>
                  <a:cubicBezTo>
                    <a:pt x="470" y="1103"/>
                    <a:pt x="495" y="1085"/>
                    <a:pt x="488" y="1057"/>
                  </a:cubicBezTo>
                  <a:cubicBezTo>
                    <a:pt x="445" y="898"/>
                    <a:pt x="401" y="740"/>
                    <a:pt x="359" y="581"/>
                  </a:cubicBezTo>
                  <a:cubicBezTo>
                    <a:pt x="337" y="502"/>
                    <a:pt x="313" y="421"/>
                    <a:pt x="290" y="341"/>
                  </a:cubicBezTo>
                  <a:cubicBezTo>
                    <a:pt x="273" y="279"/>
                    <a:pt x="256" y="213"/>
                    <a:pt x="227" y="153"/>
                  </a:cubicBezTo>
                  <a:cubicBezTo>
                    <a:pt x="196" y="88"/>
                    <a:pt x="147" y="30"/>
                    <a:pt x="77" y="4"/>
                  </a:cubicBezTo>
                  <a:cubicBezTo>
                    <a:pt x="71" y="2"/>
                    <a:pt x="65" y="1"/>
                    <a:pt x="59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830;p29"/>
            <p:cNvSpPr/>
            <p:nvPr/>
          </p:nvSpPr>
          <p:spPr>
            <a:xfrm>
              <a:off x="5020920" y="1328400"/>
              <a:ext cx="2520" cy="43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43" h="68">
                  <a:moveTo>
                    <a:pt x="6" y="1"/>
                  </a:moveTo>
                  <a:cubicBezTo>
                    <a:pt x="3" y="1"/>
                    <a:pt x="0" y="3"/>
                    <a:pt x="1" y="7"/>
                  </a:cubicBezTo>
                  <a:cubicBezTo>
                    <a:pt x="11" y="26"/>
                    <a:pt x="20" y="45"/>
                    <a:pt x="29" y="65"/>
                  </a:cubicBezTo>
                  <a:cubicBezTo>
                    <a:pt x="30" y="67"/>
                    <a:pt x="32" y="68"/>
                    <a:pt x="34" y="68"/>
                  </a:cubicBezTo>
                  <a:cubicBezTo>
                    <a:pt x="38" y="68"/>
                    <a:pt x="42" y="64"/>
                    <a:pt x="40" y="60"/>
                  </a:cubicBezTo>
                  <a:cubicBezTo>
                    <a:pt x="30" y="42"/>
                    <a:pt x="21" y="22"/>
                    <a:pt x="10" y="3"/>
                  </a:cubicBezTo>
                  <a:cubicBezTo>
                    <a:pt x="9" y="1"/>
                    <a:pt x="7" y="1"/>
                    <a:pt x="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831;p29"/>
            <p:cNvSpPr/>
            <p:nvPr/>
          </p:nvSpPr>
          <p:spPr>
            <a:xfrm>
              <a:off x="4998240" y="1365480"/>
              <a:ext cx="57240" cy="54000"/>
            </a:xfrm>
            <a:custGeom>
              <a:avLst/>
              <a:gdLst>
                <a:gd name="textAreaLeft" fmla="*/ 0 w 57240"/>
                <a:gd name="textAreaRight" fmla="*/ 57600 w 5724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865" h="820">
                  <a:moveTo>
                    <a:pt x="752" y="214"/>
                  </a:moveTo>
                  <a:cubicBezTo>
                    <a:pt x="748" y="245"/>
                    <a:pt x="744" y="275"/>
                    <a:pt x="739" y="305"/>
                  </a:cubicBezTo>
                  <a:cubicBezTo>
                    <a:pt x="736" y="328"/>
                    <a:pt x="731" y="352"/>
                    <a:pt x="726" y="375"/>
                  </a:cubicBezTo>
                  <a:cubicBezTo>
                    <a:pt x="726" y="376"/>
                    <a:pt x="724" y="381"/>
                    <a:pt x="724" y="381"/>
                  </a:cubicBezTo>
                  <a:cubicBezTo>
                    <a:pt x="724" y="381"/>
                    <a:pt x="724" y="380"/>
                    <a:pt x="725" y="378"/>
                  </a:cubicBezTo>
                  <a:lnTo>
                    <a:pt x="725" y="378"/>
                  </a:lnTo>
                  <a:cubicBezTo>
                    <a:pt x="722" y="383"/>
                    <a:pt x="721" y="389"/>
                    <a:pt x="720" y="396"/>
                  </a:cubicBezTo>
                  <a:cubicBezTo>
                    <a:pt x="716" y="409"/>
                    <a:pt x="714" y="424"/>
                    <a:pt x="709" y="436"/>
                  </a:cubicBezTo>
                  <a:cubicBezTo>
                    <a:pt x="695" y="481"/>
                    <a:pt x="677" y="526"/>
                    <a:pt x="659" y="569"/>
                  </a:cubicBezTo>
                  <a:cubicBezTo>
                    <a:pt x="649" y="591"/>
                    <a:pt x="638" y="611"/>
                    <a:pt x="627" y="633"/>
                  </a:cubicBezTo>
                  <a:cubicBezTo>
                    <a:pt x="628" y="632"/>
                    <a:pt x="628" y="632"/>
                    <a:pt x="628" y="632"/>
                  </a:cubicBezTo>
                  <a:lnTo>
                    <a:pt x="628" y="632"/>
                  </a:lnTo>
                  <a:cubicBezTo>
                    <a:pt x="628" y="632"/>
                    <a:pt x="622" y="641"/>
                    <a:pt x="622" y="641"/>
                  </a:cubicBezTo>
                  <a:cubicBezTo>
                    <a:pt x="621" y="641"/>
                    <a:pt x="621" y="641"/>
                    <a:pt x="621" y="641"/>
                  </a:cubicBezTo>
                  <a:lnTo>
                    <a:pt x="613" y="654"/>
                  </a:lnTo>
                  <a:cubicBezTo>
                    <a:pt x="610" y="658"/>
                    <a:pt x="607" y="662"/>
                    <a:pt x="605" y="665"/>
                  </a:cubicBezTo>
                  <a:cubicBezTo>
                    <a:pt x="603" y="667"/>
                    <a:pt x="601" y="671"/>
                    <a:pt x="597" y="672"/>
                  </a:cubicBezTo>
                  <a:cubicBezTo>
                    <a:pt x="599" y="670"/>
                    <a:pt x="600" y="669"/>
                    <a:pt x="600" y="669"/>
                  </a:cubicBezTo>
                  <a:lnTo>
                    <a:pt x="600" y="669"/>
                  </a:lnTo>
                  <a:cubicBezTo>
                    <a:pt x="600" y="669"/>
                    <a:pt x="598" y="670"/>
                    <a:pt x="596" y="673"/>
                  </a:cubicBezTo>
                  <a:cubicBezTo>
                    <a:pt x="591" y="678"/>
                    <a:pt x="584" y="683"/>
                    <a:pt x="579" y="688"/>
                  </a:cubicBezTo>
                  <a:cubicBezTo>
                    <a:pt x="578" y="689"/>
                    <a:pt x="578" y="689"/>
                    <a:pt x="577" y="689"/>
                  </a:cubicBezTo>
                  <a:lnTo>
                    <a:pt x="577" y="689"/>
                  </a:lnTo>
                  <a:cubicBezTo>
                    <a:pt x="577" y="689"/>
                    <a:pt x="576" y="690"/>
                    <a:pt x="574" y="691"/>
                  </a:cubicBezTo>
                  <a:cubicBezTo>
                    <a:pt x="573" y="691"/>
                    <a:pt x="573" y="691"/>
                    <a:pt x="572" y="692"/>
                  </a:cubicBezTo>
                  <a:lnTo>
                    <a:pt x="572" y="692"/>
                  </a:lnTo>
                  <a:cubicBezTo>
                    <a:pt x="572" y="687"/>
                    <a:pt x="572" y="683"/>
                    <a:pt x="573" y="678"/>
                  </a:cubicBezTo>
                  <a:cubicBezTo>
                    <a:pt x="573" y="669"/>
                    <a:pt x="574" y="660"/>
                    <a:pt x="575" y="650"/>
                  </a:cubicBezTo>
                  <a:cubicBezTo>
                    <a:pt x="579" y="625"/>
                    <a:pt x="583" y="600"/>
                    <a:pt x="586" y="575"/>
                  </a:cubicBezTo>
                  <a:cubicBezTo>
                    <a:pt x="591" y="551"/>
                    <a:pt x="595" y="537"/>
                    <a:pt x="601" y="517"/>
                  </a:cubicBezTo>
                  <a:cubicBezTo>
                    <a:pt x="606" y="495"/>
                    <a:pt x="614" y="473"/>
                    <a:pt x="621" y="451"/>
                  </a:cubicBezTo>
                  <a:cubicBezTo>
                    <a:pt x="630" y="426"/>
                    <a:pt x="640" y="403"/>
                    <a:pt x="650" y="380"/>
                  </a:cubicBezTo>
                  <a:lnTo>
                    <a:pt x="650" y="380"/>
                  </a:lnTo>
                  <a:cubicBezTo>
                    <a:pt x="688" y="327"/>
                    <a:pt x="722" y="272"/>
                    <a:pt x="752" y="214"/>
                  </a:cubicBezTo>
                  <a:close/>
                  <a:moveTo>
                    <a:pt x="568" y="698"/>
                  </a:moveTo>
                  <a:lnTo>
                    <a:pt x="568" y="698"/>
                  </a:lnTo>
                  <a:cubicBezTo>
                    <a:pt x="568" y="698"/>
                    <a:pt x="569" y="698"/>
                    <a:pt x="569" y="698"/>
                  </a:cubicBezTo>
                  <a:cubicBezTo>
                    <a:pt x="569" y="698"/>
                    <a:pt x="568" y="698"/>
                    <a:pt x="568" y="698"/>
                  </a:cubicBezTo>
                  <a:close/>
                  <a:moveTo>
                    <a:pt x="573" y="701"/>
                  </a:moveTo>
                  <a:cubicBezTo>
                    <a:pt x="573" y="701"/>
                    <a:pt x="573" y="701"/>
                    <a:pt x="573" y="702"/>
                  </a:cubicBezTo>
                  <a:cubicBezTo>
                    <a:pt x="573" y="702"/>
                    <a:pt x="573" y="701"/>
                    <a:pt x="573" y="701"/>
                  </a:cubicBezTo>
                  <a:close/>
                  <a:moveTo>
                    <a:pt x="805" y="0"/>
                  </a:moveTo>
                  <a:cubicBezTo>
                    <a:pt x="795" y="0"/>
                    <a:pt x="785" y="5"/>
                    <a:pt x="782" y="17"/>
                  </a:cubicBezTo>
                  <a:cubicBezTo>
                    <a:pt x="775" y="40"/>
                    <a:pt x="769" y="63"/>
                    <a:pt x="764" y="87"/>
                  </a:cubicBezTo>
                  <a:cubicBezTo>
                    <a:pt x="763" y="96"/>
                    <a:pt x="762" y="106"/>
                    <a:pt x="761" y="115"/>
                  </a:cubicBezTo>
                  <a:lnTo>
                    <a:pt x="761" y="115"/>
                  </a:lnTo>
                  <a:cubicBezTo>
                    <a:pt x="757" y="112"/>
                    <a:pt x="754" y="109"/>
                    <a:pt x="750" y="107"/>
                  </a:cubicBezTo>
                  <a:cubicBezTo>
                    <a:pt x="742" y="103"/>
                    <a:pt x="733" y="101"/>
                    <a:pt x="725" y="101"/>
                  </a:cubicBezTo>
                  <a:cubicBezTo>
                    <a:pt x="710" y="101"/>
                    <a:pt x="696" y="108"/>
                    <a:pt x="684" y="121"/>
                  </a:cubicBezTo>
                  <a:cubicBezTo>
                    <a:pt x="613" y="199"/>
                    <a:pt x="562" y="298"/>
                    <a:pt x="525" y="395"/>
                  </a:cubicBezTo>
                  <a:cubicBezTo>
                    <a:pt x="515" y="423"/>
                    <a:pt x="506" y="451"/>
                    <a:pt x="498" y="479"/>
                  </a:cubicBezTo>
                  <a:lnTo>
                    <a:pt x="498" y="479"/>
                  </a:lnTo>
                  <a:cubicBezTo>
                    <a:pt x="498" y="480"/>
                    <a:pt x="498" y="480"/>
                    <a:pt x="497" y="481"/>
                  </a:cubicBezTo>
                  <a:cubicBezTo>
                    <a:pt x="420" y="592"/>
                    <a:pt x="325" y="684"/>
                    <a:pt x="211" y="755"/>
                  </a:cubicBezTo>
                  <a:cubicBezTo>
                    <a:pt x="184" y="772"/>
                    <a:pt x="155" y="787"/>
                    <a:pt x="123" y="789"/>
                  </a:cubicBezTo>
                  <a:cubicBezTo>
                    <a:pt x="119" y="790"/>
                    <a:pt x="115" y="790"/>
                    <a:pt x="111" y="790"/>
                  </a:cubicBezTo>
                  <a:cubicBezTo>
                    <a:pt x="101" y="790"/>
                    <a:pt x="91" y="788"/>
                    <a:pt x="82" y="786"/>
                  </a:cubicBezTo>
                  <a:cubicBezTo>
                    <a:pt x="75" y="783"/>
                    <a:pt x="70" y="778"/>
                    <a:pt x="64" y="776"/>
                  </a:cubicBezTo>
                  <a:lnTo>
                    <a:pt x="62" y="774"/>
                  </a:lnTo>
                  <a:lnTo>
                    <a:pt x="62" y="774"/>
                  </a:lnTo>
                  <a:cubicBezTo>
                    <a:pt x="80" y="752"/>
                    <a:pt x="91" y="726"/>
                    <a:pt x="105" y="702"/>
                  </a:cubicBezTo>
                  <a:cubicBezTo>
                    <a:pt x="121" y="676"/>
                    <a:pt x="137" y="651"/>
                    <a:pt x="151" y="625"/>
                  </a:cubicBezTo>
                  <a:cubicBezTo>
                    <a:pt x="183" y="572"/>
                    <a:pt x="217" y="520"/>
                    <a:pt x="255" y="471"/>
                  </a:cubicBezTo>
                  <a:cubicBezTo>
                    <a:pt x="328" y="372"/>
                    <a:pt x="411" y="279"/>
                    <a:pt x="501" y="195"/>
                  </a:cubicBezTo>
                  <a:cubicBezTo>
                    <a:pt x="549" y="150"/>
                    <a:pt x="599" y="109"/>
                    <a:pt x="649" y="68"/>
                  </a:cubicBezTo>
                  <a:lnTo>
                    <a:pt x="649" y="68"/>
                  </a:lnTo>
                  <a:cubicBezTo>
                    <a:pt x="653" y="66"/>
                    <a:pt x="656" y="64"/>
                    <a:pt x="659" y="61"/>
                  </a:cubicBezTo>
                  <a:cubicBezTo>
                    <a:pt x="672" y="50"/>
                    <a:pt x="673" y="29"/>
                    <a:pt x="662" y="16"/>
                  </a:cubicBezTo>
                  <a:cubicBezTo>
                    <a:pt x="656" y="9"/>
                    <a:pt x="648" y="6"/>
                    <a:pt x="640" y="6"/>
                  </a:cubicBezTo>
                  <a:cubicBezTo>
                    <a:pt x="634" y="6"/>
                    <a:pt x="628" y="7"/>
                    <a:pt x="622" y="10"/>
                  </a:cubicBezTo>
                  <a:lnTo>
                    <a:pt x="622" y="10"/>
                  </a:lnTo>
                  <a:cubicBezTo>
                    <a:pt x="622" y="10"/>
                    <a:pt x="622" y="10"/>
                    <a:pt x="621" y="10"/>
                  </a:cubicBezTo>
                  <a:cubicBezTo>
                    <a:pt x="620" y="11"/>
                    <a:pt x="619" y="12"/>
                    <a:pt x="618" y="13"/>
                  </a:cubicBezTo>
                  <a:lnTo>
                    <a:pt x="618" y="13"/>
                  </a:lnTo>
                  <a:cubicBezTo>
                    <a:pt x="618" y="13"/>
                    <a:pt x="618" y="13"/>
                    <a:pt x="618" y="13"/>
                  </a:cubicBezTo>
                  <a:cubicBezTo>
                    <a:pt x="560" y="50"/>
                    <a:pt x="503" y="95"/>
                    <a:pt x="451" y="140"/>
                  </a:cubicBezTo>
                  <a:cubicBezTo>
                    <a:pt x="440" y="150"/>
                    <a:pt x="428" y="160"/>
                    <a:pt x="417" y="170"/>
                  </a:cubicBezTo>
                  <a:lnTo>
                    <a:pt x="417" y="170"/>
                  </a:lnTo>
                  <a:cubicBezTo>
                    <a:pt x="305" y="239"/>
                    <a:pt x="182" y="290"/>
                    <a:pt x="57" y="323"/>
                  </a:cubicBezTo>
                  <a:cubicBezTo>
                    <a:pt x="31" y="330"/>
                    <a:pt x="34" y="365"/>
                    <a:pt x="57" y="365"/>
                  </a:cubicBezTo>
                  <a:cubicBezTo>
                    <a:pt x="58" y="365"/>
                    <a:pt x="60" y="365"/>
                    <a:pt x="61" y="364"/>
                  </a:cubicBezTo>
                  <a:cubicBezTo>
                    <a:pt x="146" y="343"/>
                    <a:pt x="228" y="316"/>
                    <a:pt x="307" y="280"/>
                  </a:cubicBezTo>
                  <a:lnTo>
                    <a:pt x="307" y="280"/>
                  </a:lnTo>
                  <a:cubicBezTo>
                    <a:pt x="304" y="283"/>
                    <a:pt x="301" y="287"/>
                    <a:pt x="297" y="291"/>
                  </a:cubicBezTo>
                  <a:cubicBezTo>
                    <a:pt x="252" y="343"/>
                    <a:pt x="209" y="398"/>
                    <a:pt x="168" y="454"/>
                  </a:cubicBezTo>
                  <a:cubicBezTo>
                    <a:pt x="128" y="513"/>
                    <a:pt x="89" y="573"/>
                    <a:pt x="57" y="636"/>
                  </a:cubicBezTo>
                  <a:cubicBezTo>
                    <a:pt x="42" y="667"/>
                    <a:pt x="25" y="700"/>
                    <a:pt x="13" y="733"/>
                  </a:cubicBezTo>
                  <a:cubicBezTo>
                    <a:pt x="8" y="749"/>
                    <a:pt x="1" y="772"/>
                    <a:pt x="12" y="785"/>
                  </a:cubicBezTo>
                  <a:cubicBezTo>
                    <a:pt x="19" y="795"/>
                    <a:pt x="33" y="803"/>
                    <a:pt x="44" y="809"/>
                  </a:cubicBezTo>
                  <a:cubicBezTo>
                    <a:pt x="58" y="817"/>
                    <a:pt x="74" y="820"/>
                    <a:pt x="91" y="820"/>
                  </a:cubicBezTo>
                  <a:cubicBezTo>
                    <a:pt x="126" y="820"/>
                    <a:pt x="164" y="806"/>
                    <a:pt x="193" y="792"/>
                  </a:cubicBezTo>
                  <a:cubicBezTo>
                    <a:pt x="250" y="762"/>
                    <a:pt x="299" y="718"/>
                    <a:pt x="351" y="680"/>
                  </a:cubicBezTo>
                  <a:cubicBezTo>
                    <a:pt x="395" y="646"/>
                    <a:pt x="437" y="610"/>
                    <a:pt x="478" y="571"/>
                  </a:cubicBezTo>
                  <a:lnTo>
                    <a:pt x="478" y="571"/>
                  </a:lnTo>
                  <a:cubicBezTo>
                    <a:pt x="475" y="592"/>
                    <a:pt x="473" y="612"/>
                    <a:pt x="470" y="633"/>
                  </a:cubicBezTo>
                  <a:cubicBezTo>
                    <a:pt x="468" y="660"/>
                    <a:pt x="463" y="689"/>
                    <a:pt x="469" y="716"/>
                  </a:cubicBezTo>
                  <a:cubicBezTo>
                    <a:pt x="479" y="766"/>
                    <a:pt x="520" y="797"/>
                    <a:pt x="567" y="797"/>
                  </a:cubicBezTo>
                  <a:cubicBezTo>
                    <a:pt x="577" y="797"/>
                    <a:pt x="588" y="796"/>
                    <a:pt x="598" y="793"/>
                  </a:cubicBezTo>
                  <a:cubicBezTo>
                    <a:pt x="646" y="777"/>
                    <a:pt x="684" y="739"/>
                    <a:pt x="709" y="696"/>
                  </a:cubicBezTo>
                  <a:cubicBezTo>
                    <a:pt x="765" y="600"/>
                    <a:pt x="808" y="497"/>
                    <a:pt x="834" y="391"/>
                  </a:cubicBezTo>
                  <a:cubicBezTo>
                    <a:pt x="849" y="330"/>
                    <a:pt x="863" y="268"/>
                    <a:pt x="863" y="205"/>
                  </a:cubicBezTo>
                  <a:cubicBezTo>
                    <a:pt x="863" y="172"/>
                    <a:pt x="864" y="138"/>
                    <a:pt x="860" y="105"/>
                  </a:cubicBezTo>
                  <a:cubicBezTo>
                    <a:pt x="858" y="73"/>
                    <a:pt x="845" y="45"/>
                    <a:pt x="831" y="15"/>
                  </a:cubicBezTo>
                  <a:cubicBezTo>
                    <a:pt x="826" y="6"/>
                    <a:pt x="815" y="0"/>
                    <a:pt x="80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832;p29"/>
            <p:cNvSpPr/>
            <p:nvPr/>
          </p:nvSpPr>
          <p:spPr>
            <a:xfrm>
              <a:off x="5042520" y="1295640"/>
              <a:ext cx="33120" cy="8280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502" h="1249">
                  <a:moveTo>
                    <a:pt x="317" y="123"/>
                  </a:moveTo>
                  <a:cubicBezTo>
                    <a:pt x="317" y="123"/>
                    <a:pt x="317" y="123"/>
                    <a:pt x="319" y="123"/>
                  </a:cubicBezTo>
                  <a:cubicBezTo>
                    <a:pt x="319" y="123"/>
                    <a:pt x="319" y="123"/>
                    <a:pt x="319" y="123"/>
                  </a:cubicBezTo>
                  <a:lnTo>
                    <a:pt x="319" y="123"/>
                  </a:lnTo>
                  <a:cubicBezTo>
                    <a:pt x="318" y="123"/>
                    <a:pt x="317" y="123"/>
                    <a:pt x="317" y="123"/>
                  </a:cubicBezTo>
                  <a:close/>
                  <a:moveTo>
                    <a:pt x="319" y="122"/>
                  </a:moveTo>
                  <a:cubicBezTo>
                    <a:pt x="320" y="122"/>
                    <a:pt x="321" y="123"/>
                    <a:pt x="322" y="124"/>
                  </a:cubicBezTo>
                  <a:lnTo>
                    <a:pt x="322" y="124"/>
                  </a:lnTo>
                  <a:cubicBezTo>
                    <a:pt x="322" y="124"/>
                    <a:pt x="322" y="124"/>
                    <a:pt x="322" y="124"/>
                  </a:cubicBezTo>
                  <a:lnTo>
                    <a:pt x="322" y="124"/>
                  </a:lnTo>
                  <a:cubicBezTo>
                    <a:pt x="322" y="124"/>
                    <a:pt x="322" y="124"/>
                    <a:pt x="322" y="124"/>
                  </a:cubicBezTo>
                  <a:lnTo>
                    <a:pt x="322" y="124"/>
                  </a:lnTo>
                  <a:cubicBezTo>
                    <a:pt x="321" y="123"/>
                    <a:pt x="320" y="123"/>
                    <a:pt x="319" y="122"/>
                  </a:cubicBezTo>
                  <a:close/>
                  <a:moveTo>
                    <a:pt x="317" y="124"/>
                  </a:moveTo>
                  <a:cubicBezTo>
                    <a:pt x="318" y="124"/>
                    <a:pt x="318" y="124"/>
                    <a:pt x="320" y="124"/>
                  </a:cubicBezTo>
                  <a:lnTo>
                    <a:pt x="320" y="124"/>
                  </a:lnTo>
                  <a:cubicBezTo>
                    <a:pt x="320" y="124"/>
                    <a:pt x="319" y="124"/>
                    <a:pt x="319" y="124"/>
                  </a:cubicBezTo>
                  <a:cubicBezTo>
                    <a:pt x="319" y="124"/>
                    <a:pt x="319" y="124"/>
                    <a:pt x="319" y="124"/>
                  </a:cubicBezTo>
                  <a:lnTo>
                    <a:pt x="319" y="124"/>
                  </a:lnTo>
                  <a:cubicBezTo>
                    <a:pt x="318" y="124"/>
                    <a:pt x="317" y="124"/>
                    <a:pt x="317" y="124"/>
                  </a:cubicBezTo>
                  <a:close/>
                  <a:moveTo>
                    <a:pt x="320" y="124"/>
                  </a:moveTo>
                  <a:lnTo>
                    <a:pt x="320" y="124"/>
                  </a:lnTo>
                  <a:cubicBezTo>
                    <a:pt x="320" y="124"/>
                    <a:pt x="321" y="124"/>
                    <a:pt x="321" y="124"/>
                  </a:cubicBezTo>
                  <a:lnTo>
                    <a:pt x="321" y="124"/>
                  </a:lnTo>
                  <a:cubicBezTo>
                    <a:pt x="321" y="124"/>
                    <a:pt x="321" y="124"/>
                    <a:pt x="321" y="124"/>
                  </a:cubicBezTo>
                  <a:lnTo>
                    <a:pt x="321" y="124"/>
                  </a:lnTo>
                  <a:cubicBezTo>
                    <a:pt x="321" y="124"/>
                    <a:pt x="321" y="124"/>
                    <a:pt x="321" y="124"/>
                  </a:cubicBezTo>
                  <a:cubicBezTo>
                    <a:pt x="321" y="124"/>
                    <a:pt x="320" y="124"/>
                    <a:pt x="320" y="124"/>
                  </a:cubicBezTo>
                  <a:close/>
                  <a:moveTo>
                    <a:pt x="321" y="124"/>
                  </a:moveTo>
                  <a:cubicBezTo>
                    <a:pt x="321" y="124"/>
                    <a:pt x="322" y="124"/>
                    <a:pt x="322" y="124"/>
                  </a:cubicBezTo>
                  <a:lnTo>
                    <a:pt x="322" y="124"/>
                  </a:lnTo>
                  <a:cubicBezTo>
                    <a:pt x="322" y="124"/>
                    <a:pt x="322" y="124"/>
                    <a:pt x="322" y="124"/>
                  </a:cubicBezTo>
                  <a:lnTo>
                    <a:pt x="322" y="124"/>
                  </a:lnTo>
                  <a:cubicBezTo>
                    <a:pt x="322" y="124"/>
                    <a:pt x="321" y="124"/>
                    <a:pt x="321" y="124"/>
                  </a:cubicBezTo>
                  <a:close/>
                  <a:moveTo>
                    <a:pt x="319" y="124"/>
                  </a:moveTo>
                  <a:cubicBezTo>
                    <a:pt x="320" y="124"/>
                    <a:pt x="321" y="124"/>
                    <a:pt x="322" y="125"/>
                  </a:cubicBezTo>
                  <a:lnTo>
                    <a:pt x="322" y="125"/>
                  </a:lnTo>
                  <a:cubicBezTo>
                    <a:pt x="322" y="125"/>
                    <a:pt x="322" y="124"/>
                    <a:pt x="322" y="124"/>
                  </a:cubicBezTo>
                  <a:lnTo>
                    <a:pt x="322" y="124"/>
                  </a:lnTo>
                  <a:cubicBezTo>
                    <a:pt x="322" y="125"/>
                    <a:pt x="322" y="125"/>
                    <a:pt x="322" y="125"/>
                  </a:cubicBezTo>
                  <a:lnTo>
                    <a:pt x="322" y="125"/>
                  </a:lnTo>
                  <a:cubicBezTo>
                    <a:pt x="322" y="125"/>
                    <a:pt x="322" y="125"/>
                    <a:pt x="322" y="125"/>
                  </a:cubicBezTo>
                  <a:lnTo>
                    <a:pt x="322" y="125"/>
                  </a:lnTo>
                  <a:cubicBezTo>
                    <a:pt x="321" y="125"/>
                    <a:pt x="321" y="125"/>
                    <a:pt x="321" y="125"/>
                  </a:cubicBezTo>
                  <a:lnTo>
                    <a:pt x="321" y="125"/>
                  </a:lnTo>
                  <a:cubicBezTo>
                    <a:pt x="318" y="125"/>
                    <a:pt x="316" y="124"/>
                    <a:pt x="319" y="124"/>
                  </a:cubicBezTo>
                  <a:close/>
                  <a:moveTo>
                    <a:pt x="323" y="125"/>
                  </a:moveTo>
                  <a:lnTo>
                    <a:pt x="323" y="125"/>
                  </a:lnTo>
                  <a:cubicBezTo>
                    <a:pt x="323" y="125"/>
                    <a:pt x="323" y="125"/>
                    <a:pt x="323" y="125"/>
                  </a:cubicBezTo>
                  <a:lnTo>
                    <a:pt x="323" y="125"/>
                  </a:lnTo>
                  <a:cubicBezTo>
                    <a:pt x="323" y="125"/>
                    <a:pt x="323" y="125"/>
                    <a:pt x="323" y="125"/>
                  </a:cubicBezTo>
                  <a:lnTo>
                    <a:pt x="323" y="125"/>
                  </a:lnTo>
                  <a:lnTo>
                    <a:pt x="323" y="125"/>
                  </a:lnTo>
                  <a:close/>
                  <a:moveTo>
                    <a:pt x="322" y="125"/>
                  </a:moveTo>
                  <a:lnTo>
                    <a:pt x="322" y="125"/>
                  </a:lnTo>
                  <a:cubicBezTo>
                    <a:pt x="322" y="125"/>
                    <a:pt x="322" y="125"/>
                    <a:pt x="322" y="125"/>
                  </a:cubicBezTo>
                  <a:lnTo>
                    <a:pt x="322" y="125"/>
                  </a:lnTo>
                  <a:cubicBezTo>
                    <a:pt x="322" y="125"/>
                    <a:pt x="322" y="125"/>
                    <a:pt x="322" y="125"/>
                  </a:cubicBezTo>
                  <a:cubicBezTo>
                    <a:pt x="322" y="125"/>
                    <a:pt x="322" y="125"/>
                    <a:pt x="321" y="125"/>
                  </a:cubicBezTo>
                  <a:lnTo>
                    <a:pt x="321" y="125"/>
                  </a:lnTo>
                  <a:cubicBezTo>
                    <a:pt x="322" y="125"/>
                    <a:pt x="322" y="125"/>
                    <a:pt x="322" y="125"/>
                  </a:cubicBezTo>
                  <a:close/>
                  <a:moveTo>
                    <a:pt x="326" y="123"/>
                  </a:moveTo>
                  <a:cubicBezTo>
                    <a:pt x="326" y="124"/>
                    <a:pt x="326" y="125"/>
                    <a:pt x="325" y="125"/>
                  </a:cubicBezTo>
                  <a:lnTo>
                    <a:pt x="325" y="125"/>
                  </a:lnTo>
                  <a:cubicBezTo>
                    <a:pt x="324" y="125"/>
                    <a:pt x="324" y="125"/>
                    <a:pt x="324" y="125"/>
                  </a:cubicBezTo>
                  <a:lnTo>
                    <a:pt x="324" y="125"/>
                  </a:lnTo>
                  <a:cubicBezTo>
                    <a:pt x="324" y="125"/>
                    <a:pt x="324" y="125"/>
                    <a:pt x="325" y="125"/>
                  </a:cubicBezTo>
                  <a:lnTo>
                    <a:pt x="325" y="125"/>
                  </a:lnTo>
                  <a:cubicBezTo>
                    <a:pt x="325" y="125"/>
                    <a:pt x="325" y="125"/>
                    <a:pt x="325" y="125"/>
                  </a:cubicBezTo>
                  <a:lnTo>
                    <a:pt x="325" y="125"/>
                  </a:lnTo>
                  <a:cubicBezTo>
                    <a:pt x="326" y="125"/>
                    <a:pt x="326" y="125"/>
                    <a:pt x="326" y="125"/>
                  </a:cubicBezTo>
                  <a:cubicBezTo>
                    <a:pt x="326" y="125"/>
                    <a:pt x="325" y="125"/>
                    <a:pt x="324" y="125"/>
                  </a:cubicBezTo>
                  <a:lnTo>
                    <a:pt x="324" y="125"/>
                  </a:lnTo>
                  <a:cubicBezTo>
                    <a:pt x="324" y="125"/>
                    <a:pt x="324" y="125"/>
                    <a:pt x="323" y="125"/>
                  </a:cubicBezTo>
                  <a:lnTo>
                    <a:pt x="323" y="125"/>
                  </a:lnTo>
                  <a:cubicBezTo>
                    <a:pt x="323" y="125"/>
                    <a:pt x="323" y="125"/>
                    <a:pt x="323" y="125"/>
                  </a:cubicBezTo>
                  <a:lnTo>
                    <a:pt x="323" y="125"/>
                  </a:lnTo>
                  <a:lnTo>
                    <a:pt x="323" y="125"/>
                  </a:lnTo>
                  <a:lnTo>
                    <a:pt x="323" y="125"/>
                  </a:lnTo>
                  <a:cubicBezTo>
                    <a:pt x="323" y="125"/>
                    <a:pt x="324" y="125"/>
                    <a:pt x="324" y="125"/>
                  </a:cubicBezTo>
                  <a:lnTo>
                    <a:pt x="324" y="125"/>
                  </a:lnTo>
                  <a:cubicBezTo>
                    <a:pt x="324" y="125"/>
                    <a:pt x="324" y="125"/>
                    <a:pt x="324" y="125"/>
                  </a:cubicBezTo>
                  <a:lnTo>
                    <a:pt x="324" y="125"/>
                  </a:lnTo>
                  <a:cubicBezTo>
                    <a:pt x="325" y="125"/>
                    <a:pt x="325" y="125"/>
                    <a:pt x="325" y="125"/>
                  </a:cubicBezTo>
                  <a:cubicBezTo>
                    <a:pt x="326" y="125"/>
                    <a:pt x="325" y="125"/>
                    <a:pt x="325" y="125"/>
                  </a:cubicBezTo>
                  <a:lnTo>
                    <a:pt x="325" y="125"/>
                  </a:lnTo>
                  <a:cubicBezTo>
                    <a:pt x="324" y="125"/>
                    <a:pt x="324" y="125"/>
                    <a:pt x="324" y="125"/>
                  </a:cubicBezTo>
                  <a:lnTo>
                    <a:pt x="324" y="125"/>
                  </a:lnTo>
                  <a:cubicBezTo>
                    <a:pt x="324" y="125"/>
                    <a:pt x="324" y="125"/>
                    <a:pt x="323" y="125"/>
                  </a:cubicBezTo>
                  <a:lnTo>
                    <a:pt x="323" y="125"/>
                  </a:lnTo>
                  <a:lnTo>
                    <a:pt x="323" y="125"/>
                  </a:lnTo>
                  <a:lnTo>
                    <a:pt x="323" y="125"/>
                  </a:lnTo>
                  <a:cubicBezTo>
                    <a:pt x="323" y="125"/>
                    <a:pt x="323" y="125"/>
                    <a:pt x="323" y="125"/>
                  </a:cubicBezTo>
                  <a:lnTo>
                    <a:pt x="323" y="125"/>
                  </a:lnTo>
                  <a:cubicBezTo>
                    <a:pt x="323" y="125"/>
                    <a:pt x="323" y="125"/>
                    <a:pt x="323" y="125"/>
                  </a:cubicBezTo>
                  <a:lnTo>
                    <a:pt x="323" y="125"/>
                  </a:lnTo>
                  <a:cubicBezTo>
                    <a:pt x="323" y="125"/>
                    <a:pt x="323" y="125"/>
                    <a:pt x="323" y="125"/>
                  </a:cubicBezTo>
                  <a:lnTo>
                    <a:pt x="323" y="125"/>
                  </a:lnTo>
                  <a:lnTo>
                    <a:pt x="323" y="125"/>
                  </a:lnTo>
                  <a:lnTo>
                    <a:pt x="323" y="125"/>
                  </a:lnTo>
                  <a:cubicBezTo>
                    <a:pt x="324" y="125"/>
                    <a:pt x="324" y="125"/>
                    <a:pt x="324" y="125"/>
                  </a:cubicBezTo>
                  <a:lnTo>
                    <a:pt x="324" y="125"/>
                  </a:lnTo>
                  <a:cubicBezTo>
                    <a:pt x="324" y="125"/>
                    <a:pt x="324" y="125"/>
                    <a:pt x="323" y="124"/>
                  </a:cubicBezTo>
                  <a:lnTo>
                    <a:pt x="323" y="124"/>
                  </a:lnTo>
                  <a:lnTo>
                    <a:pt x="325" y="123"/>
                  </a:lnTo>
                  <a:lnTo>
                    <a:pt x="325" y="123"/>
                  </a:lnTo>
                  <a:cubicBezTo>
                    <a:pt x="325" y="123"/>
                    <a:pt x="326" y="123"/>
                    <a:pt x="326" y="123"/>
                  </a:cubicBezTo>
                  <a:close/>
                  <a:moveTo>
                    <a:pt x="309" y="136"/>
                  </a:moveTo>
                  <a:cubicBezTo>
                    <a:pt x="309" y="136"/>
                    <a:pt x="308" y="137"/>
                    <a:pt x="306" y="141"/>
                  </a:cubicBezTo>
                  <a:cubicBezTo>
                    <a:pt x="305" y="141"/>
                    <a:pt x="305" y="141"/>
                    <a:pt x="305" y="141"/>
                  </a:cubicBezTo>
                  <a:lnTo>
                    <a:pt x="305" y="141"/>
                  </a:lnTo>
                  <a:cubicBezTo>
                    <a:pt x="307" y="139"/>
                    <a:pt x="309" y="136"/>
                    <a:pt x="309" y="136"/>
                  </a:cubicBezTo>
                  <a:close/>
                  <a:moveTo>
                    <a:pt x="315" y="1"/>
                  </a:moveTo>
                  <a:cubicBezTo>
                    <a:pt x="302" y="1"/>
                    <a:pt x="289" y="3"/>
                    <a:pt x="277" y="7"/>
                  </a:cubicBezTo>
                  <a:cubicBezTo>
                    <a:pt x="236" y="19"/>
                    <a:pt x="203" y="50"/>
                    <a:pt x="178" y="85"/>
                  </a:cubicBezTo>
                  <a:cubicBezTo>
                    <a:pt x="154" y="122"/>
                    <a:pt x="139" y="160"/>
                    <a:pt x="127" y="201"/>
                  </a:cubicBezTo>
                  <a:cubicBezTo>
                    <a:pt x="112" y="245"/>
                    <a:pt x="100" y="288"/>
                    <a:pt x="89" y="332"/>
                  </a:cubicBezTo>
                  <a:cubicBezTo>
                    <a:pt x="64" y="424"/>
                    <a:pt x="44" y="517"/>
                    <a:pt x="29" y="611"/>
                  </a:cubicBezTo>
                  <a:cubicBezTo>
                    <a:pt x="12" y="711"/>
                    <a:pt x="0" y="813"/>
                    <a:pt x="1" y="915"/>
                  </a:cubicBezTo>
                  <a:cubicBezTo>
                    <a:pt x="1" y="946"/>
                    <a:pt x="2" y="974"/>
                    <a:pt x="2" y="1005"/>
                  </a:cubicBezTo>
                  <a:cubicBezTo>
                    <a:pt x="2" y="1017"/>
                    <a:pt x="2" y="1030"/>
                    <a:pt x="6" y="1043"/>
                  </a:cubicBezTo>
                  <a:cubicBezTo>
                    <a:pt x="7" y="1051"/>
                    <a:pt x="11" y="1058"/>
                    <a:pt x="12" y="1066"/>
                  </a:cubicBezTo>
                  <a:cubicBezTo>
                    <a:pt x="13" y="1068"/>
                    <a:pt x="13" y="1069"/>
                    <a:pt x="13" y="1069"/>
                  </a:cubicBezTo>
                  <a:cubicBezTo>
                    <a:pt x="13" y="1069"/>
                    <a:pt x="13" y="1069"/>
                    <a:pt x="12" y="1068"/>
                  </a:cubicBezTo>
                  <a:lnTo>
                    <a:pt x="12" y="1068"/>
                  </a:lnTo>
                  <a:cubicBezTo>
                    <a:pt x="12" y="1072"/>
                    <a:pt x="13" y="1076"/>
                    <a:pt x="13" y="1080"/>
                  </a:cubicBezTo>
                  <a:cubicBezTo>
                    <a:pt x="17" y="1106"/>
                    <a:pt x="19" y="1131"/>
                    <a:pt x="23" y="1156"/>
                  </a:cubicBezTo>
                  <a:cubicBezTo>
                    <a:pt x="28" y="1184"/>
                    <a:pt x="30" y="1208"/>
                    <a:pt x="44" y="1232"/>
                  </a:cubicBezTo>
                  <a:cubicBezTo>
                    <a:pt x="50" y="1243"/>
                    <a:pt x="60" y="1248"/>
                    <a:pt x="70" y="1248"/>
                  </a:cubicBezTo>
                  <a:cubicBezTo>
                    <a:pt x="80" y="1248"/>
                    <a:pt x="90" y="1243"/>
                    <a:pt x="96" y="1231"/>
                  </a:cubicBezTo>
                  <a:cubicBezTo>
                    <a:pt x="113" y="1192"/>
                    <a:pt x="111" y="1146"/>
                    <a:pt x="117" y="1102"/>
                  </a:cubicBezTo>
                  <a:cubicBezTo>
                    <a:pt x="118" y="1091"/>
                    <a:pt x="119" y="1080"/>
                    <a:pt x="121" y="1071"/>
                  </a:cubicBezTo>
                  <a:cubicBezTo>
                    <a:pt x="121" y="1071"/>
                    <a:pt x="122" y="1064"/>
                    <a:pt x="122" y="1064"/>
                  </a:cubicBezTo>
                  <a:lnTo>
                    <a:pt x="122" y="1064"/>
                  </a:lnTo>
                  <a:cubicBezTo>
                    <a:pt x="121" y="1064"/>
                    <a:pt x="121" y="1064"/>
                    <a:pt x="121" y="1065"/>
                  </a:cubicBezTo>
                  <a:lnTo>
                    <a:pt x="121" y="1065"/>
                  </a:lnTo>
                  <a:cubicBezTo>
                    <a:pt x="122" y="1059"/>
                    <a:pt x="125" y="1054"/>
                    <a:pt x="127" y="1047"/>
                  </a:cubicBezTo>
                  <a:cubicBezTo>
                    <a:pt x="132" y="1024"/>
                    <a:pt x="132" y="999"/>
                    <a:pt x="134" y="974"/>
                  </a:cubicBezTo>
                  <a:cubicBezTo>
                    <a:pt x="139" y="934"/>
                    <a:pt x="144" y="892"/>
                    <a:pt x="150" y="852"/>
                  </a:cubicBezTo>
                  <a:cubicBezTo>
                    <a:pt x="155" y="809"/>
                    <a:pt x="157" y="766"/>
                    <a:pt x="163" y="723"/>
                  </a:cubicBezTo>
                  <a:cubicBezTo>
                    <a:pt x="174" y="638"/>
                    <a:pt x="187" y="555"/>
                    <a:pt x="203" y="469"/>
                  </a:cubicBezTo>
                  <a:cubicBezTo>
                    <a:pt x="207" y="448"/>
                    <a:pt x="211" y="429"/>
                    <a:pt x="215" y="409"/>
                  </a:cubicBezTo>
                  <a:cubicBezTo>
                    <a:pt x="218" y="399"/>
                    <a:pt x="220" y="390"/>
                    <a:pt x="222" y="380"/>
                  </a:cubicBezTo>
                  <a:lnTo>
                    <a:pt x="226" y="364"/>
                  </a:lnTo>
                  <a:lnTo>
                    <a:pt x="226" y="364"/>
                  </a:lnTo>
                  <a:cubicBezTo>
                    <a:pt x="225" y="368"/>
                    <a:pt x="225" y="369"/>
                    <a:pt x="225" y="369"/>
                  </a:cubicBezTo>
                  <a:cubicBezTo>
                    <a:pt x="225" y="369"/>
                    <a:pt x="228" y="358"/>
                    <a:pt x="228" y="357"/>
                  </a:cubicBezTo>
                  <a:cubicBezTo>
                    <a:pt x="239" y="314"/>
                    <a:pt x="250" y="272"/>
                    <a:pt x="262" y="232"/>
                  </a:cubicBezTo>
                  <a:cubicBezTo>
                    <a:pt x="266" y="216"/>
                    <a:pt x="272" y="200"/>
                    <a:pt x="277" y="185"/>
                  </a:cubicBezTo>
                  <a:cubicBezTo>
                    <a:pt x="278" y="181"/>
                    <a:pt x="281" y="177"/>
                    <a:pt x="282" y="174"/>
                  </a:cubicBezTo>
                  <a:cubicBezTo>
                    <a:pt x="281" y="174"/>
                    <a:pt x="298" y="152"/>
                    <a:pt x="298" y="151"/>
                  </a:cubicBezTo>
                  <a:cubicBezTo>
                    <a:pt x="300" y="148"/>
                    <a:pt x="303" y="144"/>
                    <a:pt x="305" y="141"/>
                  </a:cubicBezTo>
                  <a:lnTo>
                    <a:pt x="305" y="141"/>
                  </a:lnTo>
                  <a:cubicBezTo>
                    <a:pt x="304" y="142"/>
                    <a:pt x="304" y="143"/>
                    <a:pt x="303" y="143"/>
                  </a:cubicBezTo>
                  <a:cubicBezTo>
                    <a:pt x="304" y="138"/>
                    <a:pt x="317" y="130"/>
                    <a:pt x="320" y="127"/>
                  </a:cubicBezTo>
                  <a:lnTo>
                    <a:pt x="323" y="125"/>
                  </a:lnTo>
                  <a:lnTo>
                    <a:pt x="323" y="125"/>
                  </a:lnTo>
                  <a:cubicBezTo>
                    <a:pt x="324" y="127"/>
                    <a:pt x="325" y="129"/>
                    <a:pt x="327" y="130"/>
                  </a:cubicBezTo>
                  <a:lnTo>
                    <a:pt x="327" y="130"/>
                  </a:lnTo>
                  <a:cubicBezTo>
                    <a:pt x="327" y="131"/>
                    <a:pt x="327" y="131"/>
                    <a:pt x="328" y="132"/>
                  </a:cubicBezTo>
                  <a:cubicBezTo>
                    <a:pt x="327" y="132"/>
                    <a:pt x="327" y="131"/>
                    <a:pt x="327" y="131"/>
                  </a:cubicBezTo>
                  <a:lnTo>
                    <a:pt x="327" y="131"/>
                  </a:lnTo>
                  <a:cubicBezTo>
                    <a:pt x="327" y="131"/>
                    <a:pt x="327" y="132"/>
                    <a:pt x="328" y="132"/>
                  </a:cubicBezTo>
                  <a:cubicBezTo>
                    <a:pt x="330" y="134"/>
                    <a:pt x="331" y="137"/>
                    <a:pt x="332" y="141"/>
                  </a:cubicBezTo>
                  <a:cubicBezTo>
                    <a:pt x="336" y="151"/>
                    <a:pt x="338" y="160"/>
                    <a:pt x="343" y="170"/>
                  </a:cubicBezTo>
                  <a:cubicBezTo>
                    <a:pt x="344" y="172"/>
                    <a:pt x="346" y="177"/>
                    <a:pt x="346" y="181"/>
                  </a:cubicBezTo>
                  <a:lnTo>
                    <a:pt x="346" y="181"/>
                  </a:lnTo>
                  <a:cubicBezTo>
                    <a:pt x="346" y="179"/>
                    <a:pt x="345" y="178"/>
                    <a:pt x="345" y="178"/>
                  </a:cubicBezTo>
                  <a:lnTo>
                    <a:pt x="345" y="178"/>
                  </a:lnTo>
                  <a:cubicBezTo>
                    <a:pt x="345" y="178"/>
                    <a:pt x="345" y="179"/>
                    <a:pt x="346" y="181"/>
                  </a:cubicBezTo>
                  <a:cubicBezTo>
                    <a:pt x="346" y="181"/>
                    <a:pt x="346" y="181"/>
                    <a:pt x="346" y="181"/>
                  </a:cubicBezTo>
                  <a:lnTo>
                    <a:pt x="346" y="181"/>
                  </a:lnTo>
                  <a:cubicBezTo>
                    <a:pt x="347" y="183"/>
                    <a:pt x="347" y="184"/>
                    <a:pt x="347" y="185"/>
                  </a:cubicBezTo>
                  <a:cubicBezTo>
                    <a:pt x="349" y="193"/>
                    <a:pt x="352" y="201"/>
                    <a:pt x="354" y="209"/>
                  </a:cubicBezTo>
                  <a:cubicBezTo>
                    <a:pt x="358" y="226"/>
                    <a:pt x="363" y="245"/>
                    <a:pt x="365" y="265"/>
                  </a:cubicBezTo>
                  <a:cubicBezTo>
                    <a:pt x="387" y="403"/>
                    <a:pt x="380" y="542"/>
                    <a:pt x="348" y="682"/>
                  </a:cubicBezTo>
                  <a:cubicBezTo>
                    <a:pt x="313" y="831"/>
                    <a:pt x="243" y="984"/>
                    <a:pt x="146" y="1109"/>
                  </a:cubicBezTo>
                  <a:cubicBezTo>
                    <a:pt x="128" y="1136"/>
                    <a:pt x="150" y="1163"/>
                    <a:pt x="173" y="1163"/>
                  </a:cubicBezTo>
                  <a:cubicBezTo>
                    <a:pt x="182" y="1163"/>
                    <a:pt x="191" y="1159"/>
                    <a:pt x="198" y="1151"/>
                  </a:cubicBezTo>
                  <a:cubicBezTo>
                    <a:pt x="407" y="913"/>
                    <a:pt x="501" y="590"/>
                    <a:pt x="469" y="277"/>
                  </a:cubicBezTo>
                  <a:cubicBezTo>
                    <a:pt x="465" y="238"/>
                    <a:pt x="459" y="201"/>
                    <a:pt x="454" y="163"/>
                  </a:cubicBezTo>
                  <a:cubicBezTo>
                    <a:pt x="447" y="122"/>
                    <a:pt x="438" y="78"/>
                    <a:pt x="410" y="45"/>
                  </a:cubicBezTo>
                  <a:cubicBezTo>
                    <a:pt x="385" y="17"/>
                    <a:pt x="351" y="1"/>
                    <a:pt x="315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833;p29"/>
            <p:cNvSpPr/>
            <p:nvPr/>
          </p:nvSpPr>
          <p:spPr>
            <a:xfrm>
              <a:off x="5052240" y="1463760"/>
              <a:ext cx="141120" cy="60840"/>
            </a:xfrm>
            <a:custGeom>
              <a:avLst/>
              <a:gdLst>
                <a:gd name="textAreaLeft" fmla="*/ 0 w 141120"/>
                <a:gd name="textAreaRight" fmla="*/ 141480 w 14112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2129" h="918">
                  <a:moveTo>
                    <a:pt x="194" y="185"/>
                  </a:moveTo>
                  <a:cubicBezTo>
                    <a:pt x="193" y="186"/>
                    <a:pt x="192" y="186"/>
                    <a:pt x="191" y="187"/>
                  </a:cubicBezTo>
                  <a:cubicBezTo>
                    <a:pt x="190" y="188"/>
                    <a:pt x="189" y="189"/>
                    <a:pt x="188" y="189"/>
                  </a:cubicBezTo>
                  <a:lnTo>
                    <a:pt x="188" y="189"/>
                  </a:lnTo>
                  <a:cubicBezTo>
                    <a:pt x="190" y="187"/>
                    <a:pt x="193" y="185"/>
                    <a:pt x="194" y="185"/>
                  </a:cubicBezTo>
                  <a:close/>
                  <a:moveTo>
                    <a:pt x="138" y="251"/>
                  </a:moveTo>
                  <a:cubicBezTo>
                    <a:pt x="138" y="251"/>
                    <a:pt x="138" y="252"/>
                    <a:pt x="137" y="254"/>
                  </a:cubicBezTo>
                  <a:lnTo>
                    <a:pt x="137" y="254"/>
                  </a:lnTo>
                  <a:cubicBezTo>
                    <a:pt x="138" y="252"/>
                    <a:pt x="139" y="251"/>
                    <a:pt x="138" y="251"/>
                  </a:cubicBezTo>
                  <a:close/>
                  <a:moveTo>
                    <a:pt x="135" y="275"/>
                  </a:moveTo>
                  <a:lnTo>
                    <a:pt x="135" y="275"/>
                  </a:lnTo>
                  <a:cubicBezTo>
                    <a:pt x="135" y="275"/>
                    <a:pt x="136" y="277"/>
                    <a:pt x="136" y="280"/>
                  </a:cubicBezTo>
                  <a:lnTo>
                    <a:pt x="136" y="280"/>
                  </a:lnTo>
                  <a:cubicBezTo>
                    <a:pt x="136" y="280"/>
                    <a:pt x="135" y="279"/>
                    <a:pt x="135" y="279"/>
                  </a:cubicBezTo>
                  <a:cubicBezTo>
                    <a:pt x="135" y="276"/>
                    <a:pt x="135" y="275"/>
                    <a:pt x="135" y="275"/>
                  </a:cubicBezTo>
                  <a:close/>
                  <a:moveTo>
                    <a:pt x="147" y="318"/>
                  </a:moveTo>
                  <a:cubicBezTo>
                    <a:pt x="151" y="321"/>
                    <a:pt x="152" y="324"/>
                    <a:pt x="151" y="324"/>
                  </a:cubicBezTo>
                  <a:cubicBezTo>
                    <a:pt x="151" y="324"/>
                    <a:pt x="150" y="323"/>
                    <a:pt x="149" y="321"/>
                  </a:cubicBezTo>
                  <a:cubicBezTo>
                    <a:pt x="148" y="320"/>
                    <a:pt x="148" y="319"/>
                    <a:pt x="147" y="318"/>
                  </a:cubicBezTo>
                  <a:close/>
                  <a:moveTo>
                    <a:pt x="174" y="351"/>
                  </a:moveTo>
                  <a:lnTo>
                    <a:pt x="174" y="351"/>
                  </a:lnTo>
                  <a:cubicBezTo>
                    <a:pt x="175" y="352"/>
                    <a:pt x="177" y="354"/>
                    <a:pt x="177" y="354"/>
                  </a:cubicBezTo>
                  <a:cubicBezTo>
                    <a:pt x="177" y="354"/>
                    <a:pt x="177" y="353"/>
                    <a:pt x="175" y="352"/>
                  </a:cubicBezTo>
                  <a:lnTo>
                    <a:pt x="174" y="351"/>
                  </a:lnTo>
                  <a:close/>
                  <a:moveTo>
                    <a:pt x="504" y="0"/>
                  </a:moveTo>
                  <a:cubicBezTo>
                    <a:pt x="438" y="0"/>
                    <a:pt x="371" y="1"/>
                    <a:pt x="306" y="11"/>
                  </a:cubicBezTo>
                  <a:cubicBezTo>
                    <a:pt x="194" y="29"/>
                    <a:pt x="63" y="79"/>
                    <a:pt x="21" y="194"/>
                  </a:cubicBezTo>
                  <a:cubicBezTo>
                    <a:pt x="0" y="253"/>
                    <a:pt x="4" y="320"/>
                    <a:pt x="35" y="375"/>
                  </a:cubicBezTo>
                  <a:cubicBezTo>
                    <a:pt x="64" y="425"/>
                    <a:pt x="108" y="467"/>
                    <a:pt x="158" y="495"/>
                  </a:cubicBezTo>
                  <a:cubicBezTo>
                    <a:pt x="279" y="566"/>
                    <a:pt x="420" y="589"/>
                    <a:pt x="554" y="621"/>
                  </a:cubicBezTo>
                  <a:cubicBezTo>
                    <a:pt x="709" y="658"/>
                    <a:pt x="866" y="693"/>
                    <a:pt x="1021" y="727"/>
                  </a:cubicBezTo>
                  <a:cubicBezTo>
                    <a:pt x="1178" y="762"/>
                    <a:pt x="1333" y="795"/>
                    <a:pt x="1491" y="826"/>
                  </a:cubicBezTo>
                  <a:cubicBezTo>
                    <a:pt x="1570" y="842"/>
                    <a:pt x="1650" y="858"/>
                    <a:pt x="1729" y="873"/>
                  </a:cubicBezTo>
                  <a:cubicBezTo>
                    <a:pt x="1807" y="889"/>
                    <a:pt x="1885" y="901"/>
                    <a:pt x="1965" y="912"/>
                  </a:cubicBezTo>
                  <a:cubicBezTo>
                    <a:pt x="1984" y="914"/>
                    <a:pt x="2003" y="916"/>
                    <a:pt x="2022" y="917"/>
                  </a:cubicBezTo>
                  <a:cubicBezTo>
                    <a:pt x="2025" y="917"/>
                    <a:pt x="2027" y="917"/>
                    <a:pt x="2030" y="917"/>
                  </a:cubicBezTo>
                  <a:cubicBezTo>
                    <a:pt x="2050" y="917"/>
                    <a:pt x="2069" y="913"/>
                    <a:pt x="2090" y="911"/>
                  </a:cubicBezTo>
                  <a:cubicBezTo>
                    <a:pt x="2107" y="907"/>
                    <a:pt x="2121" y="895"/>
                    <a:pt x="2124" y="878"/>
                  </a:cubicBezTo>
                  <a:cubicBezTo>
                    <a:pt x="2129" y="862"/>
                    <a:pt x="2123" y="840"/>
                    <a:pt x="2108" y="831"/>
                  </a:cubicBezTo>
                  <a:cubicBezTo>
                    <a:pt x="2090" y="823"/>
                    <a:pt x="2074" y="809"/>
                    <a:pt x="2054" y="803"/>
                  </a:cubicBezTo>
                  <a:cubicBezTo>
                    <a:pt x="2032" y="796"/>
                    <a:pt x="2011" y="791"/>
                    <a:pt x="1990" y="786"/>
                  </a:cubicBezTo>
                  <a:lnTo>
                    <a:pt x="1875" y="762"/>
                  </a:lnTo>
                  <a:cubicBezTo>
                    <a:pt x="1799" y="746"/>
                    <a:pt x="1722" y="733"/>
                    <a:pt x="1645" y="719"/>
                  </a:cubicBezTo>
                  <a:cubicBezTo>
                    <a:pt x="1494" y="692"/>
                    <a:pt x="1342" y="661"/>
                    <a:pt x="1191" y="632"/>
                  </a:cubicBezTo>
                  <a:cubicBezTo>
                    <a:pt x="1040" y="601"/>
                    <a:pt x="889" y="568"/>
                    <a:pt x="739" y="534"/>
                  </a:cubicBezTo>
                  <a:cubicBezTo>
                    <a:pt x="665" y="516"/>
                    <a:pt x="590" y="500"/>
                    <a:pt x="515" y="482"/>
                  </a:cubicBezTo>
                  <a:cubicBezTo>
                    <a:pt x="506" y="479"/>
                    <a:pt x="497" y="478"/>
                    <a:pt x="486" y="475"/>
                  </a:cubicBezTo>
                  <a:lnTo>
                    <a:pt x="486" y="475"/>
                  </a:lnTo>
                  <a:cubicBezTo>
                    <a:pt x="486" y="474"/>
                    <a:pt x="485" y="474"/>
                    <a:pt x="482" y="473"/>
                  </a:cubicBezTo>
                  <a:cubicBezTo>
                    <a:pt x="478" y="472"/>
                    <a:pt x="475" y="471"/>
                    <a:pt x="469" y="471"/>
                  </a:cubicBezTo>
                  <a:cubicBezTo>
                    <a:pt x="449" y="467"/>
                    <a:pt x="429" y="461"/>
                    <a:pt x="410" y="456"/>
                  </a:cubicBezTo>
                  <a:cubicBezTo>
                    <a:pt x="384" y="449"/>
                    <a:pt x="356" y="442"/>
                    <a:pt x="330" y="434"/>
                  </a:cubicBezTo>
                  <a:cubicBezTo>
                    <a:pt x="305" y="425"/>
                    <a:pt x="279" y="414"/>
                    <a:pt x="255" y="403"/>
                  </a:cubicBezTo>
                  <a:lnTo>
                    <a:pt x="240" y="396"/>
                  </a:lnTo>
                  <a:lnTo>
                    <a:pt x="240" y="396"/>
                  </a:lnTo>
                  <a:lnTo>
                    <a:pt x="233" y="392"/>
                  </a:lnTo>
                  <a:cubicBezTo>
                    <a:pt x="221" y="386"/>
                    <a:pt x="209" y="379"/>
                    <a:pt x="198" y="370"/>
                  </a:cubicBezTo>
                  <a:cubicBezTo>
                    <a:pt x="194" y="368"/>
                    <a:pt x="176" y="356"/>
                    <a:pt x="173" y="350"/>
                  </a:cubicBezTo>
                  <a:lnTo>
                    <a:pt x="173" y="350"/>
                  </a:lnTo>
                  <a:lnTo>
                    <a:pt x="174" y="351"/>
                  </a:lnTo>
                  <a:lnTo>
                    <a:pt x="174" y="351"/>
                  </a:lnTo>
                  <a:cubicBezTo>
                    <a:pt x="173" y="350"/>
                    <a:pt x="173" y="349"/>
                    <a:pt x="173" y="348"/>
                  </a:cubicBezTo>
                  <a:lnTo>
                    <a:pt x="173" y="348"/>
                  </a:lnTo>
                  <a:cubicBezTo>
                    <a:pt x="173" y="349"/>
                    <a:pt x="173" y="349"/>
                    <a:pt x="173" y="350"/>
                  </a:cubicBezTo>
                  <a:lnTo>
                    <a:pt x="173" y="350"/>
                  </a:lnTo>
                  <a:lnTo>
                    <a:pt x="169" y="346"/>
                  </a:lnTo>
                  <a:cubicBezTo>
                    <a:pt x="165" y="341"/>
                    <a:pt x="160" y="336"/>
                    <a:pt x="156" y="331"/>
                  </a:cubicBezTo>
                  <a:cubicBezTo>
                    <a:pt x="153" y="326"/>
                    <a:pt x="151" y="320"/>
                    <a:pt x="147" y="318"/>
                  </a:cubicBezTo>
                  <a:lnTo>
                    <a:pt x="147" y="318"/>
                  </a:lnTo>
                  <a:cubicBezTo>
                    <a:pt x="146" y="317"/>
                    <a:pt x="146" y="316"/>
                    <a:pt x="145" y="314"/>
                  </a:cubicBezTo>
                  <a:cubicBezTo>
                    <a:pt x="143" y="311"/>
                    <a:pt x="142" y="308"/>
                    <a:pt x="141" y="305"/>
                  </a:cubicBezTo>
                  <a:lnTo>
                    <a:pt x="141" y="305"/>
                  </a:lnTo>
                  <a:cubicBezTo>
                    <a:pt x="141" y="305"/>
                    <a:pt x="141" y="304"/>
                    <a:pt x="141" y="303"/>
                  </a:cubicBezTo>
                  <a:cubicBezTo>
                    <a:pt x="141" y="301"/>
                    <a:pt x="140" y="297"/>
                    <a:pt x="138" y="293"/>
                  </a:cubicBezTo>
                  <a:cubicBezTo>
                    <a:pt x="137" y="289"/>
                    <a:pt x="137" y="284"/>
                    <a:pt x="136" y="281"/>
                  </a:cubicBezTo>
                  <a:lnTo>
                    <a:pt x="136" y="281"/>
                  </a:lnTo>
                  <a:cubicBezTo>
                    <a:pt x="136" y="278"/>
                    <a:pt x="135" y="275"/>
                    <a:pt x="135" y="274"/>
                  </a:cubicBezTo>
                  <a:cubicBezTo>
                    <a:pt x="135" y="268"/>
                    <a:pt x="136" y="263"/>
                    <a:pt x="136" y="257"/>
                  </a:cubicBezTo>
                  <a:cubicBezTo>
                    <a:pt x="136" y="256"/>
                    <a:pt x="137" y="255"/>
                    <a:pt x="137" y="254"/>
                  </a:cubicBezTo>
                  <a:lnTo>
                    <a:pt x="137" y="254"/>
                  </a:lnTo>
                  <a:cubicBezTo>
                    <a:pt x="137" y="254"/>
                    <a:pt x="137" y="254"/>
                    <a:pt x="136" y="255"/>
                  </a:cubicBezTo>
                  <a:cubicBezTo>
                    <a:pt x="135" y="258"/>
                    <a:pt x="134" y="259"/>
                    <a:pt x="134" y="259"/>
                  </a:cubicBezTo>
                  <a:cubicBezTo>
                    <a:pt x="134" y="259"/>
                    <a:pt x="137" y="254"/>
                    <a:pt x="138" y="252"/>
                  </a:cubicBezTo>
                  <a:cubicBezTo>
                    <a:pt x="140" y="246"/>
                    <a:pt x="142" y="241"/>
                    <a:pt x="145" y="235"/>
                  </a:cubicBezTo>
                  <a:cubicBezTo>
                    <a:pt x="146" y="234"/>
                    <a:pt x="146" y="232"/>
                    <a:pt x="146" y="232"/>
                  </a:cubicBezTo>
                  <a:lnTo>
                    <a:pt x="146" y="232"/>
                  </a:lnTo>
                  <a:cubicBezTo>
                    <a:pt x="149" y="227"/>
                    <a:pt x="152" y="224"/>
                    <a:pt x="156" y="219"/>
                  </a:cubicBezTo>
                  <a:cubicBezTo>
                    <a:pt x="157" y="216"/>
                    <a:pt x="159" y="214"/>
                    <a:pt x="162" y="211"/>
                  </a:cubicBezTo>
                  <a:lnTo>
                    <a:pt x="162" y="211"/>
                  </a:lnTo>
                  <a:cubicBezTo>
                    <a:pt x="169" y="204"/>
                    <a:pt x="178" y="197"/>
                    <a:pt x="186" y="191"/>
                  </a:cubicBezTo>
                  <a:cubicBezTo>
                    <a:pt x="186" y="191"/>
                    <a:pt x="187" y="190"/>
                    <a:pt x="187" y="189"/>
                  </a:cubicBezTo>
                  <a:lnTo>
                    <a:pt x="187" y="189"/>
                  </a:lnTo>
                  <a:cubicBezTo>
                    <a:pt x="187" y="189"/>
                    <a:pt x="187" y="189"/>
                    <a:pt x="187" y="189"/>
                  </a:cubicBezTo>
                  <a:cubicBezTo>
                    <a:pt x="187" y="189"/>
                    <a:pt x="187" y="189"/>
                    <a:pt x="188" y="189"/>
                  </a:cubicBezTo>
                  <a:lnTo>
                    <a:pt x="188" y="189"/>
                  </a:lnTo>
                  <a:cubicBezTo>
                    <a:pt x="188" y="189"/>
                    <a:pt x="188" y="189"/>
                    <a:pt x="187" y="189"/>
                  </a:cubicBezTo>
                  <a:lnTo>
                    <a:pt x="187" y="189"/>
                  </a:lnTo>
                  <a:cubicBezTo>
                    <a:pt x="188" y="189"/>
                    <a:pt x="195" y="186"/>
                    <a:pt x="195" y="186"/>
                  </a:cubicBezTo>
                  <a:cubicBezTo>
                    <a:pt x="195" y="185"/>
                    <a:pt x="194" y="185"/>
                    <a:pt x="194" y="185"/>
                  </a:cubicBezTo>
                  <a:cubicBezTo>
                    <a:pt x="194" y="185"/>
                    <a:pt x="194" y="185"/>
                    <a:pt x="194" y="185"/>
                  </a:cubicBezTo>
                  <a:lnTo>
                    <a:pt x="194" y="185"/>
                  </a:lnTo>
                  <a:cubicBezTo>
                    <a:pt x="199" y="182"/>
                    <a:pt x="203" y="180"/>
                    <a:pt x="208" y="177"/>
                  </a:cubicBezTo>
                  <a:cubicBezTo>
                    <a:pt x="219" y="171"/>
                    <a:pt x="231" y="166"/>
                    <a:pt x="242" y="162"/>
                  </a:cubicBezTo>
                  <a:cubicBezTo>
                    <a:pt x="247" y="159"/>
                    <a:pt x="253" y="158"/>
                    <a:pt x="258" y="156"/>
                  </a:cubicBezTo>
                  <a:cubicBezTo>
                    <a:pt x="259" y="156"/>
                    <a:pt x="260" y="156"/>
                    <a:pt x="261" y="155"/>
                  </a:cubicBezTo>
                  <a:lnTo>
                    <a:pt x="261" y="155"/>
                  </a:lnTo>
                  <a:cubicBezTo>
                    <a:pt x="260" y="156"/>
                    <a:pt x="258" y="157"/>
                    <a:pt x="256" y="158"/>
                  </a:cubicBezTo>
                  <a:cubicBezTo>
                    <a:pt x="261" y="156"/>
                    <a:pt x="266" y="155"/>
                    <a:pt x="269" y="154"/>
                  </a:cubicBezTo>
                  <a:cubicBezTo>
                    <a:pt x="323" y="140"/>
                    <a:pt x="378" y="136"/>
                    <a:pt x="433" y="133"/>
                  </a:cubicBezTo>
                  <a:cubicBezTo>
                    <a:pt x="435" y="133"/>
                    <a:pt x="446" y="133"/>
                    <a:pt x="449" y="133"/>
                  </a:cubicBezTo>
                  <a:cubicBezTo>
                    <a:pt x="450" y="133"/>
                    <a:pt x="449" y="133"/>
                    <a:pt x="444" y="133"/>
                  </a:cubicBezTo>
                  <a:lnTo>
                    <a:pt x="520" y="133"/>
                  </a:lnTo>
                  <a:cubicBezTo>
                    <a:pt x="553" y="133"/>
                    <a:pt x="585" y="134"/>
                    <a:pt x="617" y="136"/>
                  </a:cubicBezTo>
                  <a:cubicBezTo>
                    <a:pt x="749" y="143"/>
                    <a:pt x="879" y="164"/>
                    <a:pt x="1008" y="192"/>
                  </a:cubicBezTo>
                  <a:cubicBezTo>
                    <a:pt x="1015" y="193"/>
                    <a:pt x="1024" y="197"/>
                    <a:pt x="1030" y="198"/>
                  </a:cubicBezTo>
                  <a:cubicBezTo>
                    <a:pt x="1027" y="197"/>
                    <a:pt x="1026" y="197"/>
                    <a:pt x="1027" y="197"/>
                  </a:cubicBezTo>
                  <a:lnTo>
                    <a:pt x="1027" y="197"/>
                  </a:lnTo>
                  <a:cubicBezTo>
                    <a:pt x="1028" y="197"/>
                    <a:pt x="1039" y="199"/>
                    <a:pt x="1041" y="200"/>
                  </a:cubicBezTo>
                  <a:cubicBezTo>
                    <a:pt x="1058" y="204"/>
                    <a:pt x="1074" y="209"/>
                    <a:pt x="1091" y="214"/>
                  </a:cubicBezTo>
                  <a:cubicBezTo>
                    <a:pt x="1123" y="222"/>
                    <a:pt x="1153" y="232"/>
                    <a:pt x="1184" y="243"/>
                  </a:cubicBezTo>
                  <a:cubicBezTo>
                    <a:pt x="1247" y="264"/>
                    <a:pt x="1309" y="287"/>
                    <a:pt x="1370" y="313"/>
                  </a:cubicBezTo>
                  <a:cubicBezTo>
                    <a:pt x="1430" y="339"/>
                    <a:pt x="1488" y="368"/>
                    <a:pt x="1548" y="400"/>
                  </a:cubicBezTo>
                  <a:cubicBezTo>
                    <a:pt x="1551" y="401"/>
                    <a:pt x="1554" y="403"/>
                    <a:pt x="1558" y="405"/>
                  </a:cubicBezTo>
                  <a:cubicBezTo>
                    <a:pt x="1556" y="404"/>
                    <a:pt x="1554" y="403"/>
                    <a:pt x="1554" y="403"/>
                  </a:cubicBezTo>
                  <a:lnTo>
                    <a:pt x="1554" y="403"/>
                  </a:lnTo>
                  <a:cubicBezTo>
                    <a:pt x="1554" y="403"/>
                    <a:pt x="1556" y="404"/>
                    <a:pt x="1560" y="406"/>
                  </a:cubicBezTo>
                  <a:cubicBezTo>
                    <a:pt x="1567" y="411"/>
                    <a:pt x="1574" y="413"/>
                    <a:pt x="1581" y="417"/>
                  </a:cubicBezTo>
                  <a:cubicBezTo>
                    <a:pt x="1596" y="425"/>
                    <a:pt x="1611" y="435"/>
                    <a:pt x="1625" y="444"/>
                  </a:cubicBezTo>
                  <a:cubicBezTo>
                    <a:pt x="1652" y="460"/>
                    <a:pt x="1681" y="477"/>
                    <a:pt x="1708" y="494"/>
                  </a:cubicBezTo>
                  <a:cubicBezTo>
                    <a:pt x="1735" y="512"/>
                    <a:pt x="1763" y="528"/>
                    <a:pt x="1790" y="548"/>
                  </a:cubicBezTo>
                  <a:cubicBezTo>
                    <a:pt x="1798" y="553"/>
                    <a:pt x="1808" y="556"/>
                    <a:pt x="1818" y="556"/>
                  </a:cubicBezTo>
                  <a:cubicBezTo>
                    <a:pt x="1829" y="556"/>
                    <a:pt x="1839" y="553"/>
                    <a:pt x="1847" y="546"/>
                  </a:cubicBezTo>
                  <a:cubicBezTo>
                    <a:pt x="1853" y="542"/>
                    <a:pt x="1860" y="538"/>
                    <a:pt x="1861" y="533"/>
                  </a:cubicBezTo>
                  <a:cubicBezTo>
                    <a:pt x="1862" y="531"/>
                    <a:pt x="1864" y="526"/>
                    <a:pt x="1864" y="525"/>
                  </a:cubicBezTo>
                  <a:cubicBezTo>
                    <a:pt x="1872" y="505"/>
                    <a:pt x="1864" y="483"/>
                    <a:pt x="1849" y="471"/>
                  </a:cubicBezTo>
                  <a:cubicBezTo>
                    <a:pt x="1795" y="427"/>
                    <a:pt x="1741" y="384"/>
                    <a:pt x="1682" y="347"/>
                  </a:cubicBezTo>
                  <a:cubicBezTo>
                    <a:pt x="1621" y="309"/>
                    <a:pt x="1561" y="275"/>
                    <a:pt x="1498" y="242"/>
                  </a:cubicBezTo>
                  <a:cubicBezTo>
                    <a:pt x="1376" y="178"/>
                    <a:pt x="1249" y="127"/>
                    <a:pt x="1118" y="89"/>
                  </a:cubicBezTo>
                  <a:cubicBezTo>
                    <a:pt x="983" y="50"/>
                    <a:pt x="846" y="23"/>
                    <a:pt x="708" y="10"/>
                  </a:cubicBezTo>
                  <a:cubicBezTo>
                    <a:pt x="641" y="3"/>
                    <a:pt x="571" y="0"/>
                    <a:pt x="50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834;p29"/>
            <p:cNvSpPr/>
            <p:nvPr/>
          </p:nvSpPr>
          <p:spPr>
            <a:xfrm>
              <a:off x="5096160" y="1484640"/>
              <a:ext cx="96840" cy="30240"/>
            </a:xfrm>
            <a:custGeom>
              <a:avLst/>
              <a:gdLst>
                <a:gd name="textAreaLeft" fmla="*/ 0 w 96840"/>
                <a:gd name="textAreaRight" fmla="*/ 97200 w 96840"/>
                <a:gd name="textAreaTop" fmla="*/ 0 h 30240"/>
                <a:gd name="textAreaBottom" fmla="*/ 30600 h 30240"/>
              </a:gdLst>
              <a:ahLst/>
              <a:cxnLst/>
              <a:rect l="textAreaLeft" t="textAreaTop" r="textAreaRight" b="textAreaBottom"/>
              <a:pathLst>
                <a:path w="1460" h="462">
                  <a:moveTo>
                    <a:pt x="135" y="1"/>
                  </a:moveTo>
                  <a:cubicBezTo>
                    <a:pt x="81" y="1"/>
                    <a:pt x="28" y="17"/>
                    <a:pt x="6" y="72"/>
                  </a:cubicBezTo>
                  <a:cubicBezTo>
                    <a:pt x="0" y="85"/>
                    <a:pt x="10" y="101"/>
                    <a:pt x="24" y="101"/>
                  </a:cubicBezTo>
                  <a:cubicBezTo>
                    <a:pt x="26" y="101"/>
                    <a:pt x="27" y="101"/>
                    <a:pt x="28" y="101"/>
                  </a:cubicBezTo>
                  <a:cubicBezTo>
                    <a:pt x="48" y="97"/>
                    <a:pt x="64" y="96"/>
                    <a:pt x="81" y="96"/>
                  </a:cubicBezTo>
                  <a:cubicBezTo>
                    <a:pt x="92" y="96"/>
                    <a:pt x="102" y="96"/>
                    <a:pt x="114" y="97"/>
                  </a:cubicBezTo>
                  <a:cubicBezTo>
                    <a:pt x="130" y="99"/>
                    <a:pt x="147" y="101"/>
                    <a:pt x="163" y="104"/>
                  </a:cubicBezTo>
                  <a:cubicBezTo>
                    <a:pt x="164" y="104"/>
                    <a:pt x="168" y="105"/>
                    <a:pt x="169" y="105"/>
                  </a:cubicBezTo>
                  <a:cubicBezTo>
                    <a:pt x="169" y="105"/>
                    <a:pt x="168" y="105"/>
                    <a:pt x="165" y="104"/>
                  </a:cubicBezTo>
                  <a:lnTo>
                    <a:pt x="165" y="104"/>
                  </a:lnTo>
                  <a:cubicBezTo>
                    <a:pt x="170" y="105"/>
                    <a:pt x="174" y="106"/>
                    <a:pt x="179" y="106"/>
                  </a:cubicBezTo>
                  <a:cubicBezTo>
                    <a:pt x="187" y="110"/>
                    <a:pt x="196" y="112"/>
                    <a:pt x="206" y="115"/>
                  </a:cubicBezTo>
                  <a:cubicBezTo>
                    <a:pt x="286" y="140"/>
                    <a:pt x="367" y="165"/>
                    <a:pt x="449" y="189"/>
                  </a:cubicBezTo>
                  <a:cubicBezTo>
                    <a:pt x="613" y="239"/>
                    <a:pt x="778" y="292"/>
                    <a:pt x="944" y="343"/>
                  </a:cubicBezTo>
                  <a:cubicBezTo>
                    <a:pt x="991" y="358"/>
                    <a:pt x="1038" y="371"/>
                    <a:pt x="1087" y="385"/>
                  </a:cubicBezTo>
                  <a:cubicBezTo>
                    <a:pt x="1110" y="392"/>
                    <a:pt x="1135" y="399"/>
                    <a:pt x="1158" y="406"/>
                  </a:cubicBezTo>
                  <a:cubicBezTo>
                    <a:pt x="1169" y="408"/>
                    <a:pt x="1180" y="413"/>
                    <a:pt x="1191" y="415"/>
                  </a:cubicBezTo>
                  <a:cubicBezTo>
                    <a:pt x="1204" y="419"/>
                    <a:pt x="1214" y="421"/>
                    <a:pt x="1227" y="421"/>
                  </a:cubicBezTo>
                  <a:cubicBezTo>
                    <a:pt x="1229" y="421"/>
                    <a:pt x="1231" y="421"/>
                    <a:pt x="1233" y="421"/>
                  </a:cubicBezTo>
                  <a:lnTo>
                    <a:pt x="1233" y="421"/>
                  </a:lnTo>
                  <a:cubicBezTo>
                    <a:pt x="1260" y="427"/>
                    <a:pt x="1287" y="433"/>
                    <a:pt x="1314" y="440"/>
                  </a:cubicBezTo>
                  <a:cubicBezTo>
                    <a:pt x="1346" y="448"/>
                    <a:pt x="1381" y="461"/>
                    <a:pt x="1412" y="461"/>
                  </a:cubicBezTo>
                  <a:cubicBezTo>
                    <a:pt x="1442" y="461"/>
                    <a:pt x="1459" y="426"/>
                    <a:pt x="1433" y="407"/>
                  </a:cubicBezTo>
                  <a:cubicBezTo>
                    <a:pt x="1406" y="386"/>
                    <a:pt x="1373" y="377"/>
                    <a:pt x="1344" y="364"/>
                  </a:cubicBezTo>
                  <a:cubicBezTo>
                    <a:pt x="1316" y="353"/>
                    <a:pt x="1288" y="342"/>
                    <a:pt x="1262" y="330"/>
                  </a:cubicBezTo>
                  <a:lnTo>
                    <a:pt x="1262" y="330"/>
                  </a:lnTo>
                  <a:cubicBezTo>
                    <a:pt x="1255" y="323"/>
                    <a:pt x="1247" y="318"/>
                    <a:pt x="1238" y="314"/>
                  </a:cubicBezTo>
                  <a:cubicBezTo>
                    <a:pt x="1228" y="310"/>
                    <a:pt x="1217" y="305"/>
                    <a:pt x="1207" y="303"/>
                  </a:cubicBezTo>
                  <a:cubicBezTo>
                    <a:pt x="1186" y="294"/>
                    <a:pt x="1164" y="288"/>
                    <a:pt x="1143" y="280"/>
                  </a:cubicBezTo>
                  <a:cubicBezTo>
                    <a:pt x="1100" y="265"/>
                    <a:pt x="1058" y="249"/>
                    <a:pt x="1015" y="236"/>
                  </a:cubicBezTo>
                  <a:cubicBezTo>
                    <a:pt x="929" y="206"/>
                    <a:pt x="842" y="179"/>
                    <a:pt x="754" y="155"/>
                  </a:cubicBezTo>
                  <a:cubicBezTo>
                    <a:pt x="668" y="129"/>
                    <a:pt x="582" y="105"/>
                    <a:pt x="495" y="82"/>
                  </a:cubicBezTo>
                  <a:cubicBezTo>
                    <a:pt x="406" y="57"/>
                    <a:pt x="317" y="31"/>
                    <a:pt x="226" y="12"/>
                  </a:cubicBezTo>
                  <a:cubicBezTo>
                    <a:pt x="199" y="6"/>
                    <a:pt x="167" y="1"/>
                    <a:pt x="135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120" bIns="15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835;p29"/>
            <p:cNvSpPr/>
            <p:nvPr/>
          </p:nvSpPr>
          <p:spPr>
            <a:xfrm>
              <a:off x="4983120" y="1308960"/>
              <a:ext cx="50400" cy="5040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766" h="764">
                  <a:moveTo>
                    <a:pt x="174" y="1"/>
                  </a:moveTo>
                  <a:cubicBezTo>
                    <a:pt x="136" y="1"/>
                    <a:pt x="100" y="10"/>
                    <a:pt x="66" y="33"/>
                  </a:cubicBezTo>
                  <a:cubicBezTo>
                    <a:pt x="6" y="75"/>
                    <a:pt x="1" y="148"/>
                    <a:pt x="21" y="212"/>
                  </a:cubicBezTo>
                  <a:cubicBezTo>
                    <a:pt x="31" y="239"/>
                    <a:pt x="47" y="265"/>
                    <a:pt x="61" y="290"/>
                  </a:cubicBezTo>
                  <a:cubicBezTo>
                    <a:pt x="79" y="318"/>
                    <a:pt x="97" y="346"/>
                    <a:pt x="116" y="373"/>
                  </a:cubicBezTo>
                  <a:cubicBezTo>
                    <a:pt x="155" y="429"/>
                    <a:pt x="202" y="483"/>
                    <a:pt x="248" y="536"/>
                  </a:cubicBezTo>
                  <a:cubicBezTo>
                    <a:pt x="273" y="563"/>
                    <a:pt x="298" y="587"/>
                    <a:pt x="326" y="611"/>
                  </a:cubicBezTo>
                  <a:cubicBezTo>
                    <a:pt x="353" y="635"/>
                    <a:pt x="386" y="649"/>
                    <a:pt x="416" y="670"/>
                  </a:cubicBezTo>
                  <a:cubicBezTo>
                    <a:pt x="422" y="674"/>
                    <a:pt x="428" y="676"/>
                    <a:pt x="433" y="676"/>
                  </a:cubicBezTo>
                  <a:cubicBezTo>
                    <a:pt x="455" y="676"/>
                    <a:pt x="472" y="649"/>
                    <a:pt x="456" y="627"/>
                  </a:cubicBezTo>
                  <a:cubicBezTo>
                    <a:pt x="441" y="605"/>
                    <a:pt x="428" y="581"/>
                    <a:pt x="413" y="560"/>
                  </a:cubicBezTo>
                  <a:cubicBezTo>
                    <a:pt x="397" y="536"/>
                    <a:pt x="379" y="512"/>
                    <a:pt x="359" y="489"/>
                  </a:cubicBezTo>
                  <a:cubicBezTo>
                    <a:pt x="322" y="446"/>
                    <a:pt x="284" y="405"/>
                    <a:pt x="248" y="361"/>
                  </a:cubicBezTo>
                  <a:cubicBezTo>
                    <a:pt x="214" y="318"/>
                    <a:pt x="180" y="270"/>
                    <a:pt x="152" y="227"/>
                  </a:cubicBezTo>
                  <a:cubicBezTo>
                    <a:pt x="148" y="223"/>
                    <a:pt x="139" y="208"/>
                    <a:pt x="136" y="198"/>
                  </a:cubicBezTo>
                  <a:cubicBezTo>
                    <a:pt x="132" y="192"/>
                    <a:pt x="130" y="186"/>
                    <a:pt x="127" y="178"/>
                  </a:cubicBezTo>
                  <a:cubicBezTo>
                    <a:pt x="126" y="176"/>
                    <a:pt x="125" y="172"/>
                    <a:pt x="125" y="170"/>
                  </a:cubicBezTo>
                  <a:cubicBezTo>
                    <a:pt x="123" y="168"/>
                    <a:pt x="122" y="165"/>
                    <a:pt x="122" y="165"/>
                  </a:cubicBezTo>
                  <a:lnTo>
                    <a:pt x="122" y="165"/>
                  </a:lnTo>
                  <a:cubicBezTo>
                    <a:pt x="121" y="159"/>
                    <a:pt x="120" y="154"/>
                    <a:pt x="120" y="149"/>
                  </a:cubicBezTo>
                  <a:lnTo>
                    <a:pt x="120" y="149"/>
                  </a:lnTo>
                  <a:cubicBezTo>
                    <a:pt x="120" y="146"/>
                    <a:pt x="121" y="144"/>
                    <a:pt x="121" y="141"/>
                  </a:cubicBezTo>
                  <a:lnTo>
                    <a:pt x="121" y="141"/>
                  </a:lnTo>
                  <a:cubicBezTo>
                    <a:pt x="121" y="141"/>
                    <a:pt x="121" y="141"/>
                    <a:pt x="121" y="141"/>
                  </a:cubicBezTo>
                  <a:cubicBezTo>
                    <a:pt x="122" y="138"/>
                    <a:pt x="122" y="135"/>
                    <a:pt x="124" y="133"/>
                  </a:cubicBezTo>
                  <a:lnTo>
                    <a:pt x="124" y="133"/>
                  </a:lnTo>
                  <a:cubicBezTo>
                    <a:pt x="124" y="132"/>
                    <a:pt x="124" y="132"/>
                    <a:pt x="125" y="132"/>
                  </a:cubicBezTo>
                  <a:lnTo>
                    <a:pt x="125" y="132"/>
                  </a:lnTo>
                  <a:cubicBezTo>
                    <a:pt x="125" y="132"/>
                    <a:pt x="125" y="132"/>
                    <a:pt x="125" y="132"/>
                  </a:cubicBezTo>
                  <a:cubicBezTo>
                    <a:pt x="125" y="129"/>
                    <a:pt x="127" y="128"/>
                    <a:pt x="128" y="127"/>
                  </a:cubicBezTo>
                  <a:lnTo>
                    <a:pt x="128" y="127"/>
                  </a:lnTo>
                  <a:cubicBezTo>
                    <a:pt x="130" y="126"/>
                    <a:pt x="132" y="124"/>
                    <a:pt x="133" y="123"/>
                  </a:cubicBezTo>
                  <a:lnTo>
                    <a:pt x="133" y="123"/>
                  </a:lnTo>
                  <a:cubicBezTo>
                    <a:pt x="132" y="124"/>
                    <a:pt x="132" y="124"/>
                    <a:pt x="131" y="124"/>
                  </a:cubicBezTo>
                  <a:cubicBezTo>
                    <a:pt x="132" y="123"/>
                    <a:pt x="133" y="122"/>
                    <a:pt x="133" y="122"/>
                  </a:cubicBezTo>
                  <a:lnTo>
                    <a:pt x="133" y="122"/>
                  </a:lnTo>
                  <a:cubicBezTo>
                    <a:pt x="133" y="122"/>
                    <a:pt x="133" y="123"/>
                    <a:pt x="133" y="123"/>
                  </a:cubicBezTo>
                  <a:lnTo>
                    <a:pt x="133" y="123"/>
                  </a:lnTo>
                  <a:cubicBezTo>
                    <a:pt x="133" y="123"/>
                    <a:pt x="134" y="122"/>
                    <a:pt x="134" y="122"/>
                  </a:cubicBezTo>
                  <a:lnTo>
                    <a:pt x="134" y="122"/>
                  </a:lnTo>
                  <a:cubicBezTo>
                    <a:pt x="134" y="122"/>
                    <a:pt x="134" y="122"/>
                    <a:pt x="133" y="122"/>
                  </a:cubicBezTo>
                  <a:lnTo>
                    <a:pt x="133" y="122"/>
                  </a:lnTo>
                  <a:cubicBezTo>
                    <a:pt x="133" y="122"/>
                    <a:pt x="133" y="122"/>
                    <a:pt x="133" y="122"/>
                  </a:cubicBezTo>
                  <a:cubicBezTo>
                    <a:pt x="134" y="121"/>
                    <a:pt x="135" y="121"/>
                    <a:pt x="135" y="121"/>
                  </a:cubicBezTo>
                  <a:lnTo>
                    <a:pt x="135" y="121"/>
                  </a:lnTo>
                  <a:cubicBezTo>
                    <a:pt x="135" y="121"/>
                    <a:pt x="134" y="121"/>
                    <a:pt x="134" y="122"/>
                  </a:cubicBezTo>
                  <a:lnTo>
                    <a:pt x="134" y="122"/>
                  </a:lnTo>
                  <a:cubicBezTo>
                    <a:pt x="135" y="121"/>
                    <a:pt x="136" y="121"/>
                    <a:pt x="137" y="121"/>
                  </a:cubicBezTo>
                  <a:cubicBezTo>
                    <a:pt x="141" y="117"/>
                    <a:pt x="147" y="116"/>
                    <a:pt x="150" y="115"/>
                  </a:cubicBezTo>
                  <a:lnTo>
                    <a:pt x="150" y="115"/>
                  </a:lnTo>
                  <a:cubicBezTo>
                    <a:pt x="146" y="117"/>
                    <a:pt x="146" y="117"/>
                    <a:pt x="146" y="117"/>
                  </a:cubicBezTo>
                  <a:cubicBezTo>
                    <a:pt x="148" y="117"/>
                    <a:pt x="156" y="115"/>
                    <a:pt x="159" y="114"/>
                  </a:cubicBezTo>
                  <a:cubicBezTo>
                    <a:pt x="163" y="113"/>
                    <a:pt x="169" y="113"/>
                    <a:pt x="172" y="113"/>
                  </a:cubicBezTo>
                  <a:cubicBezTo>
                    <a:pt x="168" y="113"/>
                    <a:pt x="167" y="114"/>
                    <a:pt x="167" y="114"/>
                  </a:cubicBezTo>
                  <a:cubicBezTo>
                    <a:pt x="168" y="114"/>
                    <a:pt x="174" y="113"/>
                    <a:pt x="177" y="113"/>
                  </a:cubicBezTo>
                  <a:cubicBezTo>
                    <a:pt x="182" y="113"/>
                    <a:pt x="187" y="114"/>
                    <a:pt x="192" y="114"/>
                  </a:cubicBezTo>
                  <a:cubicBezTo>
                    <a:pt x="194" y="114"/>
                    <a:pt x="197" y="115"/>
                    <a:pt x="202" y="115"/>
                  </a:cubicBezTo>
                  <a:cubicBezTo>
                    <a:pt x="202" y="115"/>
                    <a:pt x="208" y="117"/>
                    <a:pt x="208" y="117"/>
                  </a:cubicBezTo>
                  <a:cubicBezTo>
                    <a:pt x="208" y="117"/>
                    <a:pt x="207" y="117"/>
                    <a:pt x="205" y="116"/>
                  </a:cubicBezTo>
                  <a:cubicBezTo>
                    <a:pt x="204" y="116"/>
                    <a:pt x="203" y="116"/>
                    <a:pt x="203" y="116"/>
                  </a:cubicBezTo>
                  <a:cubicBezTo>
                    <a:pt x="201" y="116"/>
                    <a:pt x="208" y="119"/>
                    <a:pt x="208" y="119"/>
                  </a:cubicBezTo>
                  <a:cubicBezTo>
                    <a:pt x="210" y="120"/>
                    <a:pt x="215" y="121"/>
                    <a:pt x="218" y="121"/>
                  </a:cubicBezTo>
                  <a:cubicBezTo>
                    <a:pt x="223" y="122"/>
                    <a:pt x="227" y="125"/>
                    <a:pt x="232" y="126"/>
                  </a:cubicBezTo>
                  <a:lnTo>
                    <a:pt x="249" y="135"/>
                  </a:lnTo>
                  <a:cubicBezTo>
                    <a:pt x="252" y="136"/>
                    <a:pt x="253" y="137"/>
                    <a:pt x="256" y="138"/>
                  </a:cubicBezTo>
                  <a:cubicBezTo>
                    <a:pt x="254" y="137"/>
                    <a:pt x="253" y="137"/>
                    <a:pt x="253" y="137"/>
                  </a:cubicBezTo>
                  <a:lnTo>
                    <a:pt x="253" y="137"/>
                  </a:lnTo>
                  <a:cubicBezTo>
                    <a:pt x="253" y="137"/>
                    <a:pt x="255" y="137"/>
                    <a:pt x="258" y="138"/>
                  </a:cubicBezTo>
                  <a:cubicBezTo>
                    <a:pt x="279" y="152"/>
                    <a:pt x="300" y="166"/>
                    <a:pt x="319" y="182"/>
                  </a:cubicBezTo>
                  <a:cubicBezTo>
                    <a:pt x="323" y="187"/>
                    <a:pt x="328" y="190"/>
                    <a:pt x="331" y="193"/>
                  </a:cubicBezTo>
                  <a:cubicBezTo>
                    <a:pt x="329" y="192"/>
                    <a:pt x="329" y="191"/>
                    <a:pt x="329" y="191"/>
                  </a:cubicBezTo>
                  <a:lnTo>
                    <a:pt x="329" y="191"/>
                  </a:lnTo>
                  <a:cubicBezTo>
                    <a:pt x="328" y="191"/>
                    <a:pt x="336" y="198"/>
                    <a:pt x="339" y="201"/>
                  </a:cubicBezTo>
                  <a:cubicBezTo>
                    <a:pt x="348" y="210"/>
                    <a:pt x="356" y="219"/>
                    <a:pt x="364" y="228"/>
                  </a:cubicBezTo>
                  <a:cubicBezTo>
                    <a:pt x="383" y="248"/>
                    <a:pt x="399" y="269"/>
                    <a:pt x="416" y="291"/>
                  </a:cubicBezTo>
                  <a:cubicBezTo>
                    <a:pt x="450" y="335"/>
                    <a:pt x="482" y="382"/>
                    <a:pt x="511" y="428"/>
                  </a:cubicBezTo>
                  <a:cubicBezTo>
                    <a:pt x="516" y="435"/>
                    <a:pt x="520" y="443"/>
                    <a:pt x="525" y="449"/>
                  </a:cubicBezTo>
                  <a:cubicBezTo>
                    <a:pt x="527" y="451"/>
                    <a:pt x="528" y="455"/>
                    <a:pt x="531" y="457"/>
                  </a:cubicBezTo>
                  <a:cubicBezTo>
                    <a:pt x="532" y="459"/>
                    <a:pt x="533" y="460"/>
                    <a:pt x="533" y="460"/>
                  </a:cubicBezTo>
                  <a:cubicBezTo>
                    <a:pt x="533" y="460"/>
                    <a:pt x="531" y="457"/>
                    <a:pt x="530" y="457"/>
                  </a:cubicBezTo>
                  <a:lnTo>
                    <a:pt x="530" y="457"/>
                  </a:lnTo>
                  <a:cubicBezTo>
                    <a:pt x="530" y="457"/>
                    <a:pt x="531" y="458"/>
                    <a:pt x="532" y="460"/>
                  </a:cubicBezTo>
                  <a:cubicBezTo>
                    <a:pt x="540" y="473"/>
                    <a:pt x="549" y="488"/>
                    <a:pt x="556" y="503"/>
                  </a:cubicBezTo>
                  <a:cubicBezTo>
                    <a:pt x="565" y="516"/>
                    <a:pt x="572" y="528"/>
                    <a:pt x="578" y="542"/>
                  </a:cubicBezTo>
                  <a:cubicBezTo>
                    <a:pt x="583" y="549"/>
                    <a:pt x="587" y="556"/>
                    <a:pt x="591" y="564"/>
                  </a:cubicBezTo>
                  <a:cubicBezTo>
                    <a:pt x="594" y="569"/>
                    <a:pt x="595" y="572"/>
                    <a:pt x="598" y="575"/>
                  </a:cubicBezTo>
                  <a:cubicBezTo>
                    <a:pt x="601" y="580"/>
                    <a:pt x="602" y="581"/>
                    <a:pt x="602" y="582"/>
                  </a:cubicBezTo>
                  <a:lnTo>
                    <a:pt x="602" y="582"/>
                  </a:lnTo>
                  <a:lnTo>
                    <a:pt x="600" y="581"/>
                  </a:lnTo>
                  <a:lnTo>
                    <a:pt x="600" y="581"/>
                  </a:lnTo>
                  <a:cubicBezTo>
                    <a:pt x="601" y="582"/>
                    <a:pt x="602" y="582"/>
                    <a:pt x="602" y="582"/>
                  </a:cubicBezTo>
                  <a:cubicBezTo>
                    <a:pt x="602" y="582"/>
                    <a:pt x="602" y="582"/>
                    <a:pt x="602" y="582"/>
                  </a:cubicBezTo>
                  <a:lnTo>
                    <a:pt x="602" y="582"/>
                  </a:lnTo>
                  <a:lnTo>
                    <a:pt x="602" y="582"/>
                  </a:lnTo>
                  <a:cubicBezTo>
                    <a:pt x="619" y="609"/>
                    <a:pt x="633" y="637"/>
                    <a:pt x="648" y="664"/>
                  </a:cubicBezTo>
                  <a:cubicBezTo>
                    <a:pt x="665" y="695"/>
                    <a:pt x="685" y="720"/>
                    <a:pt x="703" y="750"/>
                  </a:cubicBezTo>
                  <a:cubicBezTo>
                    <a:pt x="710" y="760"/>
                    <a:pt x="719" y="764"/>
                    <a:pt x="728" y="764"/>
                  </a:cubicBezTo>
                  <a:cubicBezTo>
                    <a:pt x="747" y="764"/>
                    <a:pt x="766" y="747"/>
                    <a:pt x="762" y="726"/>
                  </a:cubicBezTo>
                  <a:cubicBezTo>
                    <a:pt x="755" y="695"/>
                    <a:pt x="749" y="663"/>
                    <a:pt x="739" y="633"/>
                  </a:cubicBezTo>
                  <a:cubicBezTo>
                    <a:pt x="728" y="604"/>
                    <a:pt x="718" y="575"/>
                    <a:pt x="706" y="547"/>
                  </a:cubicBezTo>
                  <a:cubicBezTo>
                    <a:pt x="681" y="489"/>
                    <a:pt x="653" y="434"/>
                    <a:pt x="621" y="380"/>
                  </a:cubicBezTo>
                  <a:cubicBezTo>
                    <a:pt x="561" y="273"/>
                    <a:pt x="486" y="170"/>
                    <a:pt x="390" y="91"/>
                  </a:cubicBezTo>
                  <a:cubicBezTo>
                    <a:pt x="333" y="43"/>
                    <a:pt x="252" y="1"/>
                    <a:pt x="17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836;p29"/>
            <p:cNvSpPr/>
            <p:nvPr/>
          </p:nvSpPr>
          <p:spPr>
            <a:xfrm>
              <a:off x="4956120" y="1327320"/>
              <a:ext cx="73440" cy="3348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33480"/>
                <a:gd name="textAreaBottom" fmla="*/ 33840 h 33480"/>
              </a:gdLst>
              <a:ahLst/>
              <a:cxnLst/>
              <a:rect l="textAreaLeft" t="textAreaTop" r="textAreaRight" b="textAreaBottom"/>
              <a:pathLst>
                <a:path w="1112" h="511">
                  <a:moveTo>
                    <a:pt x="77" y="1"/>
                  </a:moveTo>
                  <a:cubicBezTo>
                    <a:pt x="63" y="1"/>
                    <a:pt x="49" y="2"/>
                    <a:pt x="35" y="6"/>
                  </a:cubicBezTo>
                  <a:cubicBezTo>
                    <a:pt x="16" y="11"/>
                    <a:pt x="0" y="36"/>
                    <a:pt x="17" y="52"/>
                  </a:cubicBezTo>
                  <a:cubicBezTo>
                    <a:pt x="30" y="66"/>
                    <a:pt x="43" y="77"/>
                    <a:pt x="58" y="88"/>
                  </a:cubicBezTo>
                  <a:cubicBezTo>
                    <a:pt x="66" y="94"/>
                    <a:pt x="76" y="99"/>
                    <a:pt x="86" y="104"/>
                  </a:cubicBezTo>
                  <a:cubicBezTo>
                    <a:pt x="90" y="105"/>
                    <a:pt x="92" y="107"/>
                    <a:pt x="97" y="109"/>
                  </a:cubicBezTo>
                  <a:cubicBezTo>
                    <a:pt x="105" y="112"/>
                    <a:pt x="98" y="110"/>
                    <a:pt x="107" y="115"/>
                  </a:cubicBezTo>
                  <a:lnTo>
                    <a:pt x="109" y="116"/>
                  </a:lnTo>
                  <a:cubicBezTo>
                    <a:pt x="116" y="121"/>
                    <a:pt x="120" y="127"/>
                    <a:pt x="129" y="132"/>
                  </a:cubicBezTo>
                  <a:cubicBezTo>
                    <a:pt x="136" y="138"/>
                    <a:pt x="145" y="142"/>
                    <a:pt x="152" y="145"/>
                  </a:cubicBezTo>
                  <a:cubicBezTo>
                    <a:pt x="168" y="155"/>
                    <a:pt x="184" y="164"/>
                    <a:pt x="200" y="173"/>
                  </a:cubicBezTo>
                  <a:cubicBezTo>
                    <a:pt x="268" y="213"/>
                    <a:pt x="335" y="255"/>
                    <a:pt x="407" y="288"/>
                  </a:cubicBezTo>
                  <a:cubicBezTo>
                    <a:pt x="544" y="353"/>
                    <a:pt x="685" y="409"/>
                    <a:pt x="829" y="457"/>
                  </a:cubicBezTo>
                  <a:cubicBezTo>
                    <a:pt x="871" y="472"/>
                    <a:pt x="914" y="486"/>
                    <a:pt x="956" y="496"/>
                  </a:cubicBezTo>
                  <a:cubicBezTo>
                    <a:pt x="978" y="501"/>
                    <a:pt x="1000" y="506"/>
                    <a:pt x="1022" y="509"/>
                  </a:cubicBezTo>
                  <a:cubicBezTo>
                    <a:pt x="1028" y="510"/>
                    <a:pt x="1035" y="511"/>
                    <a:pt x="1042" y="511"/>
                  </a:cubicBezTo>
                  <a:cubicBezTo>
                    <a:pt x="1059" y="511"/>
                    <a:pt x="1075" y="507"/>
                    <a:pt x="1091" y="501"/>
                  </a:cubicBezTo>
                  <a:cubicBezTo>
                    <a:pt x="1108" y="497"/>
                    <a:pt x="1112" y="472"/>
                    <a:pt x="1101" y="457"/>
                  </a:cubicBezTo>
                  <a:cubicBezTo>
                    <a:pt x="1086" y="441"/>
                    <a:pt x="1071" y="427"/>
                    <a:pt x="1052" y="418"/>
                  </a:cubicBezTo>
                  <a:cubicBezTo>
                    <a:pt x="1036" y="409"/>
                    <a:pt x="1016" y="402"/>
                    <a:pt x="1000" y="394"/>
                  </a:cubicBezTo>
                  <a:cubicBezTo>
                    <a:pt x="966" y="379"/>
                    <a:pt x="928" y="368"/>
                    <a:pt x="893" y="354"/>
                  </a:cubicBezTo>
                  <a:cubicBezTo>
                    <a:pt x="823" y="329"/>
                    <a:pt x="752" y="299"/>
                    <a:pt x="684" y="268"/>
                  </a:cubicBezTo>
                  <a:cubicBezTo>
                    <a:pt x="615" y="238"/>
                    <a:pt x="547" y="205"/>
                    <a:pt x="480" y="170"/>
                  </a:cubicBezTo>
                  <a:cubicBezTo>
                    <a:pt x="414" y="134"/>
                    <a:pt x="346" y="101"/>
                    <a:pt x="280" y="67"/>
                  </a:cubicBezTo>
                  <a:cubicBezTo>
                    <a:pt x="242" y="49"/>
                    <a:pt x="201" y="25"/>
                    <a:pt x="158" y="18"/>
                  </a:cubicBezTo>
                  <a:cubicBezTo>
                    <a:pt x="157" y="18"/>
                    <a:pt x="157" y="18"/>
                    <a:pt x="156" y="18"/>
                  </a:cubicBezTo>
                  <a:cubicBezTo>
                    <a:pt x="156" y="18"/>
                    <a:pt x="156" y="18"/>
                    <a:pt x="156" y="18"/>
                  </a:cubicBezTo>
                  <a:lnTo>
                    <a:pt x="156" y="18"/>
                  </a:lnTo>
                  <a:cubicBezTo>
                    <a:pt x="155" y="18"/>
                    <a:pt x="154" y="17"/>
                    <a:pt x="153" y="17"/>
                  </a:cubicBezTo>
                  <a:cubicBezTo>
                    <a:pt x="147" y="15"/>
                    <a:pt x="143" y="14"/>
                    <a:pt x="137" y="12"/>
                  </a:cubicBezTo>
                  <a:cubicBezTo>
                    <a:pt x="125" y="8"/>
                    <a:pt x="113" y="5"/>
                    <a:pt x="101" y="3"/>
                  </a:cubicBezTo>
                  <a:cubicBezTo>
                    <a:pt x="93" y="1"/>
                    <a:pt x="85" y="1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837;p29"/>
            <p:cNvSpPr/>
            <p:nvPr/>
          </p:nvSpPr>
          <p:spPr>
            <a:xfrm>
              <a:off x="4955040" y="1360080"/>
              <a:ext cx="60120" cy="936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909" h="146">
                  <a:moveTo>
                    <a:pt x="277" y="1"/>
                  </a:moveTo>
                  <a:cubicBezTo>
                    <a:pt x="253" y="1"/>
                    <a:pt x="230" y="1"/>
                    <a:pt x="206" y="3"/>
                  </a:cubicBezTo>
                  <a:cubicBezTo>
                    <a:pt x="189" y="4"/>
                    <a:pt x="171" y="3"/>
                    <a:pt x="155" y="7"/>
                  </a:cubicBezTo>
                  <a:cubicBezTo>
                    <a:pt x="142" y="10"/>
                    <a:pt x="132" y="13"/>
                    <a:pt x="115" y="15"/>
                  </a:cubicBezTo>
                  <a:cubicBezTo>
                    <a:pt x="99" y="18"/>
                    <a:pt x="84" y="20"/>
                    <a:pt x="68" y="24"/>
                  </a:cubicBezTo>
                  <a:cubicBezTo>
                    <a:pt x="50" y="26"/>
                    <a:pt x="30" y="27"/>
                    <a:pt x="17" y="41"/>
                  </a:cubicBezTo>
                  <a:cubicBezTo>
                    <a:pt x="1" y="57"/>
                    <a:pt x="2" y="76"/>
                    <a:pt x="18" y="92"/>
                  </a:cubicBezTo>
                  <a:cubicBezTo>
                    <a:pt x="33" y="106"/>
                    <a:pt x="55" y="106"/>
                    <a:pt x="73" y="108"/>
                  </a:cubicBezTo>
                  <a:cubicBezTo>
                    <a:pt x="91" y="111"/>
                    <a:pt x="109" y="114"/>
                    <a:pt x="127" y="118"/>
                  </a:cubicBezTo>
                  <a:cubicBezTo>
                    <a:pt x="143" y="121"/>
                    <a:pt x="159" y="128"/>
                    <a:pt x="181" y="129"/>
                  </a:cubicBezTo>
                  <a:lnTo>
                    <a:pt x="233" y="133"/>
                  </a:lnTo>
                  <a:cubicBezTo>
                    <a:pt x="304" y="139"/>
                    <a:pt x="376" y="143"/>
                    <a:pt x="446" y="143"/>
                  </a:cubicBezTo>
                  <a:cubicBezTo>
                    <a:pt x="503" y="144"/>
                    <a:pt x="566" y="146"/>
                    <a:pt x="622" y="146"/>
                  </a:cubicBezTo>
                  <a:cubicBezTo>
                    <a:pt x="635" y="146"/>
                    <a:pt x="648" y="146"/>
                    <a:pt x="661" y="145"/>
                  </a:cubicBezTo>
                  <a:cubicBezTo>
                    <a:pt x="733" y="144"/>
                    <a:pt x="807" y="139"/>
                    <a:pt x="879" y="139"/>
                  </a:cubicBezTo>
                  <a:cubicBezTo>
                    <a:pt x="891" y="139"/>
                    <a:pt x="902" y="133"/>
                    <a:pt x="907" y="119"/>
                  </a:cubicBezTo>
                  <a:cubicBezTo>
                    <a:pt x="909" y="108"/>
                    <a:pt x="903" y="93"/>
                    <a:pt x="891" y="89"/>
                  </a:cubicBezTo>
                  <a:cubicBezTo>
                    <a:pt x="836" y="75"/>
                    <a:pt x="781" y="59"/>
                    <a:pt x="725" y="47"/>
                  </a:cubicBezTo>
                  <a:cubicBezTo>
                    <a:pt x="668" y="35"/>
                    <a:pt x="613" y="25"/>
                    <a:pt x="557" y="18"/>
                  </a:cubicBezTo>
                  <a:cubicBezTo>
                    <a:pt x="500" y="10"/>
                    <a:pt x="444" y="4"/>
                    <a:pt x="386" y="3"/>
                  </a:cubicBezTo>
                  <a:cubicBezTo>
                    <a:pt x="349" y="2"/>
                    <a:pt x="313" y="1"/>
                    <a:pt x="27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838;p29"/>
            <p:cNvSpPr/>
            <p:nvPr/>
          </p:nvSpPr>
          <p:spPr>
            <a:xfrm>
              <a:off x="4966920" y="1373400"/>
              <a:ext cx="42480" cy="1944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644" h="296">
                  <a:moveTo>
                    <a:pt x="575" y="0"/>
                  </a:moveTo>
                  <a:cubicBezTo>
                    <a:pt x="570" y="0"/>
                    <a:pt x="566" y="0"/>
                    <a:pt x="561" y="1"/>
                  </a:cubicBezTo>
                  <a:cubicBezTo>
                    <a:pt x="536" y="1"/>
                    <a:pt x="512" y="3"/>
                    <a:pt x="487" y="7"/>
                  </a:cubicBezTo>
                  <a:cubicBezTo>
                    <a:pt x="439" y="17"/>
                    <a:pt x="390" y="26"/>
                    <a:pt x="345" y="45"/>
                  </a:cubicBezTo>
                  <a:cubicBezTo>
                    <a:pt x="303" y="59"/>
                    <a:pt x="262" y="75"/>
                    <a:pt x="223" y="94"/>
                  </a:cubicBezTo>
                  <a:cubicBezTo>
                    <a:pt x="201" y="103"/>
                    <a:pt x="181" y="114"/>
                    <a:pt x="160" y="125"/>
                  </a:cubicBezTo>
                  <a:cubicBezTo>
                    <a:pt x="139" y="137"/>
                    <a:pt x="115" y="148"/>
                    <a:pt x="99" y="167"/>
                  </a:cubicBezTo>
                  <a:lnTo>
                    <a:pt x="99" y="167"/>
                  </a:lnTo>
                  <a:cubicBezTo>
                    <a:pt x="89" y="175"/>
                    <a:pt x="78" y="181"/>
                    <a:pt x="69" y="190"/>
                  </a:cubicBezTo>
                  <a:cubicBezTo>
                    <a:pt x="58" y="199"/>
                    <a:pt x="49" y="209"/>
                    <a:pt x="41" y="221"/>
                  </a:cubicBezTo>
                  <a:lnTo>
                    <a:pt x="41" y="221"/>
                  </a:lnTo>
                  <a:cubicBezTo>
                    <a:pt x="25" y="235"/>
                    <a:pt x="8" y="247"/>
                    <a:pt x="3" y="268"/>
                  </a:cubicBezTo>
                  <a:cubicBezTo>
                    <a:pt x="1" y="279"/>
                    <a:pt x="9" y="289"/>
                    <a:pt x="17" y="293"/>
                  </a:cubicBezTo>
                  <a:cubicBezTo>
                    <a:pt x="22" y="294"/>
                    <a:pt x="27" y="295"/>
                    <a:pt x="32" y="295"/>
                  </a:cubicBezTo>
                  <a:cubicBezTo>
                    <a:pt x="49" y="295"/>
                    <a:pt x="66" y="287"/>
                    <a:pt x="83" y="286"/>
                  </a:cubicBezTo>
                  <a:cubicBezTo>
                    <a:pt x="99" y="286"/>
                    <a:pt x="113" y="282"/>
                    <a:pt x="127" y="277"/>
                  </a:cubicBezTo>
                  <a:cubicBezTo>
                    <a:pt x="133" y="276"/>
                    <a:pt x="140" y="273"/>
                    <a:pt x="146" y="272"/>
                  </a:cubicBezTo>
                  <a:cubicBezTo>
                    <a:pt x="146" y="272"/>
                    <a:pt x="149" y="271"/>
                    <a:pt x="151" y="271"/>
                  </a:cubicBezTo>
                  <a:lnTo>
                    <a:pt x="151" y="271"/>
                  </a:lnTo>
                  <a:cubicBezTo>
                    <a:pt x="163" y="270"/>
                    <a:pt x="174" y="268"/>
                    <a:pt x="187" y="263"/>
                  </a:cubicBezTo>
                  <a:lnTo>
                    <a:pt x="219" y="251"/>
                  </a:lnTo>
                  <a:cubicBezTo>
                    <a:pt x="240" y="244"/>
                    <a:pt x="261" y="236"/>
                    <a:pt x="281" y="228"/>
                  </a:cubicBezTo>
                  <a:cubicBezTo>
                    <a:pt x="323" y="212"/>
                    <a:pt x="366" y="195"/>
                    <a:pt x="407" y="180"/>
                  </a:cubicBezTo>
                  <a:cubicBezTo>
                    <a:pt x="449" y="166"/>
                    <a:pt x="489" y="147"/>
                    <a:pt x="530" y="130"/>
                  </a:cubicBezTo>
                  <a:cubicBezTo>
                    <a:pt x="552" y="123"/>
                    <a:pt x="571" y="113"/>
                    <a:pt x="592" y="102"/>
                  </a:cubicBezTo>
                  <a:cubicBezTo>
                    <a:pt x="602" y="96"/>
                    <a:pt x="613" y="93"/>
                    <a:pt x="620" y="86"/>
                  </a:cubicBezTo>
                  <a:cubicBezTo>
                    <a:pt x="637" y="74"/>
                    <a:pt x="643" y="51"/>
                    <a:pt x="635" y="31"/>
                  </a:cubicBezTo>
                  <a:cubicBezTo>
                    <a:pt x="623" y="6"/>
                    <a:pt x="599" y="0"/>
                    <a:pt x="57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839;p29"/>
            <p:cNvSpPr/>
            <p:nvPr/>
          </p:nvSpPr>
          <p:spPr>
            <a:xfrm>
              <a:off x="4191120" y="1196280"/>
              <a:ext cx="759600" cy="115920"/>
            </a:xfrm>
            <a:custGeom>
              <a:avLst/>
              <a:gdLst>
                <a:gd name="textAreaLeft" fmla="*/ 0 w 759600"/>
                <a:gd name="textAreaRight" fmla="*/ 759960 w 75960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11427" h="1747">
                  <a:moveTo>
                    <a:pt x="5707" y="0"/>
                  </a:moveTo>
                  <a:cubicBezTo>
                    <a:pt x="5431" y="0"/>
                    <a:pt x="5155" y="9"/>
                    <a:pt x="4879" y="28"/>
                  </a:cubicBezTo>
                  <a:cubicBezTo>
                    <a:pt x="4085" y="79"/>
                    <a:pt x="3297" y="205"/>
                    <a:pt x="2528" y="404"/>
                  </a:cubicBezTo>
                  <a:cubicBezTo>
                    <a:pt x="1759" y="604"/>
                    <a:pt x="1009" y="870"/>
                    <a:pt x="294" y="1215"/>
                  </a:cubicBezTo>
                  <a:cubicBezTo>
                    <a:pt x="205" y="1258"/>
                    <a:pt x="118" y="1303"/>
                    <a:pt x="33" y="1352"/>
                  </a:cubicBezTo>
                  <a:cubicBezTo>
                    <a:pt x="1" y="1371"/>
                    <a:pt x="15" y="1419"/>
                    <a:pt x="49" y="1419"/>
                  </a:cubicBezTo>
                  <a:cubicBezTo>
                    <a:pt x="53" y="1419"/>
                    <a:pt x="58" y="1418"/>
                    <a:pt x="62" y="1417"/>
                  </a:cubicBezTo>
                  <a:cubicBezTo>
                    <a:pt x="240" y="1342"/>
                    <a:pt x="414" y="1259"/>
                    <a:pt x="592" y="1183"/>
                  </a:cubicBezTo>
                  <a:cubicBezTo>
                    <a:pt x="769" y="1107"/>
                    <a:pt x="949" y="1036"/>
                    <a:pt x="1129" y="966"/>
                  </a:cubicBezTo>
                  <a:cubicBezTo>
                    <a:pt x="1491" y="827"/>
                    <a:pt x="1859" y="704"/>
                    <a:pt x="2232" y="600"/>
                  </a:cubicBezTo>
                  <a:cubicBezTo>
                    <a:pt x="2973" y="392"/>
                    <a:pt x="3730" y="250"/>
                    <a:pt x="4495" y="179"/>
                  </a:cubicBezTo>
                  <a:cubicBezTo>
                    <a:pt x="4885" y="143"/>
                    <a:pt x="5277" y="124"/>
                    <a:pt x="5668" y="124"/>
                  </a:cubicBezTo>
                  <a:cubicBezTo>
                    <a:pt x="6045" y="124"/>
                    <a:pt x="6422" y="141"/>
                    <a:pt x="6798" y="176"/>
                  </a:cubicBezTo>
                  <a:cubicBezTo>
                    <a:pt x="7544" y="244"/>
                    <a:pt x="8286" y="382"/>
                    <a:pt x="9002" y="604"/>
                  </a:cubicBezTo>
                  <a:cubicBezTo>
                    <a:pt x="9718" y="825"/>
                    <a:pt x="10409" y="1129"/>
                    <a:pt x="11047" y="1523"/>
                  </a:cubicBezTo>
                  <a:cubicBezTo>
                    <a:pt x="11078" y="1541"/>
                    <a:pt x="11245" y="1625"/>
                    <a:pt x="11228" y="1669"/>
                  </a:cubicBezTo>
                  <a:cubicBezTo>
                    <a:pt x="11212" y="1709"/>
                    <a:pt x="11249" y="1747"/>
                    <a:pt x="11285" y="1747"/>
                  </a:cubicBezTo>
                  <a:cubicBezTo>
                    <a:pt x="11300" y="1747"/>
                    <a:pt x="11315" y="1739"/>
                    <a:pt x="11325" y="1722"/>
                  </a:cubicBezTo>
                  <a:cubicBezTo>
                    <a:pt x="11426" y="1554"/>
                    <a:pt x="11161" y="1437"/>
                    <a:pt x="11050" y="1371"/>
                  </a:cubicBezTo>
                  <a:cubicBezTo>
                    <a:pt x="10885" y="1271"/>
                    <a:pt x="10716" y="1177"/>
                    <a:pt x="10545" y="1089"/>
                  </a:cubicBezTo>
                  <a:cubicBezTo>
                    <a:pt x="10202" y="914"/>
                    <a:pt x="9848" y="761"/>
                    <a:pt x="9487" y="632"/>
                  </a:cubicBezTo>
                  <a:cubicBezTo>
                    <a:pt x="8760" y="368"/>
                    <a:pt x="8000" y="193"/>
                    <a:pt x="7234" y="96"/>
                  </a:cubicBezTo>
                  <a:cubicBezTo>
                    <a:pt x="6728" y="32"/>
                    <a:pt x="6217" y="0"/>
                    <a:pt x="570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840;p29"/>
            <p:cNvSpPr/>
            <p:nvPr/>
          </p:nvSpPr>
          <p:spPr>
            <a:xfrm>
              <a:off x="4574160" y="2729880"/>
              <a:ext cx="11520" cy="126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12600"/>
                <a:gd name="textAreaBottom" fmla="*/ 12960 h 12600"/>
              </a:gdLst>
              <a:ahLst/>
              <a:cxnLst/>
              <a:rect l="textAreaLeft" t="textAreaTop" r="textAreaRight" b="textAreaBottom"/>
              <a:pathLst>
                <a:path w="178" h="194">
                  <a:moveTo>
                    <a:pt x="176" y="1"/>
                  </a:moveTo>
                  <a:cubicBezTo>
                    <a:pt x="176" y="1"/>
                    <a:pt x="176" y="1"/>
                    <a:pt x="176" y="1"/>
                  </a:cubicBezTo>
                  <a:cubicBezTo>
                    <a:pt x="139" y="23"/>
                    <a:pt x="105" y="48"/>
                    <a:pt x="74" y="78"/>
                  </a:cubicBezTo>
                  <a:cubicBezTo>
                    <a:pt x="60" y="93"/>
                    <a:pt x="46" y="110"/>
                    <a:pt x="34" y="127"/>
                  </a:cubicBezTo>
                  <a:cubicBezTo>
                    <a:pt x="28" y="136"/>
                    <a:pt x="21" y="144"/>
                    <a:pt x="16" y="154"/>
                  </a:cubicBezTo>
                  <a:cubicBezTo>
                    <a:pt x="10" y="164"/>
                    <a:pt x="2" y="172"/>
                    <a:pt x="2" y="183"/>
                  </a:cubicBezTo>
                  <a:cubicBezTo>
                    <a:pt x="1" y="189"/>
                    <a:pt x="6" y="194"/>
                    <a:pt x="11" y="194"/>
                  </a:cubicBezTo>
                  <a:cubicBezTo>
                    <a:pt x="13" y="194"/>
                    <a:pt x="15" y="193"/>
                    <a:pt x="16" y="192"/>
                  </a:cubicBezTo>
                  <a:cubicBezTo>
                    <a:pt x="24" y="186"/>
                    <a:pt x="27" y="176"/>
                    <a:pt x="32" y="167"/>
                  </a:cubicBezTo>
                  <a:cubicBezTo>
                    <a:pt x="38" y="158"/>
                    <a:pt x="43" y="149"/>
                    <a:pt x="49" y="142"/>
                  </a:cubicBezTo>
                  <a:cubicBezTo>
                    <a:pt x="60" y="123"/>
                    <a:pt x="73" y="109"/>
                    <a:pt x="85" y="92"/>
                  </a:cubicBezTo>
                  <a:cubicBezTo>
                    <a:pt x="111" y="59"/>
                    <a:pt x="143" y="30"/>
                    <a:pt x="176" y="5"/>
                  </a:cubicBezTo>
                  <a:cubicBezTo>
                    <a:pt x="177" y="2"/>
                    <a:pt x="177" y="1"/>
                    <a:pt x="17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841;p29"/>
            <p:cNvSpPr/>
            <p:nvPr/>
          </p:nvSpPr>
          <p:spPr>
            <a:xfrm>
              <a:off x="4562640" y="2668680"/>
              <a:ext cx="153000" cy="93960"/>
            </a:xfrm>
            <a:custGeom>
              <a:avLst/>
              <a:gdLst>
                <a:gd name="textAreaLeft" fmla="*/ 0 w 153000"/>
                <a:gd name="textAreaRight" fmla="*/ 153360 w 153000"/>
                <a:gd name="textAreaTop" fmla="*/ 0 h 93960"/>
                <a:gd name="textAreaBottom" fmla="*/ 94320 h 93960"/>
              </a:gdLst>
              <a:ahLst/>
              <a:cxnLst/>
              <a:rect l="textAreaLeft" t="textAreaTop" r="textAreaRight" b="textAreaBottom"/>
              <a:pathLst>
                <a:path w="2305" h="1417">
                  <a:moveTo>
                    <a:pt x="2157" y="134"/>
                  </a:moveTo>
                  <a:cubicBezTo>
                    <a:pt x="2158" y="134"/>
                    <a:pt x="2158" y="136"/>
                    <a:pt x="2159" y="138"/>
                  </a:cubicBezTo>
                  <a:lnTo>
                    <a:pt x="2159" y="138"/>
                  </a:lnTo>
                  <a:cubicBezTo>
                    <a:pt x="2159" y="139"/>
                    <a:pt x="2159" y="139"/>
                    <a:pt x="2159" y="139"/>
                  </a:cubicBezTo>
                  <a:lnTo>
                    <a:pt x="2159" y="139"/>
                  </a:lnTo>
                  <a:lnTo>
                    <a:pt x="2159" y="139"/>
                  </a:lnTo>
                  <a:lnTo>
                    <a:pt x="2159" y="139"/>
                  </a:lnTo>
                  <a:cubicBezTo>
                    <a:pt x="2159" y="138"/>
                    <a:pt x="2158" y="136"/>
                    <a:pt x="2157" y="134"/>
                  </a:cubicBezTo>
                  <a:close/>
                  <a:moveTo>
                    <a:pt x="2156" y="138"/>
                  </a:moveTo>
                  <a:cubicBezTo>
                    <a:pt x="2156" y="138"/>
                    <a:pt x="2157" y="138"/>
                    <a:pt x="2157" y="138"/>
                  </a:cubicBezTo>
                  <a:cubicBezTo>
                    <a:pt x="2157" y="138"/>
                    <a:pt x="2158" y="138"/>
                    <a:pt x="2158" y="138"/>
                  </a:cubicBezTo>
                  <a:lnTo>
                    <a:pt x="2158" y="138"/>
                  </a:lnTo>
                  <a:cubicBezTo>
                    <a:pt x="2158" y="139"/>
                    <a:pt x="2158" y="139"/>
                    <a:pt x="2159" y="139"/>
                  </a:cubicBezTo>
                  <a:lnTo>
                    <a:pt x="2159" y="139"/>
                  </a:lnTo>
                  <a:cubicBezTo>
                    <a:pt x="2158" y="139"/>
                    <a:pt x="2157" y="138"/>
                    <a:pt x="2156" y="138"/>
                  </a:cubicBezTo>
                  <a:close/>
                  <a:moveTo>
                    <a:pt x="2159" y="139"/>
                  </a:moveTo>
                  <a:cubicBezTo>
                    <a:pt x="2161" y="140"/>
                    <a:pt x="2162" y="140"/>
                    <a:pt x="2161" y="140"/>
                  </a:cubicBezTo>
                  <a:cubicBezTo>
                    <a:pt x="2161" y="140"/>
                    <a:pt x="2161" y="140"/>
                    <a:pt x="2160" y="140"/>
                  </a:cubicBezTo>
                  <a:lnTo>
                    <a:pt x="2160" y="140"/>
                  </a:lnTo>
                  <a:lnTo>
                    <a:pt x="2159" y="139"/>
                  </a:lnTo>
                  <a:close/>
                  <a:moveTo>
                    <a:pt x="2161" y="141"/>
                  </a:moveTo>
                  <a:cubicBezTo>
                    <a:pt x="2162" y="141"/>
                    <a:pt x="2162" y="142"/>
                    <a:pt x="2163" y="142"/>
                  </a:cubicBezTo>
                  <a:lnTo>
                    <a:pt x="2161" y="141"/>
                  </a:lnTo>
                  <a:close/>
                  <a:moveTo>
                    <a:pt x="2159" y="141"/>
                  </a:moveTo>
                  <a:lnTo>
                    <a:pt x="2159" y="141"/>
                  </a:lnTo>
                  <a:cubicBezTo>
                    <a:pt x="2160" y="142"/>
                    <a:pt x="2160" y="144"/>
                    <a:pt x="2159" y="144"/>
                  </a:cubicBezTo>
                  <a:lnTo>
                    <a:pt x="2159" y="144"/>
                  </a:lnTo>
                  <a:cubicBezTo>
                    <a:pt x="2159" y="144"/>
                    <a:pt x="2159" y="144"/>
                    <a:pt x="2159" y="143"/>
                  </a:cubicBezTo>
                  <a:lnTo>
                    <a:pt x="2159" y="143"/>
                  </a:lnTo>
                  <a:cubicBezTo>
                    <a:pt x="2159" y="144"/>
                    <a:pt x="2159" y="144"/>
                    <a:pt x="2159" y="144"/>
                  </a:cubicBezTo>
                  <a:lnTo>
                    <a:pt x="2159" y="144"/>
                  </a:lnTo>
                  <a:cubicBezTo>
                    <a:pt x="2159" y="145"/>
                    <a:pt x="2159" y="145"/>
                    <a:pt x="2159" y="145"/>
                  </a:cubicBezTo>
                  <a:lnTo>
                    <a:pt x="2159" y="141"/>
                  </a:lnTo>
                  <a:close/>
                  <a:moveTo>
                    <a:pt x="1913" y="169"/>
                  </a:moveTo>
                  <a:cubicBezTo>
                    <a:pt x="1909" y="170"/>
                    <a:pt x="1908" y="170"/>
                    <a:pt x="1909" y="170"/>
                  </a:cubicBezTo>
                  <a:cubicBezTo>
                    <a:pt x="1909" y="170"/>
                    <a:pt x="1911" y="170"/>
                    <a:pt x="1913" y="169"/>
                  </a:cubicBezTo>
                  <a:close/>
                  <a:moveTo>
                    <a:pt x="137" y="1352"/>
                  </a:moveTo>
                  <a:lnTo>
                    <a:pt x="137" y="1352"/>
                  </a:lnTo>
                  <a:cubicBezTo>
                    <a:pt x="137" y="1352"/>
                    <a:pt x="136" y="1353"/>
                    <a:pt x="136" y="1353"/>
                  </a:cubicBezTo>
                  <a:lnTo>
                    <a:pt x="136" y="1353"/>
                  </a:lnTo>
                  <a:cubicBezTo>
                    <a:pt x="136" y="1353"/>
                    <a:pt x="136" y="1353"/>
                    <a:pt x="136" y="1353"/>
                  </a:cubicBezTo>
                  <a:lnTo>
                    <a:pt x="136" y="1353"/>
                  </a:lnTo>
                  <a:cubicBezTo>
                    <a:pt x="136" y="1353"/>
                    <a:pt x="136" y="1353"/>
                    <a:pt x="137" y="1352"/>
                  </a:cubicBezTo>
                  <a:close/>
                  <a:moveTo>
                    <a:pt x="130" y="1361"/>
                  </a:moveTo>
                  <a:lnTo>
                    <a:pt x="130" y="1361"/>
                  </a:lnTo>
                  <a:cubicBezTo>
                    <a:pt x="129" y="1361"/>
                    <a:pt x="128" y="1362"/>
                    <a:pt x="128" y="1362"/>
                  </a:cubicBezTo>
                  <a:cubicBezTo>
                    <a:pt x="128" y="1362"/>
                    <a:pt x="129" y="1362"/>
                    <a:pt x="130" y="1361"/>
                  </a:cubicBezTo>
                  <a:close/>
                  <a:moveTo>
                    <a:pt x="131" y="1360"/>
                  </a:moveTo>
                  <a:cubicBezTo>
                    <a:pt x="130" y="1362"/>
                    <a:pt x="129" y="1364"/>
                    <a:pt x="128" y="1364"/>
                  </a:cubicBezTo>
                  <a:cubicBezTo>
                    <a:pt x="128" y="1364"/>
                    <a:pt x="128" y="1364"/>
                    <a:pt x="128" y="1364"/>
                  </a:cubicBezTo>
                  <a:cubicBezTo>
                    <a:pt x="129" y="1362"/>
                    <a:pt x="130" y="1362"/>
                    <a:pt x="130" y="1361"/>
                  </a:cubicBezTo>
                  <a:cubicBezTo>
                    <a:pt x="130" y="1361"/>
                    <a:pt x="131" y="1361"/>
                    <a:pt x="131" y="1361"/>
                  </a:cubicBezTo>
                  <a:lnTo>
                    <a:pt x="131" y="1361"/>
                  </a:lnTo>
                  <a:cubicBezTo>
                    <a:pt x="131" y="1360"/>
                    <a:pt x="131" y="1360"/>
                    <a:pt x="131" y="1360"/>
                  </a:cubicBezTo>
                  <a:close/>
                  <a:moveTo>
                    <a:pt x="2114" y="1"/>
                  </a:moveTo>
                  <a:cubicBezTo>
                    <a:pt x="1930" y="4"/>
                    <a:pt x="1755" y="75"/>
                    <a:pt x="1588" y="143"/>
                  </a:cubicBezTo>
                  <a:cubicBezTo>
                    <a:pt x="1435" y="207"/>
                    <a:pt x="1285" y="280"/>
                    <a:pt x="1138" y="358"/>
                  </a:cubicBezTo>
                  <a:cubicBezTo>
                    <a:pt x="987" y="440"/>
                    <a:pt x="840" y="529"/>
                    <a:pt x="699" y="626"/>
                  </a:cubicBezTo>
                  <a:cubicBezTo>
                    <a:pt x="630" y="672"/>
                    <a:pt x="562" y="719"/>
                    <a:pt x="498" y="770"/>
                  </a:cubicBezTo>
                  <a:cubicBezTo>
                    <a:pt x="465" y="797"/>
                    <a:pt x="432" y="823"/>
                    <a:pt x="402" y="851"/>
                  </a:cubicBezTo>
                  <a:cubicBezTo>
                    <a:pt x="393" y="857"/>
                    <a:pt x="387" y="867"/>
                    <a:pt x="379" y="874"/>
                  </a:cubicBezTo>
                  <a:lnTo>
                    <a:pt x="359" y="893"/>
                  </a:lnTo>
                  <a:lnTo>
                    <a:pt x="357" y="896"/>
                  </a:lnTo>
                  <a:cubicBezTo>
                    <a:pt x="341" y="913"/>
                    <a:pt x="322" y="930"/>
                    <a:pt x="306" y="948"/>
                  </a:cubicBezTo>
                  <a:cubicBezTo>
                    <a:pt x="277" y="978"/>
                    <a:pt x="250" y="1009"/>
                    <a:pt x="222" y="1038"/>
                  </a:cubicBezTo>
                  <a:cubicBezTo>
                    <a:pt x="206" y="1056"/>
                    <a:pt x="212" y="1087"/>
                    <a:pt x="228" y="1102"/>
                  </a:cubicBezTo>
                  <a:cubicBezTo>
                    <a:pt x="237" y="1111"/>
                    <a:pt x="249" y="1115"/>
                    <a:pt x="260" y="1115"/>
                  </a:cubicBezTo>
                  <a:cubicBezTo>
                    <a:pt x="271" y="1115"/>
                    <a:pt x="282" y="1112"/>
                    <a:pt x="291" y="1104"/>
                  </a:cubicBezTo>
                  <a:cubicBezTo>
                    <a:pt x="326" y="1078"/>
                    <a:pt x="363" y="1054"/>
                    <a:pt x="398" y="1029"/>
                  </a:cubicBezTo>
                  <a:lnTo>
                    <a:pt x="447" y="996"/>
                  </a:lnTo>
                  <a:lnTo>
                    <a:pt x="447" y="996"/>
                  </a:lnTo>
                  <a:cubicBezTo>
                    <a:pt x="444" y="998"/>
                    <a:pt x="442" y="999"/>
                    <a:pt x="442" y="999"/>
                  </a:cubicBezTo>
                  <a:cubicBezTo>
                    <a:pt x="443" y="999"/>
                    <a:pt x="458" y="989"/>
                    <a:pt x="463" y="987"/>
                  </a:cubicBezTo>
                  <a:cubicBezTo>
                    <a:pt x="466" y="984"/>
                    <a:pt x="469" y="982"/>
                    <a:pt x="473" y="979"/>
                  </a:cubicBezTo>
                  <a:cubicBezTo>
                    <a:pt x="482" y="973"/>
                    <a:pt x="493" y="967"/>
                    <a:pt x="502" y="959"/>
                  </a:cubicBezTo>
                  <a:cubicBezTo>
                    <a:pt x="571" y="907"/>
                    <a:pt x="639" y="856"/>
                    <a:pt x="709" y="806"/>
                  </a:cubicBezTo>
                  <a:cubicBezTo>
                    <a:pt x="777" y="754"/>
                    <a:pt x="848" y="707"/>
                    <a:pt x="920" y="660"/>
                  </a:cubicBezTo>
                  <a:cubicBezTo>
                    <a:pt x="936" y="649"/>
                    <a:pt x="952" y="638"/>
                    <a:pt x="970" y="627"/>
                  </a:cubicBezTo>
                  <a:lnTo>
                    <a:pt x="995" y="610"/>
                  </a:lnTo>
                  <a:cubicBezTo>
                    <a:pt x="1001" y="608"/>
                    <a:pt x="1005" y="604"/>
                    <a:pt x="1011" y="600"/>
                  </a:cubicBezTo>
                  <a:cubicBezTo>
                    <a:pt x="1012" y="599"/>
                    <a:pt x="1013" y="599"/>
                    <a:pt x="1014" y="598"/>
                  </a:cubicBezTo>
                  <a:lnTo>
                    <a:pt x="1014" y="598"/>
                  </a:lnTo>
                  <a:cubicBezTo>
                    <a:pt x="1015" y="598"/>
                    <a:pt x="1015" y="597"/>
                    <a:pt x="1016" y="597"/>
                  </a:cubicBezTo>
                  <a:cubicBezTo>
                    <a:pt x="1052" y="575"/>
                    <a:pt x="1089" y="553"/>
                    <a:pt x="1126" y="531"/>
                  </a:cubicBezTo>
                  <a:cubicBezTo>
                    <a:pt x="1274" y="445"/>
                    <a:pt x="1426" y="367"/>
                    <a:pt x="1583" y="297"/>
                  </a:cubicBezTo>
                  <a:cubicBezTo>
                    <a:pt x="1661" y="263"/>
                    <a:pt x="1741" y="229"/>
                    <a:pt x="1820" y="199"/>
                  </a:cubicBezTo>
                  <a:cubicBezTo>
                    <a:pt x="1841" y="192"/>
                    <a:pt x="1863" y="185"/>
                    <a:pt x="1884" y="177"/>
                  </a:cubicBezTo>
                  <a:cubicBezTo>
                    <a:pt x="1893" y="175"/>
                    <a:pt x="1904" y="171"/>
                    <a:pt x="1913" y="169"/>
                  </a:cubicBezTo>
                  <a:lnTo>
                    <a:pt x="1913" y="169"/>
                  </a:lnTo>
                  <a:cubicBezTo>
                    <a:pt x="1913" y="169"/>
                    <a:pt x="1913" y="169"/>
                    <a:pt x="1913" y="169"/>
                  </a:cubicBezTo>
                  <a:lnTo>
                    <a:pt x="1913" y="169"/>
                  </a:lnTo>
                  <a:cubicBezTo>
                    <a:pt x="1913" y="169"/>
                    <a:pt x="1913" y="169"/>
                    <a:pt x="1913" y="169"/>
                  </a:cubicBezTo>
                  <a:lnTo>
                    <a:pt x="1913" y="169"/>
                  </a:lnTo>
                  <a:cubicBezTo>
                    <a:pt x="1913" y="169"/>
                    <a:pt x="1913" y="169"/>
                    <a:pt x="1913" y="169"/>
                  </a:cubicBezTo>
                  <a:lnTo>
                    <a:pt x="1913" y="169"/>
                  </a:lnTo>
                  <a:cubicBezTo>
                    <a:pt x="1915" y="168"/>
                    <a:pt x="1917" y="167"/>
                    <a:pt x="1918" y="166"/>
                  </a:cubicBezTo>
                  <a:cubicBezTo>
                    <a:pt x="1924" y="165"/>
                    <a:pt x="1932" y="163"/>
                    <a:pt x="1940" y="161"/>
                  </a:cubicBezTo>
                  <a:cubicBezTo>
                    <a:pt x="1983" y="150"/>
                    <a:pt x="2026" y="141"/>
                    <a:pt x="2070" y="137"/>
                  </a:cubicBezTo>
                  <a:cubicBezTo>
                    <a:pt x="2081" y="136"/>
                    <a:pt x="2093" y="136"/>
                    <a:pt x="2104" y="134"/>
                  </a:cubicBezTo>
                  <a:lnTo>
                    <a:pt x="2124" y="134"/>
                  </a:lnTo>
                  <a:cubicBezTo>
                    <a:pt x="2132" y="134"/>
                    <a:pt x="2141" y="136"/>
                    <a:pt x="2149" y="137"/>
                  </a:cubicBezTo>
                  <a:cubicBezTo>
                    <a:pt x="2150" y="137"/>
                    <a:pt x="2150" y="137"/>
                    <a:pt x="2150" y="137"/>
                  </a:cubicBezTo>
                  <a:lnTo>
                    <a:pt x="2150" y="137"/>
                  </a:lnTo>
                  <a:cubicBezTo>
                    <a:pt x="2152" y="137"/>
                    <a:pt x="2154" y="138"/>
                    <a:pt x="2155" y="138"/>
                  </a:cubicBezTo>
                  <a:lnTo>
                    <a:pt x="2155" y="138"/>
                  </a:lnTo>
                  <a:cubicBezTo>
                    <a:pt x="2156" y="138"/>
                    <a:pt x="2157" y="139"/>
                    <a:pt x="2159" y="139"/>
                  </a:cubicBezTo>
                  <a:lnTo>
                    <a:pt x="2159" y="139"/>
                  </a:lnTo>
                  <a:cubicBezTo>
                    <a:pt x="2159" y="140"/>
                    <a:pt x="2159" y="140"/>
                    <a:pt x="2159" y="140"/>
                  </a:cubicBezTo>
                  <a:lnTo>
                    <a:pt x="2159" y="140"/>
                  </a:lnTo>
                  <a:cubicBezTo>
                    <a:pt x="2159" y="142"/>
                    <a:pt x="2159" y="145"/>
                    <a:pt x="2158" y="147"/>
                  </a:cubicBezTo>
                  <a:cubicBezTo>
                    <a:pt x="2158" y="148"/>
                    <a:pt x="2158" y="149"/>
                    <a:pt x="2158" y="150"/>
                  </a:cubicBezTo>
                  <a:lnTo>
                    <a:pt x="2158" y="150"/>
                  </a:lnTo>
                  <a:cubicBezTo>
                    <a:pt x="2156" y="158"/>
                    <a:pt x="2151" y="168"/>
                    <a:pt x="2147" y="172"/>
                  </a:cubicBezTo>
                  <a:cubicBezTo>
                    <a:pt x="2150" y="168"/>
                    <a:pt x="2150" y="166"/>
                    <a:pt x="2150" y="166"/>
                  </a:cubicBezTo>
                  <a:lnTo>
                    <a:pt x="2150" y="166"/>
                  </a:lnTo>
                  <a:cubicBezTo>
                    <a:pt x="2150" y="166"/>
                    <a:pt x="2146" y="175"/>
                    <a:pt x="2144" y="175"/>
                  </a:cubicBezTo>
                  <a:cubicBezTo>
                    <a:pt x="2143" y="177"/>
                    <a:pt x="2141" y="181"/>
                    <a:pt x="2137" y="185"/>
                  </a:cubicBezTo>
                  <a:cubicBezTo>
                    <a:pt x="2132" y="193"/>
                    <a:pt x="2125" y="202"/>
                    <a:pt x="2119" y="208"/>
                  </a:cubicBezTo>
                  <a:cubicBezTo>
                    <a:pt x="2111" y="215"/>
                    <a:pt x="2104" y="224"/>
                    <a:pt x="2098" y="230"/>
                  </a:cubicBezTo>
                  <a:cubicBezTo>
                    <a:pt x="2092" y="236"/>
                    <a:pt x="2087" y="241"/>
                    <a:pt x="2082" y="247"/>
                  </a:cubicBezTo>
                  <a:cubicBezTo>
                    <a:pt x="2055" y="274"/>
                    <a:pt x="2028" y="302"/>
                    <a:pt x="1999" y="328"/>
                  </a:cubicBezTo>
                  <a:cubicBezTo>
                    <a:pt x="1884" y="434"/>
                    <a:pt x="1757" y="531"/>
                    <a:pt x="1625" y="617"/>
                  </a:cubicBezTo>
                  <a:cubicBezTo>
                    <a:pt x="1609" y="627"/>
                    <a:pt x="1593" y="637"/>
                    <a:pt x="1577" y="647"/>
                  </a:cubicBezTo>
                  <a:cubicBezTo>
                    <a:pt x="1573" y="650"/>
                    <a:pt x="1572" y="651"/>
                    <a:pt x="1572" y="651"/>
                  </a:cubicBezTo>
                  <a:cubicBezTo>
                    <a:pt x="1572" y="651"/>
                    <a:pt x="1578" y="647"/>
                    <a:pt x="1578" y="647"/>
                  </a:cubicBezTo>
                  <a:lnTo>
                    <a:pt x="1578" y="647"/>
                  </a:lnTo>
                  <a:cubicBezTo>
                    <a:pt x="1578" y="647"/>
                    <a:pt x="1577" y="648"/>
                    <a:pt x="1573" y="651"/>
                  </a:cubicBezTo>
                  <a:cubicBezTo>
                    <a:pt x="1571" y="652"/>
                    <a:pt x="1566" y="654"/>
                    <a:pt x="1564" y="656"/>
                  </a:cubicBezTo>
                  <a:lnTo>
                    <a:pt x="1534" y="673"/>
                  </a:lnTo>
                  <a:cubicBezTo>
                    <a:pt x="1500" y="693"/>
                    <a:pt x="1465" y="713"/>
                    <a:pt x="1429" y="733"/>
                  </a:cubicBezTo>
                  <a:cubicBezTo>
                    <a:pt x="1359" y="770"/>
                    <a:pt x="1287" y="807"/>
                    <a:pt x="1216" y="841"/>
                  </a:cubicBezTo>
                  <a:cubicBezTo>
                    <a:pt x="1073" y="908"/>
                    <a:pt x="925" y="968"/>
                    <a:pt x="777" y="1022"/>
                  </a:cubicBezTo>
                  <a:cubicBezTo>
                    <a:pt x="702" y="1049"/>
                    <a:pt x="625" y="1076"/>
                    <a:pt x="548" y="1099"/>
                  </a:cubicBezTo>
                  <a:cubicBezTo>
                    <a:pt x="529" y="1107"/>
                    <a:pt x="508" y="1112"/>
                    <a:pt x="489" y="1119"/>
                  </a:cubicBezTo>
                  <a:cubicBezTo>
                    <a:pt x="479" y="1121"/>
                    <a:pt x="471" y="1124"/>
                    <a:pt x="462" y="1126"/>
                  </a:cubicBezTo>
                  <a:cubicBezTo>
                    <a:pt x="457" y="1128"/>
                    <a:pt x="455" y="1130"/>
                    <a:pt x="451" y="1130"/>
                  </a:cubicBezTo>
                  <a:cubicBezTo>
                    <a:pt x="455" y="1128"/>
                    <a:pt x="457" y="1127"/>
                    <a:pt x="456" y="1127"/>
                  </a:cubicBezTo>
                  <a:lnTo>
                    <a:pt x="456" y="1127"/>
                  </a:lnTo>
                  <a:cubicBezTo>
                    <a:pt x="455" y="1127"/>
                    <a:pt x="443" y="1131"/>
                    <a:pt x="441" y="1132"/>
                  </a:cubicBezTo>
                  <a:cubicBezTo>
                    <a:pt x="403" y="1143"/>
                    <a:pt x="365" y="1154"/>
                    <a:pt x="329" y="1165"/>
                  </a:cubicBezTo>
                  <a:cubicBezTo>
                    <a:pt x="288" y="1176"/>
                    <a:pt x="249" y="1187"/>
                    <a:pt x="210" y="1198"/>
                  </a:cubicBezTo>
                  <a:cubicBezTo>
                    <a:pt x="171" y="1209"/>
                    <a:pt x="129" y="1219"/>
                    <a:pt x="89" y="1234"/>
                  </a:cubicBezTo>
                  <a:cubicBezTo>
                    <a:pt x="41" y="1251"/>
                    <a:pt x="0" y="1295"/>
                    <a:pt x="8" y="1350"/>
                  </a:cubicBezTo>
                  <a:cubicBezTo>
                    <a:pt x="12" y="1377"/>
                    <a:pt x="32" y="1401"/>
                    <a:pt x="56" y="1411"/>
                  </a:cubicBezTo>
                  <a:cubicBezTo>
                    <a:pt x="62" y="1414"/>
                    <a:pt x="68" y="1415"/>
                    <a:pt x="76" y="1416"/>
                  </a:cubicBezTo>
                  <a:lnTo>
                    <a:pt x="96" y="1416"/>
                  </a:lnTo>
                  <a:cubicBezTo>
                    <a:pt x="106" y="1415"/>
                    <a:pt x="115" y="1412"/>
                    <a:pt x="123" y="1409"/>
                  </a:cubicBezTo>
                  <a:cubicBezTo>
                    <a:pt x="148" y="1397"/>
                    <a:pt x="163" y="1375"/>
                    <a:pt x="166" y="1352"/>
                  </a:cubicBezTo>
                  <a:lnTo>
                    <a:pt x="166" y="1352"/>
                  </a:lnTo>
                  <a:cubicBezTo>
                    <a:pt x="199" y="1345"/>
                    <a:pt x="232" y="1337"/>
                    <a:pt x="265" y="1327"/>
                  </a:cubicBezTo>
                  <a:cubicBezTo>
                    <a:pt x="341" y="1306"/>
                    <a:pt x="415" y="1284"/>
                    <a:pt x="491" y="1262"/>
                  </a:cubicBezTo>
                  <a:cubicBezTo>
                    <a:pt x="647" y="1215"/>
                    <a:pt x="799" y="1166"/>
                    <a:pt x="950" y="1109"/>
                  </a:cubicBezTo>
                  <a:cubicBezTo>
                    <a:pt x="1245" y="996"/>
                    <a:pt x="1529" y="857"/>
                    <a:pt x="1788" y="677"/>
                  </a:cubicBezTo>
                  <a:cubicBezTo>
                    <a:pt x="1914" y="589"/>
                    <a:pt x="2034" y="490"/>
                    <a:pt x="2144" y="383"/>
                  </a:cubicBezTo>
                  <a:cubicBezTo>
                    <a:pt x="2205" y="322"/>
                    <a:pt x="2279" y="258"/>
                    <a:pt x="2296" y="169"/>
                  </a:cubicBezTo>
                  <a:cubicBezTo>
                    <a:pt x="2304" y="117"/>
                    <a:pt x="2282" y="64"/>
                    <a:pt x="2242" y="34"/>
                  </a:cubicBezTo>
                  <a:cubicBezTo>
                    <a:pt x="2204" y="7"/>
                    <a:pt x="2158" y="1"/>
                    <a:pt x="211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842;p29"/>
            <p:cNvSpPr/>
            <p:nvPr/>
          </p:nvSpPr>
          <p:spPr>
            <a:xfrm>
              <a:off x="4563360" y="2702880"/>
              <a:ext cx="94680" cy="5040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1429" h="766">
                  <a:moveTo>
                    <a:pt x="1366" y="0"/>
                  </a:moveTo>
                  <a:cubicBezTo>
                    <a:pt x="1337" y="0"/>
                    <a:pt x="1311" y="10"/>
                    <a:pt x="1284" y="19"/>
                  </a:cubicBezTo>
                  <a:cubicBezTo>
                    <a:pt x="1256" y="27"/>
                    <a:pt x="1228" y="34"/>
                    <a:pt x="1200" y="43"/>
                  </a:cubicBezTo>
                  <a:lnTo>
                    <a:pt x="1200" y="43"/>
                  </a:lnTo>
                  <a:cubicBezTo>
                    <a:pt x="1176" y="44"/>
                    <a:pt x="1154" y="53"/>
                    <a:pt x="1130" y="63"/>
                  </a:cubicBezTo>
                  <a:cubicBezTo>
                    <a:pt x="1109" y="70"/>
                    <a:pt x="1088" y="78"/>
                    <a:pt x="1069" y="86"/>
                  </a:cubicBezTo>
                  <a:cubicBezTo>
                    <a:pt x="1027" y="101"/>
                    <a:pt x="986" y="118"/>
                    <a:pt x="946" y="135"/>
                  </a:cubicBezTo>
                  <a:cubicBezTo>
                    <a:pt x="866" y="172"/>
                    <a:pt x="786" y="211"/>
                    <a:pt x="708" y="250"/>
                  </a:cubicBezTo>
                  <a:cubicBezTo>
                    <a:pt x="547" y="333"/>
                    <a:pt x="391" y="424"/>
                    <a:pt x="239" y="523"/>
                  </a:cubicBezTo>
                  <a:cubicBezTo>
                    <a:pt x="198" y="548"/>
                    <a:pt x="157" y="575"/>
                    <a:pt x="119" y="606"/>
                  </a:cubicBezTo>
                  <a:cubicBezTo>
                    <a:pt x="99" y="622"/>
                    <a:pt x="78" y="636"/>
                    <a:pt x="59" y="652"/>
                  </a:cubicBezTo>
                  <a:cubicBezTo>
                    <a:pt x="48" y="662"/>
                    <a:pt x="37" y="673"/>
                    <a:pt x="29" y="684"/>
                  </a:cubicBezTo>
                  <a:cubicBezTo>
                    <a:pt x="21" y="694"/>
                    <a:pt x="17" y="707"/>
                    <a:pt x="11" y="718"/>
                  </a:cubicBezTo>
                  <a:cubicBezTo>
                    <a:pt x="0" y="745"/>
                    <a:pt x="25" y="765"/>
                    <a:pt x="49" y="765"/>
                  </a:cubicBezTo>
                  <a:cubicBezTo>
                    <a:pt x="74" y="764"/>
                    <a:pt x="92" y="760"/>
                    <a:pt x="114" y="750"/>
                  </a:cubicBezTo>
                  <a:cubicBezTo>
                    <a:pt x="135" y="742"/>
                    <a:pt x="156" y="730"/>
                    <a:pt x="175" y="719"/>
                  </a:cubicBezTo>
                  <a:cubicBezTo>
                    <a:pt x="213" y="698"/>
                    <a:pt x="252" y="676"/>
                    <a:pt x="289" y="655"/>
                  </a:cubicBezTo>
                  <a:cubicBezTo>
                    <a:pt x="365" y="611"/>
                    <a:pt x="441" y="567"/>
                    <a:pt x="517" y="525"/>
                  </a:cubicBezTo>
                  <a:cubicBezTo>
                    <a:pt x="670" y="443"/>
                    <a:pt x="824" y="362"/>
                    <a:pt x="982" y="289"/>
                  </a:cubicBezTo>
                  <a:cubicBezTo>
                    <a:pt x="1026" y="269"/>
                    <a:pt x="1069" y="248"/>
                    <a:pt x="1112" y="227"/>
                  </a:cubicBezTo>
                  <a:cubicBezTo>
                    <a:pt x="1134" y="216"/>
                    <a:pt x="1158" y="205"/>
                    <a:pt x="1179" y="194"/>
                  </a:cubicBezTo>
                  <a:cubicBezTo>
                    <a:pt x="1190" y="189"/>
                    <a:pt x="1203" y="183"/>
                    <a:pt x="1214" y="178"/>
                  </a:cubicBezTo>
                  <a:cubicBezTo>
                    <a:pt x="1225" y="171"/>
                    <a:pt x="1235" y="165"/>
                    <a:pt x="1244" y="157"/>
                  </a:cubicBezTo>
                  <a:lnTo>
                    <a:pt x="1244" y="157"/>
                  </a:lnTo>
                  <a:cubicBezTo>
                    <a:pt x="1270" y="144"/>
                    <a:pt x="1295" y="131"/>
                    <a:pt x="1321" y="119"/>
                  </a:cubicBezTo>
                  <a:cubicBezTo>
                    <a:pt x="1353" y="102"/>
                    <a:pt x="1384" y="89"/>
                    <a:pt x="1409" y="63"/>
                  </a:cubicBezTo>
                  <a:cubicBezTo>
                    <a:pt x="1429" y="41"/>
                    <a:pt x="1409" y="3"/>
                    <a:pt x="1382" y="1"/>
                  </a:cubicBezTo>
                  <a:cubicBezTo>
                    <a:pt x="1376" y="0"/>
                    <a:pt x="1371" y="0"/>
                    <a:pt x="136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843;p29"/>
            <p:cNvSpPr/>
            <p:nvPr/>
          </p:nvSpPr>
          <p:spPr>
            <a:xfrm>
              <a:off x="4566600" y="2733120"/>
              <a:ext cx="149040" cy="2268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2246" h="347">
                  <a:moveTo>
                    <a:pt x="2208" y="0"/>
                  </a:moveTo>
                  <a:cubicBezTo>
                    <a:pt x="2207" y="0"/>
                    <a:pt x="2207" y="0"/>
                    <a:pt x="2207" y="0"/>
                  </a:cubicBezTo>
                  <a:cubicBezTo>
                    <a:pt x="2178" y="2"/>
                    <a:pt x="2148" y="6"/>
                    <a:pt x="2119" y="6"/>
                  </a:cubicBezTo>
                  <a:cubicBezTo>
                    <a:pt x="2113" y="6"/>
                    <a:pt x="2108" y="6"/>
                    <a:pt x="2102" y="6"/>
                  </a:cubicBezTo>
                  <a:cubicBezTo>
                    <a:pt x="2097" y="6"/>
                    <a:pt x="2092" y="6"/>
                    <a:pt x="2087" y="6"/>
                  </a:cubicBezTo>
                  <a:cubicBezTo>
                    <a:pt x="2055" y="6"/>
                    <a:pt x="2024" y="9"/>
                    <a:pt x="1990" y="13"/>
                  </a:cubicBezTo>
                  <a:cubicBezTo>
                    <a:pt x="1953" y="17"/>
                    <a:pt x="1916" y="22"/>
                    <a:pt x="1881" y="27"/>
                  </a:cubicBezTo>
                  <a:cubicBezTo>
                    <a:pt x="1864" y="28"/>
                    <a:pt x="1848" y="30"/>
                    <a:pt x="1829" y="32"/>
                  </a:cubicBezTo>
                  <a:cubicBezTo>
                    <a:pt x="1826" y="32"/>
                    <a:pt x="1823" y="33"/>
                    <a:pt x="1819" y="33"/>
                  </a:cubicBezTo>
                  <a:lnTo>
                    <a:pt x="1819" y="33"/>
                  </a:lnTo>
                  <a:cubicBezTo>
                    <a:pt x="1817" y="33"/>
                    <a:pt x="1814" y="32"/>
                    <a:pt x="1812" y="32"/>
                  </a:cubicBezTo>
                  <a:cubicBezTo>
                    <a:pt x="1808" y="31"/>
                    <a:pt x="1804" y="31"/>
                    <a:pt x="1800" y="31"/>
                  </a:cubicBezTo>
                  <a:cubicBezTo>
                    <a:pt x="1790" y="31"/>
                    <a:pt x="1780" y="33"/>
                    <a:pt x="1771" y="34"/>
                  </a:cubicBezTo>
                  <a:cubicBezTo>
                    <a:pt x="1628" y="56"/>
                    <a:pt x="1485" y="78"/>
                    <a:pt x="1340" y="99"/>
                  </a:cubicBezTo>
                  <a:cubicBezTo>
                    <a:pt x="1055" y="139"/>
                    <a:pt x="768" y="171"/>
                    <a:pt x="481" y="194"/>
                  </a:cubicBezTo>
                  <a:cubicBezTo>
                    <a:pt x="403" y="200"/>
                    <a:pt x="323" y="205"/>
                    <a:pt x="245" y="216"/>
                  </a:cubicBezTo>
                  <a:cubicBezTo>
                    <a:pt x="207" y="221"/>
                    <a:pt x="167" y="228"/>
                    <a:pt x="130" y="237"/>
                  </a:cubicBezTo>
                  <a:cubicBezTo>
                    <a:pt x="87" y="246"/>
                    <a:pt x="52" y="268"/>
                    <a:pt x="16" y="293"/>
                  </a:cubicBezTo>
                  <a:cubicBezTo>
                    <a:pt x="0" y="304"/>
                    <a:pt x="11" y="340"/>
                    <a:pt x="36" y="341"/>
                  </a:cubicBezTo>
                  <a:cubicBezTo>
                    <a:pt x="63" y="342"/>
                    <a:pt x="91" y="347"/>
                    <a:pt x="119" y="347"/>
                  </a:cubicBezTo>
                  <a:cubicBezTo>
                    <a:pt x="127" y="347"/>
                    <a:pt x="134" y="346"/>
                    <a:pt x="142" y="345"/>
                  </a:cubicBezTo>
                  <a:cubicBezTo>
                    <a:pt x="176" y="341"/>
                    <a:pt x="212" y="336"/>
                    <a:pt x="246" y="335"/>
                  </a:cubicBezTo>
                  <a:cubicBezTo>
                    <a:pt x="264" y="334"/>
                    <a:pt x="283" y="334"/>
                    <a:pt x="299" y="332"/>
                  </a:cubicBezTo>
                  <a:lnTo>
                    <a:pt x="316" y="332"/>
                  </a:lnTo>
                  <a:cubicBezTo>
                    <a:pt x="329" y="332"/>
                    <a:pt x="341" y="332"/>
                    <a:pt x="355" y="331"/>
                  </a:cubicBezTo>
                  <a:cubicBezTo>
                    <a:pt x="390" y="330"/>
                    <a:pt x="425" y="329"/>
                    <a:pt x="461" y="326"/>
                  </a:cubicBezTo>
                  <a:cubicBezTo>
                    <a:pt x="604" y="319"/>
                    <a:pt x="750" y="309"/>
                    <a:pt x="894" y="298"/>
                  </a:cubicBezTo>
                  <a:cubicBezTo>
                    <a:pt x="1037" y="286"/>
                    <a:pt x="1180" y="270"/>
                    <a:pt x="1323" y="250"/>
                  </a:cubicBezTo>
                  <a:cubicBezTo>
                    <a:pt x="1467" y="231"/>
                    <a:pt x="1609" y="210"/>
                    <a:pt x="1751" y="183"/>
                  </a:cubicBezTo>
                  <a:cubicBezTo>
                    <a:pt x="1771" y="179"/>
                    <a:pt x="1790" y="176"/>
                    <a:pt x="1810" y="172"/>
                  </a:cubicBezTo>
                  <a:cubicBezTo>
                    <a:pt x="1818" y="171"/>
                    <a:pt x="1827" y="168"/>
                    <a:pt x="1833" y="165"/>
                  </a:cubicBezTo>
                  <a:cubicBezTo>
                    <a:pt x="1835" y="165"/>
                    <a:pt x="1839" y="161"/>
                    <a:pt x="1841" y="160"/>
                  </a:cubicBezTo>
                  <a:lnTo>
                    <a:pt x="1841" y="160"/>
                  </a:lnTo>
                  <a:cubicBezTo>
                    <a:pt x="1849" y="157"/>
                    <a:pt x="1860" y="155"/>
                    <a:pt x="1867" y="154"/>
                  </a:cubicBezTo>
                  <a:cubicBezTo>
                    <a:pt x="1908" y="144"/>
                    <a:pt x="1946" y="136"/>
                    <a:pt x="1986" y="125"/>
                  </a:cubicBezTo>
                  <a:cubicBezTo>
                    <a:pt x="2005" y="119"/>
                    <a:pt x="2025" y="115"/>
                    <a:pt x="2045" y="109"/>
                  </a:cubicBezTo>
                  <a:cubicBezTo>
                    <a:pt x="2065" y="104"/>
                    <a:pt x="2089" y="98"/>
                    <a:pt x="2107" y="88"/>
                  </a:cubicBezTo>
                  <a:cubicBezTo>
                    <a:pt x="2142" y="70"/>
                    <a:pt x="2183" y="58"/>
                    <a:pt x="2221" y="44"/>
                  </a:cubicBezTo>
                  <a:cubicBezTo>
                    <a:pt x="2246" y="35"/>
                    <a:pt x="2232" y="0"/>
                    <a:pt x="220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844;p29"/>
            <p:cNvSpPr/>
            <p:nvPr/>
          </p:nvSpPr>
          <p:spPr>
            <a:xfrm>
              <a:off x="4660560" y="2642040"/>
              <a:ext cx="110880" cy="9108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1675" h="1375">
                  <a:moveTo>
                    <a:pt x="1637" y="1"/>
                  </a:moveTo>
                  <a:cubicBezTo>
                    <a:pt x="1631" y="1"/>
                    <a:pt x="1625" y="3"/>
                    <a:pt x="1620" y="7"/>
                  </a:cubicBezTo>
                  <a:cubicBezTo>
                    <a:pt x="1605" y="17"/>
                    <a:pt x="1593" y="28"/>
                    <a:pt x="1581" y="40"/>
                  </a:cubicBezTo>
                  <a:cubicBezTo>
                    <a:pt x="1569" y="51"/>
                    <a:pt x="1556" y="62"/>
                    <a:pt x="1543" y="73"/>
                  </a:cubicBezTo>
                  <a:cubicBezTo>
                    <a:pt x="1516" y="94"/>
                    <a:pt x="1495" y="121"/>
                    <a:pt x="1469" y="144"/>
                  </a:cubicBezTo>
                  <a:cubicBezTo>
                    <a:pt x="1418" y="196"/>
                    <a:pt x="1369" y="248"/>
                    <a:pt x="1320" y="301"/>
                  </a:cubicBezTo>
                  <a:cubicBezTo>
                    <a:pt x="1309" y="313"/>
                    <a:pt x="1297" y="325"/>
                    <a:pt x="1285" y="338"/>
                  </a:cubicBezTo>
                  <a:lnTo>
                    <a:pt x="1278" y="344"/>
                  </a:lnTo>
                  <a:lnTo>
                    <a:pt x="1278" y="344"/>
                  </a:lnTo>
                  <a:cubicBezTo>
                    <a:pt x="1280" y="342"/>
                    <a:pt x="1281" y="341"/>
                    <a:pt x="1281" y="341"/>
                  </a:cubicBezTo>
                  <a:lnTo>
                    <a:pt x="1281" y="341"/>
                  </a:lnTo>
                  <a:cubicBezTo>
                    <a:pt x="1281" y="341"/>
                    <a:pt x="1280" y="342"/>
                    <a:pt x="1276" y="346"/>
                  </a:cubicBezTo>
                  <a:lnTo>
                    <a:pt x="1278" y="344"/>
                  </a:lnTo>
                  <a:lnTo>
                    <a:pt x="1278" y="344"/>
                  </a:lnTo>
                  <a:cubicBezTo>
                    <a:pt x="1278" y="345"/>
                    <a:pt x="1277" y="346"/>
                    <a:pt x="1276" y="346"/>
                  </a:cubicBezTo>
                  <a:lnTo>
                    <a:pt x="1254" y="368"/>
                  </a:lnTo>
                  <a:cubicBezTo>
                    <a:pt x="1231" y="393"/>
                    <a:pt x="1206" y="418"/>
                    <a:pt x="1182" y="441"/>
                  </a:cubicBezTo>
                  <a:cubicBezTo>
                    <a:pt x="1132" y="489"/>
                    <a:pt x="1084" y="537"/>
                    <a:pt x="1033" y="583"/>
                  </a:cubicBezTo>
                  <a:cubicBezTo>
                    <a:pt x="832" y="772"/>
                    <a:pt x="615" y="942"/>
                    <a:pt x="384" y="1092"/>
                  </a:cubicBezTo>
                  <a:cubicBezTo>
                    <a:pt x="368" y="1103"/>
                    <a:pt x="352" y="1113"/>
                    <a:pt x="336" y="1121"/>
                  </a:cubicBezTo>
                  <a:cubicBezTo>
                    <a:pt x="327" y="1127"/>
                    <a:pt x="319" y="1131"/>
                    <a:pt x="311" y="1137"/>
                  </a:cubicBezTo>
                  <a:cubicBezTo>
                    <a:pt x="310" y="1137"/>
                    <a:pt x="308" y="1138"/>
                    <a:pt x="307" y="1139"/>
                  </a:cubicBezTo>
                  <a:lnTo>
                    <a:pt x="307" y="1139"/>
                  </a:lnTo>
                  <a:cubicBezTo>
                    <a:pt x="307" y="1139"/>
                    <a:pt x="308" y="1138"/>
                    <a:pt x="308" y="1138"/>
                  </a:cubicBezTo>
                  <a:lnTo>
                    <a:pt x="308" y="1138"/>
                  </a:lnTo>
                  <a:cubicBezTo>
                    <a:pt x="303" y="1141"/>
                    <a:pt x="299" y="1143"/>
                    <a:pt x="293" y="1148"/>
                  </a:cubicBezTo>
                  <a:cubicBezTo>
                    <a:pt x="259" y="1169"/>
                    <a:pt x="225" y="1192"/>
                    <a:pt x="192" y="1214"/>
                  </a:cubicBezTo>
                  <a:cubicBezTo>
                    <a:pt x="160" y="1235"/>
                    <a:pt x="127" y="1253"/>
                    <a:pt x="97" y="1275"/>
                  </a:cubicBezTo>
                  <a:cubicBezTo>
                    <a:pt x="66" y="1297"/>
                    <a:pt x="35" y="1324"/>
                    <a:pt x="5" y="1349"/>
                  </a:cubicBezTo>
                  <a:cubicBezTo>
                    <a:pt x="0" y="1357"/>
                    <a:pt x="6" y="1374"/>
                    <a:pt x="19" y="1374"/>
                  </a:cubicBezTo>
                  <a:cubicBezTo>
                    <a:pt x="20" y="1374"/>
                    <a:pt x="21" y="1374"/>
                    <a:pt x="22" y="1374"/>
                  </a:cubicBezTo>
                  <a:cubicBezTo>
                    <a:pt x="158" y="1347"/>
                    <a:pt x="284" y="1283"/>
                    <a:pt x="403" y="1213"/>
                  </a:cubicBezTo>
                  <a:cubicBezTo>
                    <a:pt x="526" y="1141"/>
                    <a:pt x="645" y="1063"/>
                    <a:pt x="760" y="981"/>
                  </a:cubicBezTo>
                  <a:cubicBezTo>
                    <a:pt x="873" y="900"/>
                    <a:pt x="983" y="813"/>
                    <a:pt x="1088" y="723"/>
                  </a:cubicBezTo>
                  <a:cubicBezTo>
                    <a:pt x="1197" y="629"/>
                    <a:pt x="1298" y="528"/>
                    <a:pt x="1396" y="424"/>
                  </a:cubicBezTo>
                  <a:cubicBezTo>
                    <a:pt x="1448" y="368"/>
                    <a:pt x="1503" y="311"/>
                    <a:pt x="1547" y="246"/>
                  </a:cubicBezTo>
                  <a:cubicBezTo>
                    <a:pt x="1569" y="214"/>
                    <a:pt x="1589" y="183"/>
                    <a:pt x="1610" y="152"/>
                  </a:cubicBezTo>
                  <a:cubicBezTo>
                    <a:pt x="1621" y="133"/>
                    <a:pt x="1626" y="119"/>
                    <a:pt x="1636" y="100"/>
                  </a:cubicBezTo>
                  <a:cubicBezTo>
                    <a:pt x="1647" y="81"/>
                    <a:pt x="1658" y="62"/>
                    <a:pt x="1666" y="42"/>
                  </a:cubicBezTo>
                  <a:cubicBezTo>
                    <a:pt x="1674" y="19"/>
                    <a:pt x="1657" y="1"/>
                    <a:pt x="163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845;p29"/>
            <p:cNvSpPr/>
            <p:nvPr/>
          </p:nvSpPr>
          <p:spPr>
            <a:xfrm>
              <a:off x="4708800" y="2681640"/>
              <a:ext cx="56520" cy="3564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35640"/>
                <a:gd name="textAreaBottom" fmla="*/ 36000 h 35640"/>
              </a:gdLst>
              <a:ahLst/>
              <a:cxnLst/>
              <a:rect l="textAreaLeft" t="textAreaTop" r="textAreaRight" b="textAreaBottom"/>
              <a:pathLst>
                <a:path w="855" h="544">
                  <a:moveTo>
                    <a:pt x="826" y="0"/>
                  </a:moveTo>
                  <a:cubicBezTo>
                    <a:pt x="822" y="0"/>
                    <a:pt x="818" y="1"/>
                    <a:pt x="815" y="4"/>
                  </a:cubicBezTo>
                  <a:cubicBezTo>
                    <a:pt x="789" y="20"/>
                    <a:pt x="764" y="36"/>
                    <a:pt x="738" y="52"/>
                  </a:cubicBezTo>
                  <a:cubicBezTo>
                    <a:pt x="726" y="59"/>
                    <a:pt x="714" y="69"/>
                    <a:pt x="699" y="73"/>
                  </a:cubicBezTo>
                  <a:cubicBezTo>
                    <a:pt x="685" y="78"/>
                    <a:pt x="672" y="86"/>
                    <a:pt x="659" y="95"/>
                  </a:cubicBezTo>
                  <a:cubicBezTo>
                    <a:pt x="604" y="128"/>
                    <a:pt x="548" y="158"/>
                    <a:pt x="495" y="194"/>
                  </a:cubicBezTo>
                  <a:cubicBezTo>
                    <a:pt x="446" y="227"/>
                    <a:pt x="396" y="259"/>
                    <a:pt x="347" y="288"/>
                  </a:cubicBezTo>
                  <a:cubicBezTo>
                    <a:pt x="292" y="321"/>
                    <a:pt x="236" y="352"/>
                    <a:pt x="182" y="387"/>
                  </a:cubicBezTo>
                  <a:cubicBezTo>
                    <a:pt x="155" y="405"/>
                    <a:pt x="127" y="423"/>
                    <a:pt x="99" y="442"/>
                  </a:cubicBezTo>
                  <a:cubicBezTo>
                    <a:pt x="83" y="452"/>
                    <a:pt x="68" y="462"/>
                    <a:pt x="55" y="471"/>
                  </a:cubicBezTo>
                  <a:cubicBezTo>
                    <a:pt x="40" y="480"/>
                    <a:pt x="27" y="493"/>
                    <a:pt x="13" y="503"/>
                  </a:cubicBezTo>
                  <a:cubicBezTo>
                    <a:pt x="0" y="515"/>
                    <a:pt x="8" y="543"/>
                    <a:pt x="26" y="543"/>
                  </a:cubicBezTo>
                  <a:cubicBezTo>
                    <a:pt x="28" y="543"/>
                    <a:pt x="30" y="543"/>
                    <a:pt x="33" y="542"/>
                  </a:cubicBezTo>
                  <a:cubicBezTo>
                    <a:pt x="64" y="534"/>
                    <a:pt x="93" y="525"/>
                    <a:pt x="123" y="513"/>
                  </a:cubicBezTo>
                  <a:cubicBezTo>
                    <a:pt x="152" y="502"/>
                    <a:pt x="180" y="490"/>
                    <a:pt x="207" y="478"/>
                  </a:cubicBezTo>
                  <a:cubicBezTo>
                    <a:pt x="263" y="453"/>
                    <a:pt x="317" y="421"/>
                    <a:pt x="370" y="390"/>
                  </a:cubicBezTo>
                  <a:cubicBezTo>
                    <a:pt x="427" y="357"/>
                    <a:pt x="482" y="322"/>
                    <a:pt x="537" y="288"/>
                  </a:cubicBezTo>
                  <a:cubicBezTo>
                    <a:pt x="588" y="255"/>
                    <a:pt x="637" y="217"/>
                    <a:pt x="685" y="177"/>
                  </a:cubicBezTo>
                  <a:cubicBezTo>
                    <a:pt x="697" y="166"/>
                    <a:pt x="710" y="155"/>
                    <a:pt x="723" y="145"/>
                  </a:cubicBezTo>
                  <a:cubicBezTo>
                    <a:pt x="737" y="133"/>
                    <a:pt x="748" y="119"/>
                    <a:pt x="760" y="107"/>
                  </a:cubicBezTo>
                  <a:cubicBezTo>
                    <a:pt x="786" y="84"/>
                    <a:pt x="813" y="59"/>
                    <a:pt x="840" y="35"/>
                  </a:cubicBezTo>
                  <a:cubicBezTo>
                    <a:pt x="855" y="20"/>
                    <a:pt x="843" y="0"/>
                    <a:pt x="82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846;p29"/>
            <p:cNvSpPr/>
            <p:nvPr/>
          </p:nvSpPr>
          <p:spPr>
            <a:xfrm>
              <a:off x="4575960" y="2751480"/>
              <a:ext cx="110880" cy="19800"/>
            </a:xfrm>
            <a:custGeom>
              <a:avLst/>
              <a:gdLst>
                <a:gd name="textAreaLeft" fmla="*/ 0 w 110880"/>
                <a:gd name="textAreaRight" fmla="*/ 111240 w 11088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1671" h="302">
                  <a:moveTo>
                    <a:pt x="273" y="1"/>
                  </a:moveTo>
                  <a:cubicBezTo>
                    <a:pt x="231" y="1"/>
                    <a:pt x="189" y="2"/>
                    <a:pt x="148" y="9"/>
                  </a:cubicBezTo>
                  <a:cubicBezTo>
                    <a:pt x="122" y="11"/>
                    <a:pt x="94" y="22"/>
                    <a:pt x="70" y="31"/>
                  </a:cubicBezTo>
                  <a:cubicBezTo>
                    <a:pt x="59" y="34"/>
                    <a:pt x="45" y="39"/>
                    <a:pt x="34" y="44"/>
                  </a:cubicBezTo>
                  <a:cubicBezTo>
                    <a:pt x="22" y="51"/>
                    <a:pt x="16" y="65"/>
                    <a:pt x="7" y="75"/>
                  </a:cubicBezTo>
                  <a:cubicBezTo>
                    <a:pt x="0" y="80"/>
                    <a:pt x="2" y="90"/>
                    <a:pt x="10" y="91"/>
                  </a:cubicBezTo>
                  <a:cubicBezTo>
                    <a:pt x="21" y="96"/>
                    <a:pt x="30" y="104"/>
                    <a:pt x="41" y="104"/>
                  </a:cubicBezTo>
                  <a:cubicBezTo>
                    <a:pt x="44" y="105"/>
                    <a:pt x="47" y="105"/>
                    <a:pt x="51" y="105"/>
                  </a:cubicBezTo>
                  <a:cubicBezTo>
                    <a:pt x="58" y="105"/>
                    <a:pt x="65" y="104"/>
                    <a:pt x="72" y="104"/>
                  </a:cubicBezTo>
                  <a:cubicBezTo>
                    <a:pt x="96" y="104"/>
                    <a:pt x="120" y="108"/>
                    <a:pt x="142" y="108"/>
                  </a:cubicBezTo>
                  <a:cubicBezTo>
                    <a:pt x="187" y="108"/>
                    <a:pt x="236" y="109"/>
                    <a:pt x="282" y="113"/>
                  </a:cubicBezTo>
                  <a:cubicBezTo>
                    <a:pt x="376" y="123"/>
                    <a:pt x="468" y="141"/>
                    <a:pt x="561" y="158"/>
                  </a:cubicBezTo>
                  <a:lnTo>
                    <a:pt x="853" y="216"/>
                  </a:lnTo>
                  <a:cubicBezTo>
                    <a:pt x="951" y="235"/>
                    <a:pt x="1049" y="250"/>
                    <a:pt x="1148" y="267"/>
                  </a:cubicBezTo>
                  <a:cubicBezTo>
                    <a:pt x="1201" y="275"/>
                    <a:pt x="1256" y="285"/>
                    <a:pt x="1309" y="291"/>
                  </a:cubicBezTo>
                  <a:cubicBezTo>
                    <a:pt x="1336" y="296"/>
                    <a:pt x="1364" y="294"/>
                    <a:pt x="1391" y="297"/>
                  </a:cubicBezTo>
                  <a:cubicBezTo>
                    <a:pt x="1410" y="298"/>
                    <a:pt x="1429" y="301"/>
                    <a:pt x="1447" y="301"/>
                  </a:cubicBezTo>
                  <a:cubicBezTo>
                    <a:pt x="1459" y="301"/>
                    <a:pt x="1471" y="300"/>
                    <a:pt x="1482" y="296"/>
                  </a:cubicBezTo>
                  <a:lnTo>
                    <a:pt x="1482" y="296"/>
                  </a:lnTo>
                  <a:cubicBezTo>
                    <a:pt x="1519" y="298"/>
                    <a:pt x="1555" y="300"/>
                    <a:pt x="1592" y="300"/>
                  </a:cubicBezTo>
                  <a:cubicBezTo>
                    <a:pt x="1608" y="300"/>
                    <a:pt x="1624" y="299"/>
                    <a:pt x="1641" y="299"/>
                  </a:cubicBezTo>
                  <a:cubicBezTo>
                    <a:pt x="1670" y="297"/>
                    <a:pt x="1670" y="253"/>
                    <a:pt x="1646" y="242"/>
                  </a:cubicBezTo>
                  <a:cubicBezTo>
                    <a:pt x="1599" y="223"/>
                    <a:pt x="1548" y="209"/>
                    <a:pt x="1499" y="194"/>
                  </a:cubicBezTo>
                  <a:lnTo>
                    <a:pt x="1499" y="194"/>
                  </a:lnTo>
                  <a:cubicBezTo>
                    <a:pt x="1487" y="185"/>
                    <a:pt x="1475" y="180"/>
                    <a:pt x="1459" y="176"/>
                  </a:cubicBezTo>
                  <a:lnTo>
                    <a:pt x="1427" y="168"/>
                  </a:lnTo>
                  <a:lnTo>
                    <a:pt x="1394" y="159"/>
                  </a:lnTo>
                  <a:cubicBezTo>
                    <a:pt x="1392" y="159"/>
                    <a:pt x="1382" y="156"/>
                    <a:pt x="1380" y="156"/>
                  </a:cubicBezTo>
                  <a:lnTo>
                    <a:pt x="1380" y="156"/>
                  </a:lnTo>
                  <a:cubicBezTo>
                    <a:pt x="1380" y="156"/>
                    <a:pt x="1380" y="156"/>
                    <a:pt x="1381" y="156"/>
                  </a:cubicBezTo>
                  <a:lnTo>
                    <a:pt x="1381" y="156"/>
                  </a:lnTo>
                  <a:cubicBezTo>
                    <a:pt x="1375" y="154"/>
                    <a:pt x="1368" y="153"/>
                    <a:pt x="1363" y="152"/>
                  </a:cubicBezTo>
                  <a:cubicBezTo>
                    <a:pt x="1311" y="136"/>
                    <a:pt x="1256" y="131"/>
                    <a:pt x="1203" y="121"/>
                  </a:cubicBezTo>
                  <a:cubicBezTo>
                    <a:pt x="1103" y="103"/>
                    <a:pt x="1002" y="86"/>
                    <a:pt x="902" y="71"/>
                  </a:cubicBezTo>
                  <a:cubicBezTo>
                    <a:pt x="803" y="58"/>
                    <a:pt x="703" y="45"/>
                    <a:pt x="604" y="32"/>
                  </a:cubicBezTo>
                  <a:cubicBezTo>
                    <a:pt x="510" y="20"/>
                    <a:pt x="413" y="4"/>
                    <a:pt x="317" y="1"/>
                  </a:cubicBezTo>
                  <a:cubicBezTo>
                    <a:pt x="302" y="1"/>
                    <a:pt x="288" y="1"/>
                    <a:pt x="273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847;p29"/>
            <p:cNvSpPr/>
            <p:nvPr/>
          </p:nvSpPr>
          <p:spPr>
            <a:xfrm>
              <a:off x="4426200" y="2673360"/>
              <a:ext cx="139680" cy="82440"/>
            </a:xfrm>
            <a:custGeom>
              <a:avLst/>
              <a:gdLst>
                <a:gd name="textAreaLeft" fmla="*/ 0 w 139680"/>
                <a:gd name="textAreaRight" fmla="*/ 140040 w 139680"/>
                <a:gd name="textAreaTop" fmla="*/ 0 h 82440"/>
                <a:gd name="textAreaBottom" fmla="*/ 82800 h 82440"/>
              </a:gdLst>
              <a:ahLst/>
              <a:cxnLst/>
              <a:rect l="textAreaLeft" t="textAreaTop" r="textAreaRight" b="textAreaBottom"/>
              <a:pathLst>
                <a:path w="2106" h="1244">
                  <a:moveTo>
                    <a:pt x="349" y="0"/>
                  </a:moveTo>
                  <a:cubicBezTo>
                    <a:pt x="307" y="0"/>
                    <a:pt x="266" y="5"/>
                    <a:pt x="226" y="17"/>
                  </a:cubicBezTo>
                  <a:cubicBezTo>
                    <a:pt x="150" y="36"/>
                    <a:pt x="71" y="78"/>
                    <a:pt x="38" y="152"/>
                  </a:cubicBezTo>
                  <a:cubicBezTo>
                    <a:pt x="1" y="234"/>
                    <a:pt x="55" y="322"/>
                    <a:pt x="105" y="386"/>
                  </a:cubicBezTo>
                  <a:cubicBezTo>
                    <a:pt x="155" y="446"/>
                    <a:pt x="215" y="498"/>
                    <a:pt x="275" y="547"/>
                  </a:cubicBezTo>
                  <a:cubicBezTo>
                    <a:pt x="336" y="595"/>
                    <a:pt x="397" y="643"/>
                    <a:pt x="462" y="688"/>
                  </a:cubicBezTo>
                  <a:cubicBezTo>
                    <a:pt x="589" y="777"/>
                    <a:pt x="725" y="857"/>
                    <a:pt x="863" y="929"/>
                  </a:cubicBezTo>
                  <a:cubicBezTo>
                    <a:pt x="999" y="1000"/>
                    <a:pt x="1140" y="1061"/>
                    <a:pt x="1285" y="1113"/>
                  </a:cubicBezTo>
                  <a:cubicBezTo>
                    <a:pt x="1357" y="1139"/>
                    <a:pt x="1430" y="1161"/>
                    <a:pt x="1504" y="1182"/>
                  </a:cubicBezTo>
                  <a:cubicBezTo>
                    <a:pt x="1581" y="1203"/>
                    <a:pt x="1659" y="1221"/>
                    <a:pt x="1739" y="1232"/>
                  </a:cubicBezTo>
                  <a:cubicBezTo>
                    <a:pt x="1776" y="1237"/>
                    <a:pt x="1813" y="1241"/>
                    <a:pt x="1850" y="1243"/>
                  </a:cubicBezTo>
                  <a:cubicBezTo>
                    <a:pt x="1851" y="1243"/>
                    <a:pt x="1852" y="1243"/>
                    <a:pt x="1853" y="1243"/>
                  </a:cubicBezTo>
                  <a:cubicBezTo>
                    <a:pt x="1874" y="1243"/>
                    <a:pt x="1893" y="1230"/>
                    <a:pt x="1898" y="1209"/>
                  </a:cubicBezTo>
                  <a:cubicBezTo>
                    <a:pt x="1902" y="1190"/>
                    <a:pt x="1893" y="1162"/>
                    <a:pt x="1872" y="1157"/>
                  </a:cubicBezTo>
                  <a:cubicBezTo>
                    <a:pt x="1836" y="1148"/>
                    <a:pt x="1801" y="1138"/>
                    <a:pt x="1765" y="1127"/>
                  </a:cubicBezTo>
                  <a:cubicBezTo>
                    <a:pt x="1748" y="1121"/>
                    <a:pt x="1732" y="1117"/>
                    <a:pt x="1714" y="1112"/>
                  </a:cubicBezTo>
                  <a:cubicBezTo>
                    <a:pt x="1702" y="1107"/>
                    <a:pt x="1691" y="1105"/>
                    <a:pt x="1679" y="1102"/>
                  </a:cubicBezTo>
                  <a:cubicBezTo>
                    <a:pt x="1676" y="1102"/>
                    <a:pt x="1669" y="1100"/>
                    <a:pt x="1670" y="1100"/>
                  </a:cubicBezTo>
                  <a:cubicBezTo>
                    <a:pt x="1670" y="1100"/>
                    <a:pt x="1672" y="1100"/>
                    <a:pt x="1674" y="1101"/>
                  </a:cubicBezTo>
                  <a:lnTo>
                    <a:pt x="1658" y="1096"/>
                  </a:lnTo>
                  <a:cubicBezTo>
                    <a:pt x="1587" y="1079"/>
                    <a:pt x="1515" y="1058"/>
                    <a:pt x="1445" y="1036"/>
                  </a:cubicBezTo>
                  <a:cubicBezTo>
                    <a:pt x="1303" y="991"/>
                    <a:pt x="1165" y="940"/>
                    <a:pt x="1029" y="880"/>
                  </a:cubicBezTo>
                  <a:cubicBezTo>
                    <a:pt x="894" y="819"/>
                    <a:pt x="770" y="754"/>
                    <a:pt x="647" y="678"/>
                  </a:cubicBezTo>
                  <a:cubicBezTo>
                    <a:pt x="521" y="601"/>
                    <a:pt x="399" y="517"/>
                    <a:pt x="285" y="424"/>
                  </a:cubicBezTo>
                  <a:cubicBezTo>
                    <a:pt x="231" y="380"/>
                    <a:pt x="178" y="330"/>
                    <a:pt x="147" y="269"/>
                  </a:cubicBezTo>
                  <a:cubicBezTo>
                    <a:pt x="138" y="254"/>
                    <a:pt x="132" y="240"/>
                    <a:pt x="128" y="225"/>
                  </a:cubicBezTo>
                  <a:cubicBezTo>
                    <a:pt x="127" y="217"/>
                    <a:pt x="127" y="215"/>
                    <a:pt x="127" y="209"/>
                  </a:cubicBezTo>
                  <a:lnTo>
                    <a:pt x="127" y="209"/>
                  </a:lnTo>
                  <a:cubicBezTo>
                    <a:pt x="127" y="209"/>
                    <a:pt x="127" y="209"/>
                    <a:pt x="127" y="209"/>
                  </a:cubicBezTo>
                  <a:cubicBezTo>
                    <a:pt x="127" y="209"/>
                    <a:pt x="128" y="202"/>
                    <a:pt x="128" y="199"/>
                  </a:cubicBezTo>
                  <a:lnTo>
                    <a:pt x="128" y="199"/>
                  </a:lnTo>
                  <a:cubicBezTo>
                    <a:pt x="129" y="197"/>
                    <a:pt x="133" y="190"/>
                    <a:pt x="133" y="189"/>
                  </a:cubicBezTo>
                  <a:cubicBezTo>
                    <a:pt x="134" y="187"/>
                    <a:pt x="134" y="187"/>
                    <a:pt x="134" y="187"/>
                  </a:cubicBezTo>
                  <a:lnTo>
                    <a:pt x="134" y="187"/>
                  </a:lnTo>
                  <a:cubicBezTo>
                    <a:pt x="134" y="187"/>
                    <a:pt x="134" y="187"/>
                    <a:pt x="134" y="187"/>
                  </a:cubicBezTo>
                  <a:lnTo>
                    <a:pt x="134" y="187"/>
                  </a:lnTo>
                  <a:cubicBezTo>
                    <a:pt x="134" y="186"/>
                    <a:pt x="134" y="185"/>
                    <a:pt x="135" y="185"/>
                  </a:cubicBezTo>
                  <a:cubicBezTo>
                    <a:pt x="137" y="183"/>
                    <a:pt x="139" y="179"/>
                    <a:pt x="140" y="177"/>
                  </a:cubicBezTo>
                  <a:cubicBezTo>
                    <a:pt x="143" y="174"/>
                    <a:pt x="144" y="172"/>
                    <a:pt x="147" y="170"/>
                  </a:cubicBezTo>
                  <a:lnTo>
                    <a:pt x="147" y="170"/>
                  </a:lnTo>
                  <a:cubicBezTo>
                    <a:pt x="148" y="169"/>
                    <a:pt x="151" y="166"/>
                    <a:pt x="151" y="166"/>
                  </a:cubicBezTo>
                  <a:cubicBezTo>
                    <a:pt x="157" y="161"/>
                    <a:pt x="164" y="156"/>
                    <a:pt x="171" y="151"/>
                  </a:cubicBezTo>
                  <a:cubicBezTo>
                    <a:pt x="175" y="147"/>
                    <a:pt x="178" y="145"/>
                    <a:pt x="188" y="141"/>
                  </a:cubicBezTo>
                  <a:cubicBezTo>
                    <a:pt x="204" y="133"/>
                    <a:pt x="220" y="125"/>
                    <a:pt x="237" y="120"/>
                  </a:cubicBezTo>
                  <a:cubicBezTo>
                    <a:pt x="238" y="120"/>
                    <a:pt x="247" y="118"/>
                    <a:pt x="253" y="117"/>
                  </a:cubicBezTo>
                  <a:cubicBezTo>
                    <a:pt x="263" y="113"/>
                    <a:pt x="271" y="112"/>
                    <a:pt x="281" y="111"/>
                  </a:cubicBezTo>
                  <a:cubicBezTo>
                    <a:pt x="297" y="108"/>
                    <a:pt x="314" y="107"/>
                    <a:pt x="330" y="106"/>
                  </a:cubicBezTo>
                  <a:lnTo>
                    <a:pt x="349" y="106"/>
                  </a:lnTo>
                  <a:cubicBezTo>
                    <a:pt x="359" y="106"/>
                    <a:pt x="369" y="107"/>
                    <a:pt x="379" y="107"/>
                  </a:cubicBezTo>
                  <a:cubicBezTo>
                    <a:pt x="396" y="108"/>
                    <a:pt x="413" y="111"/>
                    <a:pt x="429" y="113"/>
                  </a:cubicBezTo>
                  <a:cubicBezTo>
                    <a:pt x="437" y="116"/>
                    <a:pt x="447" y="117"/>
                    <a:pt x="455" y="119"/>
                  </a:cubicBezTo>
                  <a:cubicBezTo>
                    <a:pt x="459" y="120"/>
                    <a:pt x="464" y="122"/>
                    <a:pt x="469" y="122"/>
                  </a:cubicBezTo>
                  <a:cubicBezTo>
                    <a:pt x="471" y="123"/>
                    <a:pt x="472" y="123"/>
                    <a:pt x="473" y="123"/>
                  </a:cubicBezTo>
                  <a:cubicBezTo>
                    <a:pt x="473" y="123"/>
                    <a:pt x="473" y="123"/>
                    <a:pt x="473" y="123"/>
                  </a:cubicBezTo>
                  <a:lnTo>
                    <a:pt x="473" y="123"/>
                  </a:lnTo>
                  <a:cubicBezTo>
                    <a:pt x="474" y="123"/>
                    <a:pt x="475" y="123"/>
                    <a:pt x="477" y="124"/>
                  </a:cubicBezTo>
                  <a:cubicBezTo>
                    <a:pt x="513" y="134"/>
                    <a:pt x="547" y="145"/>
                    <a:pt x="582" y="157"/>
                  </a:cubicBezTo>
                  <a:cubicBezTo>
                    <a:pt x="716" y="206"/>
                    <a:pt x="846" y="267"/>
                    <a:pt x="973" y="335"/>
                  </a:cubicBezTo>
                  <a:lnTo>
                    <a:pt x="1018" y="359"/>
                  </a:lnTo>
                  <a:cubicBezTo>
                    <a:pt x="1021" y="360"/>
                    <a:pt x="1025" y="364"/>
                    <a:pt x="1028" y="365"/>
                  </a:cubicBezTo>
                  <a:cubicBezTo>
                    <a:pt x="1025" y="363"/>
                    <a:pt x="1024" y="363"/>
                    <a:pt x="1024" y="363"/>
                  </a:cubicBezTo>
                  <a:lnTo>
                    <a:pt x="1024" y="363"/>
                  </a:lnTo>
                  <a:cubicBezTo>
                    <a:pt x="1024" y="363"/>
                    <a:pt x="1028" y="365"/>
                    <a:pt x="1029" y="366"/>
                  </a:cubicBezTo>
                  <a:cubicBezTo>
                    <a:pt x="1039" y="371"/>
                    <a:pt x="1047" y="376"/>
                    <a:pt x="1056" y="381"/>
                  </a:cubicBezTo>
                  <a:cubicBezTo>
                    <a:pt x="1088" y="399"/>
                    <a:pt x="1119" y="418"/>
                    <a:pt x="1150" y="436"/>
                  </a:cubicBezTo>
                  <a:cubicBezTo>
                    <a:pt x="1210" y="474"/>
                    <a:pt x="1269" y="512"/>
                    <a:pt x="1329" y="553"/>
                  </a:cubicBezTo>
                  <a:cubicBezTo>
                    <a:pt x="1445" y="634"/>
                    <a:pt x="1559" y="720"/>
                    <a:pt x="1666" y="812"/>
                  </a:cubicBezTo>
                  <a:cubicBezTo>
                    <a:pt x="1693" y="836"/>
                    <a:pt x="1719" y="860"/>
                    <a:pt x="1747" y="884"/>
                  </a:cubicBezTo>
                  <a:cubicBezTo>
                    <a:pt x="1759" y="894"/>
                    <a:pt x="1772" y="907"/>
                    <a:pt x="1784" y="918"/>
                  </a:cubicBezTo>
                  <a:lnTo>
                    <a:pt x="1792" y="926"/>
                  </a:lnTo>
                  <a:lnTo>
                    <a:pt x="1795" y="929"/>
                  </a:lnTo>
                  <a:lnTo>
                    <a:pt x="1817" y="951"/>
                  </a:lnTo>
                  <a:cubicBezTo>
                    <a:pt x="1873" y="1006"/>
                    <a:pt x="1916" y="1047"/>
                    <a:pt x="1970" y="1101"/>
                  </a:cubicBezTo>
                  <a:cubicBezTo>
                    <a:pt x="1995" y="1127"/>
                    <a:pt x="2030" y="1143"/>
                    <a:pt x="2061" y="1162"/>
                  </a:cubicBezTo>
                  <a:cubicBezTo>
                    <a:pt x="2065" y="1164"/>
                    <a:pt x="2070" y="1165"/>
                    <a:pt x="2074" y="1165"/>
                  </a:cubicBezTo>
                  <a:cubicBezTo>
                    <a:pt x="2091" y="1165"/>
                    <a:pt x="2105" y="1150"/>
                    <a:pt x="2097" y="1131"/>
                  </a:cubicBezTo>
                  <a:cubicBezTo>
                    <a:pt x="2083" y="1095"/>
                    <a:pt x="2070" y="1057"/>
                    <a:pt x="2045" y="1027"/>
                  </a:cubicBezTo>
                  <a:cubicBezTo>
                    <a:pt x="2023" y="1000"/>
                    <a:pt x="2000" y="972"/>
                    <a:pt x="1976" y="945"/>
                  </a:cubicBezTo>
                  <a:cubicBezTo>
                    <a:pt x="1926" y="886"/>
                    <a:pt x="1868" y="833"/>
                    <a:pt x="1813" y="781"/>
                  </a:cubicBezTo>
                  <a:cubicBezTo>
                    <a:pt x="1704" y="681"/>
                    <a:pt x="1591" y="586"/>
                    <a:pt x="1471" y="500"/>
                  </a:cubicBezTo>
                  <a:cubicBezTo>
                    <a:pt x="1230" y="325"/>
                    <a:pt x="960" y="184"/>
                    <a:pt x="681" y="77"/>
                  </a:cubicBezTo>
                  <a:cubicBezTo>
                    <a:pt x="577" y="38"/>
                    <a:pt x="462" y="0"/>
                    <a:pt x="34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848;p29"/>
            <p:cNvSpPr/>
            <p:nvPr/>
          </p:nvSpPr>
          <p:spPr>
            <a:xfrm>
              <a:off x="4467960" y="2704320"/>
              <a:ext cx="108000" cy="5868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58680"/>
                <a:gd name="textAreaBottom" fmla="*/ 59040 h 58680"/>
              </a:gdLst>
              <a:ahLst/>
              <a:cxnLst/>
              <a:rect l="textAreaLeft" t="textAreaTop" r="textAreaRight" b="textAreaBottom"/>
              <a:pathLst>
                <a:path w="1629" h="889">
                  <a:moveTo>
                    <a:pt x="51" y="1"/>
                  </a:moveTo>
                  <a:cubicBezTo>
                    <a:pt x="45" y="1"/>
                    <a:pt x="39" y="2"/>
                    <a:pt x="33" y="4"/>
                  </a:cubicBezTo>
                  <a:cubicBezTo>
                    <a:pt x="31" y="5"/>
                    <a:pt x="27" y="10"/>
                    <a:pt x="25" y="10"/>
                  </a:cubicBezTo>
                  <a:cubicBezTo>
                    <a:pt x="25" y="10"/>
                    <a:pt x="26" y="8"/>
                    <a:pt x="20" y="5"/>
                  </a:cubicBezTo>
                  <a:cubicBezTo>
                    <a:pt x="19" y="5"/>
                    <a:pt x="19" y="5"/>
                    <a:pt x="18" y="5"/>
                  </a:cubicBezTo>
                  <a:cubicBezTo>
                    <a:pt x="8" y="5"/>
                    <a:pt x="0" y="19"/>
                    <a:pt x="6" y="26"/>
                  </a:cubicBezTo>
                  <a:cubicBezTo>
                    <a:pt x="9" y="29"/>
                    <a:pt x="11" y="32"/>
                    <a:pt x="13" y="35"/>
                  </a:cubicBezTo>
                  <a:lnTo>
                    <a:pt x="13" y="35"/>
                  </a:lnTo>
                  <a:cubicBezTo>
                    <a:pt x="13" y="59"/>
                    <a:pt x="35" y="77"/>
                    <a:pt x="54" y="91"/>
                  </a:cubicBezTo>
                  <a:cubicBezTo>
                    <a:pt x="78" y="109"/>
                    <a:pt x="103" y="125"/>
                    <a:pt x="129" y="140"/>
                  </a:cubicBezTo>
                  <a:cubicBezTo>
                    <a:pt x="179" y="171"/>
                    <a:pt x="228" y="200"/>
                    <a:pt x="278" y="228"/>
                  </a:cubicBezTo>
                  <a:cubicBezTo>
                    <a:pt x="382" y="290"/>
                    <a:pt x="486" y="349"/>
                    <a:pt x="592" y="408"/>
                  </a:cubicBezTo>
                  <a:cubicBezTo>
                    <a:pt x="796" y="520"/>
                    <a:pt x="1004" y="630"/>
                    <a:pt x="1211" y="739"/>
                  </a:cubicBezTo>
                  <a:cubicBezTo>
                    <a:pt x="1241" y="754"/>
                    <a:pt x="1269" y="770"/>
                    <a:pt x="1300" y="784"/>
                  </a:cubicBezTo>
                  <a:cubicBezTo>
                    <a:pt x="1329" y="798"/>
                    <a:pt x="1357" y="815"/>
                    <a:pt x="1388" y="826"/>
                  </a:cubicBezTo>
                  <a:cubicBezTo>
                    <a:pt x="1396" y="828"/>
                    <a:pt x="1411" y="831"/>
                    <a:pt x="1415" y="832"/>
                  </a:cubicBezTo>
                  <a:cubicBezTo>
                    <a:pt x="1418" y="832"/>
                    <a:pt x="1431" y="838"/>
                    <a:pt x="1436" y="841"/>
                  </a:cubicBezTo>
                  <a:cubicBezTo>
                    <a:pt x="1451" y="847"/>
                    <a:pt x="1467" y="853"/>
                    <a:pt x="1482" y="859"/>
                  </a:cubicBezTo>
                  <a:cubicBezTo>
                    <a:pt x="1497" y="864"/>
                    <a:pt x="1511" y="871"/>
                    <a:pt x="1526" y="875"/>
                  </a:cubicBezTo>
                  <a:cubicBezTo>
                    <a:pt x="1543" y="881"/>
                    <a:pt x="1563" y="882"/>
                    <a:pt x="1579" y="887"/>
                  </a:cubicBezTo>
                  <a:cubicBezTo>
                    <a:pt x="1583" y="888"/>
                    <a:pt x="1587" y="889"/>
                    <a:pt x="1591" y="889"/>
                  </a:cubicBezTo>
                  <a:cubicBezTo>
                    <a:pt x="1603" y="889"/>
                    <a:pt x="1614" y="883"/>
                    <a:pt x="1620" y="872"/>
                  </a:cubicBezTo>
                  <a:cubicBezTo>
                    <a:pt x="1628" y="858"/>
                    <a:pt x="1624" y="841"/>
                    <a:pt x="1610" y="830"/>
                  </a:cubicBezTo>
                  <a:cubicBezTo>
                    <a:pt x="1601" y="821"/>
                    <a:pt x="1590" y="815"/>
                    <a:pt x="1580" y="806"/>
                  </a:cubicBezTo>
                  <a:cubicBezTo>
                    <a:pt x="1568" y="795"/>
                    <a:pt x="1555" y="787"/>
                    <a:pt x="1542" y="778"/>
                  </a:cubicBezTo>
                  <a:cubicBezTo>
                    <a:pt x="1519" y="765"/>
                    <a:pt x="1489" y="749"/>
                    <a:pt x="1469" y="735"/>
                  </a:cubicBezTo>
                  <a:cubicBezTo>
                    <a:pt x="1466" y="733"/>
                    <a:pt x="1456" y="722"/>
                    <a:pt x="1451" y="718"/>
                  </a:cubicBezTo>
                  <a:cubicBezTo>
                    <a:pt x="1443" y="713"/>
                    <a:pt x="1434" y="708"/>
                    <a:pt x="1425" y="705"/>
                  </a:cubicBezTo>
                  <a:cubicBezTo>
                    <a:pt x="1411" y="697"/>
                    <a:pt x="1398" y="690"/>
                    <a:pt x="1384" y="683"/>
                  </a:cubicBezTo>
                  <a:cubicBezTo>
                    <a:pt x="1357" y="669"/>
                    <a:pt x="1333" y="655"/>
                    <a:pt x="1307" y="641"/>
                  </a:cubicBezTo>
                  <a:cubicBezTo>
                    <a:pt x="1201" y="587"/>
                    <a:pt x="1097" y="536"/>
                    <a:pt x="991" y="482"/>
                  </a:cubicBezTo>
                  <a:cubicBezTo>
                    <a:pt x="784" y="375"/>
                    <a:pt x="577" y="266"/>
                    <a:pt x="372" y="156"/>
                  </a:cubicBezTo>
                  <a:cubicBezTo>
                    <a:pt x="314" y="125"/>
                    <a:pt x="257" y="93"/>
                    <a:pt x="199" y="64"/>
                  </a:cubicBezTo>
                  <a:cubicBezTo>
                    <a:pt x="170" y="47"/>
                    <a:pt x="139" y="32"/>
                    <a:pt x="110" y="19"/>
                  </a:cubicBezTo>
                  <a:cubicBezTo>
                    <a:pt x="94" y="11"/>
                    <a:pt x="80" y="3"/>
                    <a:pt x="64" y="2"/>
                  </a:cubicBezTo>
                  <a:cubicBezTo>
                    <a:pt x="59" y="1"/>
                    <a:pt x="55" y="1"/>
                    <a:pt x="5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849;p29"/>
            <p:cNvSpPr/>
            <p:nvPr/>
          </p:nvSpPr>
          <p:spPr>
            <a:xfrm>
              <a:off x="4469040" y="2756520"/>
              <a:ext cx="94320" cy="2808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1424" h="425">
                  <a:moveTo>
                    <a:pt x="1345" y="1"/>
                  </a:moveTo>
                  <a:cubicBezTo>
                    <a:pt x="1333" y="1"/>
                    <a:pt x="1322" y="3"/>
                    <a:pt x="1311" y="4"/>
                  </a:cubicBezTo>
                  <a:cubicBezTo>
                    <a:pt x="1292" y="5"/>
                    <a:pt x="1285" y="5"/>
                    <a:pt x="1270" y="6"/>
                  </a:cubicBezTo>
                  <a:cubicBezTo>
                    <a:pt x="1225" y="10"/>
                    <a:pt x="1179" y="20"/>
                    <a:pt x="1135" y="27"/>
                  </a:cubicBezTo>
                  <a:cubicBezTo>
                    <a:pt x="1044" y="43"/>
                    <a:pt x="953" y="67"/>
                    <a:pt x="863" y="89"/>
                  </a:cubicBezTo>
                  <a:cubicBezTo>
                    <a:pt x="771" y="111"/>
                    <a:pt x="681" y="133"/>
                    <a:pt x="590" y="158"/>
                  </a:cubicBezTo>
                  <a:cubicBezTo>
                    <a:pt x="568" y="163"/>
                    <a:pt x="546" y="170"/>
                    <a:pt x="524" y="176"/>
                  </a:cubicBezTo>
                  <a:cubicBezTo>
                    <a:pt x="509" y="180"/>
                    <a:pt x="491" y="182"/>
                    <a:pt x="476" y="190"/>
                  </a:cubicBezTo>
                  <a:cubicBezTo>
                    <a:pt x="465" y="193"/>
                    <a:pt x="456" y="199"/>
                    <a:pt x="446" y="203"/>
                  </a:cubicBezTo>
                  <a:cubicBezTo>
                    <a:pt x="403" y="220"/>
                    <a:pt x="355" y="232"/>
                    <a:pt x="310" y="247"/>
                  </a:cubicBezTo>
                  <a:cubicBezTo>
                    <a:pt x="287" y="256"/>
                    <a:pt x="262" y="261"/>
                    <a:pt x="240" y="273"/>
                  </a:cubicBezTo>
                  <a:cubicBezTo>
                    <a:pt x="217" y="286"/>
                    <a:pt x="191" y="294"/>
                    <a:pt x="165" y="303"/>
                  </a:cubicBezTo>
                  <a:cubicBezTo>
                    <a:pt x="141" y="312"/>
                    <a:pt x="118" y="319"/>
                    <a:pt x="95" y="329"/>
                  </a:cubicBezTo>
                  <a:cubicBezTo>
                    <a:pt x="69" y="339"/>
                    <a:pt x="46" y="351"/>
                    <a:pt x="23" y="363"/>
                  </a:cubicBezTo>
                  <a:cubicBezTo>
                    <a:pt x="8" y="371"/>
                    <a:pt x="1" y="388"/>
                    <a:pt x="4" y="402"/>
                  </a:cubicBezTo>
                  <a:cubicBezTo>
                    <a:pt x="9" y="416"/>
                    <a:pt x="21" y="424"/>
                    <a:pt x="35" y="424"/>
                  </a:cubicBezTo>
                  <a:cubicBezTo>
                    <a:pt x="36" y="424"/>
                    <a:pt x="38" y="424"/>
                    <a:pt x="40" y="424"/>
                  </a:cubicBezTo>
                  <a:cubicBezTo>
                    <a:pt x="63" y="423"/>
                    <a:pt x="85" y="424"/>
                    <a:pt x="108" y="420"/>
                  </a:cubicBezTo>
                  <a:lnTo>
                    <a:pt x="183" y="407"/>
                  </a:lnTo>
                  <a:cubicBezTo>
                    <a:pt x="205" y="405"/>
                    <a:pt x="226" y="401"/>
                    <a:pt x="248" y="399"/>
                  </a:cubicBezTo>
                  <a:cubicBezTo>
                    <a:pt x="249" y="399"/>
                    <a:pt x="257" y="397"/>
                    <a:pt x="258" y="396"/>
                  </a:cubicBezTo>
                  <a:lnTo>
                    <a:pt x="271" y="396"/>
                  </a:lnTo>
                  <a:cubicBezTo>
                    <a:pt x="287" y="396"/>
                    <a:pt x="303" y="394"/>
                    <a:pt x="319" y="391"/>
                  </a:cubicBezTo>
                  <a:cubicBezTo>
                    <a:pt x="365" y="382"/>
                    <a:pt x="412" y="373"/>
                    <a:pt x="459" y="363"/>
                  </a:cubicBezTo>
                  <a:cubicBezTo>
                    <a:pt x="479" y="360"/>
                    <a:pt x="498" y="357"/>
                    <a:pt x="519" y="356"/>
                  </a:cubicBezTo>
                  <a:cubicBezTo>
                    <a:pt x="544" y="352"/>
                    <a:pt x="568" y="345"/>
                    <a:pt x="591" y="338"/>
                  </a:cubicBezTo>
                  <a:cubicBezTo>
                    <a:pt x="683" y="314"/>
                    <a:pt x="773" y="291"/>
                    <a:pt x="862" y="265"/>
                  </a:cubicBezTo>
                  <a:lnTo>
                    <a:pt x="994" y="228"/>
                  </a:lnTo>
                  <a:cubicBezTo>
                    <a:pt x="1045" y="214"/>
                    <a:pt x="1095" y="202"/>
                    <a:pt x="1145" y="184"/>
                  </a:cubicBezTo>
                  <a:cubicBezTo>
                    <a:pt x="1193" y="166"/>
                    <a:pt x="1243" y="149"/>
                    <a:pt x="1291" y="131"/>
                  </a:cubicBezTo>
                  <a:cubicBezTo>
                    <a:pt x="1313" y="121"/>
                    <a:pt x="1336" y="110"/>
                    <a:pt x="1358" y="100"/>
                  </a:cubicBezTo>
                  <a:cubicBezTo>
                    <a:pt x="1371" y="93"/>
                    <a:pt x="1382" y="83"/>
                    <a:pt x="1393" y="76"/>
                  </a:cubicBezTo>
                  <a:cubicBezTo>
                    <a:pt x="1404" y="67"/>
                    <a:pt x="1410" y="59"/>
                    <a:pt x="1417" y="47"/>
                  </a:cubicBezTo>
                  <a:cubicBezTo>
                    <a:pt x="1424" y="36"/>
                    <a:pt x="1419" y="23"/>
                    <a:pt x="1412" y="17"/>
                  </a:cubicBezTo>
                  <a:cubicBezTo>
                    <a:pt x="1393" y="5"/>
                    <a:pt x="1371" y="3"/>
                    <a:pt x="1351" y="1"/>
                  </a:cubicBezTo>
                  <a:cubicBezTo>
                    <a:pt x="1349" y="1"/>
                    <a:pt x="1347" y="1"/>
                    <a:pt x="1345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850;p29"/>
            <p:cNvSpPr/>
            <p:nvPr/>
          </p:nvSpPr>
          <p:spPr>
            <a:xfrm>
              <a:off x="4437360" y="2754000"/>
              <a:ext cx="65160" cy="2052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986" h="314">
                  <a:moveTo>
                    <a:pt x="967" y="0"/>
                  </a:moveTo>
                  <a:cubicBezTo>
                    <a:pt x="967" y="0"/>
                    <a:pt x="966" y="0"/>
                    <a:pt x="966" y="0"/>
                  </a:cubicBezTo>
                  <a:cubicBezTo>
                    <a:pt x="934" y="5"/>
                    <a:pt x="902" y="6"/>
                    <a:pt x="873" y="12"/>
                  </a:cubicBezTo>
                  <a:cubicBezTo>
                    <a:pt x="843" y="21"/>
                    <a:pt x="812" y="28"/>
                    <a:pt x="780" y="35"/>
                  </a:cubicBezTo>
                  <a:cubicBezTo>
                    <a:pt x="752" y="43"/>
                    <a:pt x="722" y="50"/>
                    <a:pt x="691" y="56"/>
                  </a:cubicBezTo>
                  <a:cubicBezTo>
                    <a:pt x="662" y="65"/>
                    <a:pt x="631" y="74"/>
                    <a:pt x="600" y="84"/>
                  </a:cubicBezTo>
                  <a:cubicBezTo>
                    <a:pt x="541" y="101"/>
                    <a:pt x="478" y="117"/>
                    <a:pt x="417" y="134"/>
                  </a:cubicBezTo>
                  <a:cubicBezTo>
                    <a:pt x="355" y="153"/>
                    <a:pt x="292" y="167"/>
                    <a:pt x="230" y="187"/>
                  </a:cubicBezTo>
                  <a:cubicBezTo>
                    <a:pt x="197" y="197"/>
                    <a:pt x="164" y="208"/>
                    <a:pt x="132" y="217"/>
                  </a:cubicBezTo>
                  <a:cubicBezTo>
                    <a:pt x="97" y="228"/>
                    <a:pt x="59" y="235"/>
                    <a:pt x="27" y="253"/>
                  </a:cubicBezTo>
                  <a:cubicBezTo>
                    <a:pt x="1" y="268"/>
                    <a:pt x="4" y="310"/>
                    <a:pt x="37" y="313"/>
                  </a:cubicBezTo>
                  <a:cubicBezTo>
                    <a:pt x="41" y="314"/>
                    <a:pt x="46" y="314"/>
                    <a:pt x="50" y="314"/>
                  </a:cubicBezTo>
                  <a:cubicBezTo>
                    <a:pt x="78" y="314"/>
                    <a:pt x="105" y="308"/>
                    <a:pt x="134" y="303"/>
                  </a:cubicBezTo>
                  <a:cubicBezTo>
                    <a:pt x="165" y="298"/>
                    <a:pt x="197" y="294"/>
                    <a:pt x="228" y="288"/>
                  </a:cubicBezTo>
                  <a:cubicBezTo>
                    <a:pt x="291" y="277"/>
                    <a:pt x="353" y="261"/>
                    <a:pt x="416" y="244"/>
                  </a:cubicBezTo>
                  <a:cubicBezTo>
                    <a:pt x="478" y="228"/>
                    <a:pt x="542" y="207"/>
                    <a:pt x="605" y="187"/>
                  </a:cubicBezTo>
                  <a:cubicBezTo>
                    <a:pt x="667" y="166"/>
                    <a:pt x="727" y="145"/>
                    <a:pt x="786" y="119"/>
                  </a:cubicBezTo>
                  <a:cubicBezTo>
                    <a:pt x="818" y="106"/>
                    <a:pt x="850" y="90"/>
                    <a:pt x="883" y="77"/>
                  </a:cubicBezTo>
                  <a:cubicBezTo>
                    <a:pt x="915" y="62"/>
                    <a:pt x="945" y="41"/>
                    <a:pt x="976" y="20"/>
                  </a:cubicBezTo>
                  <a:cubicBezTo>
                    <a:pt x="985" y="14"/>
                    <a:pt x="978" y="0"/>
                    <a:pt x="96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851;p29"/>
            <p:cNvSpPr/>
            <p:nvPr/>
          </p:nvSpPr>
          <p:spPr>
            <a:xfrm>
              <a:off x="4356720" y="2653560"/>
              <a:ext cx="100440" cy="8208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1517" h="1241">
                  <a:moveTo>
                    <a:pt x="445" y="362"/>
                  </a:moveTo>
                  <a:lnTo>
                    <a:pt x="445" y="362"/>
                  </a:lnTo>
                  <a:cubicBezTo>
                    <a:pt x="446" y="363"/>
                    <a:pt x="447" y="364"/>
                    <a:pt x="447" y="364"/>
                  </a:cubicBezTo>
                  <a:cubicBezTo>
                    <a:pt x="447" y="363"/>
                    <a:pt x="446" y="363"/>
                    <a:pt x="445" y="362"/>
                  </a:cubicBezTo>
                  <a:close/>
                  <a:moveTo>
                    <a:pt x="1152" y="930"/>
                  </a:moveTo>
                  <a:cubicBezTo>
                    <a:pt x="1153" y="930"/>
                    <a:pt x="1154" y="931"/>
                    <a:pt x="1156" y="933"/>
                  </a:cubicBezTo>
                  <a:lnTo>
                    <a:pt x="1156" y="933"/>
                  </a:lnTo>
                  <a:cubicBezTo>
                    <a:pt x="1154" y="932"/>
                    <a:pt x="1152" y="930"/>
                    <a:pt x="1152" y="930"/>
                  </a:cubicBezTo>
                  <a:cubicBezTo>
                    <a:pt x="1152" y="930"/>
                    <a:pt x="1152" y="930"/>
                    <a:pt x="1152" y="930"/>
                  </a:cubicBezTo>
                  <a:close/>
                  <a:moveTo>
                    <a:pt x="1157" y="935"/>
                  </a:moveTo>
                  <a:cubicBezTo>
                    <a:pt x="1158" y="935"/>
                    <a:pt x="1158" y="936"/>
                    <a:pt x="1158" y="936"/>
                  </a:cubicBezTo>
                  <a:cubicBezTo>
                    <a:pt x="1158" y="936"/>
                    <a:pt x="1158" y="936"/>
                    <a:pt x="1157" y="935"/>
                  </a:cubicBezTo>
                  <a:close/>
                  <a:moveTo>
                    <a:pt x="66" y="0"/>
                  </a:moveTo>
                  <a:cubicBezTo>
                    <a:pt x="33" y="0"/>
                    <a:pt x="1" y="32"/>
                    <a:pt x="9" y="64"/>
                  </a:cubicBezTo>
                  <a:cubicBezTo>
                    <a:pt x="12" y="74"/>
                    <a:pt x="13" y="86"/>
                    <a:pt x="18" y="94"/>
                  </a:cubicBezTo>
                  <a:cubicBezTo>
                    <a:pt x="21" y="104"/>
                    <a:pt x="29" y="110"/>
                    <a:pt x="34" y="119"/>
                  </a:cubicBezTo>
                  <a:cubicBezTo>
                    <a:pt x="43" y="131"/>
                    <a:pt x="52" y="143"/>
                    <a:pt x="62" y="156"/>
                  </a:cubicBezTo>
                  <a:cubicBezTo>
                    <a:pt x="79" y="181"/>
                    <a:pt x="97" y="204"/>
                    <a:pt x="117" y="228"/>
                  </a:cubicBezTo>
                  <a:cubicBezTo>
                    <a:pt x="155" y="273"/>
                    <a:pt x="196" y="318"/>
                    <a:pt x="235" y="362"/>
                  </a:cubicBezTo>
                  <a:cubicBezTo>
                    <a:pt x="321" y="454"/>
                    <a:pt x="410" y="543"/>
                    <a:pt x="503" y="629"/>
                  </a:cubicBezTo>
                  <a:cubicBezTo>
                    <a:pt x="592" y="709"/>
                    <a:pt x="684" y="786"/>
                    <a:pt x="781" y="860"/>
                  </a:cubicBezTo>
                  <a:cubicBezTo>
                    <a:pt x="828" y="898"/>
                    <a:pt x="878" y="934"/>
                    <a:pt x="929" y="969"/>
                  </a:cubicBezTo>
                  <a:cubicBezTo>
                    <a:pt x="952" y="986"/>
                    <a:pt x="977" y="1002"/>
                    <a:pt x="1002" y="1019"/>
                  </a:cubicBezTo>
                  <a:cubicBezTo>
                    <a:pt x="1014" y="1026"/>
                    <a:pt x="1028" y="1036"/>
                    <a:pt x="1040" y="1044"/>
                  </a:cubicBezTo>
                  <a:cubicBezTo>
                    <a:pt x="1048" y="1049"/>
                    <a:pt x="1061" y="1058"/>
                    <a:pt x="1072" y="1059"/>
                  </a:cubicBezTo>
                  <a:lnTo>
                    <a:pt x="1072" y="1059"/>
                  </a:lnTo>
                  <a:cubicBezTo>
                    <a:pt x="1076" y="1061"/>
                    <a:pt x="1079" y="1064"/>
                    <a:pt x="1083" y="1065"/>
                  </a:cubicBezTo>
                  <a:lnTo>
                    <a:pt x="1169" y="1114"/>
                  </a:lnTo>
                  <a:cubicBezTo>
                    <a:pt x="1202" y="1132"/>
                    <a:pt x="1235" y="1156"/>
                    <a:pt x="1270" y="1169"/>
                  </a:cubicBezTo>
                  <a:cubicBezTo>
                    <a:pt x="1276" y="1172"/>
                    <a:pt x="1284" y="1173"/>
                    <a:pt x="1293" y="1174"/>
                  </a:cubicBezTo>
                  <a:cubicBezTo>
                    <a:pt x="1295" y="1174"/>
                    <a:pt x="1298" y="1174"/>
                    <a:pt x="1301" y="1176"/>
                  </a:cubicBezTo>
                  <a:lnTo>
                    <a:pt x="1295" y="1176"/>
                  </a:lnTo>
                  <a:cubicBezTo>
                    <a:pt x="1304" y="1180"/>
                    <a:pt x="1310" y="1183"/>
                    <a:pt x="1319" y="1187"/>
                  </a:cubicBezTo>
                  <a:cubicBezTo>
                    <a:pt x="1333" y="1194"/>
                    <a:pt x="1349" y="1201"/>
                    <a:pt x="1364" y="1206"/>
                  </a:cubicBezTo>
                  <a:cubicBezTo>
                    <a:pt x="1397" y="1220"/>
                    <a:pt x="1430" y="1239"/>
                    <a:pt x="1465" y="1240"/>
                  </a:cubicBezTo>
                  <a:cubicBezTo>
                    <a:pt x="1466" y="1240"/>
                    <a:pt x="1466" y="1240"/>
                    <a:pt x="1467" y="1240"/>
                  </a:cubicBezTo>
                  <a:cubicBezTo>
                    <a:pt x="1498" y="1240"/>
                    <a:pt x="1517" y="1207"/>
                    <a:pt x="1497" y="1183"/>
                  </a:cubicBezTo>
                  <a:cubicBezTo>
                    <a:pt x="1478" y="1158"/>
                    <a:pt x="1451" y="1143"/>
                    <a:pt x="1425" y="1125"/>
                  </a:cubicBezTo>
                  <a:cubicBezTo>
                    <a:pt x="1400" y="1109"/>
                    <a:pt x="1375" y="1092"/>
                    <a:pt x="1353" y="1074"/>
                  </a:cubicBezTo>
                  <a:lnTo>
                    <a:pt x="1353" y="1074"/>
                  </a:lnTo>
                  <a:cubicBezTo>
                    <a:pt x="1354" y="1075"/>
                    <a:pt x="1355" y="1075"/>
                    <a:pt x="1355" y="1075"/>
                  </a:cubicBezTo>
                  <a:cubicBezTo>
                    <a:pt x="1356" y="1075"/>
                    <a:pt x="1348" y="1067"/>
                    <a:pt x="1347" y="1065"/>
                  </a:cubicBezTo>
                  <a:cubicBezTo>
                    <a:pt x="1339" y="1056"/>
                    <a:pt x="1331" y="1050"/>
                    <a:pt x="1321" y="1044"/>
                  </a:cubicBezTo>
                  <a:cubicBezTo>
                    <a:pt x="1308" y="1036"/>
                    <a:pt x="1294" y="1026"/>
                    <a:pt x="1281" y="1016"/>
                  </a:cubicBezTo>
                  <a:cubicBezTo>
                    <a:pt x="1256" y="1000"/>
                    <a:pt x="1231" y="983"/>
                    <a:pt x="1205" y="967"/>
                  </a:cubicBezTo>
                  <a:cubicBezTo>
                    <a:pt x="1194" y="959"/>
                    <a:pt x="1183" y="952"/>
                    <a:pt x="1172" y="944"/>
                  </a:cubicBezTo>
                  <a:cubicBezTo>
                    <a:pt x="1171" y="943"/>
                    <a:pt x="1161" y="937"/>
                    <a:pt x="1156" y="933"/>
                  </a:cubicBezTo>
                  <a:lnTo>
                    <a:pt x="1156" y="933"/>
                  </a:lnTo>
                  <a:cubicBezTo>
                    <a:pt x="1151" y="927"/>
                    <a:pt x="1143" y="921"/>
                    <a:pt x="1136" y="915"/>
                  </a:cubicBezTo>
                  <a:cubicBezTo>
                    <a:pt x="1112" y="897"/>
                    <a:pt x="1086" y="882"/>
                    <a:pt x="1062" y="864"/>
                  </a:cubicBezTo>
                  <a:cubicBezTo>
                    <a:pt x="1013" y="830"/>
                    <a:pt x="964" y="795"/>
                    <a:pt x="915" y="758"/>
                  </a:cubicBezTo>
                  <a:cubicBezTo>
                    <a:pt x="820" y="687"/>
                    <a:pt x="726" y="613"/>
                    <a:pt x="635" y="534"/>
                  </a:cubicBezTo>
                  <a:cubicBezTo>
                    <a:pt x="590" y="495"/>
                    <a:pt x="545" y="455"/>
                    <a:pt x="501" y="416"/>
                  </a:cubicBezTo>
                  <a:cubicBezTo>
                    <a:pt x="491" y="406"/>
                    <a:pt x="480" y="397"/>
                    <a:pt x="470" y="388"/>
                  </a:cubicBezTo>
                  <a:lnTo>
                    <a:pt x="454" y="372"/>
                  </a:lnTo>
                  <a:cubicBezTo>
                    <a:pt x="451" y="368"/>
                    <a:pt x="442" y="360"/>
                    <a:pt x="443" y="360"/>
                  </a:cubicBezTo>
                  <a:lnTo>
                    <a:pt x="443" y="360"/>
                  </a:lnTo>
                  <a:cubicBezTo>
                    <a:pt x="443" y="360"/>
                    <a:pt x="444" y="361"/>
                    <a:pt x="445" y="362"/>
                  </a:cubicBezTo>
                  <a:lnTo>
                    <a:pt x="445" y="362"/>
                  </a:lnTo>
                  <a:cubicBezTo>
                    <a:pt x="424" y="343"/>
                    <a:pt x="403" y="322"/>
                    <a:pt x="382" y="301"/>
                  </a:cubicBezTo>
                  <a:cubicBezTo>
                    <a:pt x="334" y="254"/>
                    <a:pt x="289" y="205"/>
                    <a:pt x="243" y="155"/>
                  </a:cubicBezTo>
                  <a:cubicBezTo>
                    <a:pt x="221" y="131"/>
                    <a:pt x="197" y="108"/>
                    <a:pt x="174" y="83"/>
                  </a:cubicBezTo>
                  <a:cubicBezTo>
                    <a:pt x="162" y="71"/>
                    <a:pt x="150" y="59"/>
                    <a:pt x="139" y="44"/>
                  </a:cubicBezTo>
                  <a:lnTo>
                    <a:pt x="122" y="28"/>
                  </a:lnTo>
                  <a:cubicBezTo>
                    <a:pt x="109" y="16"/>
                    <a:pt x="97" y="10"/>
                    <a:pt x="84" y="4"/>
                  </a:cubicBezTo>
                  <a:cubicBezTo>
                    <a:pt x="78" y="1"/>
                    <a:pt x="72" y="0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852;p29"/>
            <p:cNvSpPr/>
            <p:nvPr/>
          </p:nvSpPr>
          <p:spPr>
            <a:xfrm>
              <a:off x="3973320" y="2436480"/>
              <a:ext cx="501480" cy="316800"/>
            </a:xfrm>
            <a:custGeom>
              <a:avLst/>
              <a:gdLst>
                <a:gd name="textAreaLeft" fmla="*/ 0 w 501480"/>
                <a:gd name="textAreaRight" fmla="*/ 501840 w 501480"/>
                <a:gd name="textAreaTop" fmla="*/ 0 h 316800"/>
                <a:gd name="textAreaBottom" fmla="*/ 317160 h 316800"/>
              </a:gdLst>
              <a:ahLst/>
              <a:cxnLst/>
              <a:rect l="textAreaLeft" t="textAreaTop" r="textAreaRight" b="textAreaBottom"/>
              <a:pathLst>
                <a:path w="7549" h="4769">
                  <a:moveTo>
                    <a:pt x="38" y="0"/>
                  </a:moveTo>
                  <a:cubicBezTo>
                    <a:pt x="19" y="0"/>
                    <a:pt x="0" y="19"/>
                    <a:pt x="10" y="40"/>
                  </a:cubicBezTo>
                  <a:cubicBezTo>
                    <a:pt x="42" y="110"/>
                    <a:pt x="76" y="177"/>
                    <a:pt x="112" y="244"/>
                  </a:cubicBezTo>
                  <a:cubicBezTo>
                    <a:pt x="146" y="309"/>
                    <a:pt x="189" y="372"/>
                    <a:pt x="229" y="432"/>
                  </a:cubicBezTo>
                  <a:cubicBezTo>
                    <a:pt x="314" y="557"/>
                    <a:pt x="404" y="675"/>
                    <a:pt x="496" y="793"/>
                  </a:cubicBezTo>
                  <a:cubicBezTo>
                    <a:pt x="680" y="1028"/>
                    <a:pt x="875" y="1256"/>
                    <a:pt x="1079" y="1474"/>
                  </a:cubicBezTo>
                  <a:cubicBezTo>
                    <a:pt x="1490" y="1912"/>
                    <a:pt x="1936" y="2316"/>
                    <a:pt x="2414" y="2679"/>
                  </a:cubicBezTo>
                  <a:cubicBezTo>
                    <a:pt x="2890" y="3042"/>
                    <a:pt x="3395" y="3362"/>
                    <a:pt x="3924" y="3642"/>
                  </a:cubicBezTo>
                  <a:cubicBezTo>
                    <a:pt x="4451" y="3921"/>
                    <a:pt x="5001" y="4157"/>
                    <a:pt x="5567" y="4344"/>
                  </a:cubicBezTo>
                  <a:cubicBezTo>
                    <a:pt x="6135" y="4532"/>
                    <a:pt x="6720" y="4672"/>
                    <a:pt x="7312" y="4759"/>
                  </a:cubicBezTo>
                  <a:cubicBezTo>
                    <a:pt x="7354" y="4766"/>
                    <a:pt x="7395" y="4768"/>
                    <a:pt x="7437" y="4768"/>
                  </a:cubicBezTo>
                  <a:cubicBezTo>
                    <a:pt x="7466" y="4768"/>
                    <a:pt x="7495" y="4767"/>
                    <a:pt x="7525" y="4765"/>
                  </a:cubicBezTo>
                  <a:cubicBezTo>
                    <a:pt x="7547" y="4763"/>
                    <a:pt x="7549" y="4732"/>
                    <a:pt x="7530" y="4724"/>
                  </a:cubicBezTo>
                  <a:cubicBezTo>
                    <a:pt x="7459" y="4700"/>
                    <a:pt x="7389" y="4682"/>
                    <a:pt x="7316" y="4671"/>
                  </a:cubicBezTo>
                  <a:cubicBezTo>
                    <a:pt x="7241" y="4660"/>
                    <a:pt x="7168" y="4647"/>
                    <a:pt x="7095" y="4634"/>
                  </a:cubicBezTo>
                  <a:cubicBezTo>
                    <a:pt x="6949" y="4608"/>
                    <a:pt x="6805" y="4579"/>
                    <a:pt x="6660" y="4547"/>
                  </a:cubicBezTo>
                  <a:cubicBezTo>
                    <a:pt x="6373" y="4483"/>
                    <a:pt x="6088" y="4406"/>
                    <a:pt x="5807" y="4318"/>
                  </a:cubicBezTo>
                  <a:cubicBezTo>
                    <a:pt x="5241" y="4140"/>
                    <a:pt x="4692" y="3914"/>
                    <a:pt x="4165" y="3642"/>
                  </a:cubicBezTo>
                  <a:cubicBezTo>
                    <a:pt x="3640" y="3373"/>
                    <a:pt x="3137" y="3063"/>
                    <a:pt x="2663" y="2711"/>
                  </a:cubicBezTo>
                  <a:cubicBezTo>
                    <a:pt x="2187" y="2358"/>
                    <a:pt x="1739" y="1967"/>
                    <a:pt x="1328" y="1539"/>
                  </a:cubicBezTo>
                  <a:cubicBezTo>
                    <a:pt x="1123" y="1327"/>
                    <a:pt x="927" y="1106"/>
                    <a:pt x="741" y="877"/>
                  </a:cubicBezTo>
                  <a:cubicBezTo>
                    <a:pt x="648" y="763"/>
                    <a:pt x="558" y="647"/>
                    <a:pt x="470" y="527"/>
                  </a:cubicBezTo>
                  <a:cubicBezTo>
                    <a:pt x="382" y="408"/>
                    <a:pt x="299" y="285"/>
                    <a:pt x="202" y="175"/>
                  </a:cubicBezTo>
                  <a:cubicBezTo>
                    <a:pt x="154" y="121"/>
                    <a:pt x="107" y="66"/>
                    <a:pt x="59" y="11"/>
                  </a:cubicBezTo>
                  <a:cubicBezTo>
                    <a:pt x="53" y="3"/>
                    <a:pt x="46" y="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853;p29"/>
            <p:cNvSpPr/>
            <p:nvPr/>
          </p:nvSpPr>
          <p:spPr>
            <a:xfrm>
              <a:off x="3770280" y="2027880"/>
              <a:ext cx="304200" cy="543960"/>
            </a:xfrm>
            <a:custGeom>
              <a:avLst/>
              <a:gdLst>
                <a:gd name="textAreaLeft" fmla="*/ 0 w 304200"/>
                <a:gd name="textAreaRight" fmla="*/ 304560 w 304200"/>
                <a:gd name="textAreaTop" fmla="*/ 0 h 543960"/>
                <a:gd name="textAreaBottom" fmla="*/ 544320 h 543960"/>
              </a:gdLst>
              <a:ahLst/>
              <a:cxnLst/>
              <a:rect l="textAreaLeft" t="textAreaTop" r="textAreaRight" b="textAreaBottom"/>
              <a:pathLst>
                <a:path w="4582" h="8185">
                  <a:moveTo>
                    <a:pt x="31" y="1"/>
                  </a:moveTo>
                  <a:cubicBezTo>
                    <a:pt x="16" y="1"/>
                    <a:pt x="0" y="13"/>
                    <a:pt x="1" y="34"/>
                  </a:cubicBezTo>
                  <a:cubicBezTo>
                    <a:pt x="5" y="190"/>
                    <a:pt x="15" y="345"/>
                    <a:pt x="34" y="502"/>
                  </a:cubicBezTo>
                  <a:cubicBezTo>
                    <a:pt x="55" y="657"/>
                    <a:pt x="81" y="810"/>
                    <a:pt x="112" y="962"/>
                  </a:cubicBezTo>
                  <a:cubicBezTo>
                    <a:pt x="175" y="1266"/>
                    <a:pt x="255" y="1567"/>
                    <a:pt x="342" y="1865"/>
                  </a:cubicBezTo>
                  <a:cubicBezTo>
                    <a:pt x="520" y="2465"/>
                    <a:pt x="738" y="3052"/>
                    <a:pt x="998" y="3621"/>
                  </a:cubicBezTo>
                  <a:cubicBezTo>
                    <a:pt x="1256" y="4188"/>
                    <a:pt x="1558" y="4734"/>
                    <a:pt x="1895" y="5258"/>
                  </a:cubicBezTo>
                  <a:cubicBezTo>
                    <a:pt x="2231" y="5781"/>
                    <a:pt x="2604" y="6283"/>
                    <a:pt x="3014" y="6751"/>
                  </a:cubicBezTo>
                  <a:cubicBezTo>
                    <a:pt x="3217" y="6982"/>
                    <a:pt x="3430" y="7208"/>
                    <a:pt x="3650" y="7425"/>
                  </a:cubicBezTo>
                  <a:cubicBezTo>
                    <a:pt x="3761" y="7535"/>
                    <a:pt x="3875" y="7642"/>
                    <a:pt x="3991" y="7749"/>
                  </a:cubicBezTo>
                  <a:cubicBezTo>
                    <a:pt x="4104" y="7853"/>
                    <a:pt x="4218" y="7960"/>
                    <a:pt x="4340" y="8056"/>
                  </a:cubicBezTo>
                  <a:cubicBezTo>
                    <a:pt x="4370" y="8080"/>
                    <a:pt x="4400" y="8104"/>
                    <a:pt x="4432" y="8128"/>
                  </a:cubicBezTo>
                  <a:cubicBezTo>
                    <a:pt x="4463" y="8150"/>
                    <a:pt x="4498" y="8164"/>
                    <a:pt x="4530" y="8183"/>
                  </a:cubicBezTo>
                  <a:cubicBezTo>
                    <a:pt x="4533" y="8184"/>
                    <a:pt x="4537" y="8185"/>
                    <a:pt x="4540" y="8185"/>
                  </a:cubicBezTo>
                  <a:cubicBezTo>
                    <a:pt x="4564" y="8185"/>
                    <a:pt x="4581" y="8150"/>
                    <a:pt x="4566" y="8131"/>
                  </a:cubicBezTo>
                  <a:cubicBezTo>
                    <a:pt x="4542" y="8102"/>
                    <a:pt x="4520" y="8070"/>
                    <a:pt x="4492" y="8043"/>
                  </a:cubicBezTo>
                  <a:cubicBezTo>
                    <a:pt x="4465" y="8018"/>
                    <a:pt x="4436" y="7991"/>
                    <a:pt x="4409" y="7964"/>
                  </a:cubicBezTo>
                  <a:cubicBezTo>
                    <a:pt x="4353" y="7909"/>
                    <a:pt x="4294" y="7857"/>
                    <a:pt x="4235" y="7805"/>
                  </a:cubicBezTo>
                  <a:cubicBezTo>
                    <a:pt x="4123" y="7702"/>
                    <a:pt x="4014" y="7597"/>
                    <a:pt x="3905" y="7491"/>
                  </a:cubicBezTo>
                  <a:cubicBezTo>
                    <a:pt x="3685" y="7273"/>
                    <a:pt x="3474" y="7048"/>
                    <a:pt x="3271" y="6817"/>
                  </a:cubicBezTo>
                  <a:cubicBezTo>
                    <a:pt x="2866" y="6352"/>
                    <a:pt x="2490" y="5863"/>
                    <a:pt x="2151" y="5351"/>
                  </a:cubicBezTo>
                  <a:cubicBezTo>
                    <a:pt x="1813" y="4839"/>
                    <a:pt x="1514" y="4303"/>
                    <a:pt x="1248" y="3749"/>
                  </a:cubicBezTo>
                  <a:cubicBezTo>
                    <a:pt x="983" y="3193"/>
                    <a:pt x="754" y="2617"/>
                    <a:pt x="567" y="2027"/>
                  </a:cubicBezTo>
                  <a:cubicBezTo>
                    <a:pt x="477" y="1738"/>
                    <a:pt x="396" y="1443"/>
                    <a:pt x="326" y="1149"/>
                  </a:cubicBezTo>
                  <a:cubicBezTo>
                    <a:pt x="291" y="997"/>
                    <a:pt x="257" y="845"/>
                    <a:pt x="224" y="693"/>
                  </a:cubicBezTo>
                  <a:cubicBezTo>
                    <a:pt x="192" y="543"/>
                    <a:pt x="159" y="391"/>
                    <a:pt x="117" y="244"/>
                  </a:cubicBezTo>
                  <a:cubicBezTo>
                    <a:pt x="97" y="172"/>
                    <a:pt x="78" y="97"/>
                    <a:pt x="59" y="24"/>
                  </a:cubicBezTo>
                  <a:cubicBezTo>
                    <a:pt x="55" y="8"/>
                    <a:pt x="43" y="1"/>
                    <a:pt x="3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854;p29"/>
            <p:cNvSpPr/>
            <p:nvPr/>
          </p:nvSpPr>
          <p:spPr>
            <a:xfrm>
              <a:off x="3804120" y="1842840"/>
              <a:ext cx="76320" cy="48060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480600"/>
                <a:gd name="textAreaBottom" fmla="*/ 480960 h 480600"/>
              </a:gdLst>
              <a:ahLst/>
              <a:cxnLst/>
              <a:rect l="textAreaLeft" t="textAreaTop" r="textAreaRight" b="textAreaBottom"/>
              <a:pathLst>
                <a:path w="1152" h="7231">
                  <a:moveTo>
                    <a:pt x="639" y="0"/>
                  </a:moveTo>
                  <a:cubicBezTo>
                    <a:pt x="626" y="0"/>
                    <a:pt x="613" y="7"/>
                    <a:pt x="607" y="22"/>
                  </a:cubicBezTo>
                  <a:cubicBezTo>
                    <a:pt x="558" y="133"/>
                    <a:pt x="508" y="242"/>
                    <a:pt x="462" y="354"/>
                  </a:cubicBezTo>
                  <a:cubicBezTo>
                    <a:pt x="417" y="468"/>
                    <a:pt x="379" y="585"/>
                    <a:pt x="343" y="701"/>
                  </a:cubicBezTo>
                  <a:cubicBezTo>
                    <a:pt x="268" y="936"/>
                    <a:pt x="215" y="1178"/>
                    <a:pt x="165" y="1419"/>
                  </a:cubicBezTo>
                  <a:cubicBezTo>
                    <a:pt x="70" y="1894"/>
                    <a:pt x="22" y="2380"/>
                    <a:pt x="11" y="2863"/>
                  </a:cubicBezTo>
                  <a:cubicBezTo>
                    <a:pt x="0" y="3354"/>
                    <a:pt x="30" y="3845"/>
                    <a:pt x="104" y="4331"/>
                  </a:cubicBezTo>
                  <a:cubicBezTo>
                    <a:pt x="176" y="4813"/>
                    <a:pt x="289" y="5288"/>
                    <a:pt x="439" y="5752"/>
                  </a:cubicBezTo>
                  <a:cubicBezTo>
                    <a:pt x="514" y="5982"/>
                    <a:pt x="601" y="6211"/>
                    <a:pt x="697" y="6434"/>
                  </a:cubicBezTo>
                  <a:cubicBezTo>
                    <a:pt x="793" y="6658"/>
                    <a:pt x="898" y="6876"/>
                    <a:pt x="1026" y="7084"/>
                  </a:cubicBezTo>
                  <a:cubicBezTo>
                    <a:pt x="1058" y="7134"/>
                    <a:pt x="1091" y="7183"/>
                    <a:pt x="1132" y="7228"/>
                  </a:cubicBezTo>
                  <a:cubicBezTo>
                    <a:pt x="1133" y="7230"/>
                    <a:pt x="1136" y="7230"/>
                    <a:pt x="1138" y="7230"/>
                  </a:cubicBezTo>
                  <a:cubicBezTo>
                    <a:pt x="1145" y="7230"/>
                    <a:pt x="1152" y="7225"/>
                    <a:pt x="1150" y="7218"/>
                  </a:cubicBezTo>
                  <a:cubicBezTo>
                    <a:pt x="1118" y="7106"/>
                    <a:pt x="1070" y="6996"/>
                    <a:pt x="1024" y="6888"/>
                  </a:cubicBezTo>
                  <a:cubicBezTo>
                    <a:pt x="976" y="6777"/>
                    <a:pt x="927" y="6668"/>
                    <a:pt x="881" y="6557"/>
                  </a:cubicBezTo>
                  <a:cubicBezTo>
                    <a:pt x="788" y="6334"/>
                    <a:pt x="703" y="6107"/>
                    <a:pt x="630" y="5877"/>
                  </a:cubicBezTo>
                  <a:cubicBezTo>
                    <a:pt x="483" y="5421"/>
                    <a:pt x="368" y="4955"/>
                    <a:pt x="296" y="4483"/>
                  </a:cubicBezTo>
                  <a:cubicBezTo>
                    <a:pt x="223" y="4012"/>
                    <a:pt x="186" y="3533"/>
                    <a:pt x="186" y="3057"/>
                  </a:cubicBezTo>
                  <a:cubicBezTo>
                    <a:pt x="186" y="2577"/>
                    <a:pt x="226" y="2096"/>
                    <a:pt x="305" y="1621"/>
                  </a:cubicBezTo>
                  <a:cubicBezTo>
                    <a:pt x="383" y="1148"/>
                    <a:pt x="499" y="686"/>
                    <a:pt x="624" y="223"/>
                  </a:cubicBezTo>
                  <a:cubicBezTo>
                    <a:pt x="640" y="165"/>
                    <a:pt x="657" y="107"/>
                    <a:pt x="675" y="50"/>
                  </a:cubicBezTo>
                  <a:cubicBezTo>
                    <a:pt x="684" y="21"/>
                    <a:pt x="661" y="0"/>
                    <a:pt x="63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855;p29"/>
            <p:cNvSpPr/>
            <p:nvPr/>
          </p:nvSpPr>
          <p:spPr>
            <a:xfrm>
              <a:off x="3788280" y="1365480"/>
              <a:ext cx="307440" cy="67788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677880"/>
                <a:gd name="textAreaBottom" fmla="*/ 678240 h 677880"/>
              </a:gdLst>
              <a:ahLst/>
              <a:cxnLst/>
              <a:rect l="textAreaLeft" t="textAreaTop" r="textAreaRight" b="textAreaBottom"/>
              <a:pathLst>
                <a:path w="4628" h="10198">
                  <a:moveTo>
                    <a:pt x="4608" y="1"/>
                  </a:moveTo>
                  <a:cubicBezTo>
                    <a:pt x="4605" y="1"/>
                    <a:pt x="4603" y="2"/>
                    <a:pt x="4601" y="3"/>
                  </a:cubicBezTo>
                  <a:cubicBezTo>
                    <a:pt x="4562" y="23"/>
                    <a:pt x="4519" y="42"/>
                    <a:pt x="4484" y="68"/>
                  </a:cubicBezTo>
                  <a:cubicBezTo>
                    <a:pt x="4446" y="97"/>
                    <a:pt x="4408" y="127"/>
                    <a:pt x="4371" y="158"/>
                  </a:cubicBezTo>
                  <a:cubicBezTo>
                    <a:pt x="4299" y="215"/>
                    <a:pt x="4228" y="279"/>
                    <a:pt x="4160" y="340"/>
                  </a:cubicBezTo>
                  <a:cubicBezTo>
                    <a:pt x="4020" y="466"/>
                    <a:pt x="3881" y="595"/>
                    <a:pt x="3747" y="729"/>
                  </a:cubicBezTo>
                  <a:cubicBezTo>
                    <a:pt x="3479" y="992"/>
                    <a:pt x="3226" y="1268"/>
                    <a:pt x="2984" y="1555"/>
                  </a:cubicBezTo>
                  <a:cubicBezTo>
                    <a:pt x="2499" y="2131"/>
                    <a:pt x="2065" y="2751"/>
                    <a:pt x="1690" y="3404"/>
                  </a:cubicBezTo>
                  <a:cubicBezTo>
                    <a:pt x="1316" y="4057"/>
                    <a:pt x="1002" y="4746"/>
                    <a:pt x="748" y="5456"/>
                  </a:cubicBezTo>
                  <a:cubicBezTo>
                    <a:pt x="497" y="6166"/>
                    <a:pt x="305" y="6899"/>
                    <a:pt x="179" y="7643"/>
                  </a:cubicBezTo>
                  <a:cubicBezTo>
                    <a:pt x="116" y="8016"/>
                    <a:pt x="71" y="8391"/>
                    <a:pt x="44" y="8769"/>
                  </a:cubicBezTo>
                  <a:cubicBezTo>
                    <a:pt x="19" y="9144"/>
                    <a:pt x="0" y="9525"/>
                    <a:pt x="40" y="9900"/>
                  </a:cubicBezTo>
                  <a:cubicBezTo>
                    <a:pt x="44" y="9945"/>
                    <a:pt x="55" y="9988"/>
                    <a:pt x="66" y="10031"/>
                  </a:cubicBezTo>
                  <a:cubicBezTo>
                    <a:pt x="78" y="10078"/>
                    <a:pt x="83" y="10125"/>
                    <a:pt x="89" y="10173"/>
                  </a:cubicBezTo>
                  <a:cubicBezTo>
                    <a:pt x="92" y="10190"/>
                    <a:pt x="106" y="10198"/>
                    <a:pt x="120" y="10198"/>
                  </a:cubicBezTo>
                  <a:cubicBezTo>
                    <a:pt x="135" y="10198"/>
                    <a:pt x="150" y="10189"/>
                    <a:pt x="152" y="10171"/>
                  </a:cubicBezTo>
                  <a:cubicBezTo>
                    <a:pt x="157" y="10075"/>
                    <a:pt x="177" y="9983"/>
                    <a:pt x="185" y="9889"/>
                  </a:cubicBezTo>
                  <a:cubicBezTo>
                    <a:pt x="190" y="9798"/>
                    <a:pt x="197" y="9709"/>
                    <a:pt x="199" y="9619"/>
                  </a:cubicBezTo>
                  <a:cubicBezTo>
                    <a:pt x="207" y="9432"/>
                    <a:pt x="210" y="9246"/>
                    <a:pt x="220" y="9060"/>
                  </a:cubicBezTo>
                  <a:cubicBezTo>
                    <a:pt x="241" y="8687"/>
                    <a:pt x="278" y="8317"/>
                    <a:pt x="330" y="7947"/>
                  </a:cubicBezTo>
                  <a:cubicBezTo>
                    <a:pt x="433" y="7211"/>
                    <a:pt x="603" y="6487"/>
                    <a:pt x="834" y="5781"/>
                  </a:cubicBezTo>
                  <a:cubicBezTo>
                    <a:pt x="1066" y="5073"/>
                    <a:pt x="1361" y="4383"/>
                    <a:pt x="1711" y="3727"/>
                  </a:cubicBezTo>
                  <a:cubicBezTo>
                    <a:pt x="2061" y="3070"/>
                    <a:pt x="2460" y="2442"/>
                    <a:pt x="2917" y="1854"/>
                  </a:cubicBezTo>
                  <a:cubicBezTo>
                    <a:pt x="3146" y="1560"/>
                    <a:pt x="3387" y="1276"/>
                    <a:pt x="3641" y="1004"/>
                  </a:cubicBezTo>
                  <a:cubicBezTo>
                    <a:pt x="3897" y="730"/>
                    <a:pt x="4168" y="477"/>
                    <a:pt x="4440" y="219"/>
                  </a:cubicBezTo>
                  <a:cubicBezTo>
                    <a:pt x="4471" y="191"/>
                    <a:pt x="4502" y="160"/>
                    <a:pt x="4534" y="131"/>
                  </a:cubicBezTo>
                  <a:cubicBezTo>
                    <a:pt x="4567" y="101"/>
                    <a:pt x="4591" y="62"/>
                    <a:pt x="4618" y="27"/>
                  </a:cubicBezTo>
                  <a:cubicBezTo>
                    <a:pt x="4627" y="15"/>
                    <a:pt x="4619" y="1"/>
                    <a:pt x="460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856;p29"/>
            <p:cNvSpPr/>
            <p:nvPr/>
          </p:nvSpPr>
          <p:spPr>
            <a:xfrm>
              <a:off x="4113360" y="2454480"/>
              <a:ext cx="307800" cy="27936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279360"/>
                <a:gd name="textAreaBottom" fmla="*/ 279720 h 279360"/>
              </a:gdLst>
              <a:ahLst/>
              <a:cxnLst/>
              <a:rect l="textAreaLeft" t="textAreaTop" r="textAreaRight" b="textAreaBottom"/>
              <a:pathLst>
                <a:path w="4635" h="4208">
                  <a:moveTo>
                    <a:pt x="37" y="1"/>
                  </a:moveTo>
                  <a:cubicBezTo>
                    <a:pt x="18" y="1"/>
                    <a:pt x="1" y="21"/>
                    <a:pt x="9" y="44"/>
                  </a:cubicBezTo>
                  <a:cubicBezTo>
                    <a:pt x="18" y="67"/>
                    <a:pt x="24" y="93"/>
                    <a:pt x="35" y="115"/>
                  </a:cubicBezTo>
                  <a:lnTo>
                    <a:pt x="72" y="185"/>
                  </a:lnTo>
                  <a:cubicBezTo>
                    <a:pt x="96" y="231"/>
                    <a:pt x="120" y="276"/>
                    <a:pt x="145" y="323"/>
                  </a:cubicBezTo>
                  <a:cubicBezTo>
                    <a:pt x="156" y="344"/>
                    <a:pt x="164" y="367"/>
                    <a:pt x="177" y="388"/>
                  </a:cubicBezTo>
                  <a:cubicBezTo>
                    <a:pt x="190" y="411"/>
                    <a:pt x="204" y="433"/>
                    <a:pt x="217" y="456"/>
                  </a:cubicBezTo>
                  <a:cubicBezTo>
                    <a:pt x="245" y="503"/>
                    <a:pt x="275" y="548"/>
                    <a:pt x="303" y="593"/>
                  </a:cubicBezTo>
                  <a:cubicBezTo>
                    <a:pt x="411" y="768"/>
                    <a:pt x="531" y="934"/>
                    <a:pt x="656" y="1098"/>
                  </a:cubicBezTo>
                  <a:cubicBezTo>
                    <a:pt x="902" y="1426"/>
                    <a:pt x="1167" y="1739"/>
                    <a:pt x="1452" y="2035"/>
                  </a:cubicBezTo>
                  <a:cubicBezTo>
                    <a:pt x="1738" y="2332"/>
                    <a:pt x="2041" y="2614"/>
                    <a:pt x="2363" y="2873"/>
                  </a:cubicBezTo>
                  <a:cubicBezTo>
                    <a:pt x="2683" y="3131"/>
                    <a:pt x="3018" y="3371"/>
                    <a:pt x="3367" y="3589"/>
                  </a:cubicBezTo>
                  <a:cubicBezTo>
                    <a:pt x="3540" y="3696"/>
                    <a:pt x="3722" y="3795"/>
                    <a:pt x="3904" y="3891"/>
                  </a:cubicBezTo>
                  <a:cubicBezTo>
                    <a:pt x="4085" y="3985"/>
                    <a:pt x="4275" y="4063"/>
                    <a:pt x="4462" y="4146"/>
                  </a:cubicBezTo>
                  <a:cubicBezTo>
                    <a:pt x="4509" y="4166"/>
                    <a:pt x="4555" y="4185"/>
                    <a:pt x="4602" y="4206"/>
                  </a:cubicBezTo>
                  <a:cubicBezTo>
                    <a:pt x="4605" y="4207"/>
                    <a:pt x="4607" y="4208"/>
                    <a:pt x="4610" y="4208"/>
                  </a:cubicBezTo>
                  <a:cubicBezTo>
                    <a:pt x="4627" y="4208"/>
                    <a:pt x="4635" y="4177"/>
                    <a:pt x="4615" y="4167"/>
                  </a:cubicBezTo>
                  <a:cubicBezTo>
                    <a:pt x="4521" y="4124"/>
                    <a:pt x="4429" y="4079"/>
                    <a:pt x="4339" y="4029"/>
                  </a:cubicBezTo>
                  <a:cubicBezTo>
                    <a:pt x="4250" y="3981"/>
                    <a:pt x="4162" y="3927"/>
                    <a:pt x="4073" y="3876"/>
                  </a:cubicBezTo>
                  <a:cubicBezTo>
                    <a:pt x="3900" y="3773"/>
                    <a:pt x="3725" y="3671"/>
                    <a:pt x="3555" y="3562"/>
                  </a:cubicBezTo>
                  <a:cubicBezTo>
                    <a:pt x="3385" y="3453"/>
                    <a:pt x="3213" y="3343"/>
                    <a:pt x="3049" y="3226"/>
                  </a:cubicBezTo>
                  <a:cubicBezTo>
                    <a:pt x="2880" y="3108"/>
                    <a:pt x="2717" y="2986"/>
                    <a:pt x="2559" y="2858"/>
                  </a:cubicBezTo>
                  <a:cubicBezTo>
                    <a:pt x="2240" y="2604"/>
                    <a:pt x="1939" y="2332"/>
                    <a:pt x="1657" y="2048"/>
                  </a:cubicBezTo>
                  <a:cubicBezTo>
                    <a:pt x="1370" y="1757"/>
                    <a:pt x="1101" y="1449"/>
                    <a:pt x="852" y="1126"/>
                  </a:cubicBezTo>
                  <a:cubicBezTo>
                    <a:pt x="728" y="965"/>
                    <a:pt x="609" y="800"/>
                    <a:pt x="495" y="632"/>
                  </a:cubicBezTo>
                  <a:cubicBezTo>
                    <a:pt x="438" y="549"/>
                    <a:pt x="380" y="466"/>
                    <a:pt x="324" y="382"/>
                  </a:cubicBezTo>
                  <a:cubicBezTo>
                    <a:pt x="267" y="298"/>
                    <a:pt x="206" y="217"/>
                    <a:pt x="150" y="133"/>
                  </a:cubicBezTo>
                  <a:cubicBezTo>
                    <a:pt x="136" y="113"/>
                    <a:pt x="124" y="93"/>
                    <a:pt x="111" y="72"/>
                  </a:cubicBezTo>
                  <a:cubicBezTo>
                    <a:pt x="96" y="50"/>
                    <a:pt x="78" y="32"/>
                    <a:pt x="60" y="12"/>
                  </a:cubicBezTo>
                  <a:cubicBezTo>
                    <a:pt x="53" y="4"/>
                    <a:pt x="45" y="1"/>
                    <a:pt x="3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857;p29"/>
            <p:cNvSpPr/>
            <p:nvPr/>
          </p:nvSpPr>
          <p:spPr>
            <a:xfrm>
              <a:off x="4097160" y="2396880"/>
              <a:ext cx="34560" cy="59760"/>
            </a:xfrm>
            <a:custGeom>
              <a:avLst/>
              <a:gdLst>
                <a:gd name="textAreaLeft" fmla="*/ 0 w 34560"/>
                <a:gd name="textAreaRight" fmla="*/ 34920 w 34560"/>
                <a:gd name="textAreaTop" fmla="*/ 0 h 59760"/>
                <a:gd name="textAreaBottom" fmla="*/ 60120 h 59760"/>
              </a:gdLst>
              <a:ahLst/>
              <a:cxnLst/>
              <a:rect l="textAreaLeft" t="textAreaTop" r="textAreaRight" b="textAreaBottom"/>
              <a:pathLst>
                <a:path w="526" h="902">
                  <a:moveTo>
                    <a:pt x="258" y="381"/>
                  </a:moveTo>
                  <a:cubicBezTo>
                    <a:pt x="258" y="381"/>
                    <a:pt x="257" y="382"/>
                    <a:pt x="257" y="383"/>
                  </a:cubicBezTo>
                  <a:lnTo>
                    <a:pt x="257" y="383"/>
                  </a:lnTo>
                  <a:cubicBezTo>
                    <a:pt x="257" y="383"/>
                    <a:pt x="257" y="383"/>
                    <a:pt x="257" y="382"/>
                  </a:cubicBezTo>
                  <a:cubicBezTo>
                    <a:pt x="258" y="381"/>
                    <a:pt x="258" y="381"/>
                    <a:pt x="258" y="381"/>
                  </a:cubicBezTo>
                  <a:close/>
                  <a:moveTo>
                    <a:pt x="419" y="1"/>
                  </a:moveTo>
                  <a:cubicBezTo>
                    <a:pt x="411" y="1"/>
                    <a:pt x="403" y="2"/>
                    <a:pt x="396" y="6"/>
                  </a:cubicBezTo>
                  <a:cubicBezTo>
                    <a:pt x="249" y="72"/>
                    <a:pt x="186" y="220"/>
                    <a:pt x="154" y="370"/>
                  </a:cubicBezTo>
                  <a:lnTo>
                    <a:pt x="154" y="370"/>
                  </a:lnTo>
                  <a:cubicBezTo>
                    <a:pt x="109" y="290"/>
                    <a:pt x="63" y="211"/>
                    <a:pt x="18" y="130"/>
                  </a:cubicBezTo>
                  <a:cubicBezTo>
                    <a:pt x="16" y="127"/>
                    <a:pt x="13" y="126"/>
                    <a:pt x="11" y="126"/>
                  </a:cubicBezTo>
                  <a:cubicBezTo>
                    <a:pt x="5" y="126"/>
                    <a:pt x="0" y="131"/>
                    <a:pt x="2" y="138"/>
                  </a:cubicBezTo>
                  <a:cubicBezTo>
                    <a:pt x="45" y="273"/>
                    <a:pt x="88" y="410"/>
                    <a:pt x="133" y="545"/>
                  </a:cubicBezTo>
                  <a:cubicBezTo>
                    <a:pt x="139" y="564"/>
                    <a:pt x="162" y="576"/>
                    <a:pt x="181" y="576"/>
                  </a:cubicBezTo>
                  <a:cubicBezTo>
                    <a:pt x="184" y="576"/>
                    <a:pt x="186" y="575"/>
                    <a:pt x="188" y="575"/>
                  </a:cubicBezTo>
                  <a:cubicBezTo>
                    <a:pt x="211" y="572"/>
                    <a:pt x="228" y="552"/>
                    <a:pt x="231" y="530"/>
                  </a:cubicBezTo>
                  <a:cubicBezTo>
                    <a:pt x="238" y="485"/>
                    <a:pt x="244" y="440"/>
                    <a:pt x="254" y="394"/>
                  </a:cubicBezTo>
                  <a:cubicBezTo>
                    <a:pt x="254" y="393"/>
                    <a:pt x="256" y="386"/>
                    <a:pt x="257" y="383"/>
                  </a:cubicBezTo>
                  <a:lnTo>
                    <a:pt x="257" y="383"/>
                  </a:lnTo>
                  <a:cubicBezTo>
                    <a:pt x="257" y="383"/>
                    <a:pt x="257" y="383"/>
                    <a:pt x="257" y="383"/>
                  </a:cubicBezTo>
                  <a:cubicBezTo>
                    <a:pt x="256" y="383"/>
                    <a:pt x="260" y="371"/>
                    <a:pt x="260" y="370"/>
                  </a:cubicBezTo>
                  <a:cubicBezTo>
                    <a:pt x="263" y="359"/>
                    <a:pt x="265" y="348"/>
                    <a:pt x="270" y="338"/>
                  </a:cubicBezTo>
                  <a:cubicBezTo>
                    <a:pt x="276" y="316"/>
                    <a:pt x="283" y="294"/>
                    <a:pt x="293" y="273"/>
                  </a:cubicBezTo>
                  <a:cubicBezTo>
                    <a:pt x="297" y="262"/>
                    <a:pt x="302" y="253"/>
                    <a:pt x="306" y="242"/>
                  </a:cubicBezTo>
                  <a:cubicBezTo>
                    <a:pt x="308" y="238"/>
                    <a:pt x="310" y="233"/>
                    <a:pt x="313" y="229"/>
                  </a:cubicBezTo>
                  <a:lnTo>
                    <a:pt x="318" y="221"/>
                  </a:lnTo>
                  <a:cubicBezTo>
                    <a:pt x="329" y="204"/>
                    <a:pt x="340" y="187"/>
                    <a:pt x="353" y="171"/>
                  </a:cubicBezTo>
                  <a:cubicBezTo>
                    <a:pt x="356" y="166"/>
                    <a:pt x="360" y="162"/>
                    <a:pt x="363" y="160"/>
                  </a:cubicBezTo>
                  <a:cubicBezTo>
                    <a:pt x="363" y="159"/>
                    <a:pt x="364" y="159"/>
                    <a:pt x="364" y="158"/>
                  </a:cubicBezTo>
                  <a:lnTo>
                    <a:pt x="364" y="158"/>
                  </a:lnTo>
                  <a:cubicBezTo>
                    <a:pt x="365" y="158"/>
                    <a:pt x="366" y="157"/>
                    <a:pt x="367" y="157"/>
                  </a:cubicBezTo>
                  <a:cubicBezTo>
                    <a:pt x="372" y="152"/>
                    <a:pt x="377" y="148"/>
                    <a:pt x="382" y="143"/>
                  </a:cubicBezTo>
                  <a:lnTo>
                    <a:pt x="382" y="143"/>
                  </a:lnTo>
                  <a:cubicBezTo>
                    <a:pt x="383" y="146"/>
                    <a:pt x="383" y="148"/>
                    <a:pt x="384" y="150"/>
                  </a:cubicBezTo>
                  <a:cubicBezTo>
                    <a:pt x="388" y="174"/>
                    <a:pt x="393" y="199"/>
                    <a:pt x="397" y="224"/>
                  </a:cubicBezTo>
                  <a:cubicBezTo>
                    <a:pt x="401" y="250"/>
                    <a:pt x="403" y="276"/>
                    <a:pt x="406" y="303"/>
                  </a:cubicBezTo>
                  <a:cubicBezTo>
                    <a:pt x="406" y="309"/>
                    <a:pt x="406" y="315"/>
                    <a:pt x="407" y="321"/>
                  </a:cubicBezTo>
                  <a:lnTo>
                    <a:pt x="407" y="331"/>
                  </a:lnTo>
                  <a:lnTo>
                    <a:pt x="407" y="370"/>
                  </a:lnTo>
                  <a:cubicBezTo>
                    <a:pt x="406" y="421"/>
                    <a:pt x="398" y="474"/>
                    <a:pt x="389" y="526"/>
                  </a:cubicBezTo>
                  <a:cubicBezTo>
                    <a:pt x="387" y="533"/>
                    <a:pt x="386" y="539"/>
                    <a:pt x="385" y="545"/>
                  </a:cubicBezTo>
                  <a:cubicBezTo>
                    <a:pt x="385" y="548"/>
                    <a:pt x="384" y="551"/>
                    <a:pt x="384" y="553"/>
                  </a:cubicBezTo>
                  <a:cubicBezTo>
                    <a:pt x="384" y="552"/>
                    <a:pt x="384" y="549"/>
                    <a:pt x="385" y="549"/>
                  </a:cubicBezTo>
                  <a:lnTo>
                    <a:pt x="385" y="549"/>
                  </a:lnTo>
                  <a:cubicBezTo>
                    <a:pt x="385" y="549"/>
                    <a:pt x="385" y="551"/>
                    <a:pt x="384" y="555"/>
                  </a:cubicBezTo>
                  <a:cubicBezTo>
                    <a:pt x="380" y="567"/>
                    <a:pt x="376" y="579"/>
                    <a:pt x="374" y="591"/>
                  </a:cubicBezTo>
                  <a:cubicBezTo>
                    <a:pt x="367" y="617"/>
                    <a:pt x="357" y="641"/>
                    <a:pt x="347" y="666"/>
                  </a:cubicBezTo>
                  <a:cubicBezTo>
                    <a:pt x="337" y="694"/>
                    <a:pt x="326" y="720"/>
                    <a:pt x="312" y="745"/>
                  </a:cubicBezTo>
                  <a:cubicBezTo>
                    <a:pt x="299" y="769"/>
                    <a:pt x="287" y="800"/>
                    <a:pt x="276" y="820"/>
                  </a:cubicBezTo>
                  <a:cubicBezTo>
                    <a:pt x="266" y="839"/>
                    <a:pt x="265" y="854"/>
                    <a:pt x="274" y="871"/>
                  </a:cubicBezTo>
                  <a:lnTo>
                    <a:pt x="274" y="871"/>
                  </a:lnTo>
                  <a:cubicBezTo>
                    <a:pt x="272" y="876"/>
                    <a:pt x="270" y="880"/>
                    <a:pt x="268" y="885"/>
                  </a:cubicBezTo>
                  <a:cubicBezTo>
                    <a:pt x="261" y="891"/>
                    <a:pt x="272" y="901"/>
                    <a:pt x="282" y="901"/>
                  </a:cubicBezTo>
                  <a:cubicBezTo>
                    <a:pt x="286" y="901"/>
                    <a:pt x="289" y="900"/>
                    <a:pt x="291" y="898"/>
                  </a:cubicBezTo>
                  <a:cubicBezTo>
                    <a:pt x="296" y="894"/>
                    <a:pt x="300" y="890"/>
                    <a:pt x="304" y="886"/>
                  </a:cubicBezTo>
                  <a:lnTo>
                    <a:pt x="304" y="886"/>
                  </a:lnTo>
                  <a:cubicBezTo>
                    <a:pt x="305" y="886"/>
                    <a:pt x="307" y="887"/>
                    <a:pt x="308" y="887"/>
                  </a:cubicBezTo>
                  <a:cubicBezTo>
                    <a:pt x="310" y="887"/>
                    <a:pt x="312" y="888"/>
                    <a:pt x="314" y="888"/>
                  </a:cubicBezTo>
                  <a:cubicBezTo>
                    <a:pt x="329" y="888"/>
                    <a:pt x="342" y="879"/>
                    <a:pt x="350" y="868"/>
                  </a:cubicBezTo>
                  <a:cubicBezTo>
                    <a:pt x="366" y="847"/>
                    <a:pt x="385" y="825"/>
                    <a:pt x="398" y="802"/>
                  </a:cubicBezTo>
                  <a:cubicBezTo>
                    <a:pt x="413" y="776"/>
                    <a:pt x="428" y="750"/>
                    <a:pt x="438" y="722"/>
                  </a:cubicBezTo>
                  <a:cubicBezTo>
                    <a:pt x="462" y="671"/>
                    <a:pt x="478" y="617"/>
                    <a:pt x="491" y="562"/>
                  </a:cubicBezTo>
                  <a:cubicBezTo>
                    <a:pt x="519" y="451"/>
                    <a:pt x="525" y="336"/>
                    <a:pt x="513" y="221"/>
                  </a:cubicBezTo>
                  <a:cubicBezTo>
                    <a:pt x="507" y="157"/>
                    <a:pt x="490" y="95"/>
                    <a:pt x="469" y="34"/>
                  </a:cubicBezTo>
                  <a:cubicBezTo>
                    <a:pt x="462" y="12"/>
                    <a:pt x="440" y="1"/>
                    <a:pt x="419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880" bIns="29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858;p29"/>
            <p:cNvSpPr/>
            <p:nvPr/>
          </p:nvSpPr>
          <p:spPr>
            <a:xfrm>
              <a:off x="4061880" y="2397960"/>
              <a:ext cx="51120" cy="716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71640"/>
                <a:gd name="textAreaBottom" fmla="*/ 72000 h 71640"/>
              </a:gdLst>
              <a:ahLst/>
              <a:cxnLst/>
              <a:rect l="textAreaLeft" t="textAreaTop" r="textAreaRight" b="textAreaBottom"/>
              <a:pathLst>
                <a:path w="774" h="1081">
                  <a:moveTo>
                    <a:pt x="253" y="828"/>
                  </a:moveTo>
                  <a:cubicBezTo>
                    <a:pt x="255" y="830"/>
                    <a:pt x="257" y="830"/>
                    <a:pt x="256" y="830"/>
                  </a:cubicBezTo>
                  <a:cubicBezTo>
                    <a:pt x="256" y="830"/>
                    <a:pt x="255" y="830"/>
                    <a:pt x="253" y="828"/>
                  </a:cubicBezTo>
                  <a:close/>
                  <a:moveTo>
                    <a:pt x="492" y="920"/>
                  </a:moveTo>
                  <a:cubicBezTo>
                    <a:pt x="495" y="920"/>
                    <a:pt x="498" y="920"/>
                    <a:pt x="497" y="920"/>
                  </a:cubicBezTo>
                  <a:cubicBezTo>
                    <a:pt x="497" y="920"/>
                    <a:pt x="496" y="920"/>
                    <a:pt x="494" y="920"/>
                  </a:cubicBezTo>
                  <a:lnTo>
                    <a:pt x="492" y="920"/>
                  </a:lnTo>
                  <a:close/>
                  <a:moveTo>
                    <a:pt x="332" y="1"/>
                  </a:moveTo>
                  <a:cubicBezTo>
                    <a:pt x="323" y="1"/>
                    <a:pt x="313" y="8"/>
                    <a:pt x="315" y="19"/>
                  </a:cubicBezTo>
                  <a:cubicBezTo>
                    <a:pt x="356" y="167"/>
                    <a:pt x="393" y="316"/>
                    <a:pt x="437" y="465"/>
                  </a:cubicBezTo>
                  <a:lnTo>
                    <a:pt x="437" y="465"/>
                  </a:lnTo>
                  <a:cubicBezTo>
                    <a:pt x="326" y="411"/>
                    <a:pt x="215" y="357"/>
                    <a:pt x="103" y="302"/>
                  </a:cubicBezTo>
                  <a:cubicBezTo>
                    <a:pt x="97" y="299"/>
                    <a:pt x="91" y="298"/>
                    <a:pt x="84" y="298"/>
                  </a:cubicBezTo>
                  <a:cubicBezTo>
                    <a:pt x="55" y="298"/>
                    <a:pt x="32" y="329"/>
                    <a:pt x="35" y="359"/>
                  </a:cubicBezTo>
                  <a:cubicBezTo>
                    <a:pt x="48" y="480"/>
                    <a:pt x="98" y="595"/>
                    <a:pt x="173" y="690"/>
                  </a:cubicBezTo>
                  <a:lnTo>
                    <a:pt x="173" y="690"/>
                  </a:lnTo>
                  <a:cubicBezTo>
                    <a:pt x="169" y="690"/>
                    <a:pt x="165" y="690"/>
                    <a:pt x="162" y="690"/>
                  </a:cubicBezTo>
                  <a:lnTo>
                    <a:pt x="99" y="690"/>
                  </a:lnTo>
                  <a:cubicBezTo>
                    <a:pt x="85" y="690"/>
                    <a:pt x="70" y="693"/>
                    <a:pt x="55" y="693"/>
                  </a:cubicBezTo>
                  <a:cubicBezTo>
                    <a:pt x="51" y="693"/>
                    <a:pt x="46" y="693"/>
                    <a:pt x="42" y="692"/>
                  </a:cubicBezTo>
                  <a:cubicBezTo>
                    <a:pt x="40" y="692"/>
                    <a:pt x="39" y="691"/>
                    <a:pt x="38" y="691"/>
                  </a:cubicBezTo>
                  <a:cubicBezTo>
                    <a:pt x="15" y="691"/>
                    <a:pt x="1" y="717"/>
                    <a:pt x="9" y="738"/>
                  </a:cubicBezTo>
                  <a:cubicBezTo>
                    <a:pt x="27" y="783"/>
                    <a:pt x="68" y="822"/>
                    <a:pt x="102" y="856"/>
                  </a:cubicBezTo>
                  <a:cubicBezTo>
                    <a:pt x="141" y="895"/>
                    <a:pt x="181" y="928"/>
                    <a:pt x="229" y="955"/>
                  </a:cubicBezTo>
                  <a:cubicBezTo>
                    <a:pt x="274" y="983"/>
                    <a:pt x="322" y="1010"/>
                    <a:pt x="372" y="1029"/>
                  </a:cubicBezTo>
                  <a:cubicBezTo>
                    <a:pt x="423" y="1046"/>
                    <a:pt x="477" y="1060"/>
                    <a:pt x="531" y="1070"/>
                  </a:cubicBezTo>
                  <a:cubicBezTo>
                    <a:pt x="558" y="1074"/>
                    <a:pt x="587" y="1078"/>
                    <a:pt x="614" y="1079"/>
                  </a:cubicBezTo>
                  <a:cubicBezTo>
                    <a:pt x="629" y="1081"/>
                    <a:pt x="643" y="1081"/>
                    <a:pt x="658" y="1081"/>
                  </a:cubicBezTo>
                  <a:cubicBezTo>
                    <a:pt x="681" y="1081"/>
                    <a:pt x="702" y="1074"/>
                    <a:pt x="724" y="1067"/>
                  </a:cubicBezTo>
                  <a:cubicBezTo>
                    <a:pt x="773" y="1051"/>
                    <a:pt x="771" y="966"/>
                    <a:pt x="722" y="953"/>
                  </a:cubicBezTo>
                  <a:cubicBezTo>
                    <a:pt x="706" y="949"/>
                    <a:pt x="691" y="942"/>
                    <a:pt x="676" y="941"/>
                  </a:cubicBezTo>
                  <a:cubicBezTo>
                    <a:pt x="670" y="940"/>
                    <a:pt x="664" y="940"/>
                    <a:pt x="658" y="940"/>
                  </a:cubicBezTo>
                  <a:cubicBezTo>
                    <a:pt x="652" y="940"/>
                    <a:pt x="646" y="940"/>
                    <a:pt x="640" y="939"/>
                  </a:cubicBezTo>
                  <a:cubicBezTo>
                    <a:pt x="615" y="938"/>
                    <a:pt x="591" y="936"/>
                    <a:pt x="568" y="932"/>
                  </a:cubicBezTo>
                  <a:cubicBezTo>
                    <a:pt x="544" y="930"/>
                    <a:pt x="521" y="926"/>
                    <a:pt x="498" y="920"/>
                  </a:cubicBezTo>
                  <a:cubicBezTo>
                    <a:pt x="497" y="920"/>
                    <a:pt x="493" y="920"/>
                    <a:pt x="491" y="919"/>
                  </a:cubicBezTo>
                  <a:lnTo>
                    <a:pt x="491" y="919"/>
                  </a:lnTo>
                  <a:lnTo>
                    <a:pt x="478" y="916"/>
                  </a:lnTo>
                  <a:cubicBezTo>
                    <a:pt x="466" y="914"/>
                    <a:pt x="454" y="909"/>
                    <a:pt x="442" y="905"/>
                  </a:cubicBezTo>
                  <a:cubicBezTo>
                    <a:pt x="395" y="889"/>
                    <a:pt x="349" y="875"/>
                    <a:pt x="305" y="854"/>
                  </a:cubicBezTo>
                  <a:cubicBezTo>
                    <a:pt x="296" y="850"/>
                    <a:pt x="286" y="844"/>
                    <a:pt x="277" y="840"/>
                  </a:cubicBezTo>
                  <a:lnTo>
                    <a:pt x="260" y="832"/>
                  </a:lnTo>
                  <a:cubicBezTo>
                    <a:pt x="257" y="831"/>
                    <a:pt x="256" y="829"/>
                    <a:pt x="253" y="828"/>
                  </a:cubicBezTo>
                  <a:lnTo>
                    <a:pt x="224" y="811"/>
                  </a:lnTo>
                  <a:cubicBezTo>
                    <a:pt x="222" y="810"/>
                    <a:pt x="219" y="807"/>
                    <a:pt x="214" y="806"/>
                  </a:cubicBezTo>
                  <a:lnTo>
                    <a:pt x="214" y="806"/>
                  </a:lnTo>
                  <a:cubicBezTo>
                    <a:pt x="214" y="806"/>
                    <a:pt x="206" y="801"/>
                    <a:pt x="203" y="799"/>
                  </a:cubicBezTo>
                  <a:lnTo>
                    <a:pt x="203" y="799"/>
                  </a:lnTo>
                  <a:lnTo>
                    <a:pt x="203" y="799"/>
                  </a:lnTo>
                  <a:cubicBezTo>
                    <a:pt x="202" y="799"/>
                    <a:pt x="202" y="798"/>
                    <a:pt x="202" y="798"/>
                  </a:cubicBezTo>
                  <a:lnTo>
                    <a:pt x="202" y="798"/>
                  </a:lnTo>
                  <a:cubicBezTo>
                    <a:pt x="202" y="798"/>
                    <a:pt x="202" y="799"/>
                    <a:pt x="203" y="799"/>
                  </a:cubicBezTo>
                  <a:lnTo>
                    <a:pt x="203" y="799"/>
                  </a:lnTo>
                  <a:lnTo>
                    <a:pt x="201" y="798"/>
                  </a:lnTo>
                  <a:cubicBezTo>
                    <a:pt x="198" y="796"/>
                    <a:pt x="195" y="794"/>
                    <a:pt x="191" y="793"/>
                  </a:cubicBezTo>
                  <a:cubicBezTo>
                    <a:pt x="168" y="779"/>
                    <a:pt x="145" y="763"/>
                    <a:pt x="123" y="747"/>
                  </a:cubicBezTo>
                  <a:cubicBezTo>
                    <a:pt x="122" y="746"/>
                    <a:pt x="121" y="745"/>
                    <a:pt x="119" y="744"/>
                  </a:cubicBezTo>
                  <a:lnTo>
                    <a:pt x="119" y="744"/>
                  </a:lnTo>
                  <a:cubicBezTo>
                    <a:pt x="123" y="744"/>
                    <a:pt x="126" y="744"/>
                    <a:pt x="129" y="744"/>
                  </a:cubicBezTo>
                  <a:cubicBezTo>
                    <a:pt x="138" y="744"/>
                    <a:pt x="147" y="744"/>
                    <a:pt x="156" y="744"/>
                  </a:cubicBezTo>
                  <a:cubicBezTo>
                    <a:pt x="184" y="748"/>
                    <a:pt x="212" y="753"/>
                    <a:pt x="239" y="761"/>
                  </a:cubicBezTo>
                  <a:lnTo>
                    <a:pt x="239" y="761"/>
                  </a:lnTo>
                  <a:cubicBezTo>
                    <a:pt x="260" y="781"/>
                    <a:pt x="283" y="800"/>
                    <a:pt x="308" y="817"/>
                  </a:cubicBezTo>
                  <a:cubicBezTo>
                    <a:pt x="350" y="848"/>
                    <a:pt x="399" y="876"/>
                    <a:pt x="448" y="891"/>
                  </a:cubicBezTo>
                  <a:cubicBezTo>
                    <a:pt x="455" y="893"/>
                    <a:pt x="462" y="894"/>
                    <a:pt x="468" y="894"/>
                  </a:cubicBezTo>
                  <a:cubicBezTo>
                    <a:pt x="487" y="894"/>
                    <a:pt x="503" y="884"/>
                    <a:pt x="514" y="866"/>
                  </a:cubicBezTo>
                  <a:cubicBezTo>
                    <a:pt x="526" y="843"/>
                    <a:pt x="521" y="815"/>
                    <a:pt x="499" y="798"/>
                  </a:cubicBezTo>
                  <a:cubicBezTo>
                    <a:pt x="466" y="773"/>
                    <a:pt x="428" y="752"/>
                    <a:pt x="392" y="736"/>
                  </a:cubicBezTo>
                  <a:cubicBezTo>
                    <a:pt x="384" y="732"/>
                    <a:pt x="375" y="729"/>
                    <a:pt x="366" y="726"/>
                  </a:cubicBezTo>
                  <a:lnTo>
                    <a:pt x="366" y="726"/>
                  </a:lnTo>
                  <a:cubicBezTo>
                    <a:pt x="363" y="723"/>
                    <a:pt x="359" y="721"/>
                    <a:pt x="356" y="718"/>
                  </a:cubicBezTo>
                  <a:cubicBezTo>
                    <a:pt x="345" y="710"/>
                    <a:pt x="335" y="702"/>
                    <a:pt x="324" y="694"/>
                  </a:cubicBezTo>
                  <a:cubicBezTo>
                    <a:pt x="319" y="690"/>
                    <a:pt x="315" y="685"/>
                    <a:pt x="310" y="680"/>
                  </a:cubicBezTo>
                  <a:cubicBezTo>
                    <a:pt x="307" y="677"/>
                    <a:pt x="306" y="676"/>
                    <a:pt x="306" y="676"/>
                  </a:cubicBezTo>
                  <a:lnTo>
                    <a:pt x="306" y="676"/>
                  </a:lnTo>
                  <a:cubicBezTo>
                    <a:pt x="306" y="676"/>
                    <a:pt x="306" y="677"/>
                    <a:pt x="308" y="679"/>
                  </a:cubicBezTo>
                  <a:lnTo>
                    <a:pt x="301" y="672"/>
                  </a:lnTo>
                  <a:cubicBezTo>
                    <a:pt x="283" y="653"/>
                    <a:pt x="266" y="635"/>
                    <a:pt x="251" y="614"/>
                  </a:cubicBezTo>
                  <a:cubicBezTo>
                    <a:pt x="216" y="570"/>
                    <a:pt x="197" y="538"/>
                    <a:pt x="175" y="486"/>
                  </a:cubicBezTo>
                  <a:cubicBezTo>
                    <a:pt x="169" y="474"/>
                    <a:pt x="165" y="461"/>
                    <a:pt x="159" y="449"/>
                  </a:cubicBezTo>
                  <a:cubicBezTo>
                    <a:pt x="158" y="446"/>
                    <a:pt x="157" y="442"/>
                    <a:pt x="156" y="439"/>
                  </a:cubicBezTo>
                  <a:lnTo>
                    <a:pt x="156" y="439"/>
                  </a:lnTo>
                  <a:cubicBezTo>
                    <a:pt x="271" y="492"/>
                    <a:pt x="384" y="545"/>
                    <a:pt x="498" y="598"/>
                  </a:cubicBezTo>
                  <a:cubicBezTo>
                    <a:pt x="503" y="601"/>
                    <a:pt x="508" y="602"/>
                    <a:pt x="514" y="602"/>
                  </a:cubicBezTo>
                  <a:cubicBezTo>
                    <a:pt x="527" y="602"/>
                    <a:pt x="541" y="596"/>
                    <a:pt x="548" y="586"/>
                  </a:cubicBezTo>
                  <a:cubicBezTo>
                    <a:pt x="562" y="571"/>
                    <a:pt x="564" y="553"/>
                    <a:pt x="558" y="535"/>
                  </a:cubicBezTo>
                  <a:cubicBezTo>
                    <a:pt x="494" y="356"/>
                    <a:pt x="417" y="183"/>
                    <a:pt x="344" y="9"/>
                  </a:cubicBezTo>
                  <a:cubicBezTo>
                    <a:pt x="342" y="3"/>
                    <a:pt x="337" y="1"/>
                    <a:pt x="33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0" bIns="36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859;p29"/>
            <p:cNvSpPr/>
            <p:nvPr/>
          </p:nvSpPr>
          <p:spPr>
            <a:xfrm>
              <a:off x="4120200" y="2428560"/>
              <a:ext cx="34200" cy="3384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521" h="514">
                  <a:moveTo>
                    <a:pt x="326" y="134"/>
                  </a:moveTo>
                  <a:cubicBezTo>
                    <a:pt x="325" y="134"/>
                    <a:pt x="326" y="134"/>
                    <a:pt x="332" y="135"/>
                  </a:cubicBezTo>
                  <a:lnTo>
                    <a:pt x="332" y="135"/>
                  </a:lnTo>
                  <a:cubicBezTo>
                    <a:pt x="330" y="134"/>
                    <a:pt x="327" y="134"/>
                    <a:pt x="326" y="134"/>
                  </a:cubicBezTo>
                  <a:close/>
                  <a:moveTo>
                    <a:pt x="359" y="144"/>
                  </a:moveTo>
                  <a:lnTo>
                    <a:pt x="359" y="144"/>
                  </a:lnTo>
                  <a:lnTo>
                    <a:pt x="359" y="144"/>
                  </a:lnTo>
                  <a:cubicBezTo>
                    <a:pt x="359" y="144"/>
                    <a:pt x="359" y="144"/>
                    <a:pt x="359" y="144"/>
                  </a:cubicBezTo>
                  <a:lnTo>
                    <a:pt x="359" y="144"/>
                  </a:lnTo>
                  <a:cubicBezTo>
                    <a:pt x="359" y="144"/>
                    <a:pt x="359" y="144"/>
                    <a:pt x="359" y="144"/>
                  </a:cubicBezTo>
                  <a:close/>
                  <a:moveTo>
                    <a:pt x="362" y="147"/>
                  </a:moveTo>
                  <a:cubicBezTo>
                    <a:pt x="365" y="148"/>
                    <a:pt x="367" y="150"/>
                    <a:pt x="367" y="150"/>
                  </a:cubicBezTo>
                  <a:cubicBezTo>
                    <a:pt x="366" y="150"/>
                    <a:pt x="365" y="149"/>
                    <a:pt x="362" y="147"/>
                  </a:cubicBezTo>
                  <a:close/>
                  <a:moveTo>
                    <a:pt x="283" y="1"/>
                  </a:moveTo>
                  <a:cubicBezTo>
                    <a:pt x="267" y="1"/>
                    <a:pt x="252" y="2"/>
                    <a:pt x="237" y="4"/>
                  </a:cubicBezTo>
                  <a:cubicBezTo>
                    <a:pt x="189" y="11"/>
                    <a:pt x="139" y="29"/>
                    <a:pt x="104" y="62"/>
                  </a:cubicBezTo>
                  <a:cubicBezTo>
                    <a:pt x="94" y="71"/>
                    <a:pt x="83" y="81"/>
                    <a:pt x="75" y="92"/>
                  </a:cubicBezTo>
                  <a:cubicBezTo>
                    <a:pt x="72" y="98"/>
                    <a:pt x="68" y="103"/>
                    <a:pt x="65" y="109"/>
                  </a:cubicBezTo>
                  <a:cubicBezTo>
                    <a:pt x="63" y="114"/>
                    <a:pt x="61" y="120"/>
                    <a:pt x="61" y="125"/>
                  </a:cubicBezTo>
                  <a:lnTo>
                    <a:pt x="61" y="125"/>
                  </a:lnTo>
                  <a:cubicBezTo>
                    <a:pt x="60" y="127"/>
                    <a:pt x="59" y="128"/>
                    <a:pt x="59" y="130"/>
                  </a:cubicBezTo>
                  <a:cubicBezTo>
                    <a:pt x="49" y="149"/>
                    <a:pt x="39" y="176"/>
                    <a:pt x="47" y="198"/>
                  </a:cubicBezTo>
                  <a:cubicBezTo>
                    <a:pt x="49" y="211"/>
                    <a:pt x="63" y="224"/>
                    <a:pt x="78" y="224"/>
                  </a:cubicBezTo>
                  <a:cubicBezTo>
                    <a:pt x="82" y="224"/>
                    <a:pt x="86" y="223"/>
                    <a:pt x="91" y="221"/>
                  </a:cubicBezTo>
                  <a:cubicBezTo>
                    <a:pt x="101" y="214"/>
                    <a:pt x="108" y="208"/>
                    <a:pt x="118" y="198"/>
                  </a:cubicBezTo>
                  <a:lnTo>
                    <a:pt x="118" y="198"/>
                  </a:lnTo>
                  <a:cubicBezTo>
                    <a:pt x="117" y="199"/>
                    <a:pt x="116" y="199"/>
                    <a:pt x="116" y="199"/>
                  </a:cubicBezTo>
                  <a:cubicBezTo>
                    <a:pt x="116" y="199"/>
                    <a:pt x="122" y="193"/>
                    <a:pt x="122" y="192"/>
                  </a:cubicBezTo>
                  <a:cubicBezTo>
                    <a:pt x="125" y="190"/>
                    <a:pt x="127" y="188"/>
                    <a:pt x="130" y="186"/>
                  </a:cubicBezTo>
                  <a:lnTo>
                    <a:pt x="130" y="186"/>
                  </a:lnTo>
                  <a:cubicBezTo>
                    <a:pt x="136" y="185"/>
                    <a:pt x="142" y="182"/>
                    <a:pt x="147" y="180"/>
                  </a:cubicBezTo>
                  <a:cubicBezTo>
                    <a:pt x="154" y="176"/>
                    <a:pt x="162" y="170"/>
                    <a:pt x="169" y="166"/>
                  </a:cubicBezTo>
                  <a:cubicBezTo>
                    <a:pt x="185" y="158"/>
                    <a:pt x="200" y="149"/>
                    <a:pt x="217" y="143"/>
                  </a:cubicBezTo>
                  <a:cubicBezTo>
                    <a:pt x="220" y="142"/>
                    <a:pt x="225" y="141"/>
                    <a:pt x="229" y="137"/>
                  </a:cubicBezTo>
                  <a:cubicBezTo>
                    <a:pt x="237" y="135"/>
                    <a:pt x="247" y="133"/>
                    <a:pt x="254" y="132"/>
                  </a:cubicBezTo>
                  <a:cubicBezTo>
                    <a:pt x="264" y="131"/>
                    <a:pt x="273" y="130"/>
                    <a:pt x="282" y="130"/>
                  </a:cubicBezTo>
                  <a:lnTo>
                    <a:pt x="296" y="130"/>
                  </a:lnTo>
                  <a:cubicBezTo>
                    <a:pt x="306" y="130"/>
                    <a:pt x="314" y="131"/>
                    <a:pt x="323" y="132"/>
                  </a:cubicBezTo>
                  <a:cubicBezTo>
                    <a:pt x="327" y="132"/>
                    <a:pt x="330" y="134"/>
                    <a:pt x="333" y="135"/>
                  </a:cubicBezTo>
                  <a:lnTo>
                    <a:pt x="333" y="135"/>
                  </a:lnTo>
                  <a:cubicBezTo>
                    <a:pt x="333" y="135"/>
                    <a:pt x="333" y="135"/>
                    <a:pt x="332" y="135"/>
                  </a:cubicBezTo>
                  <a:lnTo>
                    <a:pt x="332" y="135"/>
                  </a:lnTo>
                  <a:cubicBezTo>
                    <a:pt x="334" y="135"/>
                    <a:pt x="335" y="136"/>
                    <a:pt x="336" y="136"/>
                  </a:cubicBezTo>
                  <a:cubicBezTo>
                    <a:pt x="343" y="138"/>
                    <a:pt x="350" y="141"/>
                    <a:pt x="358" y="145"/>
                  </a:cubicBezTo>
                  <a:lnTo>
                    <a:pt x="358" y="145"/>
                  </a:lnTo>
                  <a:cubicBezTo>
                    <a:pt x="249" y="246"/>
                    <a:pt x="139" y="344"/>
                    <a:pt x="29" y="444"/>
                  </a:cubicBezTo>
                  <a:cubicBezTo>
                    <a:pt x="0" y="470"/>
                    <a:pt x="25" y="513"/>
                    <a:pt x="57" y="513"/>
                  </a:cubicBezTo>
                  <a:cubicBezTo>
                    <a:pt x="65" y="513"/>
                    <a:pt x="73" y="511"/>
                    <a:pt x="81" y="504"/>
                  </a:cubicBezTo>
                  <a:cubicBezTo>
                    <a:pt x="217" y="398"/>
                    <a:pt x="352" y="291"/>
                    <a:pt x="491" y="188"/>
                  </a:cubicBezTo>
                  <a:cubicBezTo>
                    <a:pt x="520" y="168"/>
                    <a:pt x="519" y="127"/>
                    <a:pt x="500" y="102"/>
                  </a:cubicBezTo>
                  <a:cubicBezTo>
                    <a:pt x="453" y="33"/>
                    <a:pt x="366" y="1"/>
                    <a:pt x="283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920" bIns="16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860;p29"/>
            <p:cNvSpPr/>
            <p:nvPr/>
          </p:nvSpPr>
          <p:spPr>
            <a:xfrm>
              <a:off x="3881880" y="2194200"/>
              <a:ext cx="72360" cy="25308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253080"/>
                <a:gd name="textAreaBottom" fmla="*/ 253440 h 253080"/>
              </a:gdLst>
              <a:ahLst/>
              <a:cxnLst/>
              <a:rect l="textAreaLeft" t="textAreaTop" r="textAreaRight" b="textAreaBottom"/>
              <a:pathLst>
                <a:path w="1091" h="3813">
                  <a:moveTo>
                    <a:pt x="118" y="103"/>
                  </a:moveTo>
                  <a:cubicBezTo>
                    <a:pt x="115" y="103"/>
                    <a:pt x="113" y="104"/>
                    <a:pt x="114" y="104"/>
                  </a:cubicBezTo>
                  <a:cubicBezTo>
                    <a:pt x="114" y="104"/>
                    <a:pt x="116" y="104"/>
                    <a:pt x="118" y="103"/>
                  </a:cubicBezTo>
                  <a:close/>
                  <a:moveTo>
                    <a:pt x="119" y="103"/>
                  </a:moveTo>
                  <a:cubicBezTo>
                    <a:pt x="124" y="103"/>
                    <a:pt x="129" y="104"/>
                    <a:pt x="134" y="104"/>
                  </a:cubicBezTo>
                  <a:cubicBezTo>
                    <a:pt x="135" y="104"/>
                    <a:pt x="135" y="105"/>
                    <a:pt x="135" y="105"/>
                  </a:cubicBezTo>
                  <a:lnTo>
                    <a:pt x="135" y="105"/>
                  </a:lnTo>
                  <a:cubicBezTo>
                    <a:pt x="135" y="105"/>
                    <a:pt x="136" y="105"/>
                    <a:pt x="140" y="107"/>
                  </a:cubicBezTo>
                  <a:cubicBezTo>
                    <a:pt x="145" y="108"/>
                    <a:pt x="150" y="109"/>
                    <a:pt x="155" y="112"/>
                  </a:cubicBezTo>
                  <a:cubicBezTo>
                    <a:pt x="156" y="113"/>
                    <a:pt x="161" y="115"/>
                    <a:pt x="164" y="116"/>
                  </a:cubicBezTo>
                  <a:lnTo>
                    <a:pt x="164" y="116"/>
                  </a:lnTo>
                  <a:cubicBezTo>
                    <a:pt x="173" y="121"/>
                    <a:pt x="182" y="127"/>
                    <a:pt x="189" y="134"/>
                  </a:cubicBezTo>
                  <a:cubicBezTo>
                    <a:pt x="194" y="137"/>
                    <a:pt x="199" y="141"/>
                    <a:pt x="203" y="145"/>
                  </a:cubicBezTo>
                  <a:cubicBezTo>
                    <a:pt x="206" y="147"/>
                    <a:pt x="209" y="148"/>
                    <a:pt x="211" y="152"/>
                  </a:cubicBezTo>
                  <a:lnTo>
                    <a:pt x="212" y="153"/>
                  </a:lnTo>
                  <a:cubicBezTo>
                    <a:pt x="231" y="173"/>
                    <a:pt x="247" y="191"/>
                    <a:pt x="262" y="213"/>
                  </a:cubicBezTo>
                  <a:cubicBezTo>
                    <a:pt x="266" y="219"/>
                    <a:pt x="269" y="224"/>
                    <a:pt x="273" y="230"/>
                  </a:cubicBezTo>
                  <a:cubicBezTo>
                    <a:pt x="273" y="230"/>
                    <a:pt x="275" y="235"/>
                    <a:pt x="276" y="235"/>
                  </a:cubicBezTo>
                  <a:cubicBezTo>
                    <a:pt x="276" y="235"/>
                    <a:pt x="276" y="234"/>
                    <a:pt x="276" y="233"/>
                  </a:cubicBezTo>
                  <a:lnTo>
                    <a:pt x="276" y="233"/>
                  </a:lnTo>
                  <a:lnTo>
                    <a:pt x="278" y="238"/>
                  </a:lnTo>
                  <a:cubicBezTo>
                    <a:pt x="286" y="250"/>
                    <a:pt x="292" y="261"/>
                    <a:pt x="298" y="274"/>
                  </a:cubicBezTo>
                  <a:cubicBezTo>
                    <a:pt x="310" y="299"/>
                    <a:pt x="319" y="323"/>
                    <a:pt x="327" y="348"/>
                  </a:cubicBezTo>
                  <a:cubicBezTo>
                    <a:pt x="352" y="411"/>
                    <a:pt x="374" y="475"/>
                    <a:pt x="396" y="538"/>
                  </a:cubicBezTo>
                  <a:cubicBezTo>
                    <a:pt x="481" y="791"/>
                    <a:pt x="555" y="1035"/>
                    <a:pt x="619" y="1295"/>
                  </a:cubicBezTo>
                  <a:cubicBezTo>
                    <a:pt x="683" y="1553"/>
                    <a:pt x="739" y="1812"/>
                    <a:pt x="785" y="2076"/>
                  </a:cubicBezTo>
                  <a:cubicBezTo>
                    <a:pt x="830" y="2339"/>
                    <a:pt x="863" y="2605"/>
                    <a:pt x="886" y="2871"/>
                  </a:cubicBezTo>
                  <a:cubicBezTo>
                    <a:pt x="897" y="3004"/>
                    <a:pt x="906" y="3138"/>
                    <a:pt x="912" y="3272"/>
                  </a:cubicBezTo>
                  <a:cubicBezTo>
                    <a:pt x="913" y="3305"/>
                    <a:pt x="914" y="3336"/>
                    <a:pt x="915" y="3369"/>
                  </a:cubicBezTo>
                  <a:lnTo>
                    <a:pt x="915" y="3382"/>
                  </a:lnTo>
                  <a:lnTo>
                    <a:pt x="915" y="3403"/>
                  </a:lnTo>
                  <a:cubicBezTo>
                    <a:pt x="915" y="3416"/>
                    <a:pt x="916" y="3429"/>
                    <a:pt x="917" y="3442"/>
                  </a:cubicBezTo>
                  <a:lnTo>
                    <a:pt x="917" y="3442"/>
                  </a:lnTo>
                  <a:cubicBezTo>
                    <a:pt x="916" y="3439"/>
                    <a:pt x="915" y="3437"/>
                    <a:pt x="914" y="3435"/>
                  </a:cubicBezTo>
                  <a:cubicBezTo>
                    <a:pt x="888" y="3377"/>
                    <a:pt x="858" y="3322"/>
                    <a:pt x="832" y="3266"/>
                  </a:cubicBezTo>
                  <a:cubicBezTo>
                    <a:pt x="804" y="3209"/>
                    <a:pt x="778" y="3151"/>
                    <a:pt x="752" y="3093"/>
                  </a:cubicBezTo>
                  <a:cubicBezTo>
                    <a:pt x="649" y="2862"/>
                    <a:pt x="556" y="2628"/>
                    <a:pt x="476" y="2389"/>
                  </a:cubicBezTo>
                  <a:cubicBezTo>
                    <a:pt x="397" y="2153"/>
                    <a:pt x="329" y="1912"/>
                    <a:pt x="274" y="1667"/>
                  </a:cubicBezTo>
                  <a:cubicBezTo>
                    <a:pt x="219" y="1420"/>
                    <a:pt x="177" y="1170"/>
                    <a:pt x="146" y="920"/>
                  </a:cubicBezTo>
                  <a:cubicBezTo>
                    <a:pt x="118" y="672"/>
                    <a:pt x="98" y="421"/>
                    <a:pt x="98" y="170"/>
                  </a:cubicBezTo>
                  <a:cubicBezTo>
                    <a:pt x="98" y="149"/>
                    <a:pt x="98" y="127"/>
                    <a:pt x="99" y="106"/>
                  </a:cubicBezTo>
                  <a:lnTo>
                    <a:pt x="99" y="106"/>
                  </a:lnTo>
                  <a:cubicBezTo>
                    <a:pt x="98" y="106"/>
                    <a:pt x="97" y="106"/>
                    <a:pt x="96" y="107"/>
                  </a:cubicBezTo>
                  <a:cubicBezTo>
                    <a:pt x="97" y="106"/>
                    <a:pt x="97" y="106"/>
                    <a:pt x="98" y="106"/>
                  </a:cubicBezTo>
                  <a:lnTo>
                    <a:pt x="98" y="106"/>
                  </a:lnTo>
                  <a:cubicBezTo>
                    <a:pt x="98" y="106"/>
                    <a:pt x="99" y="106"/>
                    <a:pt x="99" y="106"/>
                  </a:cubicBezTo>
                  <a:lnTo>
                    <a:pt x="99" y="106"/>
                  </a:lnTo>
                  <a:cubicBezTo>
                    <a:pt x="99" y="106"/>
                    <a:pt x="99" y="106"/>
                    <a:pt x="99" y="106"/>
                  </a:cubicBezTo>
                  <a:lnTo>
                    <a:pt x="99" y="106"/>
                  </a:lnTo>
                  <a:cubicBezTo>
                    <a:pt x="99" y="105"/>
                    <a:pt x="99" y="105"/>
                    <a:pt x="99" y="105"/>
                  </a:cubicBezTo>
                  <a:lnTo>
                    <a:pt x="99" y="105"/>
                  </a:lnTo>
                  <a:cubicBezTo>
                    <a:pt x="99" y="105"/>
                    <a:pt x="99" y="105"/>
                    <a:pt x="99" y="106"/>
                  </a:cubicBezTo>
                  <a:lnTo>
                    <a:pt x="99" y="106"/>
                  </a:lnTo>
                  <a:cubicBezTo>
                    <a:pt x="99" y="106"/>
                    <a:pt x="99" y="106"/>
                    <a:pt x="99" y="105"/>
                  </a:cubicBezTo>
                  <a:lnTo>
                    <a:pt x="99" y="105"/>
                  </a:lnTo>
                  <a:cubicBezTo>
                    <a:pt x="103" y="104"/>
                    <a:pt x="107" y="103"/>
                    <a:pt x="111" y="103"/>
                  </a:cubicBezTo>
                  <a:lnTo>
                    <a:pt x="118" y="103"/>
                  </a:lnTo>
                  <a:cubicBezTo>
                    <a:pt x="118" y="103"/>
                    <a:pt x="118" y="103"/>
                    <a:pt x="118" y="103"/>
                  </a:cubicBezTo>
                  <a:lnTo>
                    <a:pt x="118" y="103"/>
                  </a:lnTo>
                  <a:cubicBezTo>
                    <a:pt x="118" y="103"/>
                    <a:pt x="118" y="103"/>
                    <a:pt x="119" y="103"/>
                  </a:cubicBezTo>
                  <a:close/>
                  <a:moveTo>
                    <a:pt x="127" y="0"/>
                  </a:moveTo>
                  <a:cubicBezTo>
                    <a:pt x="99" y="0"/>
                    <a:pt x="72" y="6"/>
                    <a:pt x="46" y="19"/>
                  </a:cubicBezTo>
                  <a:cubicBezTo>
                    <a:pt x="28" y="28"/>
                    <a:pt x="9" y="39"/>
                    <a:pt x="4" y="60"/>
                  </a:cubicBezTo>
                  <a:cubicBezTo>
                    <a:pt x="0" y="77"/>
                    <a:pt x="2" y="97"/>
                    <a:pt x="2" y="114"/>
                  </a:cubicBezTo>
                  <a:lnTo>
                    <a:pt x="7" y="316"/>
                  </a:lnTo>
                  <a:cubicBezTo>
                    <a:pt x="11" y="445"/>
                    <a:pt x="18" y="573"/>
                    <a:pt x="29" y="702"/>
                  </a:cubicBezTo>
                  <a:cubicBezTo>
                    <a:pt x="51" y="959"/>
                    <a:pt x="86" y="1216"/>
                    <a:pt x="135" y="1469"/>
                  </a:cubicBezTo>
                  <a:cubicBezTo>
                    <a:pt x="185" y="1723"/>
                    <a:pt x="250" y="1976"/>
                    <a:pt x="325" y="2223"/>
                  </a:cubicBezTo>
                  <a:cubicBezTo>
                    <a:pt x="401" y="2470"/>
                    <a:pt x="490" y="2713"/>
                    <a:pt x="591" y="2951"/>
                  </a:cubicBezTo>
                  <a:cubicBezTo>
                    <a:pt x="643" y="3068"/>
                    <a:pt x="699" y="3185"/>
                    <a:pt x="756" y="3299"/>
                  </a:cubicBezTo>
                  <a:cubicBezTo>
                    <a:pt x="785" y="3357"/>
                    <a:pt x="814" y="3415"/>
                    <a:pt x="847" y="3470"/>
                  </a:cubicBezTo>
                  <a:cubicBezTo>
                    <a:pt x="872" y="3512"/>
                    <a:pt x="896" y="3552"/>
                    <a:pt x="920" y="3593"/>
                  </a:cubicBezTo>
                  <a:lnTo>
                    <a:pt x="920" y="3593"/>
                  </a:lnTo>
                  <a:cubicBezTo>
                    <a:pt x="920" y="3600"/>
                    <a:pt x="921" y="3608"/>
                    <a:pt x="921" y="3616"/>
                  </a:cubicBezTo>
                  <a:cubicBezTo>
                    <a:pt x="921" y="3626"/>
                    <a:pt x="921" y="3634"/>
                    <a:pt x="923" y="3644"/>
                  </a:cubicBezTo>
                  <a:cubicBezTo>
                    <a:pt x="923" y="3647"/>
                    <a:pt x="923" y="3663"/>
                    <a:pt x="923" y="3663"/>
                  </a:cubicBezTo>
                  <a:cubicBezTo>
                    <a:pt x="923" y="3663"/>
                    <a:pt x="923" y="3661"/>
                    <a:pt x="923" y="3657"/>
                  </a:cubicBezTo>
                  <a:lnTo>
                    <a:pt x="923" y="3657"/>
                  </a:lnTo>
                  <a:cubicBezTo>
                    <a:pt x="923" y="3678"/>
                    <a:pt x="925" y="3695"/>
                    <a:pt x="930" y="3715"/>
                  </a:cubicBezTo>
                  <a:cubicBezTo>
                    <a:pt x="936" y="3733"/>
                    <a:pt x="939" y="3756"/>
                    <a:pt x="948" y="3772"/>
                  </a:cubicBezTo>
                  <a:cubicBezTo>
                    <a:pt x="948" y="3772"/>
                    <a:pt x="948" y="3772"/>
                    <a:pt x="948" y="3772"/>
                  </a:cubicBezTo>
                  <a:lnTo>
                    <a:pt x="948" y="3772"/>
                  </a:lnTo>
                  <a:cubicBezTo>
                    <a:pt x="954" y="3793"/>
                    <a:pt x="970" y="3810"/>
                    <a:pt x="995" y="3813"/>
                  </a:cubicBezTo>
                  <a:cubicBezTo>
                    <a:pt x="996" y="3813"/>
                    <a:pt x="997" y="3813"/>
                    <a:pt x="997" y="3813"/>
                  </a:cubicBezTo>
                  <a:cubicBezTo>
                    <a:pt x="1015" y="3813"/>
                    <a:pt x="1035" y="3804"/>
                    <a:pt x="1047" y="3790"/>
                  </a:cubicBezTo>
                  <a:lnTo>
                    <a:pt x="1047" y="3790"/>
                  </a:lnTo>
                  <a:cubicBezTo>
                    <a:pt x="1048" y="3791"/>
                    <a:pt x="1049" y="3793"/>
                    <a:pt x="1050" y="3794"/>
                  </a:cubicBezTo>
                  <a:cubicBezTo>
                    <a:pt x="1053" y="3801"/>
                    <a:pt x="1059" y="3803"/>
                    <a:pt x="1064" y="3803"/>
                  </a:cubicBezTo>
                  <a:cubicBezTo>
                    <a:pt x="1077" y="3803"/>
                    <a:pt x="1091" y="3789"/>
                    <a:pt x="1083" y="3775"/>
                  </a:cubicBezTo>
                  <a:cubicBezTo>
                    <a:pt x="1077" y="3763"/>
                    <a:pt x="1071" y="3751"/>
                    <a:pt x="1064" y="3739"/>
                  </a:cubicBezTo>
                  <a:lnTo>
                    <a:pt x="1064" y="3739"/>
                  </a:lnTo>
                  <a:cubicBezTo>
                    <a:pt x="1065" y="3737"/>
                    <a:pt x="1066" y="3734"/>
                    <a:pt x="1067" y="3732"/>
                  </a:cubicBezTo>
                  <a:cubicBezTo>
                    <a:pt x="1072" y="3710"/>
                    <a:pt x="1079" y="3688"/>
                    <a:pt x="1079" y="3666"/>
                  </a:cubicBezTo>
                  <a:cubicBezTo>
                    <a:pt x="1080" y="3633"/>
                    <a:pt x="1080" y="3599"/>
                    <a:pt x="1080" y="3566"/>
                  </a:cubicBezTo>
                  <a:cubicBezTo>
                    <a:pt x="1080" y="3492"/>
                    <a:pt x="1078" y="3419"/>
                    <a:pt x="1074" y="3346"/>
                  </a:cubicBezTo>
                  <a:cubicBezTo>
                    <a:pt x="1069" y="3210"/>
                    <a:pt x="1061" y="3074"/>
                    <a:pt x="1049" y="2940"/>
                  </a:cubicBezTo>
                  <a:cubicBezTo>
                    <a:pt x="1025" y="2668"/>
                    <a:pt x="991" y="2396"/>
                    <a:pt x="945" y="2127"/>
                  </a:cubicBezTo>
                  <a:cubicBezTo>
                    <a:pt x="897" y="1859"/>
                    <a:pt x="841" y="1592"/>
                    <a:pt x="771" y="1329"/>
                  </a:cubicBezTo>
                  <a:cubicBezTo>
                    <a:pt x="700" y="1063"/>
                    <a:pt x="616" y="798"/>
                    <a:pt x="522" y="538"/>
                  </a:cubicBezTo>
                  <a:cubicBezTo>
                    <a:pt x="498" y="475"/>
                    <a:pt x="474" y="410"/>
                    <a:pt x="448" y="346"/>
                  </a:cubicBezTo>
                  <a:cubicBezTo>
                    <a:pt x="429" y="293"/>
                    <a:pt x="408" y="239"/>
                    <a:pt x="377" y="190"/>
                  </a:cubicBezTo>
                  <a:cubicBezTo>
                    <a:pt x="324" y="103"/>
                    <a:pt x="237" y="0"/>
                    <a:pt x="12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861;p29"/>
            <p:cNvSpPr/>
            <p:nvPr/>
          </p:nvSpPr>
          <p:spPr>
            <a:xfrm>
              <a:off x="3904200" y="2266560"/>
              <a:ext cx="43920" cy="175680"/>
            </a:xfrm>
            <a:custGeom>
              <a:avLst/>
              <a:gdLst>
                <a:gd name="textAreaLeft" fmla="*/ 0 w 43920"/>
                <a:gd name="textAreaRight" fmla="*/ 44280 w 43920"/>
                <a:gd name="textAreaTop" fmla="*/ 0 h 175680"/>
                <a:gd name="textAreaBottom" fmla="*/ 176040 h 175680"/>
              </a:gdLst>
              <a:ahLst/>
              <a:cxnLst/>
              <a:rect l="textAreaLeft" t="textAreaTop" r="textAreaRight" b="textAreaBottom"/>
              <a:pathLst>
                <a:path w="668" h="2648">
                  <a:moveTo>
                    <a:pt x="16" y="0"/>
                  </a:moveTo>
                  <a:cubicBezTo>
                    <a:pt x="9" y="0"/>
                    <a:pt x="2" y="5"/>
                    <a:pt x="1" y="14"/>
                  </a:cubicBezTo>
                  <a:cubicBezTo>
                    <a:pt x="0" y="35"/>
                    <a:pt x="0" y="54"/>
                    <a:pt x="0" y="74"/>
                  </a:cubicBezTo>
                  <a:cubicBezTo>
                    <a:pt x="0" y="98"/>
                    <a:pt x="6" y="119"/>
                    <a:pt x="9" y="143"/>
                  </a:cubicBezTo>
                  <a:cubicBezTo>
                    <a:pt x="19" y="186"/>
                    <a:pt x="31" y="227"/>
                    <a:pt x="44" y="270"/>
                  </a:cubicBezTo>
                  <a:cubicBezTo>
                    <a:pt x="67" y="353"/>
                    <a:pt x="90" y="436"/>
                    <a:pt x="115" y="522"/>
                  </a:cubicBezTo>
                  <a:cubicBezTo>
                    <a:pt x="165" y="689"/>
                    <a:pt x="210" y="858"/>
                    <a:pt x="253" y="1028"/>
                  </a:cubicBezTo>
                  <a:cubicBezTo>
                    <a:pt x="337" y="1369"/>
                    <a:pt x="415" y="1709"/>
                    <a:pt x="477" y="2055"/>
                  </a:cubicBezTo>
                  <a:cubicBezTo>
                    <a:pt x="486" y="2103"/>
                    <a:pt x="493" y="2150"/>
                    <a:pt x="503" y="2197"/>
                  </a:cubicBezTo>
                  <a:cubicBezTo>
                    <a:pt x="513" y="2246"/>
                    <a:pt x="521" y="2297"/>
                    <a:pt x="534" y="2345"/>
                  </a:cubicBezTo>
                  <a:cubicBezTo>
                    <a:pt x="546" y="2392"/>
                    <a:pt x="558" y="2434"/>
                    <a:pt x="570" y="2485"/>
                  </a:cubicBezTo>
                  <a:cubicBezTo>
                    <a:pt x="583" y="2534"/>
                    <a:pt x="598" y="2582"/>
                    <a:pt x="613" y="2632"/>
                  </a:cubicBezTo>
                  <a:cubicBezTo>
                    <a:pt x="617" y="2643"/>
                    <a:pt x="626" y="2648"/>
                    <a:pt x="636" y="2648"/>
                  </a:cubicBezTo>
                  <a:cubicBezTo>
                    <a:pt x="650" y="2648"/>
                    <a:pt x="664" y="2638"/>
                    <a:pt x="666" y="2623"/>
                  </a:cubicBezTo>
                  <a:cubicBezTo>
                    <a:pt x="667" y="2578"/>
                    <a:pt x="668" y="2534"/>
                    <a:pt x="666" y="2489"/>
                  </a:cubicBezTo>
                  <a:cubicBezTo>
                    <a:pt x="662" y="2445"/>
                    <a:pt x="660" y="2395"/>
                    <a:pt x="658" y="2357"/>
                  </a:cubicBezTo>
                  <a:cubicBezTo>
                    <a:pt x="657" y="2313"/>
                    <a:pt x="651" y="2269"/>
                    <a:pt x="646" y="2226"/>
                  </a:cubicBezTo>
                  <a:cubicBezTo>
                    <a:pt x="640" y="2183"/>
                    <a:pt x="635" y="2138"/>
                    <a:pt x="627" y="2094"/>
                  </a:cubicBezTo>
                  <a:cubicBezTo>
                    <a:pt x="596" y="1920"/>
                    <a:pt x="562" y="1749"/>
                    <a:pt x="525" y="1579"/>
                  </a:cubicBezTo>
                  <a:cubicBezTo>
                    <a:pt x="450" y="1232"/>
                    <a:pt x="359" y="888"/>
                    <a:pt x="254" y="550"/>
                  </a:cubicBezTo>
                  <a:cubicBezTo>
                    <a:pt x="225" y="456"/>
                    <a:pt x="193" y="363"/>
                    <a:pt x="161" y="270"/>
                  </a:cubicBezTo>
                  <a:cubicBezTo>
                    <a:pt x="144" y="223"/>
                    <a:pt x="129" y="178"/>
                    <a:pt x="110" y="134"/>
                  </a:cubicBezTo>
                  <a:cubicBezTo>
                    <a:pt x="100" y="112"/>
                    <a:pt x="91" y="85"/>
                    <a:pt x="77" y="64"/>
                  </a:cubicBezTo>
                  <a:cubicBezTo>
                    <a:pt x="63" y="46"/>
                    <a:pt x="46" y="27"/>
                    <a:pt x="30" y="8"/>
                  </a:cubicBezTo>
                  <a:cubicBezTo>
                    <a:pt x="27" y="3"/>
                    <a:pt x="21" y="0"/>
                    <a:pt x="1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862;p29"/>
            <p:cNvSpPr/>
            <p:nvPr/>
          </p:nvSpPr>
          <p:spPr>
            <a:xfrm>
              <a:off x="3945600" y="2275560"/>
              <a:ext cx="64080" cy="165960"/>
            </a:xfrm>
            <a:custGeom>
              <a:avLst/>
              <a:gdLst>
                <a:gd name="textAreaLeft" fmla="*/ 0 w 64080"/>
                <a:gd name="textAreaRight" fmla="*/ 64440 w 64080"/>
                <a:gd name="textAreaTop" fmla="*/ 0 h 165960"/>
                <a:gd name="textAreaBottom" fmla="*/ 166320 h 165960"/>
              </a:gdLst>
              <a:ahLst/>
              <a:cxnLst/>
              <a:rect l="textAreaLeft" t="textAreaTop" r="textAreaRight" b="textAreaBottom"/>
              <a:pathLst>
                <a:path w="967" h="2502">
                  <a:moveTo>
                    <a:pt x="747" y="141"/>
                  </a:moveTo>
                  <a:cubicBezTo>
                    <a:pt x="747" y="142"/>
                    <a:pt x="748" y="142"/>
                    <a:pt x="748" y="142"/>
                  </a:cubicBezTo>
                  <a:lnTo>
                    <a:pt x="748" y="142"/>
                  </a:lnTo>
                  <a:cubicBezTo>
                    <a:pt x="748" y="142"/>
                    <a:pt x="747" y="142"/>
                    <a:pt x="747" y="141"/>
                  </a:cubicBezTo>
                  <a:close/>
                  <a:moveTo>
                    <a:pt x="748" y="142"/>
                  </a:moveTo>
                  <a:lnTo>
                    <a:pt x="748" y="142"/>
                  </a:lnTo>
                  <a:cubicBezTo>
                    <a:pt x="751" y="145"/>
                    <a:pt x="753" y="146"/>
                    <a:pt x="753" y="146"/>
                  </a:cubicBezTo>
                  <a:lnTo>
                    <a:pt x="753" y="146"/>
                  </a:lnTo>
                  <a:cubicBezTo>
                    <a:pt x="751" y="145"/>
                    <a:pt x="750" y="144"/>
                    <a:pt x="748" y="142"/>
                  </a:cubicBezTo>
                  <a:close/>
                  <a:moveTo>
                    <a:pt x="800" y="193"/>
                  </a:moveTo>
                  <a:cubicBezTo>
                    <a:pt x="800" y="193"/>
                    <a:pt x="800" y="193"/>
                    <a:pt x="800" y="193"/>
                  </a:cubicBezTo>
                  <a:cubicBezTo>
                    <a:pt x="800" y="193"/>
                    <a:pt x="800" y="193"/>
                    <a:pt x="800" y="193"/>
                  </a:cubicBezTo>
                  <a:lnTo>
                    <a:pt x="800" y="193"/>
                  </a:lnTo>
                  <a:cubicBezTo>
                    <a:pt x="800" y="193"/>
                    <a:pt x="800" y="193"/>
                    <a:pt x="800" y="193"/>
                  </a:cubicBezTo>
                  <a:close/>
                  <a:moveTo>
                    <a:pt x="818" y="235"/>
                  </a:moveTo>
                  <a:cubicBezTo>
                    <a:pt x="819" y="236"/>
                    <a:pt x="819" y="238"/>
                    <a:pt x="819" y="240"/>
                  </a:cubicBezTo>
                  <a:lnTo>
                    <a:pt x="819" y="240"/>
                  </a:lnTo>
                  <a:cubicBezTo>
                    <a:pt x="818" y="238"/>
                    <a:pt x="818" y="236"/>
                    <a:pt x="818" y="235"/>
                  </a:cubicBezTo>
                  <a:close/>
                  <a:moveTo>
                    <a:pt x="676" y="124"/>
                  </a:moveTo>
                  <a:cubicBezTo>
                    <a:pt x="678" y="124"/>
                    <a:pt x="681" y="125"/>
                    <a:pt x="682" y="125"/>
                  </a:cubicBezTo>
                  <a:cubicBezTo>
                    <a:pt x="692" y="125"/>
                    <a:pt x="701" y="126"/>
                    <a:pt x="710" y="127"/>
                  </a:cubicBezTo>
                  <a:cubicBezTo>
                    <a:pt x="712" y="128"/>
                    <a:pt x="714" y="128"/>
                    <a:pt x="715" y="128"/>
                  </a:cubicBezTo>
                  <a:lnTo>
                    <a:pt x="715" y="128"/>
                  </a:lnTo>
                  <a:cubicBezTo>
                    <a:pt x="718" y="129"/>
                    <a:pt x="721" y="131"/>
                    <a:pt x="723" y="131"/>
                  </a:cubicBezTo>
                  <a:cubicBezTo>
                    <a:pt x="730" y="132"/>
                    <a:pt x="736" y="136"/>
                    <a:pt x="741" y="138"/>
                  </a:cubicBezTo>
                  <a:lnTo>
                    <a:pt x="749" y="142"/>
                  </a:lnTo>
                  <a:cubicBezTo>
                    <a:pt x="752" y="144"/>
                    <a:pt x="754" y="146"/>
                    <a:pt x="753" y="146"/>
                  </a:cubicBezTo>
                  <a:cubicBezTo>
                    <a:pt x="753" y="146"/>
                    <a:pt x="753" y="146"/>
                    <a:pt x="753" y="146"/>
                  </a:cubicBezTo>
                  <a:lnTo>
                    <a:pt x="753" y="146"/>
                  </a:lnTo>
                  <a:cubicBezTo>
                    <a:pt x="757" y="148"/>
                    <a:pt x="761" y="150"/>
                    <a:pt x="764" y="153"/>
                  </a:cubicBezTo>
                  <a:cubicBezTo>
                    <a:pt x="769" y="157"/>
                    <a:pt x="773" y="161"/>
                    <a:pt x="777" y="164"/>
                  </a:cubicBezTo>
                  <a:lnTo>
                    <a:pt x="777" y="164"/>
                  </a:lnTo>
                  <a:cubicBezTo>
                    <a:pt x="780" y="166"/>
                    <a:pt x="782" y="169"/>
                    <a:pt x="784" y="171"/>
                  </a:cubicBezTo>
                  <a:cubicBezTo>
                    <a:pt x="787" y="175"/>
                    <a:pt x="790" y="181"/>
                    <a:pt x="795" y="185"/>
                  </a:cubicBezTo>
                  <a:cubicBezTo>
                    <a:pt x="796" y="186"/>
                    <a:pt x="797" y="188"/>
                    <a:pt x="798" y="190"/>
                  </a:cubicBezTo>
                  <a:lnTo>
                    <a:pt x="798" y="190"/>
                  </a:lnTo>
                  <a:cubicBezTo>
                    <a:pt x="797" y="189"/>
                    <a:pt x="797" y="188"/>
                    <a:pt x="797" y="188"/>
                  </a:cubicBezTo>
                  <a:lnTo>
                    <a:pt x="797" y="188"/>
                  </a:lnTo>
                  <a:cubicBezTo>
                    <a:pt x="797" y="188"/>
                    <a:pt x="797" y="189"/>
                    <a:pt x="798" y="192"/>
                  </a:cubicBezTo>
                  <a:cubicBezTo>
                    <a:pt x="806" y="204"/>
                    <a:pt x="811" y="215"/>
                    <a:pt x="815" y="228"/>
                  </a:cubicBezTo>
                  <a:cubicBezTo>
                    <a:pt x="817" y="230"/>
                    <a:pt x="817" y="231"/>
                    <a:pt x="818" y="234"/>
                  </a:cubicBezTo>
                  <a:cubicBezTo>
                    <a:pt x="818" y="234"/>
                    <a:pt x="818" y="234"/>
                    <a:pt x="818" y="234"/>
                  </a:cubicBezTo>
                  <a:lnTo>
                    <a:pt x="818" y="234"/>
                  </a:lnTo>
                  <a:cubicBezTo>
                    <a:pt x="818" y="234"/>
                    <a:pt x="818" y="234"/>
                    <a:pt x="818" y="233"/>
                  </a:cubicBezTo>
                  <a:lnTo>
                    <a:pt x="818" y="233"/>
                  </a:lnTo>
                  <a:cubicBezTo>
                    <a:pt x="818" y="234"/>
                    <a:pt x="818" y="234"/>
                    <a:pt x="818" y="235"/>
                  </a:cubicBezTo>
                  <a:lnTo>
                    <a:pt x="818" y="235"/>
                  </a:lnTo>
                  <a:cubicBezTo>
                    <a:pt x="818" y="235"/>
                    <a:pt x="818" y="235"/>
                    <a:pt x="818" y="234"/>
                  </a:cubicBezTo>
                  <a:lnTo>
                    <a:pt x="818" y="234"/>
                  </a:lnTo>
                  <a:cubicBezTo>
                    <a:pt x="818" y="240"/>
                    <a:pt x="818" y="241"/>
                    <a:pt x="819" y="241"/>
                  </a:cubicBezTo>
                  <a:cubicBezTo>
                    <a:pt x="819" y="241"/>
                    <a:pt x="819" y="241"/>
                    <a:pt x="819" y="240"/>
                  </a:cubicBezTo>
                  <a:lnTo>
                    <a:pt x="819" y="240"/>
                  </a:lnTo>
                  <a:cubicBezTo>
                    <a:pt x="820" y="245"/>
                    <a:pt x="823" y="250"/>
                    <a:pt x="823" y="255"/>
                  </a:cubicBezTo>
                  <a:cubicBezTo>
                    <a:pt x="826" y="269"/>
                    <a:pt x="829" y="283"/>
                    <a:pt x="830" y="296"/>
                  </a:cubicBezTo>
                  <a:cubicBezTo>
                    <a:pt x="831" y="303"/>
                    <a:pt x="831" y="311"/>
                    <a:pt x="831" y="318"/>
                  </a:cubicBezTo>
                  <a:lnTo>
                    <a:pt x="831" y="327"/>
                  </a:lnTo>
                  <a:lnTo>
                    <a:pt x="831" y="330"/>
                  </a:lnTo>
                  <a:cubicBezTo>
                    <a:pt x="831" y="362"/>
                    <a:pt x="830" y="394"/>
                    <a:pt x="824" y="426"/>
                  </a:cubicBezTo>
                  <a:cubicBezTo>
                    <a:pt x="823" y="440"/>
                    <a:pt x="820" y="454"/>
                    <a:pt x="818" y="469"/>
                  </a:cubicBezTo>
                  <a:cubicBezTo>
                    <a:pt x="817" y="477"/>
                    <a:pt x="815" y="484"/>
                    <a:pt x="814" y="493"/>
                  </a:cubicBezTo>
                  <a:cubicBezTo>
                    <a:pt x="812" y="497"/>
                    <a:pt x="812" y="499"/>
                    <a:pt x="811" y="504"/>
                  </a:cubicBezTo>
                  <a:cubicBezTo>
                    <a:pt x="811" y="506"/>
                    <a:pt x="809" y="509"/>
                    <a:pt x="809" y="511"/>
                  </a:cubicBezTo>
                  <a:cubicBezTo>
                    <a:pt x="811" y="506"/>
                    <a:pt x="812" y="503"/>
                    <a:pt x="812" y="503"/>
                  </a:cubicBezTo>
                  <a:lnTo>
                    <a:pt x="812" y="503"/>
                  </a:lnTo>
                  <a:cubicBezTo>
                    <a:pt x="812" y="503"/>
                    <a:pt x="812" y="505"/>
                    <a:pt x="811" y="508"/>
                  </a:cubicBezTo>
                  <a:cubicBezTo>
                    <a:pt x="792" y="580"/>
                    <a:pt x="763" y="652"/>
                    <a:pt x="737" y="722"/>
                  </a:cubicBezTo>
                  <a:cubicBezTo>
                    <a:pt x="669" y="903"/>
                    <a:pt x="597" y="1084"/>
                    <a:pt x="522" y="1265"/>
                  </a:cubicBezTo>
                  <a:cubicBezTo>
                    <a:pt x="450" y="1441"/>
                    <a:pt x="374" y="1618"/>
                    <a:pt x="296" y="1794"/>
                  </a:cubicBezTo>
                  <a:cubicBezTo>
                    <a:pt x="257" y="1883"/>
                    <a:pt x="218" y="1973"/>
                    <a:pt x="181" y="2062"/>
                  </a:cubicBezTo>
                  <a:cubicBezTo>
                    <a:pt x="162" y="2104"/>
                    <a:pt x="145" y="2145"/>
                    <a:pt x="127" y="2187"/>
                  </a:cubicBezTo>
                  <a:lnTo>
                    <a:pt x="127" y="2187"/>
                  </a:lnTo>
                  <a:cubicBezTo>
                    <a:pt x="127" y="2173"/>
                    <a:pt x="127" y="2159"/>
                    <a:pt x="126" y="2145"/>
                  </a:cubicBezTo>
                  <a:cubicBezTo>
                    <a:pt x="121" y="2052"/>
                    <a:pt x="116" y="1971"/>
                    <a:pt x="116" y="1881"/>
                  </a:cubicBezTo>
                  <a:cubicBezTo>
                    <a:pt x="116" y="1699"/>
                    <a:pt x="128" y="1518"/>
                    <a:pt x="155" y="1339"/>
                  </a:cubicBezTo>
                  <a:cubicBezTo>
                    <a:pt x="167" y="1249"/>
                    <a:pt x="183" y="1158"/>
                    <a:pt x="201" y="1069"/>
                  </a:cubicBezTo>
                  <a:cubicBezTo>
                    <a:pt x="220" y="976"/>
                    <a:pt x="237" y="908"/>
                    <a:pt x="264" y="812"/>
                  </a:cubicBezTo>
                  <a:cubicBezTo>
                    <a:pt x="290" y="726"/>
                    <a:pt x="317" y="641"/>
                    <a:pt x="347" y="557"/>
                  </a:cubicBezTo>
                  <a:cubicBezTo>
                    <a:pt x="375" y="478"/>
                    <a:pt x="404" y="399"/>
                    <a:pt x="445" y="326"/>
                  </a:cubicBezTo>
                  <a:lnTo>
                    <a:pt x="445" y="326"/>
                  </a:lnTo>
                  <a:cubicBezTo>
                    <a:pt x="443" y="329"/>
                    <a:pt x="442" y="330"/>
                    <a:pt x="443" y="330"/>
                  </a:cubicBezTo>
                  <a:cubicBezTo>
                    <a:pt x="443" y="330"/>
                    <a:pt x="450" y="316"/>
                    <a:pt x="451" y="312"/>
                  </a:cubicBezTo>
                  <a:cubicBezTo>
                    <a:pt x="455" y="305"/>
                    <a:pt x="461" y="296"/>
                    <a:pt x="466" y="289"/>
                  </a:cubicBezTo>
                  <a:cubicBezTo>
                    <a:pt x="477" y="273"/>
                    <a:pt x="488" y="256"/>
                    <a:pt x="499" y="241"/>
                  </a:cubicBezTo>
                  <a:cubicBezTo>
                    <a:pt x="509" y="228"/>
                    <a:pt x="520" y="216"/>
                    <a:pt x="531" y="203"/>
                  </a:cubicBezTo>
                  <a:cubicBezTo>
                    <a:pt x="532" y="202"/>
                    <a:pt x="532" y="202"/>
                    <a:pt x="532" y="201"/>
                  </a:cubicBezTo>
                  <a:lnTo>
                    <a:pt x="532" y="201"/>
                  </a:lnTo>
                  <a:cubicBezTo>
                    <a:pt x="533" y="201"/>
                    <a:pt x="533" y="201"/>
                    <a:pt x="533" y="200"/>
                  </a:cubicBezTo>
                  <a:cubicBezTo>
                    <a:pt x="538" y="197"/>
                    <a:pt x="540" y="194"/>
                    <a:pt x="544" y="191"/>
                  </a:cubicBezTo>
                  <a:cubicBezTo>
                    <a:pt x="551" y="184"/>
                    <a:pt x="559" y="178"/>
                    <a:pt x="566" y="171"/>
                  </a:cubicBezTo>
                  <a:cubicBezTo>
                    <a:pt x="572" y="166"/>
                    <a:pt x="578" y="162"/>
                    <a:pt x="584" y="158"/>
                  </a:cubicBezTo>
                  <a:cubicBezTo>
                    <a:pt x="588" y="154"/>
                    <a:pt x="593" y="152"/>
                    <a:pt x="595" y="149"/>
                  </a:cubicBezTo>
                  <a:cubicBezTo>
                    <a:pt x="595" y="149"/>
                    <a:pt x="596" y="148"/>
                    <a:pt x="596" y="148"/>
                  </a:cubicBezTo>
                  <a:lnTo>
                    <a:pt x="596" y="148"/>
                  </a:lnTo>
                  <a:cubicBezTo>
                    <a:pt x="595" y="149"/>
                    <a:pt x="595" y="150"/>
                    <a:pt x="594" y="151"/>
                  </a:cubicBezTo>
                  <a:cubicBezTo>
                    <a:pt x="605" y="140"/>
                    <a:pt x="628" y="135"/>
                    <a:pt x="642" y="129"/>
                  </a:cubicBezTo>
                  <a:cubicBezTo>
                    <a:pt x="642" y="129"/>
                    <a:pt x="643" y="129"/>
                    <a:pt x="643" y="129"/>
                  </a:cubicBezTo>
                  <a:lnTo>
                    <a:pt x="643" y="129"/>
                  </a:lnTo>
                  <a:cubicBezTo>
                    <a:pt x="646" y="128"/>
                    <a:pt x="650" y="127"/>
                    <a:pt x="652" y="127"/>
                  </a:cubicBezTo>
                  <a:cubicBezTo>
                    <a:pt x="659" y="126"/>
                    <a:pt x="665" y="125"/>
                    <a:pt x="674" y="125"/>
                  </a:cubicBezTo>
                  <a:cubicBezTo>
                    <a:pt x="674" y="124"/>
                    <a:pt x="675" y="124"/>
                    <a:pt x="676" y="124"/>
                  </a:cubicBezTo>
                  <a:close/>
                  <a:moveTo>
                    <a:pt x="682" y="1"/>
                  </a:moveTo>
                  <a:cubicBezTo>
                    <a:pt x="654" y="1"/>
                    <a:pt x="626" y="5"/>
                    <a:pt x="598" y="14"/>
                  </a:cubicBezTo>
                  <a:cubicBezTo>
                    <a:pt x="524" y="37"/>
                    <a:pt x="463" y="91"/>
                    <a:pt x="414" y="148"/>
                  </a:cubicBezTo>
                  <a:cubicBezTo>
                    <a:pt x="363" y="208"/>
                    <a:pt x="324" y="278"/>
                    <a:pt x="292" y="351"/>
                  </a:cubicBezTo>
                  <a:cubicBezTo>
                    <a:pt x="255" y="437"/>
                    <a:pt x="224" y="524"/>
                    <a:pt x="194" y="612"/>
                  </a:cubicBezTo>
                  <a:cubicBezTo>
                    <a:pt x="134" y="793"/>
                    <a:pt x="88" y="978"/>
                    <a:pt x="55" y="1167"/>
                  </a:cubicBezTo>
                  <a:cubicBezTo>
                    <a:pt x="22" y="1354"/>
                    <a:pt x="5" y="1542"/>
                    <a:pt x="2" y="1732"/>
                  </a:cubicBezTo>
                  <a:cubicBezTo>
                    <a:pt x="1" y="1828"/>
                    <a:pt x="2" y="1926"/>
                    <a:pt x="7" y="2021"/>
                  </a:cubicBezTo>
                  <a:cubicBezTo>
                    <a:pt x="11" y="2067"/>
                    <a:pt x="13" y="2112"/>
                    <a:pt x="17" y="2158"/>
                  </a:cubicBezTo>
                  <a:cubicBezTo>
                    <a:pt x="18" y="2183"/>
                    <a:pt x="24" y="2205"/>
                    <a:pt x="28" y="2227"/>
                  </a:cubicBezTo>
                  <a:cubicBezTo>
                    <a:pt x="33" y="2254"/>
                    <a:pt x="37" y="2278"/>
                    <a:pt x="49" y="2303"/>
                  </a:cubicBezTo>
                  <a:cubicBezTo>
                    <a:pt x="55" y="2316"/>
                    <a:pt x="60" y="2330"/>
                    <a:pt x="65" y="2344"/>
                  </a:cubicBezTo>
                  <a:lnTo>
                    <a:pt x="65" y="2344"/>
                  </a:lnTo>
                  <a:cubicBezTo>
                    <a:pt x="51" y="2384"/>
                    <a:pt x="37" y="2424"/>
                    <a:pt x="24" y="2463"/>
                  </a:cubicBezTo>
                  <a:cubicBezTo>
                    <a:pt x="18" y="2483"/>
                    <a:pt x="35" y="2502"/>
                    <a:pt x="53" y="2502"/>
                  </a:cubicBezTo>
                  <a:cubicBezTo>
                    <a:pt x="60" y="2502"/>
                    <a:pt x="68" y="2498"/>
                    <a:pt x="73" y="2490"/>
                  </a:cubicBezTo>
                  <a:cubicBezTo>
                    <a:pt x="85" y="2472"/>
                    <a:pt x="98" y="2453"/>
                    <a:pt x="110" y="2435"/>
                  </a:cubicBezTo>
                  <a:lnTo>
                    <a:pt x="110" y="2435"/>
                  </a:lnTo>
                  <a:cubicBezTo>
                    <a:pt x="115" y="2433"/>
                    <a:pt x="119" y="2429"/>
                    <a:pt x="119" y="2423"/>
                  </a:cubicBezTo>
                  <a:cubicBezTo>
                    <a:pt x="119" y="2422"/>
                    <a:pt x="119" y="2421"/>
                    <a:pt x="120" y="2421"/>
                  </a:cubicBezTo>
                  <a:lnTo>
                    <a:pt x="120" y="2421"/>
                  </a:lnTo>
                  <a:cubicBezTo>
                    <a:pt x="132" y="2402"/>
                    <a:pt x="144" y="2383"/>
                    <a:pt x="156" y="2364"/>
                  </a:cubicBezTo>
                  <a:cubicBezTo>
                    <a:pt x="183" y="2320"/>
                    <a:pt x="205" y="2272"/>
                    <a:pt x="229" y="2227"/>
                  </a:cubicBezTo>
                  <a:cubicBezTo>
                    <a:pt x="274" y="2137"/>
                    <a:pt x="323" y="2048"/>
                    <a:pt x="363" y="1955"/>
                  </a:cubicBezTo>
                  <a:cubicBezTo>
                    <a:pt x="445" y="1774"/>
                    <a:pt x="524" y="1592"/>
                    <a:pt x="600" y="1408"/>
                  </a:cubicBezTo>
                  <a:cubicBezTo>
                    <a:pt x="677" y="1224"/>
                    <a:pt x="751" y="1041"/>
                    <a:pt x="822" y="855"/>
                  </a:cubicBezTo>
                  <a:cubicBezTo>
                    <a:pt x="878" y="708"/>
                    <a:pt x="944" y="560"/>
                    <a:pt x="956" y="399"/>
                  </a:cubicBezTo>
                  <a:cubicBezTo>
                    <a:pt x="966" y="272"/>
                    <a:pt x="945" y="116"/>
                    <a:pt x="828" y="43"/>
                  </a:cubicBezTo>
                  <a:cubicBezTo>
                    <a:pt x="782" y="15"/>
                    <a:pt x="733" y="1"/>
                    <a:pt x="68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863;p29"/>
            <p:cNvSpPr/>
            <p:nvPr/>
          </p:nvSpPr>
          <p:spPr>
            <a:xfrm>
              <a:off x="3947760" y="2330640"/>
              <a:ext cx="37440" cy="1036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103680"/>
                <a:gd name="textAreaBottom" fmla="*/ 104040 h 103680"/>
              </a:gdLst>
              <a:ahLst/>
              <a:cxnLst/>
              <a:rect l="textAreaLeft" t="textAreaTop" r="textAreaRight" b="textAreaBottom"/>
              <a:pathLst>
                <a:path w="567" h="1565">
                  <a:moveTo>
                    <a:pt x="145" y="1238"/>
                  </a:moveTo>
                  <a:cubicBezTo>
                    <a:pt x="144" y="1239"/>
                    <a:pt x="144" y="1241"/>
                    <a:pt x="144" y="1241"/>
                  </a:cubicBezTo>
                  <a:cubicBezTo>
                    <a:pt x="144" y="1241"/>
                    <a:pt x="144" y="1240"/>
                    <a:pt x="144" y="1239"/>
                  </a:cubicBezTo>
                  <a:cubicBezTo>
                    <a:pt x="145" y="1238"/>
                    <a:pt x="145" y="1238"/>
                    <a:pt x="145" y="1238"/>
                  </a:cubicBezTo>
                  <a:close/>
                  <a:moveTo>
                    <a:pt x="544" y="1"/>
                  </a:moveTo>
                  <a:cubicBezTo>
                    <a:pt x="539" y="1"/>
                    <a:pt x="534" y="2"/>
                    <a:pt x="530" y="5"/>
                  </a:cubicBezTo>
                  <a:cubicBezTo>
                    <a:pt x="520" y="11"/>
                    <a:pt x="510" y="17"/>
                    <a:pt x="501" y="24"/>
                  </a:cubicBezTo>
                  <a:cubicBezTo>
                    <a:pt x="487" y="33"/>
                    <a:pt x="479" y="46"/>
                    <a:pt x="471" y="60"/>
                  </a:cubicBezTo>
                  <a:cubicBezTo>
                    <a:pt x="457" y="81"/>
                    <a:pt x="442" y="103"/>
                    <a:pt x="428" y="125"/>
                  </a:cubicBezTo>
                  <a:cubicBezTo>
                    <a:pt x="399" y="172"/>
                    <a:pt x="372" y="221"/>
                    <a:pt x="348" y="274"/>
                  </a:cubicBezTo>
                  <a:cubicBezTo>
                    <a:pt x="301" y="368"/>
                    <a:pt x="260" y="466"/>
                    <a:pt x="221" y="565"/>
                  </a:cubicBezTo>
                  <a:cubicBezTo>
                    <a:pt x="183" y="664"/>
                    <a:pt x="147" y="765"/>
                    <a:pt x="117" y="867"/>
                  </a:cubicBezTo>
                  <a:cubicBezTo>
                    <a:pt x="85" y="971"/>
                    <a:pt x="60" y="1077"/>
                    <a:pt x="40" y="1184"/>
                  </a:cubicBezTo>
                  <a:cubicBezTo>
                    <a:pt x="35" y="1213"/>
                    <a:pt x="28" y="1243"/>
                    <a:pt x="24" y="1272"/>
                  </a:cubicBezTo>
                  <a:cubicBezTo>
                    <a:pt x="18" y="1301"/>
                    <a:pt x="19" y="1330"/>
                    <a:pt x="16" y="1361"/>
                  </a:cubicBezTo>
                  <a:cubicBezTo>
                    <a:pt x="14" y="1390"/>
                    <a:pt x="10" y="1418"/>
                    <a:pt x="9" y="1448"/>
                  </a:cubicBezTo>
                  <a:cubicBezTo>
                    <a:pt x="7" y="1479"/>
                    <a:pt x="1" y="1512"/>
                    <a:pt x="8" y="1542"/>
                  </a:cubicBezTo>
                  <a:cubicBezTo>
                    <a:pt x="11" y="1554"/>
                    <a:pt x="25" y="1565"/>
                    <a:pt x="37" y="1565"/>
                  </a:cubicBezTo>
                  <a:cubicBezTo>
                    <a:pt x="44" y="1565"/>
                    <a:pt x="51" y="1562"/>
                    <a:pt x="55" y="1553"/>
                  </a:cubicBezTo>
                  <a:cubicBezTo>
                    <a:pt x="70" y="1528"/>
                    <a:pt x="74" y="1504"/>
                    <a:pt x="81" y="1476"/>
                  </a:cubicBezTo>
                  <a:cubicBezTo>
                    <a:pt x="86" y="1451"/>
                    <a:pt x="93" y="1427"/>
                    <a:pt x="98" y="1402"/>
                  </a:cubicBezTo>
                  <a:cubicBezTo>
                    <a:pt x="106" y="1378"/>
                    <a:pt x="110" y="1352"/>
                    <a:pt x="120" y="1329"/>
                  </a:cubicBezTo>
                  <a:cubicBezTo>
                    <a:pt x="131" y="1302"/>
                    <a:pt x="136" y="1272"/>
                    <a:pt x="142" y="1243"/>
                  </a:cubicBezTo>
                  <a:cubicBezTo>
                    <a:pt x="142" y="1243"/>
                    <a:pt x="144" y="1237"/>
                    <a:pt x="145" y="1237"/>
                  </a:cubicBezTo>
                  <a:lnTo>
                    <a:pt x="145" y="1237"/>
                  </a:lnTo>
                  <a:cubicBezTo>
                    <a:pt x="145" y="1237"/>
                    <a:pt x="145" y="1237"/>
                    <a:pt x="145" y="1238"/>
                  </a:cubicBezTo>
                  <a:lnTo>
                    <a:pt x="145" y="1238"/>
                  </a:lnTo>
                  <a:cubicBezTo>
                    <a:pt x="145" y="1236"/>
                    <a:pt x="145" y="1235"/>
                    <a:pt x="145" y="1235"/>
                  </a:cubicBezTo>
                  <a:cubicBezTo>
                    <a:pt x="147" y="1229"/>
                    <a:pt x="148" y="1223"/>
                    <a:pt x="150" y="1217"/>
                  </a:cubicBezTo>
                  <a:cubicBezTo>
                    <a:pt x="152" y="1204"/>
                    <a:pt x="156" y="1191"/>
                    <a:pt x="159" y="1179"/>
                  </a:cubicBezTo>
                  <a:lnTo>
                    <a:pt x="180" y="1100"/>
                  </a:lnTo>
                  <a:cubicBezTo>
                    <a:pt x="194" y="1049"/>
                    <a:pt x="208" y="999"/>
                    <a:pt x="223" y="948"/>
                  </a:cubicBezTo>
                  <a:cubicBezTo>
                    <a:pt x="282" y="746"/>
                    <a:pt x="353" y="548"/>
                    <a:pt x="439" y="356"/>
                  </a:cubicBezTo>
                  <a:cubicBezTo>
                    <a:pt x="464" y="302"/>
                    <a:pt x="488" y="249"/>
                    <a:pt x="512" y="196"/>
                  </a:cubicBezTo>
                  <a:cubicBezTo>
                    <a:pt x="524" y="169"/>
                    <a:pt x="535" y="141"/>
                    <a:pt x="546" y="114"/>
                  </a:cubicBezTo>
                  <a:cubicBezTo>
                    <a:pt x="552" y="98"/>
                    <a:pt x="559" y="83"/>
                    <a:pt x="563" y="67"/>
                  </a:cubicBezTo>
                  <a:cubicBezTo>
                    <a:pt x="564" y="54"/>
                    <a:pt x="564" y="39"/>
                    <a:pt x="565" y="26"/>
                  </a:cubicBezTo>
                  <a:cubicBezTo>
                    <a:pt x="567" y="11"/>
                    <a:pt x="556" y="1"/>
                    <a:pt x="54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864;p29"/>
            <p:cNvSpPr/>
            <p:nvPr/>
          </p:nvSpPr>
          <p:spPr>
            <a:xfrm>
              <a:off x="3938760" y="2535840"/>
              <a:ext cx="263880" cy="12060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120600"/>
                <a:gd name="textAreaBottom" fmla="*/ 120960 h 120600"/>
              </a:gdLst>
              <a:ahLst/>
              <a:cxnLst/>
              <a:rect l="textAreaLeft" t="textAreaTop" r="textAreaRight" b="textAreaBottom"/>
              <a:pathLst>
                <a:path w="3976" h="1821">
                  <a:moveTo>
                    <a:pt x="428" y="150"/>
                  </a:moveTo>
                  <a:cubicBezTo>
                    <a:pt x="429" y="151"/>
                    <a:pt x="431" y="151"/>
                    <a:pt x="431" y="151"/>
                  </a:cubicBezTo>
                  <a:cubicBezTo>
                    <a:pt x="432" y="151"/>
                    <a:pt x="431" y="151"/>
                    <a:pt x="428" y="150"/>
                  </a:cubicBezTo>
                  <a:close/>
                  <a:moveTo>
                    <a:pt x="214" y="154"/>
                  </a:moveTo>
                  <a:lnTo>
                    <a:pt x="212" y="155"/>
                  </a:lnTo>
                  <a:cubicBezTo>
                    <a:pt x="212" y="155"/>
                    <a:pt x="211" y="156"/>
                    <a:pt x="211" y="156"/>
                  </a:cubicBezTo>
                  <a:lnTo>
                    <a:pt x="211" y="156"/>
                  </a:lnTo>
                  <a:cubicBezTo>
                    <a:pt x="212" y="155"/>
                    <a:pt x="213" y="155"/>
                    <a:pt x="214" y="154"/>
                  </a:cubicBezTo>
                  <a:close/>
                  <a:moveTo>
                    <a:pt x="190" y="174"/>
                  </a:moveTo>
                  <a:cubicBezTo>
                    <a:pt x="189" y="174"/>
                    <a:pt x="189" y="175"/>
                    <a:pt x="188" y="176"/>
                  </a:cubicBezTo>
                  <a:cubicBezTo>
                    <a:pt x="188" y="175"/>
                    <a:pt x="189" y="175"/>
                    <a:pt x="190" y="174"/>
                  </a:cubicBezTo>
                  <a:close/>
                  <a:moveTo>
                    <a:pt x="167" y="238"/>
                  </a:moveTo>
                  <a:cubicBezTo>
                    <a:pt x="168" y="240"/>
                    <a:pt x="168" y="242"/>
                    <a:pt x="168" y="244"/>
                  </a:cubicBezTo>
                  <a:lnTo>
                    <a:pt x="168" y="244"/>
                  </a:lnTo>
                  <a:cubicBezTo>
                    <a:pt x="168" y="243"/>
                    <a:pt x="167" y="240"/>
                    <a:pt x="167" y="239"/>
                  </a:cubicBezTo>
                  <a:cubicBezTo>
                    <a:pt x="167" y="238"/>
                    <a:pt x="167" y="238"/>
                    <a:pt x="167" y="238"/>
                  </a:cubicBezTo>
                  <a:close/>
                  <a:moveTo>
                    <a:pt x="198" y="323"/>
                  </a:moveTo>
                  <a:cubicBezTo>
                    <a:pt x="199" y="325"/>
                    <a:pt x="200" y="327"/>
                    <a:pt x="200" y="327"/>
                  </a:cubicBezTo>
                  <a:cubicBezTo>
                    <a:pt x="200" y="327"/>
                    <a:pt x="200" y="327"/>
                    <a:pt x="199" y="325"/>
                  </a:cubicBezTo>
                  <a:cubicBezTo>
                    <a:pt x="198" y="324"/>
                    <a:pt x="198" y="323"/>
                    <a:pt x="198" y="323"/>
                  </a:cubicBezTo>
                  <a:close/>
                  <a:moveTo>
                    <a:pt x="2569" y="881"/>
                  </a:moveTo>
                  <a:cubicBezTo>
                    <a:pt x="2570" y="882"/>
                    <a:pt x="2571" y="883"/>
                    <a:pt x="2573" y="883"/>
                  </a:cubicBezTo>
                  <a:lnTo>
                    <a:pt x="2573" y="883"/>
                  </a:lnTo>
                  <a:cubicBezTo>
                    <a:pt x="2572" y="883"/>
                    <a:pt x="2570" y="882"/>
                    <a:pt x="2569" y="881"/>
                  </a:cubicBezTo>
                  <a:close/>
                  <a:moveTo>
                    <a:pt x="2249" y="906"/>
                  </a:moveTo>
                  <a:cubicBezTo>
                    <a:pt x="2251" y="907"/>
                    <a:pt x="2252" y="908"/>
                    <a:pt x="2252" y="908"/>
                  </a:cubicBezTo>
                  <a:cubicBezTo>
                    <a:pt x="2252" y="908"/>
                    <a:pt x="2251" y="908"/>
                    <a:pt x="2249" y="906"/>
                  </a:cubicBezTo>
                  <a:cubicBezTo>
                    <a:pt x="2249" y="906"/>
                    <a:pt x="2249" y="906"/>
                    <a:pt x="2249" y="906"/>
                  </a:cubicBezTo>
                  <a:close/>
                  <a:moveTo>
                    <a:pt x="1120" y="995"/>
                  </a:moveTo>
                  <a:lnTo>
                    <a:pt x="1120" y="995"/>
                  </a:lnTo>
                  <a:cubicBezTo>
                    <a:pt x="1122" y="996"/>
                    <a:pt x="1123" y="997"/>
                    <a:pt x="1123" y="997"/>
                  </a:cubicBezTo>
                  <a:cubicBezTo>
                    <a:pt x="1124" y="997"/>
                    <a:pt x="1123" y="996"/>
                    <a:pt x="1122" y="995"/>
                  </a:cubicBezTo>
                  <a:cubicBezTo>
                    <a:pt x="1121" y="995"/>
                    <a:pt x="1120" y="995"/>
                    <a:pt x="1120" y="995"/>
                  </a:cubicBezTo>
                  <a:close/>
                  <a:moveTo>
                    <a:pt x="308" y="134"/>
                  </a:moveTo>
                  <a:cubicBezTo>
                    <a:pt x="335" y="134"/>
                    <a:pt x="363" y="139"/>
                    <a:pt x="388" y="143"/>
                  </a:cubicBezTo>
                  <a:cubicBezTo>
                    <a:pt x="401" y="145"/>
                    <a:pt x="413" y="147"/>
                    <a:pt x="425" y="150"/>
                  </a:cubicBezTo>
                  <a:cubicBezTo>
                    <a:pt x="426" y="150"/>
                    <a:pt x="427" y="150"/>
                    <a:pt x="428" y="150"/>
                  </a:cubicBezTo>
                  <a:lnTo>
                    <a:pt x="428" y="150"/>
                  </a:lnTo>
                  <a:cubicBezTo>
                    <a:pt x="427" y="150"/>
                    <a:pt x="426" y="150"/>
                    <a:pt x="426" y="150"/>
                  </a:cubicBezTo>
                  <a:cubicBezTo>
                    <a:pt x="427" y="150"/>
                    <a:pt x="428" y="150"/>
                    <a:pt x="432" y="151"/>
                  </a:cubicBezTo>
                  <a:cubicBezTo>
                    <a:pt x="440" y="153"/>
                    <a:pt x="446" y="155"/>
                    <a:pt x="454" y="156"/>
                  </a:cubicBezTo>
                  <a:cubicBezTo>
                    <a:pt x="487" y="166"/>
                    <a:pt x="519" y="176"/>
                    <a:pt x="552" y="186"/>
                  </a:cubicBezTo>
                  <a:cubicBezTo>
                    <a:pt x="822" y="268"/>
                    <a:pt x="1088" y="364"/>
                    <a:pt x="1348" y="472"/>
                  </a:cubicBezTo>
                  <a:cubicBezTo>
                    <a:pt x="1609" y="579"/>
                    <a:pt x="1863" y="700"/>
                    <a:pt x="2112" y="832"/>
                  </a:cubicBezTo>
                  <a:cubicBezTo>
                    <a:pt x="2144" y="848"/>
                    <a:pt x="2176" y="865"/>
                    <a:pt x="2205" y="883"/>
                  </a:cubicBezTo>
                  <a:cubicBezTo>
                    <a:pt x="2221" y="891"/>
                    <a:pt x="2235" y="899"/>
                    <a:pt x="2249" y="906"/>
                  </a:cubicBezTo>
                  <a:lnTo>
                    <a:pt x="2249" y="906"/>
                  </a:lnTo>
                  <a:cubicBezTo>
                    <a:pt x="2247" y="905"/>
                    <a:pt x="2244" y="903"/>
                    <a:pt x="2244" y="903"/>
                  </a:cubicBezTo>
                  <a:lnTo>
                    <a:pt x="2244" y="903"/>
                  </a:lnTo>
                  <a:cubicBezTo>
                    <a:pt x="2248" y="905"/>
                    <a:pt x="2253" y="907"/>
                    <a:pt x="2255" y="911"/>
                  </a:cubicBezTo>
                  <a:cubicBezTo>
                    <a:pt x="2264" y="916"/>
                    <a:pt x="2274" y="919"/>
                    <a:pt x="2281" y="925"/>
                  </a:cubicBezTo>
                  <a:cubicBezTo>
                    <a:pt x="2343" y="960"/>
                    <a:pt x="2405" y="995"/>
                    <a:pt x="2466" y="1031"/>
                  </a:cubicBezTo>
                  <a:cubicBezTo>
                    <a:pt x="2587" y="1103"/>
                    <a:pt x="2707" y="1175"/>
                    <a:pt x="2825" y="1251"/>
                  </a:cubicBezTo>
                  <a:cubicBezTo>
                    <a:pt x="2943" y="1326"/>
                    <a:pt x="3060" y="1406"/>
                    <a:pt x="3175" y="1487"/>
                  </a:cubicBezTo>
                  <a:cubicBezTo>
                    <a:pt x="3231" y="1527"/>
                    <a:pt x="3290" y="1566"/>
                    <a:pt x="3346" y="1606"/>
                  </a:cubicBezTo>
                  <a:cubicBezTo>
                    <a:pt x="3375" y="1627"/>
                    <a:pt x="3405" y="1648"/>
                    <a:pt x="3434" y="1666"/>
                  </a:cubicBezTo>
                  <a:cubicBezTo>
                    <a:pt x="3439" y="1669"/>
                    <a:pt x="3444" y="1672"/>
                    <a:pt x="3449" y="1676"/>
                  </a:cubicBezTo>
                  <a:lnTo>
                    <a:pt x="3449" y="1676"/>
                  </a:lnTo>
                  <a:cubicBezTo>
                    <a:pt x="3330" y="1668"/>
                    <a:pt x="3212" y="1656"/>
                    <a:pt x="3094" y="1641"/>
                  </a:cubicBezTo>
                  <a:cubicBezTo>
                    <a:pt x="2958" y="1622"/>
                    <a:pt x="2824" y="1599"/>
                    <a:pt x="2689" y="1572"/>
                  </a:cubicBezTo>
                  <a:cubicBezTo>
                    <a:pt x="2623" y="1559"/>
                    <a:pt x="2557" y="1543"/>
                    <a:pt x="2491" y="1527"/>
                  </a:cubicBezTo>
                  <a:cubicBezTo>
                    <a:pt x="2488" y="1526"/>
                    <a:pt x="2485" y="1526"/>
                    <a:pt x="2481" y="1524"/>
                  </a:cubicBezTo>
                  <a:lnTo>
                    <a:pt x="2481" y="1524"/>
                  </a:lnTo>
                  <a:cubicBezTo>
                    <a:pt x="2482" y="1524"/>
                    <a:pt x="2482" y="1525"/>
                    <a:pt x="2482" y="1525"/>
                  </a:cubicBezTo>
                  <a:cubicBezTo>
                    <a:pt x="2482" y="1525"/>
                    <a:pt x="2482" y="1524"/>
                    <a:pt x="2479" y="1523"/>
                  </a:cubicBezTo>
                  <a:lnTo>
                    <a:pt x="2479" y="1523"/>
                  </a:lnTo>
                  <a:cubicBezTo>
                    <a:pt x="2479" y="1523"/>
                    <a:pt x="2479" y="1523"/>
                    <a:pt x="2479" y="1523"/>
                  </a:cubicBezTo>
                  <a:cubicBezTo>
                    <a:pt x="2477" y="1523"/>
                    <a:pt x="2477" y="1523"/>
                    <a:pt x="2476" y="1523"/>
                  </a:cubicBezTo>
                  <a:lnTo>
                    <a:pt x="2476" y="1523"/>
                  </a:lnTo>
                  <a:cubicBezTo>
                    <a:pt x="2470" y="1522"/>
                    <a:pt x="2463" y="1520"/>
                    <a:pt x="2457" y="1518"/>
                  </a:cubicBezTo>
                  <a:cubicBezTo>
                    <a:pt x="2439" y="1515"/>
                    <a:pt x="2422" y="1510"/>
                    <a:pt x="2403" y="1505"/>
                  </a:cubicBezTo>
                  <a:cubicBezTo>
                    <a:pt x="2372" y="1496"/>
                    <a:pt x="2339" y="1488"/>
                    <a:pt x="2308" y="1478"/>
                  </a:cubicBezTo>
                  <a:cubicBezTo>
                    <a:pt x="2045" y="1406"/>
                    <a:pt x="1787" y="1313"/>
                    <a:pt x="1538" y="1202"/>
                  </a:cubicBezTo>
                  <a:cubicBezTo>
                    <a:pt x="1414" y="1147"/>
                    <a:pt x="1292" y="1086"/>
                    <a:pt x="1171" y="1023"/>
                  </a:cubicBezTo>
                  <a:cubicBezTo>
                    <a:pt x="1157" y="1015"/>
                    <a:pt x="1142" y="1007"/>
                    <a:pt x="1128" y="1000"/>
                  </a:cubicBezTo>
                  <a:cubicBezTo>
                    <a:pt x="1127" y="999"/>
                    <a:pt x="1119" y="995"/>
                    <a:pt x="1120" y="995"/>
                  </a:cubicBezTo>
                  <a:lnTo>
                    <a:pt x="1120" y="995"/>
                  </a:lnTo>
                  <a:cubicBezTo>
                    <a:pt x="1120" y="995"/>
                    <a:pt x="1120" y="995"/>
                    <a:pt x="1120" y="995"/>
                  </a:cubicBezTo>
                  <a:lnTo>
                    <a:pt x="1120" y="995"/>
                  </a:lnTo>
                  <a:cubicBezTo>
                    <a:pt x="1118" y="993"/>
                    <a:pt x="1115" y="992"/>
                    <a:pt x="1115" y="991"/>
                  </a:cubicBezTo>
                  <a:cubicBezTo>
                    <a:pt x="1106" y="988"/>
                    <a:pt x="1099" y="982"/>
                    <a:pt x="1090" y="978"/>
                  </a:cubicBezTo>
                  <a:cubicBezTo>
                    <a:pt x="1060" y="961"/>
                    <a:pt x="1030" y="944"/>
                    <a:pt x="1001" y="927"/>
                  </a:cubicBezTo>
                  <a:cubicBezTo>
                    <a:pt x="943" y="892"/>
                    <a:pt x="885" y="858"/>
                    <a:pt x="827" y="821"/>
                  </a:cubicBezTo>
                  <a:cubicBezTo>
                    <a:pt x="714" y="748"/>
                    <a:pt x="601" y="671"/>
                    <a:pt x="492" y="589"/>
                  </a:cubicBezTo>
                  <a:cubicBezTo>
                    <a:pt x="437" y="548"/>
                    <a:pt x="385" y="505"/>
                    <a:pt x="331" y="463"/>
                  </a:cubicBezTo>
                  <a:cubicBezTo>
                    <a:pt x="319" y="453"/>
                    <a:pt x="306" y="444"/>
                    <a:pt x="295" y="432"/>
                  </a:cubicBezTo>
                  <a:cubicBezTo>
                    <a:pt x="289" y="429"/>
                    <a:pt x="284" y="423"/>
                    <a:pt x="278" y="419"/>
                  </a:cubicBezTo>
                  <a:cubicBezTo>
                    <a:pt x="276" y="415"/>
                    <a:pt x="273" y="413"/>
                    <a:pt x="269" y="410"/>
                  </a:cubicBezTo>
                  <a:lnTo>
                    <a:pt x="269" y="410"/>
                  </a:lnTo>
                  <a:cubicBezTo>
                    <a:pt x="272" y="413"/>
                    <a:pt x="272" y="413"/>
                    <a:pt x="272" y="413"/>
                  </a:cubicBezTo>
                  <a:cubicBezTo>
                    <a:pt x="272" y="413"/>
                    <a:pt x="267" y="408"/>
                    <a:pt x="266" y="407"/>
                  </a:cubicBezTo>
                  <a:cubicBezTo>
                    <a:pt x="243" y="382"/>
                    <a:pt x="221" y="358"/>
                    <a:pt x="203" y="331"/>
                  </a:cubicBezTo>
                  <a:cubicBezTo>
                    <a:pt x="202" y="330"/>
                    <a:pt x="197" y="323"/>
                    <a:pt x="198" y="323"/>
                  </a:cubicBezTo>
                  <a:lnTo>
                    <a:pt x="198" y="323"/>
                  </a:lnTo>
                  <a:cubicBezTo>
                    <a:pt x="198" y="323"/>
                    <a:pt x="198" y="323"/>
                    <a:pt x="198" y="323"/>
                  </a:cubicBezTo>
                  <a:lnTo>
                    <a:pt x="198" y="323"/>
                  </a:lnTo>
                  <a:cubicBezTo>
                    <a:pt x="197" y="322"/>
                    <a:pt x="196" y="320"/>
                    <a:pt x="196" y="320"/>
                  </a:cubicBezTo>
                  <a:cubicBezTo>
                    <a:pt x="194" y="314"/>
                    <a:pt x="189" y="308"/>
                    <a:pt x="187" y="302"/>
                  </a:cubicBezTo>
                  <a:cubicBezTo>
                    <a:pt x="184" y="296"/>
                    <a:pt x="179" y="288"/>
                    <a:pt x="177" y="281"/>
                  </a:cubicBezTo>
                  <a:cubicBezTo>
                    <a:pt x="176" y="278"/>
                    <a:pt x="175" y="277"/>
                    <a:pt x="174" y="274"/>
                  </a:cubicBezTo>
                  <a:lnTo>
                    <a:pt x="174" y="274"/>
                  </a:lnTo>
                  <a:cubicBezTo>
                    <a:pt x="174" y="275"/>
                    <a:pt x="174" y="275"/>
                    <a:pt x="174" y="275"/>
                  </a:cubicBezTo>
                  <a:cubicBezTo>
                    <a:pt x="174" y="275"/>
                    <a:pt x="174" y="275"/>
                    <a:pt x="174" y="274"/>
                  </a:cubicBezTo>
                  <a:lnTo>
                    <a:pt x="174" y="274"/>
                  </a:lnTo>
                  <a:cubicBezTo>
                    <a:pt x="174" y="274"/>
                    <a:pt x="174" y="274"/>
                    <a:pt x="174" y="274"/>
                  </a:cubicBezTo>
                  <a:lnTo>
                    <a:pt x="174" y="274"/>
                  </a:lnTo>
                  <a:cubicBezTo>
                    <a:pt x="174" y="274"/>
                    <a:pt x="174" y="274"/>
                    <a:pt x="174" y="274"/>
                  </a:cubicBezTo>
                  <a:lnTo>
                    <a:pt x="174" y="274"/>
                  </a:lnTo>
                  <a:cubicBezTo>
                    <a:pt x="174" y="274"/>
                    <a:pt x="174" y="274"/>
                    <a:pt x="174" y="274"/>
                  </a:cubicBezTo>
                  <a:lnTo>
                    <a:pt x="174" y="274"/>
                  </a:lnTo>
                  <a:cubicBezTo>
                    <a:pt x="174" y="273"/>
                    <a:pt x="173" y="272"/>
                    <a:pt x="173" y="270"/>
                  </a:cubicBezTo>
                  <a:lnTo>
                    <a:pt x="173" y="270"/>
                  </a:lnTo>
                  <a:cubicBezTo>
                    <a:pt x="173" y="272"/>
                    <a:pt x="174" y="273"/>
                    <a:pt x="174" y="274"/>
                  </a:cubicBezTo>
                  <a:lnTo>
                    <a:pt x="174" y="274"/>
                  </a:lnTo>
                  <a:cubicBezTo>
                    <a:pt x="174" y="273"/>
                    <a:pt x="173" y="271"/>
                    <a:pt x="173" y="268"/>
                  </a:cubicBezTo>
                  <a:cubicBezTo>
                    <a:pt x="172" y="261"/>
                    <a:pt x="171" y="255"/>
                    <a:pt x="168" y="248"/>
                  </a:cubicBezTo>
                  <a:cubicBezTo>
                    <a:pt x="168" y="247"/>
                    <a:pt x="168" y="245"/>
                    <a:pt x="168" y="244"/>
                  </a:cubicBezTo>
                  <a:lnTo>
                    <a:pt x="168" y="244"/>
                  </a:lnTo>
                  <a:cubicBezTo>
                    <a:pt x="168" y="244"/>
                    <a:pt x="169" y="244"/>
                    <a:pt x="169" y="244"/>
                  </a:cubicBezTo>
                  <a:cubicBezTo>
                    <a:pt x="169" y="244"/>
                    <a:pt x="169" y="243"/>
                    <a:pt x="167" y="238"/>
                  </a:cubicBezTo>
                  <a:lnTo>
                    <a:pt x="167" y="238"/>
                  </a:lnTo>
                  <a:cubicBezTo>
                    <a:pt x="167" y="238"/>
                    <a:pt x="167" y="238"/>
                    <a:pt x="167" y="238"/>
                  </a:cubicBezTo>
                  <a:lnTo>
                    <a:pt x="167" y="238"/>
                  </a:lnTo>
                  <a:cubicBezTo>
                    <a:pt x="167" y="238"/>
                    <a:pt x="167" y="237"/>
                    <a:pt x="167" y="237"/>
                  </a:cubicBezTo>
                  <a:lnTo>
                    <a:pt x="167" y="237"/>
                  </a:lnTo>
                  <a:cubicBezTo>
                    <a:pt x="167" y="237"/>
                    <a:pt x="167" y="237"/>
                    <a:pt x="167" y="238"/>
                  </a:cubicBezTo>
                  <a:lnTo>
                    <a:pt x="167" y="238"/>
                  </a:lnTo>
                  <a:cubicBezTo>
                    <a:pt x="167" y="231"/>
                    <a:pt x="168" y="225"/>
                    <a:pt x="168" y="217"/>
                  </a:cubicBezTo>
                  <a:cubicBezTo>
                    <a:pt x="168" y="215"/>
                    <a:pt x="170" y="211"/>
                    <a:pt x="170" y="211"/>
                  </a:cubicBezTo>
                  <a:lnTo>
                    <a:pt x="170" y="211"/>
                  </a:lnTo>
                  <a:cubicBezTo>
                    <a:pt x="170" y="211"/>
                    <a:pt x="170" y="213"/>
                    <a:pt x="168" y="219"/>
                  </a:cubicBezTo>
                  <a:cubicBezTo>
                    <a:pt x="171" y="214"/>
                    <a:pt x="172" y="210"/>
                    <a:pt x="173" y="205"/>
                  </a:cubicBezTo>
                  <a:cubicBezTo>
                    <a:pt x="176" y="198"/>
                    <a:pt x="178" y="192"/>
                    <a:pt x="182" y="187"/>
                  </a:cubicBezTo>
                  <a:lnTo>
                    <a:pt x="182" y="187"/>
                  </a:lnTo>
                  <a:cubicBezTo>
                    <a:pt x="179" y="192"/>
                    <a:pt x="178" y="193"/>
                    <a:pt x="178" y="193"/>
                  </a:cubicBezTo>
                  <a:cubicBezTo>
                    <a:pt x="179" y="193"/>
                    <a:pt x="183" y="185"/>
                    <a:pt x="185" y="181"/>
                  </a:cubicBezTo>
                  <a:cubicBezTo>
                    <a:pt x="187" y="178"/>
                    <a:pt x="189" y="177"/>
                    <a:pt x="190" y="175"/>
                  </a:cubicBezTo>
                  <a:cubicBezTo>
                    <a:pt x="192" y="173"/>
                    <a:pt x="192" y="172"/>
                    <a:pt x="193" y="171"/>
                  </a:cubicBezTo>
                  <a:lnTo>
                    <a:pt x="193" y="171"/>
                  </a:lnTo>
                  <a:cubicBezTo>
                    <a:pt x="196" y="168"/>
                    <a:pt x="199" y="166"/>
                    <a:pt x="201" y="164"/>
                  </a:cubicBezTo>
                  <a:cubicBezTo>
                    <a:pt x="204" y="162"/>
                    <a:pt x="207" y="158"/>
                    <a:pt x="211" y="156"/>
                  </a:cubicBezTo>
                  <a:lnTo>
                    <a:pt x="211" y="156"/>
                  </a:lnTo>
                  <a:cubicBezTo>
                    <a:pt x="209" y="157"/>
                    <a:pt x="208" y="157"/>
                    <a:pt x="208" y="157"/>
                  </a:cubicBezTo>
                  <a:cubicBezTo>
                    <a:pt x="208" y="157"/>
                    <a:pt x="209" y="157"/>
                    <a:pt x="211" y="156"/>
                  </a:cubicBezTo>
                  <a:lnTo>
                    <a:pt x="211" y="156"/>
                  </a:lnTo>
                  <a:cubicBezTo>
                    <a:pt x="211" y="156"/>
                    <a:pt x="211" y="156"/>
                    <a:pt x="211" y="156"/>
                  </a:cubicBezTo>
                  <a:lnTo>
                    <a:pt x="211" y="156"/>
                  </a:lnTo>
                  <a:cubicBezTo>
                    <a:pt x="213" y="155"/>
                    <a:pt x="215" y="154"/>
                    <a:pt x="216" y="154"/>
                  </a:cubicBezTo>
                  <a:lnTo>
                    <a:pt x="216" y="154"/>
                  </a:lnTo>
                  <a:cubicBezTo>
                    <a:pt x="215" y="154"/>
                    <a:pt x="214" y="154"/>
                    <a:pt x="214" y="154"/>
                  </a:cubicBezTo>
                  <a:lnTo>
                    <a:pt x="214" y="154"/>
                  </a:lnTo>
                  <a:lnTo>
                    <a:pt x="221" y="151"/>
                  </a:lnTo>
                  <a:cubicBezTo>
                    <a:pt x="225" y="149"/>
                    <a:pt x="231" y="147"/>
                    <a:pt x="236" y="145"/>
                  </a:cubicBezTo>
                  <a:cubicBezTo>
                    <a:pt x="238" y="145"/>
                    <a:pt x="243" y="143"/>
                    <a:pt x="243" y="143"/>
                  </a:cubicBezTo>
                  <a:lnTo>
                    <a:pt x="243" y="143"/>
                  </a:lnTo>
                  <a:cubicBezTo>
                    <a:pt x="243" y="143"/>
                    <a:pt x="244" y="143"/>
                    <a:pt x="244" y="143"/>
                  </a:cubicBezTo>
                  <a:cubicBezTo>
                    <a:pt x="256" y="140"/>
                    <a:pt x="269" y="138"/>
                    <a:pt x="281" y="136"/>
                  </a:cubicBezTo>
                  <a:cubicBezTo>
                    <a:pt x="287" y="136"/>
                    <a:pt x="292" y="136"/>
                    <a:pt x="298" y="134"/>
                  </a:cubicBezTo>
                  <a:close/>
                  <a:moveTo>
                    <a:pt x="3910" y="1717"/>
                  </a:moveTo>
                  <a:cubicBezTo>
                    <a:pt x="3912" y="1718"/>
                    <a:pt x="3914" y="1719"/>
                    <a:pt x="3915" y="1721"/>
                  </a:cubicBezTo>
                  <a:cubicBezTo>
                    <a:pt x="3913" y="1720"/>
                    <a:pt x="3912" y="1718"/>
                    <a:pt x="3910" y="1717"/>
                  </a:cubicBezTo>
                  <a:close/>
                  <a:moveTo>
                    <a:pt x="323" y="1"/>
                  </a:moveTo>
                  <a:cubicBezTo>
                    <a:pt x="209" y="1"/>
                    <a:pt x="85" y="41"/>
                    <a:pt x="46" y="161"/>
                  </a:cubicBezTo>
                  <a:cubicBezTo>
                    <a:pt x="0" y="309"/>
                    <a:pt x="111" y="445"/>
                    <a:pt x="216" y="535"/>
                  </a:cubicBezTo>
                  <a:cubicBezTo>
                    <a:pt x="320" y="625"/>
                    <a:pt x="431" y="707"/>
                    <a:pt x="542" y="787"/>
                  </a:cubicBezTo>
                  <a:cubicBezTo>
                    <a:pt x="772" y="950"/>
                    <a:pt x="1016" y="1094"/>
                    <a:pt x="1267" y="1220"/>
                  </a:cubicBezTo>
                  <a:cubicBezTo>
                    <a:pt x="1516" y="1346"/>
                    <a:pt x="1774" y="1451"/>
                    <a:pt x="2039" y="1537"/>
                  </a:cubicBezTo>
                  <a:cubicBezTo>
                    <a:pt x="2308" y="1624"/>
                    <a:pt x="2582" y="1690"/>
                    <a:pt x="2861" y="1735"/>
                  </a:cubicBezTo>
                  <a:cubicBezTo>
                    <a:pt x="3118" y="1777"/>
                    <a:pt x="3381" y="1803"/>
                    <a:pt x="3642" y="1803"/>
                  </a:cubicBezTo>
                  <a:cubicBezTo>
                    <a:pt x="3647" y="1803"/>
                    <a:pt x="3652" y="1803"/>
                    <a:pt x="3658" y="1803"/>
                  </a:cubicBezTo>
                  <a:lnTo>
                    <a:pt x="3658" y="1803"/>
                  </a:lnTo>
                  <a:cubicBezTo>
                    <a:pt x="3659" y="1803"/>
                    <a:pt x="3660" y="1803"/>
                    <a:pt x="3661" y="1803"/>
                  </a:cubicBezTo>
                  <a:cubicBezTo>
                    <a:pt x="3674" y="1807"/>
                    <a:pt x="3686" y="1813"/>
                    <a:pt x="3700" y="1815"/>
                  </a:cubicBezTo>
                  <a:lnTo>
                    <a:pt x="3700" y="1815"/>
                  </a:lnTo>
                  <a:cubicBezTo>
                    <a:pt x="3706" y="1818"/>
                    <a:pt x="3711" y="1820"/>
                    <a:pt x="3717" y="1820"/>
                  </a:cubicBezTo>
                  <a:cubicBezTo>
                    <a:pt x="3730" y="1820"/>
                    <a:pt x="3741" y="1811"/>
                    <a:pt x="3747" y="1799"/>
                  </a:cubicBezTo>
                  <a:lnTo>
                    <a:pt x="3747" y="1799"/>
                  </a:lnTo>
                  <a:cubicBezTo>
                    <a:pt x="3766" y="1798"/>
                    <a:pt x="3784" y="1796"/>
                    <a:pt x="3800" y="1795"/>
                  </a:cubicBezTo>
                  <a:cubicBezTo>
                    <a:pt x="3816" y="1792"/>
                    <a:pt x="3834" y="1791"/>
                    <a:pt x="3851" y="1790"/>
                  </a:cubicBezTo>
                  <a:cubicBezTo>
                    <a:pt x="3857" y="1790"/>
                    <a:pt x="3863" y="1789"/>
                    <a:pt x="3869" y="1789"/>
                  </a:cubicBezTo>
                  <a:cubicBezTo>
                    <a:pt x="3883" y="1787"/>
                    <a:pt x="3890" y="1784"/>
                    <a:pt x="3898" y="1778"/>
                  </a:cubicBezTo>
                  <a:lnTo>
                    <a:pt x="3898" y="1778"/>
                  </a:lnTo>
                  <a:cubicBezTo>
                    <a:pt x="3917" y="1771"/>
                    <a:pt x="3935" y="1764"/>
                    <a:pt x="3952" y="1757"/>
                  </a:cubicBezTo>
                  <a:cubicBezTo>
                    <a:pt x="3976" y="1757"/>
                    <a:pt x="3976" y="1731"/>
                    <a:pt x="3959" y="1727"/>
                  </a:cubicBezTo>
                  <a:cubicBezTo>
                    <a:pt x="3939" y="1720"/>
                    <a:pt x="3919" y="1714"/>
                    <a:pt x="3899" y="1709"/>
                  </a:cubicBezTo>
                  <a:lnTo>
                    <a:pt x="3899" y="1709"/>
                  </a:lnTo>
                  <a:cubicBezTo>
                    <a:pt x="3893" y="1705"/>
                    <a:pt x="3887" y="1702"/>
                    <a:pt x="3879" y="1701"/>
                  </a:cubicBezTo>
                  <a:cubicBezTo>
                    <a:pt x="3875" y="1700"/>
                    <a:pt x="3870" y="1700"/>
                    <a:pt x="3866" y="1700"/>
                  </a:cubicBezTo>
                  <a:cubicBezTo>
                    <a:pt x="3862" y="1700"/>
                    <a:pt x="3857" y="1700"/>
                    <a:pt x="3853" y="1699"/>
                  </a:cubicBezTo>
                  <a:cubicBezTo>
                    <a:pt x="3836" y="1698"/>
                    <a:pt x="3819" y="1697"/>
                    <a:pt x="3802" y="1696"/>
                  </a:cubicBezTo>
                  <a:cubicBezTo>
                    <a:pt x="3768" y="1693"/>
                    <a:pt x="3734" y="1688"/>
                    <a:pt x="3701" y="1687"/>
                  </a:cubicBezTo>
                  <a:cubicBezTo>
                    <a:pt x="3701" y="1687"/>
                    <a:pt x="3700" y="1687"/>
                    <a:pt x="3699" y="1687"/>
                  </a:cubicBezTo>
                  <a:lnTo>
                    <a:pt x="3699" y="1687"/>
                  </a:lnTo>
                  <a:cubicBezTo>
                    <a:pt x="3694" y="1681"/>
                    <a:pt x="3688" y="1674"/>
                    <a:pt x="3681" y="1668"/>
                  </a:cubicBezTo>
                  <a:cubicBezTo>
                    <a:pt x="3655" y="1643"/>
                    <a:pt x="3630" y="1620"/>
                    <a:pt x="3603" y="1595"/>
                  </a:cubicBezTo>
                  <a:cubicBezTo>
                    <a:pt x="3597" y="1589"/>
                    <a:pt x="3589" y="1583"/>
                    <a:pt x="3584" y="1577"/>
                  </a:cubicBezTo>
                  <a:cubicBezTo>
                    <a:pt x="3581" y="1575"/>
                    <a:pt x="3577" y="1572"/>
                    <a:pt x="3575" y="1567"/>
                  </a:cubicBezTo>
                  <a:cubicBezTo>
                    <a:pt x="3574" y="1567"/>
                    <a:pt x="3572" y="1565"/>
                    <a:pt x="3570" y="1564"/>
                  </a:cubicBezTo>
                  <a:lnTo>
                    <a:pt x="3570" y="1564"/>
                  </a:lnTo>
                  <a:cubicBezTo>
                    <a:pt x="3565" y="1559"/>
                    <a:pt x="3550" y="1546"/>
                    <a:pt x="3547" y="1543"/>
                  </a:cubicBezTo>
                  <a:cubicBezTo>
                    <a:pt x="3539" y="1537"/>
                    <a:pt x="3531" y="1528"/>
                    <a:pt x="3522" y="1521"/>
                  </a:cubicBezTo>
                  <a:cubicBezTo>
                    <a:pt x="3496" y="1498"/>
                    <a:pt x="3467" y="1476"/>
                    <a:pt x="3440" y="1454"/>
                  </a:cubicBezTo>
                  <a:cubicBezTo>
                    <a:pt x="3326" y="1364"/>
                    <a:pt x="3209" y="1282"/>
                    <a:pt x="3088" y="1203"/>
                  </a:cubicBezTo>
                  <a:cubicBezTo>
                    <a:pt x="2969" y="1123"/>
                    <a:pt x="2847" y="1046"/>
                    <a:pt x="2724" y="972"/>
                  </a:cubicBezTo>
                  <a:cubicBezTo>
                    <a:pt x="2693" y="955"/>
                    <a:pt x="2663" y="936"/>
                    <a:pt x="2632" y="917"/>
                  </a:cubicBezTo>
                  <a:cubicBezTo>
                    <a:pt x="2616" y="907"/>
                    <a:pt x="2601" y="900"/>
                    <a:pt x="2587" y="891"/>
                  </a:cubicBezTo>
                  <a:cubicBezTo>
                    <a:pt x="2581" y="888"/>
                    <a:pt x="2576" y="885"/>
                    <a:pt x="2573" y="883"/>
                  </a:cubicBezTo>
                  <a:lnTo>
                    <a:pt x="2573" y="883"/>
                  </a:lnTo>
                  <a:cubicBezTo>
                    <a:pt x="2574" y="884"/>
                    <a:pt x="2575" y="884"/>
                    <a:pt x="2576" y="884"/>
                  </a:cubicBezTo>
                  <a:cubicBezTo>
                    <a:pt x="2573" y="883"/>
                    <a:pt x="2571" y="882"/>
                    <a:pt x="2568" y="881"/>
                  </a:cubicBezTo>
                  <a:lnTo>
                    <a:pt x="2568" y="881"/>
                  </a:lnTo>
                  <a:cubicBezTo>
                    <a:pt x="2568" y="881"/>
                    <a:pt x="2569" y="881"/>
                    <a:pt x="2569" y="881"/>
                  </a:cubicBezTo>
                  <a:lnTo>
                    <a:pt x="2569" y="881"/>
                  </a:lnTo>
                  <a:cubicBezTo>
                    <a:pt x="2567" y="880"/>
                    <a:pt x="2566" y="880"/>
                    <a:pt x="2565" y="879"/>
                  </a:cubicBezTo>
                  <a:lnTo>
                    <a:pt x="2565" y="879"/>
                  </a:lnTo>
                  <a:cubicBezTo>
                    <a:pt x="2566" y="880"/>
                    <a:pt x="2567" y="880"/>
                    <a:pt x="2568" y="881"/>
                  </a:cubicBezTo>
                  <a:lnTo>
                    <a:pt x="2568" y="881"/>
                  </a:lnTo>
                  <a:cubicBezTo>
                    <a:pt x="2567" y="880"/>
                    <a:pt x="2565" y="879"/>
                    <a:pt x="2565" y="878"/>
                  </a:cubicBezTo>
                  <a:cubicBezTo>
                    <a:pt x="2556" y="872"/>
                    <a:pt x="2546" y="868"/>
                    <a:pt x="2538" y="862"/>
                  </a:cubicBezTo>
                  <a:cubicBezTo>
                    <a:pt x="2471" y="825"/>
                    <a:pt x="2402" y="788"/>
                    <a:pt x="2334" y="751"/>
                  </a:cubicBezTo>
                  <a:cubicBezTo>
                    <a:pt x="2078" y="616"/>
                    <a:pt x="1818" y="494"/>
                    <a:pt x="1551" y="386"/>
                  </a:cubicBezTo>
                  <a:cubicBezTo>
                    <a:pt x="1285" y="276"/>
                    <a:pt x="1013" y="180"/>
                    <a:pt x="737" y="96"/>
                  </a:cubicBezTo>
                  <a:cubicBezTo>
                    <a:pt x="670" y="76"/>
                    <a:pt x="601" y="56"/>
                    <a:pt x="533" y="38"/>
                  </a:cubicBezTo>
                  <a:cubicBezTo>
                    <a:pt x="473" y="21"/>
                    <a:pt x="412" y="6"/>
                    <a:pt x="350" y="1"/>
                  </a:cubicBezTo>
                  <a:cubicBezTo>
                    <a:pt x="341" y="1"/>
                    <a:pt x="332" y="1"/>
                    <a:pt x="323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480" bIns="60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865;p29"/>
            <p:cNvSpPr/>
            <p:nvPr/>
          </p:nvSpPr>
          <p:spPr>
            <a:xfrm>
              <a:off x="4044960" y="2598120"/>
              <a:ext cx="134640" cy="58320"/>
            </a:xfrm>
            <a:custGeom>
              <a:avLst/>
              <a:gdLst>
                <a:gd name="textAreaLeft" fmla="*/ 0 w 134640"/>
                <a:gd name="textAreaRight" fmla="*/ 135000 w 134640"/>
                <a:gd name="textAreaTop" fmla="*/ 0 h 58320"/>
                <a:gd name="textAreaBottom" fmla="*/ 58680 h 58320"/>
              </a:gdLst>
              <a:ahLst/>
              <a:cxnLst/>
              <a:rect l="textAreaLeft" t="textAreaTop" r="textAreaRight" b="textAreaBottom"/>
              <a:pathLst>
                <a:path w="2028" h="885">
                  <a:moveTo>
                    <a:pt x="26" y="1"/>
                  </a:moveTo>
                  <a:cubicBezTo>
                    <a:pt x="11" y="1"/>
                    <a:pt x="1" y="23"/>
                    <a:pt x="15" y="33"/>
                  </a:cubicBezTo>
                  <a:cubicBezTo>
                    <a:pt x="73" y="76"/>
                    <a:pt x="129" y="115"/>
                    <a:pt x="188" y="154"/>
                  </a:cubicBezTo>
                  <a:cubicBezTo>
                    <a:pt x="216" y="172"/>
                    <a:pt x="246" y="189"/>
                    <a:pt x="276" y="208"/>
                  </a:cubicBezTo>
                  <a:cubicBezTo>
                    <a:pt x="281" y="213"/>
                    <a:pt x="288" y="221"/>
                    <a:pt x="294" y="225"/>
                  </a:cubicBezTo>
                  <a:cubicBezTo>
                    <a:pt x="301" y="230"/>
                    <a:pt x="310" y="235"/>
                    <a:pt x="317" y="240"/>
                  </a:cubicBezTo>
                  <a:cubicBezTo>
                    <a:pt x="333" y="249"/>
                    <a:pt x="348" y="258"/>
                    <a:pt x="365" y="266"/>
                  </a:cubicBezTo>
                  <a:cubicBezTo>
                    <a:pt x="427" y="303"/>
                    <a:pt x="492" y="337"/>
                    <a:pt x="557" y="373"/>
                  </a:cubicBezTo>
                  <a:cubicBezTo>
                    <a:pt x="618" y="406"/>
                    <a:pt x="683" y="435"/>
                    <a:pt x="748" y="465"/>
                  </a:cubicBezTo>
                  <a:cubicBezTo>
                    <a:pt x="875" y="524"/>
                    <a:pt x="1004" y="582"/>
                    <a:pt x="1136" y="632"/>
                  </a:cubicBezTo>
                  <a:cubicBezTo>
                    <a:pt x="1266" y="683"/>
                    <a:pt x="1398" y="730"/>
                    <a:pt x="1531" y="774"/>
                  </a:cubicBezTo>
                  <a:cubicBezTo>
                    <a:pt x="1607" y="798"/>
                    <a:pt x="1682" y="822"/>
                    <a:pt x="1758" y="842"/>
                  </a:cubicBezTo>
                  <a:cubicBezTo>
                    <a:pt x="1799" y="853"/>
                    <a:pt x="1838" y="864"/>
                    <a:pt x="1880" y="870"/>
                  </a:cubicBezTo>
                  <a:cubicBezTo>
                    <a:pt x="1919" y="875"/>
                    <a:pt x="1958" y="881"/>
                    <a:pt x="1997" y="884"/>
                  </a:cubicBezTo>
                  <a:cubicBezTo>
                    <a:pt x="1998" y="884"/>
                    <a:pt x="2000" y="884"/>
                    <a:pt x="2001" y="884"/>
                  </a:cubicBezTo>
                  <a:cubicBezTo>
                    <a:pt x="2024" y="884"/>
                    <a:pt x="2027" y="856"/>
                    <a:pt x="2008" y="845"/>
                  </a:cubicBezTo>
                  <a:cubicBezTo>
                    <a:pt x="1944" y="812"/>
                    <a:pt x="1881" y="783"/>
                    <a:pt x="1815" y="758"/>
                  </a:cubicBezTo>
                  <a:cubicBezTo>
                    <a:pt x="1751" y="733"/>
                    <a:pt x="1685" y="709"/>
                    <a:pt x="1621" y="686"/>
                  </a:cubicBezTo>
                  <a:cubicBezTo>
                    <a:pt x="1489" y="640"/>
                    <a:pt x="1359" y="588"/>
                    <a:pt x="1229" y="536"/>
                  </a:cubicBezTo>
                  <a:cubicBezTo>
                    <a:pt x="970" y="428"/>
                    <a:pt x="716" y="313"/>
                    <a:pt x="462" y="193"/>
                  </a:cubicBezTo>
                  <a:cubicBezTo>
                    <a:pt x="426" y="177"/>
                    <a:pt x="392" y="160"/>
                    <a:pt x="356" y="144"/>
                  </a:cubicBezTo>
                  <a:cubicBezTo>
                    <a:pt x="345" y="138"/>
                    <a:pt x="334" y="137"/>
                    <a:pt x="323" y="134"/>
                  </a:cubicBezTo>
                  <a:cubicBezTo>
                    <a:pt x="315" y="132"/>
                    <a:pt x="309" y="128"/>
                    <a:pt x="300" y="125"/>
                  </a:cubicBezTo>
                  <a:cubicBezTo>
                    <a:pt x="283" y="116"/>
                    <a:pt x="266" y="110"/>
                    <a:pt x="249" y="101"/>
                  </a:cubicBezTo>
                  <a:cubicBezTo>
                    <a:pt x="178" y="68"/>
                    <a:pt x="106" y="35"/>
                    <a:pt x="32" y="2"/>
                  </a:cubicBezTo>
                  <a:cubicBezTo>
                    <a:pt x="30" y="1"/>
                    <a:pt x="28" y="1"/>
                    <a:pt x="2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866;p29"/>
            <p:cNvSpPr/>
            <p:nvPr/>
          </p:nvSpPr>
          <p:spPr>
            <a:xfrm>
              <a:off x="4122720" y="2541960"/>
              <a:ext cx="86760" cy="119880"/>
            </a:xfrm>
            <a:custGeom>
              <a:avLst/>
              <a:gdLst>
                <a:gd name="textAreaLeft" fmla="*/ 0 w 86760"/>
                <a:gd name="textAreaRight" fmla="*/ 87120 w 8676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1311" h="1808">
                  <a:moveTo>
                    <a:pt x="221" y="108"/>
                  </a:moveTo>
                  <a:cubicBezTo>
                    <a:pt x="218" y="108"/>
                    <a:pt x="217" y="109"/>
                    <a:pt x="217" y="109"/>
                  </a:cubicBezTo>
                  <a:cubicBezTo>
                    <a:pt x="216" y="109"/>
                    <a:pt x="219" y="108"/>
                    <a:pt x="221" y="108"/>
                  </a:cubicBezTo>
                  <a:close/>
                  <a:moveTo>
                    <a:pt x="225" y="0"/>
                  </a:moveTo>
                  <a:cubicBezTo>
                    <a:pt x="177" y="0"/>
                    <a:pt x="129" y="17"/>
                    <a:pt x="92" y="52"/>
                  </a:cubicBezTo>
                  <a:cubicBezTo>
                    <a:pt x="45" y="97"/>
                    <a:pt x="14" y="159"/>
                    <a:pt x="7" y="224"/>
                  </a:cubicBezTo>
                  <a:cubicBezTo>
                    <a:pt x="1" y="300"/>
                    <a:pt x="25" y="377"/>
                    <a:pt x="59" y="443"/>
                  </a:cubicBezTo>
                  <a:cubicBezTo>
                    <a:pt x="95" y="512"/>
                    <a:pt x="140" y="578"/>
                    <a:pt x="184" y="642"/>
                  </a:cubicBezTo>
                  <a:cubicBezTo>
                    <a:pt x="268" y="768"/>
                    <a:pt x="355" y="891"/>
                    <a:pt x="448" y="1012"/>
                  </a:cubicBezTo>
                  <a:cubicBezTo>
                    <a:pt x="540" y="1133"/>
                    <a:pt x="638" y="1250"/>
                    <a:pt x="738" y="1364"/>
                  </a:cubicBezTo>
                  <a:cubicBezTo>
                    <a:pt x="787" y="1420"/>
                    <a:pt x="838" y="1476"/>
                    <a:pt x="890" y="1531"/>
                  </a:cubicBezTo>
                  <a:cubicBezTo>
                    <a:pt x="916" y="1559"/>
                    <a:pt x="942" y="1588"/>
                    <a:pt x="969" y="1616"/>
                  </a:cubicBezTo>
                  <a:cubicBezTo>
                    <a:pt x="997" y="1644"/>
                    <a:pt x="1024" y="1674"/>
                    <a:pt x="1056" y="1699"/>
                  </a:cubicBezTo>
                  <a:cubicBezTo>
                    <a:pt x="1069" y="1710"/>
                    <a:pt x="1085" y="1722"/>
                    <a:pt x="1100" y="1733"/>
                  </a:cubicBezTo>
                  <a:cubicBezTo>
                    <a:pt x="1115" y="1744"/>
                    <a:pt x="1133" y="1750"/>
                    <a:pt x="1149" y="1756"/>
                  </a:cubicBezTo>
                  <a:cubicBezTo>
                    <a:pt x="1151" y="1757"/>
                    <a:pt x="1153" y="1758"/>
                    <a:pt x="1155" y="1758"/>
                  </a:cubicBezTo>
                  <a:cubicBezTo>
                    <a:pt x="1166" y="1758"/>
                    <a:pt x="1176" y="1745"/>
                    <a:pt x="1171" y="1733"/>
                  </a:cubicBezTo>
                  <a:cubicBezTo>
                    <a:pt x="1165" y="1716"/>
                    <a:pt x="1159" y="1699"/>
                    <a:pt x="1148" y="1684"/>
                  </a:cubicBezTo>
                  <a:cubicBezTo>
                    <a:pt x="1137" y="1669"/>
                    <a:pt x="1126" y="1655"/>
                    <a:pt x="1113" y="1640"/>
                  </a:cubicBezTo>
                  <a:cubicBezTo>
                    <a:pt x="1091" y="1611"/>
                    <a:pt x="1066" y="1586"/>
                    <a:pt x="1041" y="1559"/>
                  </a:cubicBezTo>
                  <a:cubicBezTo>
                    <a:pt x="991" y="1506"/>
                    <a:pt x="942" y="1451"/>
                    <a:pt x="892" y="1396"/>
                  </a:cubicBezTo>
                  <a:cubicBezTo>
                    <a:pt x="797" y="1287"/>
                    <a:pt x="706" y="1174"/>
                    <a:pt x="616" y="1061"/>
                  </a:cubicBezTo>
                  <a:cubicBezTo>
                    <a:pt x="525" y="946"/>
                    <a:pt x="437" y="827"/>
                    <a:pt x="353" y="707"/>
                  </a:cubicBezTo>
                  <a:cubicBezTo>
                    <a:pt x="312" y="647"/>
                    <a:pt x="271" y="587"/>
                    <a:pt x="232" y="525"/>
                  </a:cubicBezTo>
                  <a:cubicBezTo>
                    <a:pt x="194" y="466"/>
                    <a:pt x="157" y="413"/>
                    <a:pt x="131" y="345"/>
                  </a:cubicBezTo>
                  <a:cubicBezTo>
                    <a:pt x="125" y="328"/>
                    <a:pt x="123" y="321"/>
                    <a:pt x="118" y="301"/>
                  </a:cubicBezTo>
                  <a:cubicBezTo>
                    <a:pt x="117" y="294"/>
                    <a:pt x="115" y="286"/>
                    <a:pt x="114" y="278"/>
                  </a:cubicBezTo>
                  <a:cubicBezTo>
                    <a:pt x="114" y="274"/>
                    <a:pt x="113" y="269"/>
                    <a:pt x="113" y="266"/>
                  </a:cubicBezTo>
                  <a:lnTo>
                    <a:pt x="113" y="257"/>
                  </a:lnTo>
                  <a:cubicBezTo>
                    <a:pt x="113" y="244"/>
                    <a:pt x="114" y="231"/>
                    <a:pt x="117" y="219"/>
                  </a:cubicBezTo>
                  <a:cubicBezTo>
                    <a:pt x="117" y="218"/>
                    <a:pt x="118" y="213"/>
                    <a:pt x="119" y="213"/>
                  </a:cubicBezTo>
                  <a:lnTo>
                    <a:pt x="119" y="213"/>
                  </a:lnTo>
                  <a:cubicBezTo>
                    <a:pt x="119" y="213"/>
                    <a:pt x="119" y="214"/>
                    <a:pt x="118" y="216"/>
                  </a:cubicBezTo>
                  <a:cubicBezTo>
                    <a:pt x="119" y="213"/>
                    <a:pt x="119" y="208"/>
                    <a:pt x="119" y="208"/>
                  </a:cubicBezTo>
                  <a:cubicBezTo>
                    <a:pt x="122" y="201"/>
                    <a:pt x="124" y="195"/>
                    <a:pt x="127" y="189"/>
                  </a:cubicBezTo>
                  <a:cubicBezTo>
                    <a:pt x="129" y="184"/>
                    <a:pt x="131" y="179"/>
                    <a:pt x="133" y="173"/>
                  </a:cubicBezTo>
                  <a:lnTo>
                    <a:pt x="133" y="173"/>
                  </a:lnTo>
                  <a:cubicBezTo>
                    <a:pt x="135" y="171"/>
                    <a:pt x="139" y="165"/>
                    <a:pt x="140" y="162"/>
                  </a:cubicBezTo>
                  <a:cubicBezTo>
                    <a:pt x="142" y="156"/>
                    <a:pt x="147" y="152"/>
                    <a:pt x="151" y="146"/>
                  </a:cubicBezTo>
                  <a:cubicBezTo>
                    <a:pt x="151" y="146"/>
                    <a:pt x="155" y="143"/>
                    <a:pt x="156" y="141"/>
                  </a:cubicBezTo>
                  <a:lnTo>
                    <a:pt x="156" y="141"/>
                  </a:lnTo>
                  <a:cubicBezTo>
                    <a:pt x="158" y="139"/>
                    <a:pt x="160" y="137"/>
                    <a:pt x="160" y="137"/>
                  </a:cubicBezTo>
                  <a:cubicBezTo>
                    <a:pt x="165" y="133"/>
                    <a:pt x="169" y="129"/>
                    <a:pt x="174" y="125"/>
                  </a:cubicBezTo>
                  <a:cubicBezTo>
                    <a:pt x="176" y="124"/>
                    <a:pt x="180" y="121"/>
                    <a:pt x="180" y="121"/>
                  </a:cubicBezTo>
                  <a:lnTo>
                    <a:pt x="180" y="121"/>
                  </a:lnTo>
                  <a:cubicBezTo>
                    <a:pt x="180" y="121"/>
                    <a:pt x="179" y="121"/>
                    <a:pt x="178" y="122"/>
                  </a:cubicBezTo>
                  <a:cubicBezTo>
                    <a:pt x="176" y="123"/>
                    <a:pt x="176" y="123"/>
                    <a:pt x="176" y="123"/>
                  </a:cubicBezTo>
                  <a:cubicBezTo>
                    <a:pt x="175" y="123"/>
                    <a:pt x="183" y="119"/>
                    <a:pt x="183" y="119"/>
                  </a:cubicBezTo>
                  <a:cubicBezTo>
                    <a:pt x="187" y="118"/>
                    <a:pt x="191" y="116"/>
                    <a:pt x="194" y="115"/>
                  </a:cubicBezTo>
                  <a:lnTo>
                    <a:pt x="194" y="115"/>
                  </a:lnTo>
                  <a:cubicBezTo>
                    <a:pt x="194" y="115"/>
                    <a:pt x="194" y="115"/>
                    <a:pt x="194" y="115"/>
                  </a:cubicBezTo>
                  <a:cubicBezTo>
                    <a:pt x="195" y="115"/>
                    <a:pt x="196" y="114"/>
                    <a:pt x="200" y="112"/>
                  </a:cubicBezTo>
                  <a:lnTo>
                    <a:pt x="200" y="112"/>
                  </a:lnTo>
                  <a:cubicBezTo>
                    <a:pt x="198" y="113"/>
                    <a:pt x="196" y="114"/>
                    <a:pt x="194" y="115"/>
                  </a:cubicBezTo>
                  <a:lnTo>
                    <a:pt x="194" y="115"/>
                  </a:lnTo>
                  <a:cubicBezTo>
                    <a:pt x="194" y="114"/>
                    <a:pt x="196" y="113"/>
                    <a:pt x="197" y="112"/>
                  </a:cubicBezTo>
                  <a:cubicBezTo>
                    <a:pt x="202" y="111"/>
                    <a:pt x="206" y="111"/>
                    <a:pt x="212" y="109"/>
                  </a:cubicBezTo>
                  <a:cubicBezTo>
                    <a:pt x="214" y="109"/>
                    <a:pt x="217" y="109"/>
                    <a:pt x="221" y="108"/>
                  </a:cubicBezTo>
                  <a:lnTo>
                    <a:pt x="221" y="108"/>
                  </a:lnTo>
                  <a:cubicBezTo>
                    <a:pt x="222" y="108"/>
                    <a:pt x="222" y="108"/>
                    <a:pt x="223" y="108"/>
                  </a:cubicBezTo>
                  <a:cubicBezTo>
                    <a:pt x="231" y="108"/>
                    <a:pt x="239" y="109"/>
                    <a:pt x="248" y="111"/>
                  </a:cubicBezTo>
                  <a:cubicBezTo>
                    <a:pt x="248" y="111"/>
                    <a:pt x="249" y="111"/>
                    <a:pt x="249" y="112"/>
                  </a:cubicBezTo>
                  <a:lnTo>
                    <a:pt x="249" y="112"/>
                  </a:lnTo>
                  <a:cubicBezTo>
                    <a:pt x="252" y="113"/>
                    <a:pt x="256" y="114"/>
                    <a:pt x="259" y="115"/>
                  </a:cubicBezTo>
                  <a:cubicBezTo>
                    <a:pt x="262" y="117"/>
                    <a:pt x="266" y="118"/>
                    <a:pt x="271" y="120"/>
                  </a:cubicBezTo>
                  <a:cubicBezTo>
                    <a:pt x="272" y="120"/>
                    <a:pt x="281" y="125"/>
                    <a:pt x="280" y="125"/>
                  </a:cubicBezTo>
                  <a:cubicBezTo>
                    <a:pt x="280" y="125"/>
                    <a:pt x="279" y="125"/>
                    <a:pt x="279" y="125"/>
                  </a:cubicBezTo>
                  <a:lnTo>
                    <a:pt x="279" y="125"/>
                  </a:lnTo>
                  <a:cubicBezTo>
                    <a:pt x="301" y="135"/>
                    <a:pt x="331" y="162"/>
                    <a:pt x="353" y="182"/>
                  </a:cubicBezTo>
                  <a:lnTo>
                    <a:pt x="361" y="190"/>
                  </a:lnTo>
                  <a:lnTo>
                    <a:pt x="365" y="195"/>
                  </a:lnTo>
                  <a:cubicBezTo>
                    <a:pt x="371" y="200"/>
                    <a:pt x="376" y="206"/>
                    <a:pt x="382" y="209"/>
                  </a:cubicBezTo>
                  <a:lnTo>
                    <a:pt x="419" y="246"/>
                  </a:lnTo>
                  <a:cubicBezTo>
                    <a:pt x="442" y="271"/>
                    <a:pt x="464" y="294"/>
                    <a:pt x="486" y="318"/>
                  </a:cubicBezTo>
                  <a:cubicBezTo>
                    <a:pt x="575" y="416"/>
                    <a:pt x="657" y="519"/>
                    <a:pt x="733" y="627"/>
                  </a:cubicBezTo>
                  <a:cubicBezTo>
                    <a:pt x="752" y="655"/>
                    <a:pt x="771" y="680"/>
                    <a:pt x="788" y="708"/>
                  </a:cubicBezTo>
                  <a:cubicBezTo>
                    <a:pt x="797" y="722"/>
                    <a:pt x="806" y="734"/>
                    <a:pt x="814" y="748"/>
                  </a:cubicBezTo>
                  <a:cubicBezTo>
                    <a:pt x="815" y="750"/>
                    <a:pt x="817" y="754"/>
                    <a:pt x="819" y="756"/>
                  </a:cubicBezTo>
                  <a:lnTo>
                    <a:pt x="819" y="756"/>
                  </a:lnTo>
                  <a:cubicBezTo>
                    <a:pt x="820" y="757"/>
                    <a:pt x="821" y="759"/>
                    <a:pt x="821" y="759"/>
                  </a:cubicBezTo>
                  <a:cubicBezTo>
                    <a:pt x="827" y="767"/>
                    <a:pt x="831" y="776"/>
                    <a:pt x="836" y="782"/>
                  </a:cubicBezTo>
                  <a:cubicBezTo>
                    <a:pt x="870" y="838"/>
                    <a:pt x="902" y="898"/>
                    <a:pt x="932" y="957"/>
                  </a:cubicBezTo>
                  <a:cubicBezTo>
                    <a:pt x="992" y="1073"/>
                    <a:pt x="1045" y="1195"/>
                    <a:pt x="1090" y="1319"/>
                  </a:cubicBezTo>
                  <a:cubicBezTo>
                    <a:pt x="1112" y="1381"/>
                    <a:pt x="1131" y="1442"/>
                    <a:pt x="1154" y="1504"/>
                  </a:cubicBezTo>
                  <a:cubicBezTo>
                    <a:pt x="1165" y="1536"/>
                    <a:pt x="1172" y="1569"/>
                    <a:pt x="1185" y="1599"/>
                  </a:cubicBezTo>
                  <a:cubicBezTo>
                    <a:pt x="1198" y="1628"/>
                    <a:pt x="1207" y="1655"/>
                    <a:pt x="1215" y="1685"/>
                  </a:cubicBezTo>
                  <a:cubicBezTo>
                    <a:pt x="1225" y="1717"/>
                    <a:pt x="1233" y="1749"/>
                    <a:pt x="1241" y="1781"/>
                  </a:cubicBezTo>
                  <a:cubicBezTo>
                    <a:pt x="1246" y="1799"/>
                    <a:pt x="1261" y="1808"/>
                    <a:pt x="1275" y="1808"/>
                  </a:cubicBezTo>
                  <a:cubicBezTo>
                    <a:pt x="1293" y="1808"/>
                    <a:pt x="1310" y="1794"/>
                    <a:pt x="1309" y="1770"/>
                  </a:cubicBezTo>
                  <a:cubicBezTo>
                    <a:pt x="1301" y="1700"/>
                    <a:pt x="1292" y="1632"/>
                    <a:pt x="1283" y="1563"/>
                  </a:cubicBezTo>
                  <a:cubicBezTo>
                    <a:pt x="1279" y="1530"/>
                    <a:pt x="1270" y="1497"/>
                    <a:pt x="1263" y="1464"/>
                  </a:cubicBezTo>
                  <a:cubicBezTo>
                    <a:pt x="1255" y="1427"/>
                    <a:pt x="1243" y="1392"/>
                    <a:pt x="1232" y="1354"/>
                  </a:cubicBezTo>
                  <a:cubicBezTo>
                    <a:pt x="1189" y="1224"/>
                    <a:pt x="1138" y="1096"/>
                    <a:pt x="1076" y="973"/>
                  </a:cubicBezTo>
                  <a:cubicBezTo>
                    <a:pt x="953" y="724"/>
                    <a:pt x="796" y="491"/>
                    <a:pt x="609" y="285"/>
                  </a:cubicBezTo>
                  <a:cubicBezTo>
                    <a:pt x="564" y="234"/>
                    <a:pt x="516" y="185"/>
                    <a:pt x="466" y="139"/>
                  </a:cubicBezTo>
                  <a:cubicBezTo>
                    <a:pt x="415" y="89"/>
                    <a:pt x="360" y="32"/>
                    <a:pt x="290" y="10"/>
                  </a:cubicBezTo>
                  <a:cubicBezTo>
                    <a:pt x="268" y="4"/>
                    <a:pt x="247" y="0"/>
                    <a:pt x="22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867;p29"/>
            <p:cNvSpPr/>
            <p:nvPr/>
          </p:nvSpPr>
          <p:spPr>
            <a:xfrm>
              <a:off x="4141800" y="2569320"/>
              <a:ext cx="51120" cy="8352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774" h="1261">
                  <a:moveTo>
                    <a:pt x="29" y="0"/>
                  </a:moveTo>
                  <a:cubicBezTo>
                    <a:pt x="15" y="0"/>
                    <a:pt x="1" y="13"/>
                    <a:pt x="9" y="29"/>
                  </a:cubicBezTo>
                  <a:cubicBezTo>
                    <a:pt x="32" y="72"/>
                    <a:pt x="60" y="110"/>
                    <a:pt x="86" y="151"/>
                  </a:cubicBezTo>
                  <a:cubicBezTo>
                    <a:pt x="97" y="170"/>
                    <a:pt x="109" y="187"/>
                    <a:pt x="120" y="205"/>
                  </a:cubicBezTo>
                  <a:cubicBezTo>
                    <a:pt x="132" y="224"/>
                    <a:pt x="149" y="244"/>
                    <a:pt x="159" y="266"/>
                  </a:cubicBezTo>
                  <a:cubicBezTo>
                    <a:pt x="164" y="277"/>
                    <a:pt x="167" y="288"/>
                    <a:pt x="174" y="299"/>
                  </a:cubicBezTo>
                  <a:cubicBezTo>
                    <a:pt x="180" y="308"/>
                    <a:pt x="185" y="317"/>
                    <a:pt x="191" y="325"/>
                  </a:cubicBezTo>
                  <a:cubicBezTo>
                    <a:pt x="204" y="347"/>
                    <a:pt x="218" y="368"/>
                    <a:pt x="230" y="390"/>
                  </a:cubicBezTo>
                  <a:cubicBezTo>
                    <a:pt x="255" y="430"/>
                    <a:pt x="279" y="468"/>
                    <a:pt x="305" y="508"/>
                  </a:cubicBezTo>
                  <a:cubicBezTo>
                    <a:pt x="354" y="585"/>
                    <a:pt x="400" y="664"/>
                    <a:pt x="445" y="743"/>
                  </a:cubicBezTo>
                  <a:cubicBezTo>
                    <a:pt x="493" y="824"/>
                    <a:pt x="533" y="908"/>
                    <a:pt x="583" y="988"/>
                  </a:cubicBezTo>
                  <a:cubicBezTo>
                    <a:pt x="610" y="1033"/>
                    <a:pt x="636" y="1078"/>
                    <a:pt x="663" y="1123"/>
                  </a:cubicBezTo>
                  <a:lnTo>
                    <a:pt x="700" y="1189"/>
                  </a:lnTo>
                  <a:cubicBezTo>
                    <a:pt x="707" y="1200"/>
                    <a:pt x="717" y="1206"/>
                    <a:pt x="724" y="1217"/>
                  </a:cubicBezTo>
                  <a:cubicBezTo>
                    <a:pt x="733" y="1230"/>
                    <a:pt x="740" y="1242"/>
                    <a:pt x="747" y="1253"/>
                  </a:cubicBezTo>
                  <a:cubicBezTo>
                    <a:pt x="750" y="1259"/>
                    <a:pt x="754" y="1261"/>
                    <a:pt x="758" y="1261"/>
                  </a:cubicBezTo>
                  <a:cubicBezTo>
                    <a:pt x="766" y="1261"/>
                    <a:pt x="774" y="1250"/>
                    <a:pt x="771" y="1241"/>
                  </a:cubicBezTo>
                  <a:cubicBezTo>
                    <a:pt x="767" y="1229"/>
                    <a:pt x="764" y="1216"/>
                    <a:pt x="760" y="1205"/>
                  </a:cubicBezTo>
                  <a:cubicBezTo>
                    <a:pt x="757" y="1194"/>
                    <a:pt x="757" y="1185"/>
                    <a:pt x="755" y="1174"/>
                  </a:cubicBezTo>
                  <a:cubicBezTo>
                    <a:pt x="750" y="1149"/>
                    <a:pt x="735" y="1126"/>
                    <a:pt x="728" y="1103"/>
                  </a:cubicBezTo>
                  <a:lnTo>
                    <a:pt x="674" y="975"/>
                  </a:lnTo>
                  <a:cubicBezTo>
                    <a:pt x="636" y="890"/>
                    <a:pt x="591" y="810"/>
                    <a:pt x="546" y="730"/>
                  </a:cubicBezTo>
                  <a:cubicBezTo>
                    <a:pt x="454" y="565"/>
                    <a:pt x="355" y="403"/>
                    <a:pt x="245" y="250"/>
                  </a:cubicBezTo>
                  <a:cubicBezTo>
                    <a:pt x="237" y="239"/>
                    <a:pt x="228" y="232"/>
                    <a:pt x="219" y="222"/>
                  </a:cubicBezTo>
                  <a:cubicBezTo>
                    <a:pt x="211" y="213"/>
                    <a:pt x="204" y="202"/>
                    <a:pt x="196" y="193"/>
                  </a:cubicBezTo>
                  <a:cubicBezTo>
                    <a:pt x="180" y="171"/>
                    <a:pt x="163" y="150"/>
                    <a:pt x="146" y="128"/>
                  </a:cubicBezTo>
                  <a:cubicBezTo>
                    <a:pt x="113" y="87"/>
                    <a:pt x="81" y="44"/>
                    <a:pt x="44" y="7"/>
                  </a:cubicBezTo>
                  <a:cubicBezTo>
                    <a:pt x="40" y="2"/>
                    <a:pt x="35" y="0"/>
                    <a:pt x="2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868;p29"/>
            <p:cNvSpPr/>
            <p:nvPr/>
          </p:nvSpPr>
          <p:spPr>
            <a:xfrm>
              <a:off x="4247280" y="2529720"/>
              <a:ext cx="73800" cy="15444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54440"/>
                <a:gd name="textAreaBottom" fmla="*/ 154800 h 154440"/>
              </a:gdLst>
              <a:ahLst/>
              <a:cxnLst/>
              <a:rect l="textAreaLeft" t="textAreaTop" r="textAreaRight" b="textAreaBottom"/>
              <a:pathLst>
                <a:path w="1114" h="2328">
                  <a:moveTo>
                    <a:pt x="184" y="102"/>
                  </a:moveTo>
                  <a:cubicBezTo>
                    <a:pt x="184" y="102"/>
                    <a:pt x="193" y="103"/>
                    <a:pt x="194" y="103"/>
                  </a:cubicBezTo>
                  <a:cubicBezTo>
                    <a:pt x="193" y="103"/>
                    <a:pt x="191" y="103"/>
                    <a:pt x="190" y="103"/>
                  </a:cubicBezTo>
                  <a:lnTo>
                    <a:pt x="190" y="103"/>
                  </a:lnTo>
                  <a:cubicBezTo>
                    <a:pt x="190" y="103"/>
                    <a:pt x="191" y="103"/>
                    <a:pt x="196" y="106"/>
                  </a:cubicBezTo>
                  <a:cubicBezTo>
                    <a:pt x="200" y="107"/>
                    <a:pt x="204" y="108"/>
                    <a:pt x="208" y="111"/>
                  </a:cubicBezTo>
                  <a:cubicBezTo>
                    <a:pt x="209" y="112"/>
                    <a:pt x="210" y="112"/>
                    <a:pt x="211" y="112"/>
                  </a:cubicBezTo>
                  <a:cubicBezTo>
                    <a:pt x="211" y="112"/>
                    <a:pt x="211" y="112"/>
                    <a:pt x="211" y="112"/>
                  </a:cubicBezTo>
                  <a:lnTo>
                    <a:pt x="211" y="112"/>
                  </a:lnTo>
                  <a:cubicBezTo>
                    <a:pt x="212" y="112"/>
                    <a:pt x="212" y="113"/>
                    <a:pt x="213" y="113"/>
                  </a:cubicBezTo>
                  <a:cubicBezTo>
                    <a:pt x="219" y="117"/>
                    <a:pt x="223" y="119"/>
                    <a:pt x="227" y="123"/>
                  </a:cubicBezTo>
                  <a:cubicBezTo>
                    <a:pt x="257" y="145"/>
                    <a:pt x="287" y="168"/>
                    <a:pt x="314" y="195"/>
                  </a:cubicBezTo>
                  <a:cubicBezTo>
                    <a:pt x="320" y="200"/>
                    <a:pt x="328" y="206"/>
                    <a:pt x="333" y="211"/>
                  </a:cubicBezTo>
                  <a:cubicBezTo>
                    <a:pt x="331" y="210"/>
                    <a:pt x="330" y="209"/>
                    <a:pt x="330" y="209"/>
                  </a:cubicBezTo>
                  <a:lnTo>
                    <a:pt x="330" y="209"/>
                  </a:lnTo>
                  <a:cubicBezTo>
                    <a:pt x="330" y="209"/>
                    <a:pt x="339" y="217"/>
                    <a:pt x="339" y="217"/>
                  </a:cubicBezTo>
                  <a:lnTo>
                    <a:pt x="346" y="224"/>
                  </a:lnTo>
                  <a:cubicBezTo>
                    <a:pt x="361" y="239"/>
                    <a:pt x="374" y="254"/>
                    <a:pt x="388" y="268"/>
                  </a:cubicBezTo>
                  <a:cubicBezTo>
                    <a:pt x="437" y="323"/>
                    <a:pt x="481" y="382"/>
                    <a:pt x="520" y="446"/>
                  </a:cubicBezTo>
                  <a:cubicBezTo>
                    <a:pt x="518" y="443"/>
                    <a:pt x="517" y="442"/>
                    <a:pt x="517" y="442"/>
                  </a:cubicBezTo>
                  <a:lnTo>
                    <a:pt x="517" y="442"/>
                  </a:lnTo>
                  <a:cubicBezTo>
                    <a:pt x="517" y="442"/>
                    <a:pt x="522" y="452"/>
                    <a:pt x="523" y="452"/>
                  </a:cubicBezTo>
                  <a:cubicBezTo>
                    <a:pt x="525" y="454"/>
                    <a:pt x="528" y="458"/>
                    <a:pt x="529" y="460"/>
                  </a:cubicBezTo>
                  <a:cubicBezTo>
                    <a:pt x="533" y="469"/>
                    <a:pt x="539" y="477"/>
                    <a:pt x="543" y="485"/>
                  </a:cubicBezTo>
                  <a:cubicBezTo>
                    <a:pt x="553" y="501"/>
                    <a:pt x="562" y="519"/>
                    <a:pt x="570" y="535"/>
                  </a:cubicBezTo>
                  <a:cubicBezTo>
                    <a:pt x="588" y="569"/>
                    <a:pt x="604" y="603"/>
                    <a:pt x="620" y="638"/>
                  </a:cubicBezTo>
                  <a:cubicBezTo>
                    <a:pt x="688" y="797"/>
                    <a:pt x="730" y="942"/>
                    <a:pt x="767" y="1112"/>
                  </a:cubicBezTo>
                  <a:cubicBezTo>
                    <a:pt x="805" y="1284"/>
                    <a:pt x="833" y="1460"/>
                    <a:pt x="864" y="1635"/>
                  </a:cubicBezTo>
                  <a:cubicBezTo>
                    <a:pt x="885" y="1757"/>
                    <a:pt x="904" y="1880"/>
                    <a:pt x="929" y="2001"/>
                  </a:cubicBezTo>
                  <a:lnTo>
                    <a:pt x="929" y="2001"/>
                  </a:lnTo>
                  <a:cubicBezTo>
                    <a:pt x="887" y="1955"/>
                    <a:pt x="843" y="1909"/>
                    <a:pt x="802" y="1863"/>
                  </a:cubicBezTo>
                  <a:cubicBezTo>
                    <a:pt x="702" y="1745"/>
                    <a:pt x="610" y="1622"/>
                    <a:pt x="528" y="1493"/>
                  </a:cubicBezTo>
                  <a:cubicBezTo>
                    <a:pt x="448" y="1370"/>
                    <a:pt x="376" y="1233"/>
                    <a:pt x="313" y="1097"/>
                  </a:cubicBezTo>
                  <a:cubicBezTo>
                    <a:pt x="251" y="958"/>
                    <a:pt x="193" y="811"/>
                    <a:pt x="154" y="666"/>
                  </a:cubicBezTo>
                  <a:cubicBezTo>
                    <a:pt x="133" y="587"/>
                    <a:pt x="119" y="508"/>
                    <a:pt x="114" y="426"/>
                  </a:cubicBezTo>
                  <a:cubicBezTo>
                    <a:pt x="111" y="405"/>
                    <a:pt x="111" y="397"/>
                    <a:pt x="111" y="375"/>
                  </a:cubicBezTo>
                  <a:cubicBezTo>
                    <a:pt x="111" y="354"/>
                    <a:pt x="114" y="333"/>
                    <a:pt x="115" y="312"/>
                  </a:cubicBezTo>
                  <a:cubicBezTo>
                    <a:pt x="119" y="271"/>
                    <a:pt x="126" y="237"/>
                    <a:pt x="135" y="202"/>
                  </a:cubicBezTo>
                  <a:cubicBezTo>
                    <a:pt x="141" y="185"/>
                    <a:pt x="148" y="167"/>
                    <a:pt x="154" y="150"/>
                  </a:cubicBezTo>
                  <a:cubicBezTo>
                    <a:pt x="157" y="141"/>
                    <a:pt x="161" y="133"/>
                    <a:pt x="165" y="125"/>
                  </a:cubicBezTo>
                  <a:cubicBezTo>
                    <a:pt x="166" y="124"/>
                    <a:pt x="166" y="123"/>
                    <a:pt x="167" y="122"/>
                  </a:cubicBezTo>
                  <a:lnTo>
                    <a:pt x="167" y="122"/>
                  </a:lnTo>
                  <a:cubicBezTo>
                    <a:pt x="167" y="121"/>
                    <a:pt x="168" y="120"/>
                    <a:pt x="168" y="119"/>
                  </a:cubicBezTo>
                  <a:lnTo>
                    <a:pt x="176" y="107"/>
                  </a:lnTo>
                  <a:lnTo>
                    <a:pt x="177" y="106"/>
                  </a:lnTo>
                  <a:cubicBezTo>
                    <a:pt x="179" y="104"/>
                    <a:pt x="180" y="104"/>
                    <a:pt x="180" y="103"/>
                  </a:cubicBezTo>
                  <a:lnTo>
                    <a:pt x="180" y="103"/>
                  </a:lnTo>
                  <a:cubicBezTo>
                    <a:pt x="179" y="104"/>
                    <a:pt x="178" y="105"/>
                    <a:pt x="179" y="105"/>
                  </a:cubicBezTo>
                  <a:cubicBezTo>
                    <a:pt x="179" y="105"/>
                    <a:pt x="181" y="104"/>
                    <a:pt x="185" y="102"/>
                  </a:cubicBezTo>
                  <a:lnTo>
                    <a:pt x="187" y="102"/>
                  </a:lnTo>
                  <a:cubicBezTo>
                    <a:pt x="185" y="102"/>
                    <a:pt x="184" y="102"/>
                    <a:pt x="184" y="102"/>
                  </a:cubicBezTo>
                  <a:close/>
                  <a:moveTo>
                    <a:pt x="179" y="0"/>
                  </a:moveTo>
                  <a:cubicBezTo>
                    <a:pt x="154" y="0"/>
                    <a:pt x="129" y="9"/>
                    <a:pt x="106" y="30"/>
                  </a:cubicBezTo>
                  <a:cubicBezTo>
                    <a:pt x="73" y="58"/>
                    <a:pt x="56" y="103"/>
                    <a:pt x="43" y="144"/>
                  </a:cubicBezTo>
                  <a:cubicBezTo>
                    <a:pt x="29" y="185"/>
                    <a:pt x="18" y="229"/>
                    <a:pt x="12" y="271"/>
                  </a:cubicBezTo>
                  <a:cubicBezTo>
                    <a:pt x="0" y="356"/>
                    <a:pt x="5" y="444"/>
                    <a:pt x="17" y="528"/>
                  </a:cubicBezTo>
                  <a:cubicBezTo>
                    <a:pt x="42" y="693"/>
                    <a:pt x="99" y="854"/>
                    <a:pt x="163" y="1007"/>
                  </a:cubicBezTo>
                  <a:cubicBezTo>
                    <a:pt x="223" y="1152"/>
                    <a:pt x="295" y="1295"/>
                    <a:pt x="375" y="1430"/>
                  </a:cubicBezTo>
                  <a:cubicBezTo>
                    <a:pt x="535" y="1698"/>
                    <a:pt x="730" y="1953"/>
                    <a:pt x="968" y="2159"/>
                  </a:cubicBezTo>
                  <a:lnTo>
                    <a:pt x="968" y="2159"/>
                  </a:lnTo>
                  <a:cubicBezTo>
                    <a:pt x="969" y="2165"/>
                    <a:pt x="971" y="2172"/>
                    <a:pt x="973" y="2179"/>
                  </a:cubicBezTo>
                  <a:cubicBezTo>
                    <a:pt x="987" y="2225"/>
                    <a:pt x="1004" y="2267"/>
                    <a:pt x="1021" y="2311"/>
                  </a:cubicBezTo>
                  <a:cubicBezTo>
                    <a:pt x="1025" y="2322"/>
                    <a:pt x="1036" y="2328"/>
                    <a:pt x="1047" y="2328"/>
                  </a:cubicBezTo>
                  <a:cubicBezTo>
                    <a:pt x="1061" y="2328"/>
                    <a:pt x="1076" y="2319"/>
                    <a:pt x="1076" y="2302"/>
                  </a:cubicBezTo>
                  <a:cubicBezTo>
                    <a:pt x="1076" y="2279"/>
                    <a:pt x="1077" y="2256"/>
                    <a:pt x="1077" y="2232"/>
                  </a:cubicBezTo>
                  <a:lnTo>
                    <a:pt x="1077" y="2232"/>
                  </a:lnTo>
                  <a:cubicBezTo>
                    <a:pt x="1078" y="2233"/>
                    <a:pt x="1079" y="2233"/>
                    <a:pt x="1080" y="2234"/>
                  </a:cubicBezTo>
                  <a:cubicBezTo>
                    <a:pt x="1083" y="2235"/>
                    <a:pt x="1086" y="2236"/>
                    <a:pt x="1089" y="2236"/>
                  </a:cubicBezTo>
                  <a:cubicBezTo>
                    <a:pt x="1106" y="2236"/>
                    <a:pt x="1114" y="2214"/>
                    <a:pt x="1106" y="2200"/>
                  </a:cubicBezTo>
                  <a:cubicBezTo>
                    <a:pt x="1096" y="2184"/>
                    <a:pt x="1088" y="2167"/>
                    <a:pt x="1076" y="2154"/>
                  </a:cubicBezTo>
                  <a:lnTo>
                    <a:pt x="1074" y="2152"/>
                  </a:lnTo>
                  <a:lnTo>
                    <a:pt x="1074" y="2152"/>
                  </a:lnTo>
                  <a:cubicBezTo>
                    <a:pt x="1071" y="2105"/>
                    <a:pt x="1064" y="2060"/>
                    <a:pt x="1058" y="2012"/>
                  </a:cubicBezTo>
                  <a:cubicBezTo>
                    <a:pt x="1044" y="1918"/>
                    <a:pt x="1027" y="1822"/>
                    <a:pt x="1011" y="1729"/>
                  </a:cubicBezTo>
                  <a:cubicBezTo>
                    <a:pt x="978" y="1545"/>
                    <a:pt x="948" y="1363"/>
                    <a:pt x="911" y="1180"/>
                  </a:cubicBezTo>
                  <a:cubicBezTo>
                    <a:pt x="875" y="1002"/>
                    <a:pt x="831" y="823"/>
                    <a:pt x="763" y="655"/>
                  </a:cubicBezTo>
                  <a:cubicBezTo>
                    <a:pt x="702" y="509"/>
                    <a:pt x="621" y="369"/>
                    <a:pt x="520" y="248"/>
                  </a:cubicBezTo>
                  <a:cubicBezTo>
                    <a:pt x="467" y="188"/>
                    <a:pt x="410" y="130"/>
                    <a:pt x="347" y="81"/>
                  </a:cubicBezTo>
                  <a:cubicBezTo>
                    <a:pt x="301" y="46"/>
                    <a:pt x="239" y="0"/>
                    <a:pt x="17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400" bIns="77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869;p29"/>
            <p:cNvSpPr/>
            <p:nvPr/>
          </p:nvSpPr>
          <p:spPr>
            <a:xfrm>
              <a:off x="4276440" y="2576880"/>
              <a:ext cx="35640" cy="8604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86040"/>
                <a:gd name="textAreaBottom" fmla="*/ 86400 h 86040"/>
              </a:gdLst>
              <a:ahLst/>
              <a:cxnLst/>
              <a:rect l="textAreaLeft" t="textAreaTop" r="textAreaRight" b="textAreaBottom"/>
              <a:pathLst>
                <a:path w="539" h="1299">
                  <a:moveTo>
                    <a:pt x="39" y="0"/>
                  </a:moveTo>
                  <a:cubicBezTo>
                    <a:pt x="24" y="0"/>
                    <a:pt x="10" y="10"/>
                    <a:pt x="7" y="29"/>
                  </a:cubicBezTo>
                  <a:cubicBezTo>
                    <a:pt x="5" y="52"/>
                    <a:pt x="0" y="75"/>
                    <a:pt x="5" y="97"/>
                  </a:cubicBezTo>
                  <a:cubicBezTo>
                    <a:pt x="7" y="119"/>
                    <a:pt x="13" y="142"/>
                    <a:pt x="17" y="164"/>
                  </a:cubicBezTo>
                  <a:cubicBezTo>
                    <a:pt x="25" y="208"/>
                    <a:pt x="35" y="252"/>
                    <a:pt x="44" y="295"/>
                  </a:cubicBezTo>
                  <a:cubicBezTo>
                    <a:pt x="65" y="383"/>
                    <a:pt x="93" y="469"/>
                    <a:pt x="120" y="554"/>
                  </a:cubicBezTo>
                  <a:cubicBezTo>
                    <a:pt x="148" y="640"/>
                    <a:pt x="177" y="723"/>
                    <a:pt x="211" y="806"/>
                  </a:cubicBezTo>
                  <a:cubicBezTo>
                    <a:pt x="244" y="887"/>
                    <a:pt x="283" y="965"/>
                    <a:pt x="324" y="1042"/>
                  </a:cubicBezTo>
                  <a:cubicBezTo>
                    <a:pt x="337" y="1065"/>
                    <a:pt x="349" y="1091"/>
                    <a:pt x="365" y="1113"/>
                  </a:cubicBezTo>
                  <a:cubicBezTo>
                    <a:pt x="380" y="1133"/>
                    <a:pt x="393" y="1153"/>
                    <a:pt x="407" y="1173"/>
                  </a:cubicBezTo>
                  <a:lnTo>
                    <a:pt x="447" y="1235"/>
                  </a:lnTo>
                  <a:cubicBezTo>
                    <a:pt x="462" y="1256"/>
                    <a:pt x="474" y="1278"/>
                    <a:pt x="495" y="1293"/>
                  </a:cubicBezTo>
                  <a:cubicBezTo>
                    <a:pt x="499" y="1297"/>
                    <a:pt x="504" y="1299"/>
                    <a:pt x="509" y="1299"/>
                  </a:cubicBezTo>
                  <a:cubicBezTo>
                    <a:pt x="524" y="1299"/>
                    <a:pt x="539" y="1284"/>
                    <a:pt x="535" y="1268"/>
                  </a:cubicBezTo>
                  <a:cubicBezTo>
                    <a:pt x="533" y="1248"/>
                    <a:pt x="522" y="1228"/>
                    <a:pt x="513" y="1210"/>
                  </a:cubicBezTo>
                  <a:cubicBezTo>
                    <a:pt x="503" y="1189"/>
                    <a:pt x="496" y="1168"/>
                    <a:pt x="486" y="1146"/>
                  </a:cubicBezTo>
                  <a:lnTo>
                    <a:pt x="462" y="1089"/>
                  </a:lnTo>
                  <a:cubicBezTo>
                    <a:pt x="453" y="1068"/>
                    <a:pt x="447" y="1045"/>
                    <a:pt x="438" y="1024"/>
                  </a:cubicBezTo>
                  <a:cubicBezTo>
                    <a:pt x="402" y="944"/>
                    <a:pt x="371" y="864"/>
                    <a:pt x="335" y="784"/>
                  </a:cubicBezTo>
                  <a:cubicBezTo>
                    <a:pt x="300" y="704"/>
                    <a:pt x="270" y="623"/>
                    <a:pt x="240" y="541"/>
                  </a:cubicBezTo>
                  <a:cubicBezTo>
                    <a:pt x="211" y="458"/>
                    <a:pt x="187" y="381"/>
                    <a:pt x="163" y="300"/>
                  </a:cubicBezTo>
                  <a:cubicBezTo>
                    <a:pt x="150" y="252"/>
                    <a:pt x="138" y="212"/>
                    <a:pt x="122" y="163"/>
                  </a:cubicBezTo>
                  <a:cubicBezTo>
                    <a:pt x="116" y="139"/>
                    <a:pt x="108" y="115"/>
                    <a:pt x="103" y="91"/>
                  </a:cubicBezTo>
                  <a:cubicBezTo>
                    <a:pt x="96" y="63"/>
                    <a:pt x="85" y="41"/>
                    <a:pt x="70" y="18"/>
                  </a:cubicBezTo>
                  <a:cubicBezTo>
                    <a:pt x="63" y="6"/>
                    <a:pt x="51" y="0"/>
                    <a:pt x="3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200" bIns="43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870;p29"/>
            <p:cNvSpPr/>
            <p:nvPr/>
          </p:nvSpPr>
          <p:spPr>
            <a:xfrm>
              <a:off x="4197600" y="2504880"/>
              <a:ext cx="102600" cy="15732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157320"/>
                <a:gd name="textAreaBottom" fmla="*/ 157680 h 157320"/>
              </a:gdLst>
              <a:ahLst/>
              <a:cxnLst/>
              <a:rect l="textAreaLeft" t="textAreaTop" r="textAreaRight" b="textAreaBottom"/>
              <a:pathLst>
                <a:path w="1547" h="2369">
                  <a:moveTo>
                    <a:pt x="22" y="1"/>
                  </a:moveTo>
                  <a:cubicBezTo>
                    <a:pt x="11" y="1"/>
                    <a:pt x="1" y="10"/>
                    <a:pt x="2" y="23"/>
                  </a:cubicBezTo>
                  <a:cubicBezTo>
                    <a:pt x="4" y="45"/>
                    <a:pt x="4" y="68"/>
                    <a:pt x="10" y="90"/>
                  </a:cubicBezTo>
                  <a:cubicBezTo>
                    <a:pt x="17" y="114"/>
                    <a:pt x="26" y="136"/>
                    <a:pt x="32" y="159"/>
                  </a:cubicBezTo>
                  <a:cubicBezTo>
                    <a:pt x="39" y="180"/>
                    <a:pt x="46" y="199"/>
                    <a:pt x="54" y="221"/>
                  </a:cubicBezTo>
                  <a:cubicBezTo>
                    <a:pt x="61" y="243"/>
                    <a:pt x="68" y="265"/>
                    <a:pt x="79" y="289"/>
                  </a:cubicBezTo>
                  <a:cubicBezTo>
                    <a:pt x="116" y="372"/>
                    <a:pt x="154" y="452"/>
                    <a:pt x="194" y="532"/>
                  </a:cubicBezTo>
                  <a:cubicBezTo>
                    <a:pt x="275" y="696"/>
                    <a:pt x="362" y="855"/>
                    <a:pt x="454" y="1011"/>
                  </a:cubicBezTo>
                  <a:cubicBezTo>
                    <a:pt x="641" y="1325"/>
                    <a:pt x="847" y="1629"/>
                    <a:pt x="1075" y="1915"/>
                  </a:cubicBezTo>
                  <a:cubicBezTo>
                    <a:pt x="1137" y="1994"/>
                    <a:pt x="1204" y="2071"/>
                    <a:pt x="1273" y="2146"/>
                  </a:cubicBezTo>
                  <a:cubicBezTo>
                    <a:pt x="1307" y="2185"/>
                    <a:pt x="1341" y="2223"/>
                    <a:pt x="1380" y="2258"/>
                  </a:cubicBezTo>
                  <a:cubicBezTo>
                    <a:pt x="1417" y="2295"/>
                    <a:pt x="1455" y="2329"/>
                    <a:pt x="1493" y="2363"/>
                  </a:cubicBezTo>
                  <a:cubicBezTo>
                    <a:pt x="1498" y="2367"/>
                    <a:pt x="1503" y="2368"/>
                    <a:pt x="1508" y="2368"/>
                  </a:cubicBezTo>
                  <a:cubicBezTo>
                    <a:pt x="1528" y="2368"/>
                    <a:pt x="1546" y="2340"/>
                    <a:pt x="1531" y="2321"/>
                  </a:cubicBezTo>
                  <a:cubicBezTo>
                    <a:pt x="1477" y="2250"/>
                    <a:pt x="1422" y="2176"/>
                    <a:pt x="1363" y="2107"/>
                  </a:cubicBezTo>
                  <a:cubicBezTo>
                    <a:pt x="1306" y="2037"/>
                    <a:pt x="1250" y="1965"/>
                    <a:pt x="1195" y="1894"/>
                  </a:cubicBezTo>
                  <a:cubicBezTo>
                    <a:pt x="1086" y="1751"/>
                    <a:pt x="977" y="1609"/>
                    <a:pt x="874" y="1461"/>
                  </a:cubicBezTo>
                  <a:cubicBezTo>
                    <a:pt x="669" y="1166"/>
                    <a:pt x="490" y="866"/>
                    <a:pt x="325" y="544"/>
                  </a:cubicBezTo>
                  <a:cubicBezTo>
                    <a:pt x="278" y="454"/>
                    <a:pt x="232" y="362"/>
                    <a:pt x="191" y="270"/>
                  </a:cubicBezTo>
                  <a:cubicBezTo>
                    <a:pt x="169" y="221"/>
                    <a:pt x="143" y="183"/>
                    <a:pt x="120" y="138"/>
                  </a:cubicBezTo>
                  <a:cubicBezTo>
                    <a:pt x="108" y="115"/>
                    <a:pt x="95" y="93"/>
                    <a:pt x="83" y="70"/>
                  </a:cubicBezTo>
                  <a:cubicBezTo>
                    <a:pt x="71" y="46"/>
                    <a:pt x="53" y="27"/>
                    <a:pt x="35" y="7"/>
                  </a:cubicBezTo>
                  <a:cubicBezTo>
                    <a:pt x="31" y="3"/>
                    <a:pt x="26" y="1"/>
                    <a:pt x="2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840" bIns="78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871;p29"/>
            <p:cNvSpPr/>
            <p:nvPr/>
          </p:nvSpPr>
          <p:spPr>
            <a:xfrm>
              <a:off x="4102200" y="2495880"/>
              <a:ext cx="63360" cy="3924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959" h="593">
                  <a:moveTo>
                    <a:pt x="28" y="0"/>
                  </a:moveTo>
                  <a:cubicBezTo>
                    <a:pt x="9" y="0"/>
                    <a:pt x="1" y="21"/>
                    <a:pt x="10" y="36"/>
                  </a:cubicBezTo>
                  <a:cubicBezTo>
                    <a:pt x="20" y="50"/>
                    <a:pt x="33" y="59"/>
                    <a:pt x="48" y="70"/>
                  </a:cubicBezTo>
                  <a:cubicBezTo>
                    <a:pt x="62" y="81"/>
                    <a:pt x="76" y="92"/>
                    <a:pt x="92" y="103"/>
                  </a:cubicBezTo>
                  <a:cubicBezTo>
                    <a:pt x="119" y="125"/>
                    <a:pt x="148" y="145"/>
                    <a:pt x="177" y="164"/>
                  </a:cubicBezTo>
                  <a:cubicBezTo>
                    <a:pt x="235" y="203"/>
                    <a:pt x="295" y="240"/>
                    <a:pt x="353" y="275"/>
                  </a:cubicBezTo>
                  <a:cubicBezTo>
                    <a:pt x="473" y="347"/>
                    <a:pt x="592" y="423"/>
                    <a:pt x="713" y="492"/>
                  </a:cubicBezTo>
                  <a:cubicBezTo>
                    <a:pt x="747" y="511"/>
                    <a:pt x="785" y="530"/>
                    <a:pt x="819" y="547"/>
                  </a:cubicBezTo>
                  <a:cubicBezTo>
                    <a:pt x="855" y="565"/>
                    <a:pt x="893" y="577"/>
                    <a:pt x="932" y="592"/>
                  </a:cubicBezTo>
                  <a:cubicBezTo>
                    <a:pt x="933" y="593"/>
                    <a:pt x="934" y="593"/>
                    <a:pt x="935" y="593"/>
                  </a:cubicBezTo>
                  <a:cubicBezTo>
                    <a:pt x="951" y="593"/>
                    <a:pt x="958" y="574"/>
                    <a:pt x="946" y="565"/>
                  </a:cubicBezTo>
                  <a:cubicBezTo>
                    <a:pt x="921" y="542"/>
                    <a:pt x="895" y="516"/>
                    <a:pt x="867" y="495"/>
                  </a:cubicBezTo>
                  <a:cubicBezTo>
                    <a:pt x="838" y="475"/>
                    <a:pt x="811" y="454"/>
                    <a:pt x="781" y="433"/>
                  </a:cubicBezTo>
                  <a:cubicBezTo>
                    <a:pt x="725" y="393"/>
                    <a:pt x="665" y="360"/>
                    <a:pt x="606" y="322"/>
                  </a:cubicBezTo>
                  <a:cubicBezTo>
                    <a:pt x="487" y="248"/>
                    <a:pt x="368" y="174"/>
                    <a:pt x="246" y="104"/>
                  </a:cubicBezTo>
                  <a:cubicBezTo>
                    <a:pt x="212" y="83"/>
                    <a:pt x="177" y="64"/>
                    <a:pt x="141" y="48"/>
                  </a:cubicBezTo>
                  <a:cubicBezTo>
                    <a:pt x="122" y="39"/>
                    <a:pt x="104" y="30"/>
                    <a:pt x="86" y="21"/>
                  </a:cubicBezTo>
                  <a:cubicBezTo>
                    <a:pt x="67" y="14"/>
                    <a:pt x="50" y="3"/>
                    <a:pt x="29" y="0"/>
                  </a:cubicBezTo>
                  <a:cubicBezTo>
                    <a:pt x="28" y="0"/>
                    <a:pt x="28" y="0"/>
                    <a:pt x="2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872;p29"/>
            <p:cNvSpPr/>
            <p:nvPr/>
          </p:nvSpPr>
          <p:spPr>
            <a:xfrm>
              <a:off x="4203720" y="2722320"/>
              <a:ext cx="204120" cy="4464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44640"/>
                <a:gd name="textAreaBottom" fmla="*/ 45000 h 44640"/>
              </a:gdLst>
              <a:ahLst/>
              <a:cxnLst/>
              <a:rect l="textAreaLeft" t="textAreaTop" r="textAreaRight" b="textAreaBottom"/>
              <a:pathLst>
                <a:path w="3076" h="678">
                  <a:moveTo>
                    <a:pt x="128" y="190"/>
                  </a:moveTo>
                  <a:cubicBezTo>
                    <a:pt x="128" y="191"/>
                    <a:pt x="129" y="191"/>
                    <a:pt x="129" y="192"/>
                  </a:cubicBezTo>
                  <a:lnTo>
                    <a:pt x="129" y="192"/>
                  </a:lnTo>
                  <a:cubicBezTo>
                    <a:pt x="128" y="191"/>
                    <a:pt x="128" y="190"/>
                    <a:pt x="128" y="190"/>
                  </a:cubicBezTo>
                  <a:close/>
                  <a:moveTo>
                    <a:pt x="285" y="139"/>
                  </a:moveTo>
                  <a:cubicBezTo>
                    <a:pt x="335" y="140"/>
                    <a:pt x="385" y="143"/>
                    <a:pt x="435" y="145"/>
                  </a:cubicBezTo>
                  <a:cubicBezTo>
                    <a:pt x="647" y="150"/>
                    <a:pt x="857" y="157"/>
                    <a:pt x="1069" y="167"/>
                  </a:cubicBezTo>
                  <a:cubicBezTo>
                    <a:pt x="1284" y="176"/>
                    <a:pt x="1496" y="190"/>
                    <a:pt x="1710" y="200"/>
                  </a:cubicBezTo>
                  <a:cubicBezTo>
                    <a:pt x="1910" y="208"/>
                    <a:pt x="2108" y="218"/>
                    <a:pt x="2306" y="241"/>
                  </a:cubicBezTo>
                  <a:cubicBezTo>
                    <a:pt x="2402" y="252"/>
                    <a:pt x="2498" y="268"/>
                    <a:pt x="2593" y="289"/>
                  </a:cubicBezTo>
                  <a:cubicBezTo>
                    <a:pt x="2605" y="291"/>
                    <a:pt x="2617" y="294"/>
                    <a:pt x="2628" y="296"/>
                  </a:cubicBezTo>
                  <a:cubicBezTo>
                    <a:pt x="2631" y="298"/>
                    <a:pt x="2634" y="299"/>
                    <a:pt x="2637" y="299"/>
                  </a:cubicBezTo>
                  <a:lnTo>
                    <a:pt x="2637" y="299"/>
                  </a:lnTo>
                  <a:cubicBezTo>
                    <a:pt x="2636" y="299"/>
                    <a:pt x="2635" y="299"/>
                    <a:pt x="2634" y="299"/>
                  </a:cubicBezTo>
                  <a:lnTo>
                    <a:pt x="2634" y="299"/>
                  </a:lnTo>
                  <a:cubicBezTo>
                    <a:pt x="2634" y="299"/>
                    <a:pt x="2636" y="299"/>
                    <a:pt x="2641" y="301"/>
                  </a:cubicBezTo>
                  <a:cubicBezTo>
                    <a:pt x="2671" y="310"/>
                    <a:pt x="2701" y="317"/>
                    <a:pt x="2733" y="324"/>
                  </a:cubicBezTo>
                  <a:cubicBezTo>
                    <a:pt x="2744" y="327"/>
                    <a:pt x="2755" y="328"/>
                    <a:pt x="2765" y="331"/>
                  </a:cubicBezTo>
                  <a:cubicBezTo>
                    <a:pt x="2767" y="331"/>
                    <a:pt x="2769" y="333"/>
                    <a:pt x="2771" y="333"/>
                  </a:cubicBezTo>
                  <a:cubicBezTo>
                    <a:pt x="2763" y="331"/>
                    <a:pt x="2759" y="330"/>
                    <a:pt x="2760" y="330"/>
                  </a:cubicBezTo>
                  <a:cubicBezTo>
                    <a:pt x="2761" y="330"/>
                    <a:pt x="2769" y="331"/>
                    <a:pt x="2784" y="335"/>
                  </a:cubicBezTo>
                  <a:cubicBezTo>
                    <a:pt x="2788" y="336"/>
                    <a:pt x="2789" y="336"/>
                    <a:pt x="2789" y="336"/>
                  </a:cubicBezTo>
                  <a:cubicBezTo>
                    <a:pt x="2789" y="336"/>
                    <a:pt x="2778" y="333"/>
                    <a:pt x="2779" y="333"/>
                  </a:cubicBezTo>
                  <a:lnTo>
                    <a:pt x="2779" y="333"/>
                  </a:lnTo>
                  <a:cubicBezTo>
                    <a:pt x="2779" y="333"/>
                    <a:pt x="2780" y="334"/>
                    <a:pt x="2785" y="335"/>
                  </a:cubicBezTo>
                  <a:cubicBezTo>
                    <a:pt x="2794" y="337"/>
                    <a:pt x="2803" y="339"/>
                    <a:pt x="2812" y="342"/>
                  </a:cubicBezTo>
                  <a:lnTo>
                    <a:pt x="2812" y="342"/>
                  </a:lnTo>
                  <a:cubicBezTo>
                    <a:pt x="2780" y="349"/>
                    <a:pt x="2748" y="357"/>
                    <a:pt x="2717" y="366"/>
                  </a:cubicBezTo>
                  <a:cubicBezTo>
                    <a:pt x="2616" y="391"/>
                    <a:pt x="2517" y="418"/>
                    <a:pt x="2416" y="442"/>
                  </a:cubicBezTo>
                  <a:cubicBezTo>
                    <a:pt x="2215" y="489"/>
                    <a:pt x="2012" y="527"/>
                    <a:pt x="1807" y="549"/>
                  </a:cubicBezTo>
                  <a:cubicBezTo>
                    <a:pt x="1756" y="554"/>
                    <a:pt x="1703" y="559"/>
                    <a:pt x="1651" y="563"/>
                  </a:cubicBezTo>
                  <a:cubicBezTo>
                    <a:pt x="1626" y="564"/>
                    <a:pt x="1603" y="565"/>
                    <a:pt x="1578" y="566"/>
                  </a:cubicBezTo>
                  <a:cubicBezTo>
                    <a:pt x="1554" y="569"/>
                    <a:pt x="1534" y="569"/>
                    <a:pt x="1514" y="570"/>
                  </a:cubicBezTo>
                  <a:cubicBezTo>
                    <a:pt x="1494" y="570"/>
                    <a:pt x="1474" y="570"/>
                    <a:pt x="1454" y="570"/>
                  </a:cubicBezTo>
                  <a:cubicBezTo>
                    <a:pt x="1381" y="570"/>
                    <a:pt x="1309" y="568"/>
                    <a:pt x="1235" y="563"/>
                  </a:cubicBezTo>
                  <a:cubicBezTo>
                    <a:pt x="1143" y="556"/>
                    <a:pt x="1050" y="545"/>
                    <a:pt x="960" y="530"/>
                  </a:cubicBezTo>
                  <a:cubicBezTo>
                    <a:pt x="913" y="523"/>
                    <a:pt x="870" y="514"/>
                    <a:pt x="826" y="504"/>
                  </a:cubicBezTo>
                  <a:cubicBezTo>
                    <a:pt x="815" y="501"/>
                    <a:pt x="803" y="498"/>
                    <a:pt x="792" y="495"/>
                  </a:cubicBezTo>
                  <a:cubicBezTo>
                    <a:pt x="792" y="495"/>
                    <a:pt x="785" y="494"/>
                    <a:pt x="782" y="493"/>
                  </a:cubicBezTo>
                  <a:lnTo>
                    <a:pt x="782" y="493"/>
                  </a:lnTo>
                  <a:lnTo>
                    <a:pt x="767" y="490"/>
                  </a:lnTo>
                  <a:cubicBezTo>
                    <a:pt x="743" y="484"/>
                    <a:pt x="721" y="478"/>
                    <a:pt x="698" y="472"/>
                  </a:cubicBezTo>
                  <a:cubicBezTo>
                    <a:pt x="610" y="448"/>
                    <a:pt x="523" y="416"/>
                    <a:pt x="439" y="380"/>
                  </a:cubicBezTo>
                  <a:cubicBezTo>
                    <a:pt x="397" y="362"/>
                    <a:pt x="357" y="344"/>
                    <a:pt x="317" y="323"/>
                  </a:cubicBezTo>
                  <a:cubicBezTo>
                    <a:pt x="275" y="301"/>
                    <a:pt x="244" y="284"/>
                    <a:pt x="202" y="258"/>
                  </a:cubicBezTo>
                  <a:cubicBezTo>
                    <a:pt x="185" y="248"/>
                    <a:pt x="169" y="237"/>
                    <a:pt x="154" y="225"/>
                  </a:cubicBezTo>
                  <a:cubicBezTo>
                    <a:pt x="153" y="225"/>
                    <a:pt x="146" y="218"/>
                    <a:pt x="146" y="218"/>
                  </a:cubicBezTo>
                  <a:lnTo>
                    <a:pt x="146" y="218"/>
                  </a:lnTo>
                  <a:cubicBezTo>
                    <a:pt x="146" y="218"/>
                    <a:pt x="146" y="219"/>
                    <a:pt x="148" y="221"/>
                  </a:cubicBezTo>
                  <a:cubicBezTo>
                    <a:pt x="144" y="217"/>
                    <a:pt x="141" y="214"/>
                    <a:pt x="138" y="210"/>
                  </a:cubicBezTo>
                  <a:cubicBezTo>
                    <a:pt x="136" y="207"/>
                    <a:pt x="134" y="205"/>
                    <a:pt x="133" y="202"/>
                  </a:cubicBezTo>
                  <a:lnTo>
                    <a:pt x="133" y="202"/>
                  </a:lnTo>
                  <a:cubicBezTo>
                    <a:pt x="134" y="204"/>
                    <a:pt x="135" y="205"/>
                    <a:pt x="135" y="205"/>
                  </a:cubicBezTo>
                  <a:cubicBezTo>
                    <a:pt x="136" y="205"/>
                    <a:pt x="132" y="198"/>
                    <a:pt x="129" y="195"/>
                  </a:cubicBezTo>
                  <a:lnTo>
                    <a:pt x="129" y="195"/>
                  </a:lnTo>
                  <a:cubicBezTo>
                    <a:pt x="129" y="195"/>
                    <a:pt x="129" y="195"/>
                    <a:pt x="129" y="194"/>
                  </a:cubicBezTo>
                  <a:lnTo>
                    <a:pt x="129" y="194"/>
                  </a:lnTo>
                  <a:cubicBezTo>
                    <a:pt x="129" y="193"/>
                    <a:pt x="129" y="189"/>
                    <a:pt x="130" y="186"/>
                  </a:cubicBezTo>
                  <a:lnTo>
                    <a:pt x="130" y="186"/>
                  </a:lnTo>
                  <a:cubicBezTo>
                    <a:pt x="130" y="187"/>
                    <a:pt x="129" y="188"/>
                    <a:pt x="128" y="189"/>
                  </a:cubicBezTo>
                  <a:cubicBezTo>
                    <a:pt x="129" y="188"/>
                    <a:pt x="130" y="187"/>
                    <a:pt x="130" y="186"/>
                  </a:cubicBezTo>
                  <a:lnTo>
                    <a:pt x="130" y="186"/>
                  </a:lnTo>
                  <a:cubicBezTo>
                    <a:pt x="130" y="186"/>
                    <a:pt x="130" y="186"/>
                    <a:pt x="130" y="186"/>
                  </a:cubicBezTo>
                  <a:lnTo>
                    <a:pt x="130" y="186"/>
                  </a:lnTo>
                  <a:cubicBezTo>
                    <a:pt x="130" y="186"/>
                    <a:pt x="130" y="186"/>
                    <a:pt x="130" y="186"/>
                  </a:cubicBezTo>
                  <a:lnTo>
                    <a:pt x="130" y="186"/>
                  </a:lnTo>
                  <a:cubicBezTo>
                    <a:pt x="130" y="189"/>
                    <a:pt x="130" y="190"/>
                    <a:pt x="130" y="190"/>
                  </a:cubicBezTo>
                  <a:cubicBezTo>
                    <a:pt x="130" y="190"/>
                    <a:pt x="132" y="186"/>
                    <a:pt x="131" y="186"/>
                  </a:cubicBezTo>
                  <a:lnTo>
                    <a:pt x="131" y="186"/>
                  </a:lnTo>
                  <a:cubicBezTo>
                    <a:pt x="131" y="186"/>
                    <a:pt x="131" y="186"/>
                    <a:pt x="130" y="186"/>
                  </a:cubicBezTo>
                  <a:lnTo>
                    <a:pt x="130" y="186"/>
                  </a:lnTo>
                  <a:cubicBezTo>
                    <a:pt x="130" y="186"/>
                    <a:pt x="130" y="186"/>
                    <a:pt x="130" y="186"/>
                  </a:cubicBezTo>
                  <a:lnTo>
                    <a:pt x="130" y="186"/>
                  </a:lnTo>
                  <a:cubicBezTo>
                    <a:pt x="130" y="186"/>
                    <a:pt x="130" y="186"/>
                    <a:pt x="130" y="186"/>
                  </a:cubicBezTo>
                  <a:lnTo>
                    <a:pt x="130" y="186"/>
                  </a:lnTo>
                  <a:cubicBezTo>
                    <a:pt x="130" y="186"/>
                    <a:pt x="130" y="186"/>
                    <a:pt x="130" y="185"/>
                  </a:cubicBezTo>
                  <a:lnTo>
                    <a:pt x="130" y="185"/>
                  </a:lnTo>
                  <a:cubicBezTo>
                    <a:pt x="130" y="186"/>
                    <a:pt x="130" y="186"/>
                    <a:pt x="130" y="186"/>
                  </a:cubicBezTo>
                  <a:lnTo>
                    <a:pt x="130" y="186"/>
                  </a:lnTo>
                  <a:cubicBezTo>
                    <a:pt x="132" y="184"/>
                    <a:pt x="133" y="182"/>
                    <a:pt x="134" y="180"/>
                  </a:cubicBezTo>
                  <a:cubicBezTo>
                    <a:pt x="135" y="178"/>
                    <a:pt x="136" y="177"/>
                    <a:pt x="136" y="177"/>
                  </a:cubicBezTo>
                  <a:lnTo>
                    <a:pt x="136" y="177"/>
                  </a:lnTo>
                  <a:cubicBezTo>
                    <a:pt x="137" y="176"/>
                    <a:pt x="138" y="176"/>
                    <a:pt x="139" y="174"/>
                  </a:cubicBezTo>
                  <a:cubicBezTo>
                    <a:pt x="139" y="174"/>
                    <a:pt x="148" y="167"/>
                    <a:pt x="148" y="167"/>
                  </a:cubicBezTo>
                  <a:lnTo>
                    <a:pt x="148" y="167"/>
                  </a:lnTo>
                  <a:cubicBezTo>
                    <a:pt x="147" y="167"/>
                    <a:pt x="147" y="168"/>
                    <a:pt x="145" y="169"/>
                  </a:cubicBezTo>
                  <a:cubicBezTo>
                    <a:pt x="155" y="162"/>
                    <a:pt x="169" y="157"/>
                    <a:pt x="180" y="152"/>
                  </a:cubicBezTo>
                  <a:cubicBezTo>
                    <a:pt x="182" y="152"/>
                    <a:pt x="185" y="151"/>
                    <a:pt x="188" y="149"/>
                  </a:cubicBezTo>
                  <a:lnTo>
                    <a:pt x="188" y="149"/>
                  </a:lnTo>
                  <a:cubicBezTo>
                    <a:pt x="191" y="149"/>
                    <a:pt x="197" y="147"/>
                    <a:pt x="197" y="147"/>
                  </a:cubicBezTo>
                  <a:cubicBezTo>
                    <a:pt x="208" y="145"/>
                    <a:pt x="219" y="143"/>
                    <a:pt x="230" y="141"/>
                  </a:cubicBezTo>
                  <a:cubicBezTo>
                    <a:pt x="240" y="140"/>
                    <a:pt x="251" y="139"/>
                    <a:pt x="260" y="139"/>
                  </a:cubicBezTo>
                  <a:close/>
                  <a:moveTo>
                    <a:pt x="399" y="0"/>
                  </a:moveTo>
                  <a:cubicBezTo>
                    <a:pt x="341" y="0"/>
                    <a:pt x="282" y="3"/>
                    <a:pt x="226" y="15"/>
                  </a:cubicBezTo>
                  <a:cubicBezTo>
                    <a:pt x="135" y="35"/>
                    <a:pt x="1" y="99"/>
                    <a:pt x="20" y="213"/>
                  </a:cubicBezTo>
                  <a:cubicBezTo>
                    <a:pt x="28" y="263"/>
                    <a:pt x="68" y="304"/>
                    <a:pt x="107" y="331"/>
                  </a:cubicBezTo>
                  <a:cubicBezTo>
                    <a:pt x="148" y="359"/>
                    <a:pt x="192" y="382"/>
                    <a:pt x="234" y="405"/>
                  </a:cubicBezTo>
                  <a:cubicBezTo>
                    <a:pt x="316" y="450"/>
                    <a:pt x="403" y="489"/>
                    <a:pt x="491" y="521"/>
                  </a:cubicBezTo>
                  <a:cubicBezTo>
                    <a:pt x="782" y="632"/>
                    <a:pt x="1092" y="677"/>
                    <a:pt x="1402" y="677"/>
                  </a:cubicBezTo>
                  <a:cubicBezTo>
                    <a:pt x="1482" y="677"/>
                    <a:pt x="1562" y="674"/>
                    <a:pt x="1642" y="669"/>
                  </a:cubicBezTo>
                  <a:cubicBezTo>
                    <a:pt x="1852" y="653"/>
                    <a:pt x="2061" y="619"/>
                    <a:pt x="2268" y="574"/>
                  </a:cubicBezTo>
                  <a:cubicBezTo>
                    <a:pt x="2372" y="551"/>
                    <a:pt x="2474" y="525"/>
                    <a:pt x="2577" y="497"/>
                  </a:cubicBezTo>
                  <a:cubicBezTo>
                    <a:pt x="2628" y="483"/>
                    <a:pt x="2679" y="470"/>
                    <a:pt x="2730" y="454"/>
                  </a:cubicBezTo>
                  <a:cubicBezTo>
                    <a:pt x="2781" y="439"/>
                    <a:pt x="2833" y="420"/>
                    <a:pt x="2884" y="401"/>
                  </a:cubicBezTo>
                  <a:cubicBezTo>
                    <a:pt x="2906" y="393"/>
                    <a:pt x="2930" y="384"/>
                    <a:pt x="2953" y="377"/>
                  </a:cubicBezTo>
                  <a:lnTo>
                    <a:pt x="2953" y="377"/>
                  </a:lnTo>
                  <a:cubicBezTo>
                    <a:pt x="2958" y="378"/>
                    <a:pt x="2963" y="379"/>
                    <a:pt x="2968" y="381"/>
                  </a:cubicBezTo>
                  <a:cubicBezTo>
                    <a:pt x="2972" y="382"/>
                    <a:pt x="2974" y="382"/>
                    <a:pt x="2975" y="382"/>
                  </a:cubicBezTo>
                  <a:cubicBezTo>
                    <a:pt x="2976" y="382"/>
                    <a:pt x="2969" y="380"/>
                    <a:pt x="2970" y="380"/>
                  </a:cubicBezTo>
                  <a:lnTo>
                    <a:pt x="2970" y="380"/>
                  </a:lnTo>
                  <a:cubicBezTo>
                    <a:pt x="2970" y="380"/>
                    <a:pt x="2971" y="381"/>
                    <a:pt x="2977" y="382"/>
                  </a:cubicBezTo>
                  <a:cubicBezTo>
                    <a:pt x="2982" y="383"/>
                    <a:pt x="2989" y="384"/>
                    <a:pt x="2995" y="386"/>
                  </a:cubicBezTo>
                  <a:cubicBezTo>
                    <a:pt x="3001" y="388"/>
                    <a:pt x="3008" y="389"/>
                    <a:pt x="3015" y="389"/>
                  </a:cubicBezTo>
                  <a:cubicBezTo>
                    <a:pt x="3034" y="389"/>
                    <a:pt x="3052" y="381"/>
                    <a:pt x="3064" y="361"/>
                  </a:cubicBezTo>
                  <a:cubicBezTo>
                    <a:pt x="3076" y="338"/>
                    <a:pt x="3070" y="306"/>
                    <a:pt x="3048" y="290"/>
                  </a:cubicBezTo>
                  <a:cubicBezTo>
                    <a:pt x="3004" y="258"/>
                    <a:pt x="2957" y="227"/>
                    <a:pt x="2908" y="203"/>
                  </a:cubicBezTo>
                  <a:cubicBezTo>
                    <a:pt x="2863" y="183"/>
                    <a:pt x="2818" y="165"/>
                    <a:pt x="2773" y="148"/>
                  </a:cubicBezTo>
                  <a:cubicBezTo>
                    <a:pt x="2722" y="129"/>
                    <a:pt x="2665" y="120"/>
                    <a:pt x="2612" y="109"/>
                  </a:cubicBezTo>
                  <a:cubicBezTo>
                    <a:pt x="2564" y="99"/>
                    <a:pt x="2515" y="90"/>
                    <a:pt x="2466" y="82"/>
                  </a:cubicBezTo>
                  <a:cubicBezTo>
                    <a:pt x="2268" y="51"/>
                    <a:pt x="2067" y="40"/>
                    <a:pt x="1865" y="29"/>
                  </a:cubicBezTo>
                  <a:cubicBezTo>
                    <a:pt x="1423" y="8"/>
                    <a:pt x="980" y="2"/>
                    <a:pt x="539" y="2"/>
                  </a:cubicBezTo>
                  <a:cubicBezTo>
                    <a:pt x="493" y="2"/>
                    <a:pt x="446" y="0"/>
                    <a:pt x="39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320" bIns="22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873;p29"/>
            <p:cNvSpPr/>
            <p:nvPr/>
          </p:nvSpPr>
          <p:spPr>
            <a:xfrm>
              <a:off x="4277160" y="2738520"/>
              <a:ext cx="119160" cy="1800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1797" h="278">
                  <a:moveTo>
                    <a:pt x="346" y="155"/>
                  </a:moveTo>
                  <a:cubicBezTo>
                    <a:pt x="347" y="155"/>
                    <a:pt x="347" y="156"/>
                    <a:pt x="347" y="156"/>
                  </a:cubicBezTo>
                  <a:lnTo>
                    <a:pt x="347" y="156"/>
                  </a:lnTo>
                  <a:cubicBezTo>
                    <a:pt x="347" y="156"/>
                    <a:pt x="346" y="156"/>
                    <a:pt x="345" y="156"/>
                  </a:cubicBezTo>
                  <a:lnTo>
                    <a:pt x="345" y="156"/>
                  </a:lnTo>
                  <a:cubicBezTo>
                    <a:pt x="346" y="156"/>
                    <a:pt x="346" y="156"/>
                    <a:pt x="346" y="155"/>
                  </a:cubicBezTo>
                  <a:close/>
                  <a:moveTo>
                    <a:pt x="1735" y="1"/>
                  </a:moveTo>
                  <a:cubicBezTo>
                    <a:pt x="1732" y="1"/>
                    <a:pt x="1729" y="1"/>
                    <a:pt x="1726" y="2"/>
                  </a:cubicBezTo>
                  <a:cubicBezTo>
                    <a:pt x="1713" y="4"/>
                    <a:pt x="1701" y="6"/>
                    <a:pt x="1686" y="8"/>
                  </a:cubicBezTo>
                  <a:cubicBezTo>
                    <a:pt x="1670" y="12"/>
                    <a:pt x="1662" y="14"/>
                    <a:pt x="1647" y="19"/>
                  </a:cubicBezTo>
                  <a:cubicBezTo>
                    <a:pt x="1619" y="28"/>
                    <a:pt x="1592" y="35"/>
                    <a:pt x="1564" y="42"/>
                  </a:cubicBezTo>
                  <a:cubicBezTo>
                    <a:pt x="1511" y="57"/>
                    <a:pt x="1456" y="70"/>
                    <a:pt x="1401" y="81"/>
                  </a:cubicBezTo>
                  <a:cubicBezTo>
                    <a:pt x="1292" y="105"/>
                    <a:pt x="1182" y="121"/>
                    <a:pt x="1072" y="135"/>
                  </a:cubicBezTo>
                  <a:cubicBezTo>
                    <a:pt x="1017" y="141"/>
                    <a:pt x="961" y="147"/>
                    <a:pt x="905" y="151"/>
                  </a:cubicBezTo>
                  <a:cubicBezTo>
                    <a:pt x="877" y="154"/>
                    <a:pt x="849" y="155"/>
                    <a:pt x="820" y="157"/>
                  </a:cubicBezTo>
                  <a:cubicBezTo>
                    <a:pt x="808" y="157"/>
                    <a:pt x="796" y="158"/>
                    <a:pt x="781" y="158"/>
                  </a:cubicBezTo>
                  <a:cubicBezTo>
                    <a:pt x="780" y="158"/>
                    <a:pt x="771" y="159"/>
                    <a:pt x="768" y="159"/>
                  </a:cubicBezTo>
                  <a:cubicBezTo>
                    <a:pt x="766" y="159"/>
                    <a:pt x="766" y="158"/>
                    <a:pt x="769" y="158"/>
                  </a:cubicBezTo>
                  <a:lnTo>
                    <a:pt x="747" y="158"/>
                  </a:lnTo>
                  <a:cubicBezTo>
                    <a:pt x="709" y="159"/>
                    <a:pt x="670" y="159"/>
                    <a:pt x="631" y="159"/>
                  </a:cubicBezTo>
                  <a:cubicBezTo>
                    <a:pt x="557" y="159"/>
                    <a:pt x="484" y="157"/>
                    <a:pt x="411" y="152"/>
                  </a:cubicBezTo>
                  <a:cubicBezTo>
                    <a:pt x="403" y="152"/>
                    <a:pt x="393" y="151"/>
                    <a:pt x="383" y="151"/>
                  </a:cubicBezTo>
                  <a:cubicBezTo>
                    <a:pt x="374" y="151"/>
                    <a:pt x="364" y="152"/>
                    <a:pt x="355" y="154"/>
                  </a:cubicBezTo>
                  <a:cubicBezTo>
                    <a:pt x="352" y="154"/>
                    <a:pt x="351" y="155"/>
                    <a:pt x="348" y="155"/>
                  </a:cubicBezTo>
                  <a:lnTo>
                    <a:pt x="348" y="155"/>
                  </a:lnTo>
                  <a:cubicBezTo>
                    <a:pt x="346" y="155"/>
                    <a:pt x="342" y="154"/>
                    <a:pt x="341" y="154"/>
                  </a:cubicBezTo>
                  <a:cubicBezTo>
                    <a:pt x="334" y="154"/>
                    <a:pt x="326" y="154"/>
                    <a:pt x="319" y="152"/>
                  </a:cubicBezTo>
                  <a:cubicBezTo>
                    <a:pt x="287" y="151"/>
                    <a:pt x="256" y="149"/>
                    <a:pt x="225" y="147"/>
                  </a:cubicBezTo>
                  <a:cubicBezTo>
                    <a:pt x="161" y="141"/>
                    <a:pt x="98" y="139"/>
                    <a:pt x="35" y="133"/>
                  </a:cubicBezTo>
                  <a:cubicBezTo>
                    <a:pt x="34" y="133"/>
                    <a:pt x="34" y="133"/>
                    <a:pt x="34" y="133"/>
                  </a:cubicBezTo>
                  <a:cubicBezTo>
                    <a:pt x="11" y="133"/>
                    <a:pt x="1" y="167"/>
                    <a:pt x="26" y="174"/>
                  </a:cubicBezTo>
                  <a:cubicBezTo>
                    <a:pt x="81" y="193"/>
                    <a:pt x="136" y="209"/>
                    <a:pt x="192" y="220"/>
                  </a:cubicBezTo>
                  <a:cubicBezTo>
                    <a:pt x="219" y="226"/>
                    <a:pt x="245" y="231"/>
                    <a:pt x="273" y="237"/>
                  </a:cubicBezTo>
                  <a:cubicBezTo>
                    <a:pt x="297" y="240"/>
                    <a:pt x="328" y="242"/>
                    <a:pt x="350" y="253"/>
                  </a:cubicBezTo>
                  <a:cubicBezTo>
                    <a:pt x="377" y="265"/>
                    <a:pt x="412" y="264"/>
                    <a:pt x="441" y="266"/>
                  </a:cubicBezTo>
                  <a:cubicBezTo>
                    <a:pt x="471" y="270"/>
                    <a:pt x="498" y="272"/>
                    <a:pt x="527" y="273"/>
                  </a:cubicBezTo>
                  <a:cubicBezTo>
                    <a:pt x="569" y="276"/>
                    <a:pt x="612" y="278"/>
                    <a:pt x="654" y="278"/>
                  </a:cubicBezTo>
                  <a:cubicBezTo>
                    <a:pt x="667" y="278"/>
                    <a:pt x="680" y="278"/>
                    <a:pt x="694" y="277"/>
                  </a:cubicBezTo>
                  <a:cubicBezTo>
                    <a:pt x="924" y="276"/>
                    <a:pt x="1155" y="253"/>
                    <a:pt x="1380" y="202"/>
                  </a:cubicBezTo>
                  <a:cubicBezTo>
                    <a:pt x="1442" y="188"/>
                    <a:pt x="1504" y="172"/>
                    <a:pt x="1564" y="155"/>
                  </a:cubicBezTo>
                  <a:cubicBezTo>
                    <a:pt x="1597" y="146"/>
                    <a:pt x="1630" y="136"/>
                    <a:pt x="1663" y="125"/>
                  </a:cubicBezTo>
                  <a:cubicBezTo>
                    <a:pt x="1679" y="121"/>
                    <a:pt x="1693" y="117"/>
                    <a:pt x="1708" y="110"/>
                  </a:cubicBezTo>
                  <a:cubicBezTo>
                    <a:pt x="1724" y="103"/>
                    <a:pt x="1739" y="95"/>
                    <a:pt x="1753" y="86"/>
                  </a:cubicBezTo>
                  <a:cubicBezTo>
                    <a:pt x="1797" y="68"/>
                    <a:pt x="1782" y="1"/>
                    <a:pt x="1735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874;p29"/>
            <p:cNvSpPr/>
            <p:nvPr/>
          </p:nvSpPr>
          <p:spPr>
            <a:xfrm>
              <a:off x="4189680" y="2692440"/>
              <a:ext cx="146160" cy="29160"/>
            </a:xfrm>
            <a:custGeom>
              <a:avLst/>
              <a:gdLst>
                <a:gd name="textAreaLeft" fmla="*/ 0 w 146160"/>
                <a:gd name="textAreaRight" fmla="*/ 146520 w 14616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2201" h="445">
                  <a:moveTo>
                    <a:pt x="25" y="1"/>
                  </a:moveTo>
                  <a:cubicBezTo>
                    <a:pt x="6" y="1"/>
                    <a:pt x="0" y="27"/>
                    <a:pt x="17" y="34"/>
                  </a:cubicBezTo>
                  <a:cubicBezTo>
                    <a:pt x="50" y="48"/>
                    <a:pt x="84" y="57"/>
                    <a:pt x="119" y="67"/>
                  </a:cubicBezTo>
                  <a:cubicBezTo>
                    <a:pt x="136" y="71"/>
                    <a:pt x="150" y="77"/>
                    <a:pt x="167" y="80"/>
                  </a:cubicBezTo>
                  <a:cubicBezTo>
                    <a:pt x="185" y="86"/>
                    <a:pt x="202" y="94"/>
                    <a:pt x="220" y="100"/>
                  </a:cubicBezTo>
                  <a:cubicBezTo>
                    <a:pt x="290" y="118"/>
                    <a:pt x="358" y="135"/>
                    <a:pt x="427" y="151"/>
                  </a:cubicBezTo>
                  <a:cubicBezTo>
                    <a:pt x="565" y="184"/>
                    <a:pt x="705" y="215"/>
                    <a:pt x="845" y="245"/>
                  </a:cubicBezTo>
                  <a:cubicBezTo>
                    <a:pt x="984" y="274"/>
                    <a:pt x="1122" y="303"/>
                    <a:pt x="1263" y="329"/>
                  </a:cubicBezTo>
                  <a:cubicBezTo>
                    <a:pt x="1402" y="355"/>
                    <a:pt x="1544" y="377"/>
                    <a:pt x="1685" y="399"/>
                  </a:cubicBezTo>
                  <a:cubicBezTo>
                    <a:pt x="1763" y="412"/>
                    <a:pt x="1840" y="419"/>
                    <a:pt x="1918" y="429"/>
                  </a:cubicBezTo>
                  <a:cubicBezTo>
                    <a:pt x="1959" y="434"/>
                    <a:pt x="2000" y="439"/>
                    <a:pt x="2039" y="442"/>
                  </a:cubicBezTo>
                  <a:cubicBezTo>
                    <a:pt x="2051" y="444"/>
                    <a:pt x="2063" y="444"/>
                    <a:pt x="2075" y="444"/>
                  </a:cubicBezTo>
                  <a:cubicBezTo>
                    <a:pt x="2105" y="444"/>
                    <a:pt x="2134" y="441"/>
                    <a:pt x="2164" y="437"/>
                  </a:cubicBezTo>
                  <a:cubicBezTo>
                    <a:pt x="2197" y="433"/>
                    <a:pt x="2201" y="385"/>
                    <a:pt x="2172" y="373"/>
                  </a:cubicBezTo>
                  <a:cubicBezTo>
                    <a:pt x="2137" y="358"/>
                    <a:pt x="2102" y="345"/>
                    <a:pt x="2064" y="339"/>
                  </a:cubicBezTo>
                  <a:lnTo>
                    <a:pt x="1961" y="323"/>
                  </a:lnTo>
                  <a:cubicBezTo>
                    <a:pt x="1892" y="312"/>
                    <a:pt x="1822" y="297"/>
                    <a:pt x="1751" y="288"/>
                  </a:cubicBezTo>
                  <a:cubicBezTo>
                    <a:pt x="1612" y="268"/>
                    <a:pt x="1471" y="245"/>
                    <a:pt x="1331" y="222"/>
                  </a:cubicBezTo>
                  <a:cubicBezTo>
                    <a:pt x="1191" y="199"/>
                    <a:pt x="1052" y="178"/>
                    <a:pt x="912" y="155"/>
                  </a:cubicBezTo>
                  <a:cubicBezTo>
                    <a:pt x="774" y="132"/>
                    <a:pt x="633" y="105"/>
                    <a:pt x="495" y="79"/>
                  </a:cubicBezTo>
                  <a:cubicBezTo>
                    <a:pt x="418" y="65"/>
                    <a:pt x="341" y="49"/>
                    <a:pt x="264" y="35"/>
                  </a:cubicBezTo>
                  <a:cubicBezTo>
                    <a:pt x="225" y="28"/>
                    <a:pt x="185" y="25"/>
                    <a:pt x="146" y="19"/>
                  </a:cubicBezTo>
                  <a:cubicBezTo>
                    <a:pt x="105" y="12"/>
                    <a:pt x="66" y="3"/>
                    <a:pt x="26" y="1"/>
                  </a:cubicBezTo>
                  <a:cubicBezTo>
                    <a:pt x="26" y="1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875;p29"/>
            <p:cNvSpPr/>
            <p:nvPr/>
          </p:nvSpPr>
          <p:spPr>
            <a:xfrm>
              <a:off x="4162680" y="2678760"/>
              <a:ext cx="18000" cy="1728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277" h="267">
                  <a:moveTo>
                    <a:pt x="49" y="96"/>
                  </a:moveTo>
                  <a:cubicBezTo>
                    <a:pt x="49" y="97"/>
                    <a:pt x="49" y="98"/>
                    <a:pt x="48" y="99"/>
                  </a:cubicBezTo>
                  <a:lnTo>
                    <a:pt x="48" y="99"/>
                  </a:lnTo>
                  <a:cubicBezTo>
                    <a:pt x="48" y="98"/>
                    <a:pt x="49" y="97"/>
                    <a:pt x="49" y="96"/>
                  </a:cubicBezTo>
                  <a:close/>
                  <a:moveTo>
                    <a:pt x="149" y="139"/>
                  </a:moveTo>
                  <a:lnTo>
                    <a:pt x="149" y="139"/>
                  </a:lnTo>
                  <a:cubicBezTo>
                    <a:pt x="149" y="139"/>
                    <a:pt x="149" y="139"/>
                    <a:pt x="149" y="139"/>
                  </a:cubicBezTo>
                  <a:lnTo>
                    <a:pt x="149" y="139"/>
                  </a:lnTo>
                  <a:cubicBezTo>
                    <a:pt x="149" y="139"/>
                    <a:pt x="149" y="139"/>
                    <a:pt x="149" y="139"/>
                  </a:cubicBezTo>
                  <a:lnTo>
                    <a:pt x="149" y="139"/>
                  </a:lnTo>
                  <a:cubicBezTo>
                    <a:pt x="149" y="139"/>
                    <a:pt x="149" y="139"/>
                    <a:pt x="149" y="139"/>
                  </a:cubicBezTo>
                  <a:close/>
                  <a:moveTo>
                    <a:pt x="177" y="163"/>
                  </a:moveTo>
                  <a:lnTo>
                    <a:pt x="177" y="163"/>
                  </a:lnTo>
                  <a:lnTo>
                    <a:pt x="177" y="163"/>
                  </a:lnTo>
                  <a:cubicBezTo>
                    <a:pt x="177" y="163"/>
                    <a:pt x="177" y="164"/>
                    <a:pt x="177" y="164"/>
                  </a:cubicBezTo>
                  <a:lnTo>
                    <a:pt x="177" y="164"/>
                  </a:lnTo>
                  <a:cubicBezTo>
                    <a:pt x="177" y="163"/>
                    <a:pt x="177" y="163"/>
                    <a:pt x="177" y="163"/>
                  </a:cubicBezTo>
                  <a:lnTo>
                    <a:pt x="177" y="163"/>
                  </a:lnTo>
                  <a:cubicBezTo>
                    <a:pt x="177" y="163"/>
                    <a:pt x="177" y="163"/>
                    <a:pt x="177" y="163"/>
                  </a:cubicBezTo>
                  <a:close/>
                  <a:moveTo>
                    <a:pt x="174" y="176"/>
                  </a:moveTo>
                  <a:lnTo>
                    <a:pt x="174" y="176"/>
                  </a:lnTo>
                  <a:cubicBezTo>
                    <a:pt x="174" y="176"/>
                    <a:pt x="174" y="176"/>
                    <a:pt x="174" y="176"/>
                  </a:cubicBezTo>
                  <a:lnTo>
                    <a:pt x="174" y="176"/>
                  </a:lnTo>
                  <a:cubicBezTo>
                    <a:pt x="173" y="177"/>
                    <a:pt x="172" y="177"/>
                    <a:pt x="172" y="178"/>
                  </a:cubicBezTo>
                  <a:lnTo>
                    <a:pt x="172" y="178"/>
                  </a:lnTo>
                  <a:cubicBezTo>
                    <a:pt x="172" y="177"/>
                    <a:pt x="173" y="177"/>
                    <a:pt x="174" y="176"/>
                  </a:cubicBezTo>
                  <a:close/>
                  <a:moveTo>
                    <a:pt x="150" y="0"/>
                  </a:moveTo>
                  <a:cubicBezTo>
                    <a:pt x="142" y="0"/>
                    <a:pt x="127" y="0"/>
                    <a:pt x="120" y="1"/>
                  </a:cubicBezTo>
                  <a:cubicBezTo>
                    <a:pt x="109" y="3"/>
                    <a:pt x="99" y="7"/>
                    <a:pt x="89" y="11"/>
                  </a:cubicBezTo>
                  <a:cubicBezTo>
                    <a:pt x="69" y="19"/>
                    <a:pt x="55" y="33"/>
                    <a:pt x="40" y="50"/>
                  </a:cubicBezTo>
                  <a:cubicBezTo>
                    <a:pt x="36" y="55"/>
                    <a:pt x="33" y="61"/>
                    <a:pt x="29" y="67"/>
                  </a:cubicBezTo>
                  <a:cubicBezTo>
                    <a:pt x="29" y="67"/>
                    <a:pt x="29" y="67"/>
                    <a:pt x="29" y="68"/>
                  </a:cubicBezTo>
                  <a:lnTo>
                    <a:pt x="29" y="68"/>
                  </a:lnTo>
                  <a:cubicBezTo>
                    <a:pt x="23" y="76"/>
                    <a:pt x="18" y="85"/>
                    <a:pt x="14" y="95"/>
                  </a:cubicBezTo>
                  <a:cubicBezTo>
                    <a:pt x="13" y="99"/>
                    <a:pt x="11" y="105"/>
                    <a:pt x="10" y="109"/>
                  </a:cubicBezTo>
                  <a:cubicBezTo>
                    <a:pt x="6" y="127"/>
                    <a:pt x="2" y="143"/>
                    <a:pt x="0" y="161"/>
                  </a:cubicBezTo>
                  <a:cubicBezTo>
                    <a:pt x="0" y="169"/>
                    <a:pt x="0" y="177"/>
                    <a:pt x="2" y="186"/>
                  </a:cubicBezTo>
                  <a:cubicBezTo>
                    <a:pt x="3" y="198"/>
                    <a:pt x="7" y="209"/>
                    <a:pt x="16" y="219"/>
                  </a:cubicBezTo>
                  <a:cubicBezTo>
                    <a:pt x="18" y="225"/>
                    <a:pt x="23" y="232"/>
                    <a:pt x="30" y="236"/>
                  </a:cubicBezTo>
                  <a:cubicBezTo>
                    <a:pt x="39" y="246"/>
                    <a:pt x="49" y="252"/>
                    <a:pt x="60" y="255"/>
                  </a:cubicBezTo>
                  <a:cubicBezTo>
                    <a:pt x="71" y="259"/>
                    <a:pt x="84" y="263"/>
                    <a:pt x="95" y="265"/>
                  </a:cubicBezTo>
                  <a:cubicBezTo>
                    <a:pt x="99" y="266"/>
                    <a:pt x="105" y="266"/>
                    <a:pt x="109" y="266"/>
                  </a:cubicBezTo>
                  <a:cubicBezTo>
                    <a:pt x="119" y="266"/>
                    <a:pt x="129" y="266"/>
                    <a:pt x="139" y="265"/>
                  </a:cubicBezTo>
                  <a:lnTo>
                    <a:pt x="139" y="265"/>
                  </a:lnTo>
                  <a:cubicBezTo>
                    <a:pt x="140" y="265"/>
                    <a:pt x="142" y="265"/>
                    <a:pt x="143" y="265"/>
                  </a:cubicBezTo>
                  <a:cubicBezTo>
                    <a:pt x="146" y="265"/>
                    <a:pt x="150" y="265"/>
                    <a:pt x="153" y="265"/>
                  </a:cubicBezTo>
                  <a:cubicBezTo>
                    <a:pt x="155" y="265"/>
                    <a:pt x="157" y="265"/>
                    <a:pt x="158" y="265"/>
                  </a:cubicBezTo>
                  <a:cubicBezTo>
                    <a:pt x="171" y="265"/>
                    <a:pt x="185" y="262"/>
                    <a:pt x="198" y="255"/>
                  </a:cubicBezTo>
                  <a:cubicBezTo>
                    <a:pt x="209" y="252"/>
                    <a:pt x="220" y="244"/>
                    <a:pt x="228" y="238"/>
                  </a:cubicBezTo>
                  <a:lnTo>
                    <a:pt x="230" y="236"/>
                  </a:lnTo>
                  <a:cubicBezTo>
                    <a:pt x="237" y="230"/>
                    <a:pt x="243" y="221"/>
                    <a:pt x="250" y="214"/>
                  </a:cubicBezTo>
                  <a:cubicBezTo>
                    <a:pt x="250" y="213"/>
                    <a:pt x="252" y="213"/>
                    <a:pt x="252" y="211"/>
                  </a:cubicBezTo>
                  <a:cubicBezTo>
                    <a:pt x="262" y="197"/>
                    <a:pt x="265" y="189"/>
                    <a:pt x="268" y="177"/>
                  </a:cubicBezTo>
                  <a:lnTo>
                    <a:pt x="268" y="177"/>
                  </a:lnTo>
                  <a:cubicBezTo>
                    <a:pt x="268" y="177"/>
                    <a:pt x="268" y="177"/>
                    <a:pt x="268" y="177"/>
                  </a:cubicBezTo>
                  <a:cubicBezTo>
                    <a:pt x="275" y="162"/>
                    <a:pt x="276" y="147"/>
                    <a:pt x="275" y="131"/>
                  </a:cubicBezTo>
                  <a:cubicBezTo>
                    <a:pt x="275" y="127"/>
                    <a:pt x="275" y="123"/>
                    <a:pt x="275" y="120"/>
                  </a:cubicBezTo>
                  <a:lnTo>
                    <a:pt x="275" y="120"/>
                  </a:lnTo>
                  <a:cubicBezTo>
                    <a:pt x="275" y="116"/>
                    <a:pt x="274" y="113"/>
                    <a:pt x="274" y="110"/>
                  </a:cubicBezTo>
                  <a:cubicBezTo>
                    <a:pt x="268" y="89"/>
                    <a:pt x="263" y="68"/>
                    <a:pt x="246" y="52"/>
                  </a:cubicBezTo>
                  <a:cubicBezTo>
                    <a:pt x="226" y="30"/>
                    <a:pt x="217" y="24"/>
                    <a:pt x="192" y="11"/>
                  </a:cubicBezTo>
                  <a:cubicBezTo>
                    <a:pt x="178" y="6"/>
                    <a:pt x="165" y="3"/>
                    <a:pt x="15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876;p29"/>
            <p:cNvSpPr/>
            <p:nvPr/>
          </p:nvSpPr>
          <p:spPr>
            <a:xfrm>
              <a:off x="4180680" y="2476800"/>
              <a:ext cx="20160" cy="1800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306" h="275">
                  <a:moveTo>
                    <a:pt x="157" y="0"/>
                  </a:moveTo>
                  <a:cubicBezTo>
                    <a:pt x="153" y="0"/>
                    <a:pt x="150" y="0"/>
                    <a:pt x="146" y="1"/>
                  </a:cubicBezTo>
                  <a:cubicBezTo>
                    <a:pt x="143" y="1"/>
                    <a:pt x="141" y="2"/>
                    <a:pt x="138" y="2"/>
                  </a:cubicBezTo>
                  <a:lnTo>
                    <a:pt x="138" y="2"/>
                  </a:lnTo>
                  <a:cubicBezTo>
                    <a:pt x="132" y="3"/>
                    <a:pt x="126" y="3"/>
                    <a:pt x="119" y="3"/>
                  </a:cubicBezTo>
                  <a:cubicBezTo>
                    <a:pt x="96" y="7"/>
                    <a:pt x="74" y="17"/>
                    <a:pt x="54" y="31"/>
                  </a:cubicBezTo>
                  <a:cubicBezTo>
                    <a:pt x="39" y="42"/>
                    <a:pt x="28" y="57"/>
                    <a:pt x="21" y="73"/>
                  </a:cubicBezTo>
                  <a:cubicBezTo>
                    <a:pt x="12" y="89"/>
                    <a:pt x="5" y="106"/>
                    <a:pt x="4" y="124"/>
                  </a:cubicBezTo>
                  <a:cubicBezTo>
                    <a:pt x="1" y="144"/>
                    <a:pt x="4" y="161"/>
                    <a:pt x="10" y="178"/>
                  </a:cubicBezTo>
                  <a:cubicBezTo>
                    <a:pt x="15" y="195"/>
                    <a:pt x="21" y="210"/>
                    <a:pt x="34" y="224"/>
                  </a:cubicBezTo>
                  <a:cubicBezTo>
                    <a:pt x="49" y="243"/>
                    <a:pt x="69" y="257"/>
                    <a:pt x="91" y="265"/>
                  </a:cubicBezTo>
                  <a:lnTo>
                    <a:pt x="92" y="265"/>
                  </a:lnTo>
                  <a:cubicBezTo>
                    <a:pt x="104" y="268"/>
                    <a:pt x="115" y="271"/>
                    <a:pt x="127" y="273"/>
                  </a:cubicBezTo>
                  <a:cubicBezTo>
                    <a:pt x="132" y="274"/>
                    <a:pt x="137" y="274"/>
                    <a:pt x="142" y="274"/>
                  </a:cubicBezTo>
                  <a:cubicBezTo>
                    <a:pt x="156" y="274"/>
                    <a:pt x="169" y="271"/>
                    <a:pt x="181" y="267"/>
                  </a:cubicBezTo>
                  <a:cubicBezTo>
                    <a:pt x="193" y="265"/>
                    <a:pt x="203" y="260"/>
                    <a:pt x="213" y="253"/>
                  </a:cubicBezTo>
                  <a:cubicBezTo>
                    <a:pt x="222" y="248"/>
                    <a:pt x="230" y="242"/>
                    <a:pt x="237" y="235"/>
                  </a:cubicBezTo>
                  <a:lnTo>
                    <a:pt x="237" y="235"/>
                  </a:lnTo>
                  <a:cubicBezTo>
                    <a:pt x="243" y="234"/>
                    <a:pt x="248" y="231"/>
                    <a:pt x="253" y="229"/>
                  </a:cubicBezTo>
                  <a:cubicBezTo>
                    <a:pt x="267" y="223"/>
                    <a:pt x="280" y="213"/>
                    <a:pt x="289" y="201"/>
                  </a:cubicBezTo>
                  <a:cubicBezTo>
                    <a:pt x="299" y="189"/>
                    <a:pt x="305" y="173"/>
                    <a:pt x="306" y="157"/>
                  </a:cubicBezTo>
                  <a:lnTo>
                    <a:pt x="306" y="151"/>
                  </a:lnTo>
                  <a:cubicBezTo>
                    <a:pt x="306" y="141"/>
                    <a:pt x="306" y="134"/>
                    <a:pt x="305" y="124"/>
                  </a:cubicBezTo>
                  <a:cubicBezTo>
                    <a:pt x="305" y="119"/>
                    <a:pt x="303" y="117"/>
                    <a:pt x="303" y="113"/>
                  </a:cubicBezTo>
                  <a:cubicBezTo>
                    <a:pt x="301" y="106"/>
                    <a:pt x="299" y="97"/>
                    <a:pt x="296" y="91"/>
                  </a:cubicBezTo>
                  <a:cubicBezTo>
                    <a:pt x="292" y="80"/>
                    <a:pt x="285" y="72"/>
                    <a:pt x="277" y="64"/>
                  </a:cubicBezTo>
                  <a:lnTo>
                    <a:pt x="269" y="57"/>
                  </a:lnTo>
                  <a:cubicBezTo>
                    <a:pt x="267" y="56"/>
                    <a:pt x="266" y="56"/>
                    <a:pt x="266" y="56"/>
                  </a:cubicBezTo>
                  <a:cubicBezTo>
                    <a:pt x="265" y="55"/>
                    <a:pt x="264" y="54"/>
                    <a:pt x="262" y="53"/>
                  </a:cubicBezTo>
                  <a:lnTo>
                    <a:pt x="262" y="53"/>
                  </a:lnTo>
                  <a:cubicBezTo>
                    <a:pt x="261" y="52"/>
                    <a:pt x="260" y="50"/>
                    <a:pt x="258" y="48"/>
                  </a:cubicBezTo>
                  <a:cubicBezTo>
                    <a:pt x="252" y="41"/>
                    <a:pt x="245" y="36"/>
                    <a:pt x="239" y="30"/>
                  </a:cubicBezTo>
                  <a:cubicBezTo>
                    <a:pt x="236" y="28"/>
                    <a:pt x="233" y="26"/>
                    <a:pt x="230" y="24"/>
                  </a:cubicBezTo>
                  <a:cubicBezTo>
                    <a:pt x="220" y="17"/>
                    <a:pt x="209" y="12"/>
                    <a:pt x="198" y="7"/>
                  </a:cubicBezTo>
                  <a:cubicBezTo>
                    <a:pt x="184" y="3"/>
                    <a:pt x="171" y="0"/>
                    <a:pt x="15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877;p29"/>
            <p:cNvSpPr/>
            <p:nvPr/>
          </p:nvSpPr>
          <p:spPr>
            <a:xfrm>
              <a:off x="4006800" y="2411640"/>
              <a:ext cx="52920" cy="12096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120960"/>
                <a:gd name="textAreaBottom" fmla="*/ 121320 h 120960"/>
              </a:gdLst>
              <a:ahLst/>
              <a:cxnLst/>
              <a:rect l="textAreaLeft" t="textAreaTop" r="textAreaRight" b="textAreaBottom"/>
              <a:pathLst>
                <a:path w="802" h="1824">
                  <a:moveTo>
                    <a:pt x="36" y="1"/>
                  </a:moveTo>
                  <a:cubicBezTo>
                    <a:pt x="18" y="1"/>
                    <a:pt x="0" y="15"/>
                    <a:pt x="5" y="35"/>
                  </a:cubicBezTo>
                  <a:cubicBezTo>
                    <a:pt x="24" y="95"/>
                    <a:pt x="42" y="158"/>
                    <a:pt x="60" y="218"/>
                  </a:cubicBezTo>
                  <a:lnTo>
                    <a:pt x="90" y="308"/>
                  </a:lnTo>
                  <a:cubicBezTo>
                    <a:pt x="93" y="320"/>
                    <a:pt x="95" y="333"/>
                    <a:pt x="98" y="345"/>
                  </a:cubicBezTo>
                  <a:cubicBezTo>
                    <a:pt x="102" y="363"/>
                    <a:pt x="109" y="380"/>
                    <a:pt x="115" y="399"/>
                  </a:cubicBezTo>
                  <a:cubicBezTo>
                    <a:pt x="154" y="517"/>
                    <a:pt x="192" y="636"/>
                    <a:pt x="239" y="753"/>
                  </a:cubicBezTo>
                  <a:cubicBezTo>
                    <a:pt x="329" y="987"/>
                    <a:pt x="427" y="1217"/>
                    <a:pt x="538" y="1442"/>
                  </a:cubicBezTo>
                  <a:cubicBezTo>
                    <a:pt x="553" y="1473"/>
                    <a:pt x="571" y="1503"/>
                    <a:pt x="587" y="1534"/>
                  </a:cubicBezTo>
                  <a:cubicBezTo>
                    <a:pt x="604" y="1565"/>
                    <a:pt x="623" y="1597"/>
                    <a:pt x="642" y="1627"/>
                  </a:cubicBezTo>
                  <a:cubicBezTo>
                    <a:pt x="663" y="1654"/>
                    <a:pt x="679" y="1687"/>
                    <a:pt x="696" y="1718"/>
                  </a:cubicBezTo>
                  <a:cubicBezTo>
                    <a:pt x="714" y="1750"/>
                    <a:pt x="734" y="1780"/>
                    <a:pt x="751" y="1811"/>
                  </a:cubicBezTo>
                  <a:cubicBezTo>
                    <a:pt x="756" y="1820"/>
                    <a:pt x="765" y="1824"/>
                    <a:pt x="773" y="1824"/>
                  </a:cubicBezTo>
                  <a:cubicBezTo>
                    <a:pt x="788" y="1824"/>
                    <a:pt x="802" y="1811"/>
                    <a:pt x="794" y="1792"/>
                  </a:cubicBezTo>
                  <a:lnTo>
                    <a:pt x="719" y="1619"/>
                  </a:lnTo>
                  <a:cubicBezTo>
                    <a:pt x="707" y="1591"/>
                    <a:pt x="701" y="1561"/>
                    <a:pt x="688" y="1534"/>
                  </a:cubicBezTo>
                  <a:cubicBezTo>
                    <a:pt x="678" y="1508"/>
                    <a:pt x="663" y="1481"/>
                    <a:pt x="653" y="1453"/>
                  </a:cubicBezTo>
                  <a:cubicBezTo>
                    <a:pt x="631" y="1393"/>
                    <a:pt x="603" y="1334"/>
                    <a:pt x="576" y="1273"/>
                  </a:cubicBezTo>
                  <a:cubicBezTo>
                    <a:pt x="552" y="1217"/>
                    <a:pt x="526" y="1160"/>
                    <a:pt x="502" y="1104"/>
                  </a:cubicBezTo>
                  <a:cubicBezTo>
                    <a:pt x="450" y="990"/>
                    <a:pt x="403" y="875"/>
                    <a:pt x="356" y="759"/>
                  </a:cubicBezTo>
                  <a:cubicBezTo>
                    <a:pt x="310" y="644"/>
                    <a:pt x="261" y="529"/>
                    <a:pt x="216" y="413"/>
                  </a:cubicBezTo>
                  <a:cubicBezTo>
                    <a:pt x="190" y="347"/>
                    <a:pt x="162" y="285"/>
                    <a:pt x="137" y="219"/>
                  </a:cubicBezTo>
                  <a:cubicBezTo>
                    <a:pt x="113" y="153"/>
                    <a:pt x="88" y="87"/>
                    <a:pt x="65" y="21"/>
                  </a:cubicBezTo>
                  <a:cubicBezTo>
                    <a:pt x="60" y="7"/>
                    <a:pt x="48" y="1"/>
                    <a:pt x="3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480" bIns="60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878;p29"/>
            <p:cNvSpPr/>
            <p:nvPr/>
          </p:nvSpPr>
          <p:spPr>
            <a:xfrm>
              <a:off x="3998880" y="2382120"/>
              <a:ext cx="11880" cy="1476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182" h="230">
                  <a:moveTo>
                    <a:pt x="15" y="111"/>
                  </a:moveTo>
                  <a:lnTo>
                    <a:pt x="15" y="111"/>
                  </a:lnTo>
                  <a:cubicBezTo>
                    <a:pt x="15" y="112"/>
                    <a:pt x="15" y="112"/>
                    <a:pt x="15" y="113"/>
                  </a:cubicBezTo>
                  <a:lnTo>
                    <a:pt x="15" y="113"/>
                  </a:lnTo>
                  <a:cubicBezTo>
                    <a:pt x="15" y="113"/>
                    <a:pt x="15" y="113"/>
                    <a:pt x="15" y="113"/>
                  </a:cubicBezTo>
                  <a:lnTo>
                    <a:pt x="15" y="113"/>
                  </a:lnTo>
                  <a:cubicBezTo>
                    <a:pt x="15" y="112"/>
                    <a:pt x="15" y="112"/>
                    <a:pt x="15" y="111"/>
                  </a:cubicBezTo>
                  <a:close/>
                  <a:moveTo>
                    <a:pt x="31" y="157"/>
                  </a:moveTo>
                  <a:lnTo>
                    <a:pt x="31" y="157"/>
                  </a:ln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lose/>
                  <a:moveTo>
                    <a:pt x="62" y="189"/>
                  </a:moveTo>
                  <a:lnTo>
                    <a:pt x="62" y="189"/>
                  </a:lnTo>
                  <a:cubicBezTo>
                    <a:pt x="62" y="189"/>
                    <a:pt x="62" y="189"/>
                    <a:pt x="62" y="189"/>
                  </a:cubicBezTo>
                  <a:lnTo>
                    <a:pt x="62" y="189"/>
                  </a:lnTo>
                  <a:cubicBezTo>
                    <a:pt x="62" y="189"/>
                    <a:pt x="62" y="189"/>
                    <a:pt x="62" y="189"/>
                  </a:cubicBezTo>
                  <a:close/>
                  <a:moveTo>
                    <a:pt x="86" y="1"/>
                  </a:moveTo>
                  <a:cubicBezTo>
                    <a:pt x="83" y="1"/>
                    <a:pt x="81" y="1"/>
                    <a:pt x="78" y="2"/>
                  </a:cubicBezTo>
                  <a:cubicBezTo>
                    <a:pt x="71" y="2"/>
                    <a:pt x="65" y="2"/>
                    <a:pt x="60" y="4"/>
                  </a:cubicBezTo>
                  <a:cubicBezTo>
                    <a:pt x="51" y="5"/>
                    <a:pt x="44" y="9"/>
                    <a:pt x="36" y="15"/>
                  </a:cubicBezTo>
                  <a:lnTo>
                    <a:pt x="36" y="15"/>
                  </a:lnTo>
                  <a:cubicBezTo>
                    <a:pt x="33" y="17"/>
                    <a:pt x="29" y="19"/>
                    <a:pt x="26" y="21"/>
                  </a:cubicBezTo>
                  <a:cubicBezTo>
                    <a:pt x="20" y="26"/>
                    <a:pt x="16" y="31"/>
                    <a:pt x="14" y="37"/>
                  </a:cubicBezTo>
                  <a:cubicBezTo>
                    <a:pt x="9" y="42"/>
                    <a:pt x="8" y="48"/>
                    <a:pt x="7" y="56"/>
                  </a:cubicBezTo>
                  <a:lnTo>
                    <a:pt x="7" y="56"/>
                  </a:lnTo>
                  <a:cubicBezTo>
                    <a:pt x="7" y="53"/>
                    <a:pt x="7" y="50"/>
                    <a:pt x="7" y="48"/>
                  </a:cubicBezTo>
                  <a:cubicBezTo>
                    <a:pt x="7" y="49"/>
                    <a:pt x="6" y="49"/>
                    <a:pt x="6" y="51"/>
                  </a:cubicBezTo>
                  <a:cubicBezTo>
                    <a:pt x="1" y="63"/>
                    <a:pt x="0" y="75"/>
                    <a:pt x="1" y="87"/>
                  </a:cubicBezTo>
                  <a:cubicBezTo>
                    <a:pt x="3" y="98"/>
                    <a:pt x="7" y="108"/>
                    <a:pt x="13" y="116"/>
                  </a:cubicBezTo>
                  <a:lnTo>
                    <a:pt x="13" y="116"/>
                  </a:lnTo>
                  <a:cubicBezTo>
                    <a:pt x="11" y="119"/>
                    <a:pt x="10" y="122"/>
                    <a:pt x="8" y="126"/>
                  </a:cubicBezTo>
                  <a:cubicBezTo>
                    <a:pt x="7" y="133"/>
                    <a:pt x="6" y="140"/>
                    <a:pt x="3" y="146"/>
                  </a:cubicBezTo>
                  <a:cubicBezTo>
                    <a:pt x="1" y="157"/>
                    <a:pt x="3" y="167"/>
                    <a:pt x="7" y="177"/>
                  </a:cubicBezTo>
                  <a:cubicBezTo>
                    <a:pt x="8" y="184"/>
                    <a:pt x="11" y="189"/>
                    <a:pt x="15" y="195"/>
                  </a:cubicBezTo>
                  <a:cubicBezTo>
                    <a:pt x="18" y="200"/>
                    <a:pt x="22" y="206"/>
                    <a:pt x="28" y="210"/>
                  </a:cubicBezTo>
                  <a:cubicBezTo>
                    <a:pt x="31" y="216"/>
                    <a:pt x="37" y="219"/>
                    <a:pt x="44" y="221"/>
                  </a:cubicBezTo>
                  <a:cubicBezTo>
                    <a:pt x="52" y="227"/>
                    <a:pt x="62" y="230"/>
                    <a:pt x="73" y="230"/>
                  </a:cubicBezTo>
                  <a:lnTo>
                    <a:pt x="100" y="230"/>
                  </a:lnTo>
                  <a:cubicBezTo>
                    <a:pt x="106" y="229"/>
                    <a:pt x="116" y="227"/>
                    <a:pt x="121" y="224"/>
                  </a:cubicBezTo>
                  <a:cubicBezTo>
                    <a:pt x="129" y="222"/>
                    <a:pt x="138" y="217"/>
                    <a:pt x="144" y="211"/>
                  </a:cubicBezTo>
                  <a:cubicBezTo>
                    <a:pt x="156" y="200"/>
                    <a:pt x="163" y="189"/>
                    <a:pt x="172" y="174"/>
                  </a:cubicBezTo>
                  <a:cubicBezTo>
                    <a:pt x="172" y="173"/>
                    <a:pt x="173" y="172"/>
                    <a:pt x="173" y="170"/>
                  </a:cubicBezTo>
                  <a:cubicBezTo>
                    <a:pt x="174" y="164"/>
                    <a:pt x="177" y="155"/>
                    <a:pt x="178" y="148"/>
                  </a:cubicBezTo>
                  <a:lnTo>
                    <a:pt x="178" y="145"/>
                  </a:lnTo>
                  <a:lnTo>
                    <a:pt x="178" y="144"/>
                  </a:lnTo>
                  <a:cubicBezTo>
                    <a:pt x="178" y="143"/>
                    <a:pt x="178" y="141"/>
                    <a:pt x="178" y="139"/>
                  </a:cubicBezTo>
                  <a:lnTo>
                    <a:pt x="178" y="139"/>
                  </a:lnTo>
                  <a:cubicBezTo>
                    <a:pt x="181" y="125"/>
                    <a:pt x="181" y="112"/>
                    <a:pt x="178" y="98"/>
                  </a:cubicBezTo>
                  <a:cubicBezTo>
                    <a:pt x="174" y="78"/>
                    <a:pt x="166" y="59"/>
                    <a:pt x="153" y="42"/>
                  </a:cubicBezTo>
                  <a:cubicBezTo>
                    <a:pt x="145" y="31"/>
                    <a:pt x="134" y="20"/>
                    <a:pt x="122" y="14"/>
                  </a:cubicBezTo>
                  <a:lnTo>
                    <a:pt x="106" y="5"/>
                  </a:lnTo>
                  <a:cubicBezTo>
                    <a:pt x="99" y="2"/>
                    <a:pt x="92" y="1"/>
                    <a:pt x="8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879;p29"/>
            <p:cNvSpPr/>
            <p:nvPr/>
          </p:nvSpPr>
          <p:spPr>
            <a:xfrm>
              <a:off x="3795840" y="2291760"/>
              <a:ext cx="214200" cy="218160"/>
            </a:xfrm>
            <a:custGeom>
              <a:avLst/>
              <a:gdLst>
                <a:gd name="textAreaLeft" fmla="*/ 0 w 214200"/>
                <a:gd name="textAreaRight" fmla="*/ 214560 w 214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3226" h="3285">
                  <a:moveTo>
                    <a:pt x="33" y="1"/>
                  </a:moveTo>
                  <a:cubicBezTo>
                    <a:pt x="28" y="1"/>
                    <a:pt x="23" y="2"/>
                    <a:pt x="18" y="6"/>
                  </a:cubicBezTo>
                  <a:cubicBezTo>
                    <a:pt x="7" y="12"/>
                    <a:pt x="0" y="29"/>
                    <a:pt x="7" y="41"/>
                  </a:cubicBezTo>
                  <a:cubicBezTo>
                    <a:pt x="46" y="105"/>
                    <a:pt x="85" y="167"/>
                    <a:pt x="126" y="229"/>
                  </a:cubicBezTo>
                  <a:cubicBezTo>
                    <a:pt x="165" y="292"/>
                    <a:pt x="210" y="352"/>
                    <a:pt x="254" y="412"/>
                  </a:cubicBezTo>
                  <a:cubicBezTo>
                    <a:pt x="297" y="470"/>
                    <a:pt x="345" y="527"/>
                    <a:pt x="391" y="584"/>
                  </a:cubicBezTo>
                  <a:cubicBezTo>
                    <a:pt x="439" y="643"/>
                    <a:pt x="484" y="699"/>
                    <a:pt x="532" y="755"/>
                  </a:cubicBezTo>
                  <a:cubicBezTo>
                    <a:pt x="720" y="981"/>
                    <a:pt x="913" y="1203"/>
                    <a:pt x="1114" y="1418"/>
                  </a:cubicBezTo>
                  <a:cubicBezTo>
                    <a:pt x="1314" y="1633"/>
                    <a:pt x="1520" y="1843"/>
                    <a:pt x="1731" y="2048"/>
                  </a:cubicBezTo>
                  <a:cubicBezTo>
                    <a:pt x="1944" y="2255"/>
                    <a:pt x="2163" y="2456"/>
                    <a:pt x="2386" y="2652"/>
                  </a:cubicBezTo>
                  <a:cubicBezTo>
                    <a:pt x="2605" y="2845"/>
                    <a:pt x="2829" y="3037"/>
                    <a:pt x="3064" y="3210"/>
                  </a:cubicBezTo>
                  <a:cubicBezTo>
                    <a:pt x="3093" y="3232"/>
                    <a:pt x="3124" y="3254"/>
                    <a:pt x="3152" y="3276"/>
                  </a:cubicBezTo>
                  <a:cubicBezTo>
                    <a:pt x="3160" y="3282"/>
                    <a:pt x="3169" y="3285"/>
                    <a:pt x="3177" y="3285"/>
                  </a:cubicBezTo>
                  <a:cubicBezTo>
                    <a:pt x="3191" y="3285"/>
                    <a:pt x="3204" y="3279"/>
                    <a:pt x="3212" y="3267"/>
                  </a:cubicBezTo>
                  <a:cubicBezTo>
                    <a:pt x="3226" y="3248"/>
                    <a:pt x="3220" y="3221"/>
                    <a:pt x="3203" y="3208"/>
                  </a:cubicBezTo>
                  <a:cubicBezTo>
                    <a:pt x="3091" y="3115"/>
                    <a:pt x="2978" y="3020"/>
                    <a:pt x="2866" y="2927"/>
                  </a:cubicBezTo>
                  <a:cubicBezTo>
                    <a:pt x="2753" y="2834"/>
                    <a:pt x="2642" y="2737"/>
                    <a:pt x="2531" y="2641"/>
                  </a:cubicBezTo>
                  <a:cubicBezTo>
                    <a:pt x="2311" y="2449"/>
                    <a:pt x="2095" y="2249"/>
                    <a:pt x="1889" y="2049"/>
                  </a:cubicBezTo>
                  <a:cubicBezTo>
                    <a:pt x="1680" y="1846"/>
                    <a:pt x="1476" y="1637"/>
                    <a:pt x="1277" y="1422"/>
                  </a:cubicBezTo>
                  <a:cubicBezTo>
                    <a:pt x="1078" y="1206"/>
                    <a:pt x="883" y="989"/>
                    <a:pt x="693" y="763"/>
                  </a:cubicBezTo>
                  <a:cubicBezTo>
                    <a:pt x="600" y="651"/>
                    <a:pt x="507" y="539"/>
                    <a:pt x="417" y="425"/>
                  </a:cubicBezTo>
                  <a:cubicBezTo>
                    <a:pt x="324" y="311"/>
                    <a:pt x="228" y="200"/>
                    <a:pt x="129" y="91"/>
                  </a:cubicBezTo>
                  <a:cubicBezTo>
                    <a:pt x="105" y="64"/>
                    <a:pt x="80" y="36"/>
                    <a:pt x="55" y="11"/>
                  </a:cubicBezTo>
                  <a:cubicBezTo>
                    <a:pt x="49" y="5"/>
                    <a:pt x="41" y="1"/>
                    <a:pt x="33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880;p29"/>
            <p:cNvSpPr/>
            <p:nvPr/>
          </p:nvSpPr>
          <p:spPr>
            <a:xfrm>
              <a:off x="3729240" y="2233800"/>
              <a:ext cx="78120" cy="88200"/>
            </a:xfrm>
            <a:custGeom>
              <a:avLst/>
              <a:gdLst>
                <a:gd name="textAreaLeft" fmla="*/ 0 w 78120"/>
                <a:gd name="textAreaRight" fmla="*/ 78480 w 78120"/>
                <a:gd name="textAreaTop" fmla="*/ 0 h 88200"/>
                <a:gd name="textAreaBottom" fmla="*/ 88560 h 88200"/>
              </a:gdLst>
              <a:ahLst/>
              <a:cxnLst/>
              <a:rect l="textAreaLeft" t="textAreaTop" r="textAreaRight" b="textAreaBottom"/>
              <a:pathLst>
                <a:path w="1182" h="1331">
                  <a:moveTo>
                    <a:pt x="412" y="624"/>
                  </a:moveTo>
                  <a:cubicBezTo>
                    <a:pt x="411" y="624"/>
                    <a:pt x="412" y="624"/>
                    <a:pt x="414" y="625"/>
                  </a:cubicBezTo>
                  <a:lnTo>
                    <a:pt x="416" y="626"/>
                  </a:lnTo>
                  <a:lnTo>
                    <a:pt x="416" y="626"/>
                  </a:lnTo>
                  <a:cubicBezTo>
                    <a:pt x="414" y="625"/>
                    <a:pt x="412" y="624"/>
                    <a:pt x="412" y="624"/>
                  </a:cubicBezTo>
                  <a:close/>
                  <a:moveTo>
                    <a:pt x="442" y="640"/>
                  </a:moveTo>
                  <a:cubicBezTo>
                    <a:pt x="442" y="640"/>
                    <a:pt x="443" y="641"/>
                    <a:pt x="444" y="642"/>
                  </a:cubicBezTo>
                  <a:lnTo>
                    <a:pt x="447" y="643"/>
                  </a:lnTo>
                  <a:lnTo>
                    <a:pt x="447" y="643"/>
                  </a:lnTo>
                  <a:cubicBezTo>
                    <a:pt x="445" y="642"/>
                    <a:pt x="443" y="640"/>
                    <a:pt x="442" y="640"/>
                  </a:cubicBezTo>
                  <a:close/>
                  <a:moveTo>
                    <a:pt x="132" y="726"/>
                  </a:moveTo>
                  <a:cubicBezTo>
                    <a:pt x="132" y="726"/>
                    <a:pt x="132" y="726"/>
                    <a:pt x="133" y="726"/>
                  </a:cubicBezTo>
                  <a:cubicBezTo>
                    <a:pt x="131" y="728"/>
                    <a:pt x="130" y="730"/>
                    <a:pt x="129" y="731"/>
                  </a:cubicBezTo>
                  <a:lnTo>
                    <a:pt x="129" y="731"/>
                  </a:lnTo>
                  <a:cubicBezTo>
                    <a:pt x="129" y="731"/>
                    <a:pt x="129" y="731"/>
                    <a:pt x="129" y="731"/>
                  </a:cubicBezTo>
                  <a:lnTo>
                    <a:pt x="129" y="731"/>
                  </a:lnTo>
                  <a:cubicBezTo>
                    <a:pt x="129" y="731"/>
                    <a:pt x="128" y="731"/>
                    <a:pt x="128" y="731"/>
                  </a:cubicBezTo>
                  <a:lnTo>
                    <a:pt x="128" y="731"/>
                  </a:lnTo>
                  <a:cubicBezTo>
                    <a:pt x="130" y="728"/>
                    <a:pt x="132" y="726"/>
                    <a:pt x="132" y="726"/>
                  </a:cubicBezTo>
                  <a:close/>
                  <a:moveTo>
                    <a:pt x="125" y="739"/>
                  </a:moveTo>
                  <a:cubicBezTo>
                    <a:pt x="123" y="742"/>
                    <a:pt x="123" y="743"/>
                    <a:pt x="123" y="743"/>
                  </a:cubicBezTo>
                  <a:cubicBezTo>
                    <a:pt x="123" y="743"/>
                    <a:pt x="123" y="742"/>
                    <a:pt x="124" y="740"/>
                  </a:cubicBezTo>
                  <a:lnTo>
                    <a:pt x="124" y="740"/>
                  </a:lnTo>
                  <a:cubicBezTo>
                    <a:pt x="124" y="740"/>
                    <a:pt x="125" y="739"/>
                    <a:pt x="125" y="739"/>
                  </a:cubicBezTo>
                  <a:lnTo>
                    <a:pt x="125" y="739"/>
                  </a:lnTo>
                  <a:cubicBezTo>
                    <a:pt x="125" y="739"/>
                    <a:pt x="125" y="739"/>
                    <a:pt x="125" y="739"/>
                  </a:cubicBezTo>
                  <a:close/>
                  <a:moveTo>
                    <a:pt x="550" y="962"/>
                  </a:moveTo>
                  <a:lnTo>
                    <a:pt x="550" y="962"/>
                  </a:lnTo>
                  <a:cubicBezTo>
                    <a:pt x="551" y="962"/>
                    <a:pt x="554" y="962"/>
                    <a:pt x="554" y="962"/>
                  </a:cubicBezTo>
                  <a:cubicBezTo>
                    <a:pt x="555" y="962"/>
                    <a:pt x="554" y="962"/>
                    <a:pt x="550" y="962"/>
                  </a:cubicBezTo>
                  <a:close/>
                  <a:moveTo>
                    <a:pt x="1064" y="1010"/>
                  </a:moveTo>
                  <a:cubicBezTo>
                    <a:pt x="1063" y="1010"/>
                    <a:pt x="1062" y="1011"/>
                    <a:pt x="1062" y="1011"/>
                  </a:cubicBezTo>
                  <a:cubicBezTo>
                    <a:pt x="1062" y="1010"/>
                    <a:pt x="1063" y="1010"/>
                    <a:pt x="1064" y="1010"/>
                  </a:cubicBezTo>
                  <a:close/>
                  <a:moveTo>
                    <a:pt x="1083" y="1055"/>
                  </a:moveTo>
                  <a:cubicBezTo>
                    <a:pt x="1083" y="1055"/>
                    <a:pt x="1083" y="1056"/>
                    <a:pt x="1082" y="1056"/>
                  </a:cubicBezTo>
                  <a:cubicBezTo>
                    <a:pt x="1083" y="1056"/>
                    <a:pt x="1083" y="1055"/>
                    <a:pt x="1083" y="1055"/>
                  </a:cubicBezTo>
                  <a:close/>
                  <a:moveTo>
                    <a:pt x="309" y="1148"/>
                  </a:moveTo>
                  <a:cubicBezTo>
                    <a:pt x="309" y="1148"/>
                    <a:pt x="309" y="1148"/>
                    <a:pt x="309" y="1148"/>
                  </a:cubicBezTo>
                  <a:lnTo>
                    <a:pt x="309" y="1148"/>
                  </a:lnTo>
                  <a:cubicBezTo>
                    <a:pt x="309" y="1148"/>
                    <a:pt x="309" y="1148"/>
                    <a:pt x="309" y="1148"/>
                  </a:cubicBezTo>
                  <a:close/>
                  <a:moveTo>
                    <a:pt x="322" y="1169"/>
                  </a:moveTo>
                  <a:cubicBezTo>
                    <a:pt x="322" y="1170"/>
                    <a:pt x="322" y="1170"/>
                    <a:pt x="323" y="1170"/>
                  </a:cubicBezTo>
                  <a:cubicBezTo>
                    <a:pt x="323" y="1171"/>
                    <a:pt x="323" y="1171"/>
                    <a:pt x="323" y="1171"/>
                  </a:cubicBezTo>
                  <a:cubicBezTo>
                    <a:pt x="323" y="1171"/>
                    <a:pt x="323" y="1170"/>
                    <a:pt x="322" y="1169"/>
                  </a:cubicBezTo>
                  <a:close/>
                  <a:moveTo>
                    <a:pt x="298" y="1"/>
                  </a:moveTo>
                  <a:cubicBezTo>
                    <a:pt x="277" y="1"/>
                    <a:pt x="257" y="19"/>
                    <a:pt x="260" y="43"/>
                  </a:cubicBezTo>
                  <a:cubicBezTo>
                    <a:pt x="273" y="140"/>
                    <a:pt x="313" y="239"/>
                    <a:pt x="359" y="325"/>
                  </a:cubicBezTo>
                  <a:cubicBezTo>
                    <a:pt x="379" y="362"/>
                    <a:pt x="401" y="397"/>
                    <a:pt x="424" y="432"/>
                  </a:cubicBezTo>
                  <a:lnTo>
                    <a:pt x="424" y="432"/>
                  </a:lnTo>
                  <a:cubicBezTo>
                    <a:pt x="327" y="388"/>
                    <a:pt x="223" y="358"/>
                    <a:pt x="117" y="346"/>
                  </a:cubicBezTo>
                  <a:cubicBezTo>
                    <a:pt x="115" y="346"/>
                    <a:pt x="113" y="346"/>
                    <a:pt x="111" y="346"/>
                  </a:cubicBezTo>
                  <a:cubicBezTo>
                    <a:pt x="72" y="346"/>
                    <a:pt x="48" y="387"/>
                    <a:pt x="62" y="423"/>
                  </a:cubicBezTo>
                  <a:cubicBezTo>
                    <a:pt x="96" y="507"/>
                    <a:pt x="147" y="579"/>
                    <a:pt x="211" y="641"/>
                  </a:cubicBezTo>
                  <a:lnTo>
                    <a:pt x="211" y="641"/>
                  </a:lnTo>
                  <a:cubicBezTo>
                    <a:pt x="185" y="637"/>
                    <a:pt x="159" y="633"/>
                    <a:pt x="134" y="633"/>
                  </a:cubicBezTo>
                  <a:cubicBezTo>
                    <a:pt x="119" y="633"/>
                    <a:pt x="104" y="634"/>
                    <a:pt x="90" y="638"/>
                  </a:cubicBezTo>
                  <a:cubicBezTo>
                    <a:pt x="60" y="647"/>
                    <a:pt x="34" y="664"/>
                    <a:pt x="18" y="692"/>
                  </a:cubicBezTo>
                  <a:cubicBezTo>
                    <a:pt x="1" y="724"/>
                    <a:pt x="2" y="759"/>
                    <a:pt x="16" y="791"/>
                  </a:cubicBezTo>
                  <a:cubicBezTo>
                    <a:pt x="37" y="843"/>
                    <a:pt x="90" y="879"/>
                    <a:pt x="134" y="912"/>
                  </a:cubicBezTo>
                  <a:cubicBezTo>
                    <a:pt x="202" y="962"/>
                    <a:pt x="276" y="1004"/>
                    <a:pt x="353" y="1038"/>
                  </a:cubicBezTo>
                  <a:lnTo>
                    <a:pt x="353" y="1038"/>
                  </a:lnTo>
                  <a:cubicBezTo>
                    <a:pt x="320" y="1045"/>
                    <a:pt x="288" y="1055"/>
                    <a:pt x="262" y="1079"/>
                  </a:cubicBezTo>
                  <a:cubicBezTo>
                    <a:pt x="226" y="1112"/>
                    <a:pt x="218" y="1160"/>
                    <a:pt x="237" y="1204"/>
                  </a:cubicBezTo>
                  <a:cubicBezTo>
                    <a:pt x="277" y="1293"/>
                    <a:pt x="387" y="1330"/>
                    <a:pt x="478" y="1330"/>
                  </a:cubicBezTo>
                  <a:cubicBezTo>
                    <a:pt x="482" y="1330"/>
                    <a:pt x="486" y="1330"/>
                    <a:pt x="489" y="1330"/>
                  </a:cubicBezTo>
                  <a:lnTo>
                    <a:pt x="510" y="1330"/>
                  </a:lnTo>
                  <a:cubicBezTo>
                    <a:pt x="516" y="1330"/>
                    <a:pt x="522" y="1330"/>
                    <a:pt x="528" y="1329"/>
                  </a:cubicBezTo>
                  <a:cubicBezTo>
                    <a:pt x="540" y="1328"/>
                    <a:pt x="554" y="1326"/>
                    <a:pt x="566" y="1325"/>
                  </a:cubicBezTo>
                  <a:cubicBezTo>
                    <a:pt x="593" y="1323"/>
                    <a:pt x="617" y="1317"/>
                    <a:pt x="642" y="1312"/>
                  </a:cubicBezTo>
                  <a:cubicBezTo>
                    <a:pt x="697" y="1298"/>
                    <a:pt x="749" y="1281"/>
                    <a:pt x="800" y="1257"/>
                  </a:cubicBezTo>
                  <a:cubicBezTo>
                    <a:pt x="856" y="1229"/>
                    <a:pt x="912" y="1197"/>
                    <a:pt x="965" y="1163"/>
                  </a:cubicBezTo>
                  <a:cubicBezTo>
                    <a:pt x="989" y="1148"/>
                    <a:pt x="1012" y="1130"/>
                    <a:pt x="1034" y="1111"/>
                  </a:cubicBezTo>
                  <a:cubicBezTo>
                    <a:pt x="1047" y="1101"/>
                    <a:pt x="1056" y="1089"/>
                    <a:pt x="1067" y="1078"/>
                  </a:cubicBezTo>
                  <a:cubicBezTo>
                    <a:pt x="1075" y="1069"/>
                    <a:pt x="1084" y="1061"/>
                    <a:pt x="1091" y="1052"/>
                  </a:cubicBezTo>
                  <a:lnTo>
                    <a:pt x="1091" y="1052"/>
                  </a:lnTo>
                  <a:cubicBezTo>
                    <a:pt x="1101" y="1044"/>
                    <a:pt x="1107" y="1033"/>
                    <a:pt x="1100" y="1021"/>
                  </a:cubicBezTo>
                  <a:cubicBezTo>
                    <a:pt x="1096" y="1012"/>
                    <a:pt x="1085" y="1005"/>
                    <a:pt x="1076" y="1005"/>
                  </a:cubicBezTo>
                  <a:cubicBezTo>
                    <a:pt x="1073" y="1005"/>
                    <a:pt x="1070" y="1006"/>
                    <a:pt x="1067" y="1007"/>
                  </a:cubicBezTo>
                  <a:cubicBezTo>
                    <a:pt x="1067" y="1007"/>
                    <a:pt x="1067" y="1007"/>
                    <a:pt x="1067" y="1007"/>
                  </a:cubicBezTo>
                  <a:lnTo>
                    <a:pt x="1067" y="1007"/>
                  </a:lnTo>
                  <a:cubicBezTo>
                    <a:pt x="1047" y="1009"/>
                    <a:pt x="1026" y="1018"/>
                    <a:pt x="1007" y="1023"/>
                  </a:cubicBezTo>
                  <a:cubicBezTo>
                    <a:pt x="983" y="1029"/>
                    <a:pt x="957" y="1042"/>
                    <a:pt x="934" y="1051"/>
                  </a:cubicBezTo>
                  <a:cubicBezTo>
                    <a:pt x="890" y="1070"/>
                    <a:pt x="850" y="1092"/>
                    <a:pt x="807" y="1111"/>
                  </a:cubicBezTo>
                  <a:cubicBezTo>
                    <a:pt x="764" y="1128"/>
                    <a:pt x="719" y="1144"/>
                    <a:pt x="676" y="1160"/>
                  </a:cubicBezTo>
                  <a:cubicBezTo>
                    <a:pt x="665" y="1164"/>
                    <a:pt x="654" y="1169"/>
                    <a:pt x="642" y="1172"/>
                  </a:cubicBezTo>
                  <a:cubicBezTo>
                    <a:pt x="642" y="1172"/>
                    <a:pt x="637" y="1174"/>
                    <a:pt x="634" y="1175"/>
                  </a:cubicBezTo>
                  <a:lnTo>
                    <a:pt x="634" y="1175"/>
                  </a:lnTo>
                  <a:cubicBezTo>
                    <a:pt x="631" y="1176"/>
                    <a:pt x="627" y="1176"/>
                    <a:pt x="626" y="1176"/>
                  </a:cubicBezTo>
                  <a:cubicBezTo>
                    <a:pt x="603" y="1183"/>
                    <a:pt x="578" y="1189"/>
                    <a:pt x="555" y="1193"/>
                  </a:cubicBezTo>
                  <a:cubicBezTo>
                    <a:pt x="532" y="1197"/>
                    <a:pt x="509" y="1200"/>
                    <a:pt x="485" y="1203"/>
                  </a:cubicBezTo>
                  <a:cubicBezTo>
                    <a:pt x="476" y="1204"/>
                    <a:pt x="466" y="1204"/>
                    <a:pt x="457" y="1205"/>
                  </a:cubicBezTo>
                  <a:cubicBezTo>
                    <a:pt x="451" y="1205"/>
                    <a:pt x="444" y="1207"/>
                    <a:pt x="439" y="1207"/>
                  </a:cubicBezTo>
                  <a:lnTo>
                    <a:pt x="424" y="1207"/>
                  </a:lnTo>
                  <a:cubicBezTo>
                    <a:pt x="416" y="1207"/>
                    <a:pt x="407" y="1207"/>
                    <a:pt x="400" y="1205"/>
                  </a:cubicBezTo>
                  <a:cubicBezTo>
                    <a:pt x="396" y="1205"/>
                    <a:pt x="391" y="1204"/>
                    <a:pt x="386" y="1203"/>
                  </a:cubicBezTo>
                  <a:cubicBezTo>
                    <a:pt x="386" y="1203"/>
                    <a:pt x="385" y="1203"/>
                    <a:pt x="385" y="1203"/>
                  </a:cubicBezTo>
                  <a:lnTo>
                    <a:pt x="385" y="1203"/>
                  </a:lnTo>
                  <a:cubicBezTo>
                    <a:pt x="384" y="1202"/>
                    <a:pt x="384" y="1202"/>
                    <a:pt x="383" y="1202"/>
                  </a:cubicBezTo>
                  <a:cubicBezTo>
                    <a:pt x="375" y="1198"/>
                    <a:pt x="368" y="1196"/>
                    <a:pt x="361" y="1193"/>
                  </a:cubicBezTo>
                  <a:cubicBezTo>
                    <a:pt x="357" y="1192"/>
                    <a:pt x="352" y="1189"/>
                    <a:pt x="348" y="1187"/>
                  </a:cubicBezTo>
                  <a:cubicBezTo>
                    <a:pt x="345" y="1186"/>
                    <a:pt x="344" y="1186"/>
                    <a:pt x="344" y="1186"/>
                  </a:cubicBezTo>
                  <a:lnTo>
                    <a:pt x="344" y="1186"/>
                  </a:lnTo>
                  <a:cubicBezTo>
                    <a:pt x="343" y="1186"/>
                    <a:pt x="344" y="1186"/>
                    <a:pt x="347" y="1187"/>
                  </a:cubicBezTo>
                  <a:cubicBezTo>
                    <a:pt x="344" y="1186"/>
                    <a:pt x="341" y="1185"/>
                    <a:pt x="339" y="1182"/>
                  </a:cubicBezTo>
                  <a:cubicBezTo>
                    <a:pt x="335" y="1180"/>
                    <a:pt x="331" y="1176"/>
                    <a:pt x="328" y="1174"/>
                  </a:cubicBezTo>
                  <a:cubicBezTo>
                    <a:pt x="328" y="1174"/>
                    <a:pt x="322" y="1169"/>
                    <a:pt x="321" y="1169"/>
                  </a:cubicBezTo>
                  <a:lnTo>
                    <a:pt x="321" y="1169"/>
                  </a:lnTo>
                  <a:cubicBezTo>
                    <a:pt x="320" y="1167"/>
                    <a:pt x="318" y="1164"/>
                    <a:pt x="318" y="1164"/>
                  </a:cubicBezTo>
                  <a:cubicBezTo>
                    <a:pt x="315" y="1161"/>
                    <a:pt x="313" y="1159"/>
                    <a:pt x="312" y="1154"/>
                  </a:cubicBezTo>
                  <a:lnTo>
                    <a:pt x="312" y="1154"/>
                  </a:lnTo>
                  <a:cubicBezTo>
                    <a:pt x="312" y="1157"/>
                    <a:pt x="313" y="1158"/>
                    <a:pt x="313" y="1158"/>
                  </a:cubicBezTo>
                  <a:cubicBezTo>
                    <a:pt x="313" y="1158"/>
                    <a:pt x="312" y="1155"/>
                    <a:pt x="311" y="1153"/>
                  </a:cubicBezTo>
                  <a:lnTo>
                    <a:pt x="311" y="1153"/>
                  </a:lnTo>
                  <a:cubicBezTo>
                    <a:pt x="311" y="1152"/>
                    <a:pt x="310" y="1149"/>
                    <a:pt x="309" y="1148"/>
                  </a:cubicBezTo>
                  <a:lnTo>
                    <a:pt x="309" y="1148"/>
                  </a:lnTo>
                  <a:cubicBezTo>
                    <a:pt x="310" y="1149"/>
                    <a:pt x="310" y="1150"/>
                    <a:pt x="310" y="1151"/>
                  </a:cubicBezTo>
                  <a:lnTo>
                    <a:pt x="310" y="1151"/>
                  </a:lnTo>
                  <a:cubicBezTo>
                    <a:pt x="310" y="1150"/>
                    <a:pt x="310" y="1150"/>
                    <a:pt x="309" y="1150"/>
                  </a:cubicBezTo>
                  <a:lnTo>
                    <a:pt x="309" y="1150"/>
                  </a:lnTo>
                  <a:cubicBezTo>
                    <a:pt x="310" y="1151"/>
                    <a:pt x="310" y="1151"/>
                    <a:pt x="310" y="1151"/>
                  </a:cubicBezTo>
                  <a:lnTo>
                    <a:pt x="310" y="1151"/>
                  </a:lnTo>
                  <a:cubicBezTo>
                    <a:pt x="310" y="1153"/>
                    <a:pt x="310" y="1153"/>
                    <a:pt x="310" y="1153"/>
                  </a:cubicBezTo>
                  <a:cubicBezTo>
                    <a:pt x="310" y="1153"/>
                    <a:pt x="309" y="1149"/>
                    <a:pt x="309" y="1148"/>
                  </a:cubicBezTo>
                  <a:lnTo>
                    <a:pt x="309" y="1148"/>
                  </a:lnTo>
                  <a:cubicBezTo>
                    <a:pt x="309" y="1148"/>
                    <a:pt x="309" y="1148"/>
                    <a:pt x="309" y="1148"/>
                  </a:cubicBezTo>
                  <a:cubicBezTo>
                    <a:pt x="312" y="1145"/>
                    <a:pt x="312" y="1142"/>
                    <a:pt x="313" y="1141"/>
                  </a:cubicBezTo>
                  <a:cubicBezTo>
                    <a:pt x="314" y="1138"/>
                    <a:pt x="315" y="1136"/>
                    <a:pt x="319" y="1133"/>
                  </a:cubicBezTo>
                  <a:cubicBezTo>
                    <a:pt x="324" y="1130"/>
                    <a:pt x="335" y="1126"/>
                    <a:pt x="337" y="1126"/>
                  </a:cubicBezTo>
                  <a:cubicBezTo>
                    <a:pt x="359" y="1120"/>
                    <a:pt x="383" y="1119"/>
                    <a:pt x="404" y="1116"/>
                  </a:cubicBezTo>
                  <a:cubicBezTo>
                    <a:pt x="451" y="1111"/>
                    <a:pt x="498" y="1109"/>
                    <a:pt x="545" y="1109"/>
                  </a:cubicBezTo>
                  <a:cubicBezTo>
                    <a:pt x="554" y="1109"/>
                    <a:pt x="564" y="1109"/>
                    <a:pt x="573" y="1109"/>
                  </a:cubicBezTo>
                  <a:cubicBezTo>
                    <a:pt x="578" y="1110"/>
                    <a:pt x="584" y="1110"/>
                    <a:pt x="589" y="1110"/>
                  </a:cubicBezTo>
                  <a:lnTo>
                    <a:pt x="589" y="1110"/>
                  </a:lnTo>
                  <a:cubicBezTo>
                    <a:pt x="616" y="1115"/>
                    <a:pt x="643" y="1120"/>
                    <a:pt x="670" y="1122"/>
                  </a:cubicBezTo>
                  <a:cubicBezTo>
                    <a:pt x="683" y="1123"/>
                    <a:pt x="698" y="1123"/>
                    <a:pt x="712" y="1123"/>
                  </a:cubicBezTo>
                  <a:lnTo>
                    <a:pt x="749" y="1123"/>
                  </a:lnTo>
                  <a:cubicBezTo>
                    <a:pt x="756" y="1123"/>
                    <a:pt x="763" y="1123"/>
                    <a:pt x="769" y="1122"/>
                  </a:cubicBezTo>
                  <a:cubicBezTo>
                    <a:pt x="804" y="1120"/>
                    <a:pt x="829" y="1079"/>
                    <a:pt x="822" y="1048"/>
                  </a:cubicBezTo>
                  <a:cubicBezTo>
                    <a:pt x="815" y="1017"/>
                    <a:pt x="795" y="1001"/>
                    <a:pt x="767" y="996"/>
                  </a:cubicBezTo>
                  <a:lnTo>
                    <a:pt x="767" y="996"/>
                  </a:lnTo>
                  <a:cubicBezTo>
                    <a:pt x="767" y="996"/>
                    <a:pt x="767" y="995"/>
                    <a:pt x="767" y="994"/>
                  </a:cubicBezTo>
                  <a:cubicBezTo>
                    <a:pt x="721" y="990"/>
                    <a:pt x="676" y="984"/>
                    <a:pt x="631" y="978"/>
                  </a:cubicBezTo>
                  <a:cubicBezTo>
                    <a:pt x="609" y="974"/>
                    <a:pt x="586" y="971"/>
                    <a:pt x="564" y="966"/>
                  </a:cubicBezTo>
                  <a:lnTo>
                    <a:pt x="548" y="961"/>
                  </a:lnTo>
                  <a:lnTo>
                    <a:pt x="548" y="961"/>
                  </a:lnTo>
                  <a:cubicBezTo>
                    <a:pt x="548" y="961"/>
                    <a:pt x="549" y="961"/>
                    <a:pt x="550" y="962"/>
                  </a:cubicBezTo>
                  <a:lnTo>
                    <a:pt x="550" y="962"/>
                  </a:lnTo>
                  <a:cubicBezTo>
                    <a:pt x="549" y="961"/>
                    <a:pt x="549" y="961"/>
                    <a:pt x="549" y="961"/>
                  </a:cubicBezTo>
                  <a:cubicBezTo>
                    <a:pt x="537" y="958"/>
                    <a:pt x="522" y="955"/>
                    <a:pt x="510" y="950"/>
                  </a:cubicBezTo>
                  <a:cubicBezTo>
                    <a:pt x="466" y="938"/>
                    <a:pt x="424" y="922"/>
                    <a:pt x="381" y="902"/>
                  </a:cubicBezTo>
                  <a:cubicBezTo>
                    <a:pt x="362" y="894"/>
                    <a:pt x="342" y="884"/>
                    <a:pt x="325" y="874"/>
                  </a:cubicBezTo>
                  <a:cubicBezTo>
                    <a:pt x="320" y="873"/>
                    <a:pt x="317" y="870"/>
                    <a:pt x="313" y="868"/>
                  </a:cubicBezTo>
                  <a:lnTo>
                    <a:pt x="313" y="868"/>
                  </a:lnTo>
                  <a:cubicBezTo>
                    <a:pt x="314" y="869"/>
                    <a:pt x="315" y="869"/>
                    <a:pt x="315" y="869"/>
                  </a:cubicBezTo>
                  <a:cubicBezTo>
                    <a:pt x="315" y="869"/>
                    <a:pt x="305" y="864"/>
                    <a:pt x="304" y="863"/>
                  </a:cubicBezTo>
                  <a:cubicBezTo>
                    <a:pt x="293" y="857"/>
                    <a:pt x="281" y="850"/>
                    <a:pt x="270" y="843"/>
                  </a:cubicBezTo>
                  <a:cubicBezTo>
                    <a:pt x="231" y="818"/>
                    <a:pt x="194" y="792"/>
                    <a:pt x="159" y="762"/>
                  </a:cubicBezTo>
                  <a:cubicBezTo>
                    <a:pt x="155" y="759"/>
                    <a:pt x="152" y="755"/>
                    <a:pt x="148" y="753"/>
                  </a:cubicBezTo>
                  <a:cubicBezTo>
                    <a:pt x="147" y="752"/>
                    <a:pt x="146" y="751"/>
                    <a:pt x="146" y="751"/>
                  </a:cubicBezTo>
                  <a:lnTo>
                    <a:pt x="146" y="751"/>
                  </a:lnTo>
                  <a:cubicBezTo>
                    <a:pt x="145" y="751"/>
                    <a:pt x="147" y="753"/>
                    <a:pt x="148" y="755"/>
                  </a:cubicBezTo>
                  <a:lnTo>
                    <a:pt x="148" y="755"/>
                  </a:lnTo>
                  <a:cubicBezTo>
                    <a:pt x="147" y="754"/>
                    <a:pt x="146" y="753"/>
                    <a:pt x="145" y="751"/>
                  </a:cubicBezTo>
                  <a:cubicBezTo>
                    <a:pt x="141" y="747"/>
                    <a:pt x="137" y="743"/>
                    <a:pt x="134" y="738"/>
                  </a:cubicBezTo>
                  <a:cubicBezTo>
                    <a:pt x="133" y="738"/>
                    <a:pt x="133" y="737"/>
                    <a:pt x="132" y="736"/>
                  </a:cubicBezTo>
                  <a:lnTo>
                    <a:pt x="132" y="736"/>
                  </a:lnTo>
                  <a:cubicBezTo>
                    <a:pt x="132" y="736"/>
                    <a:pt x="133" y="736"/>
                    <a:pt x="133" y="735"/>
                  </a:cubicBezTo>
                  <a:lnTo>
                    <a:pt x="133" y="735"/>
                  </a:lnTo>
                  <a:cubicBezTo>
                    <a:pt x="134" y="735"/>
                    <a:pt x="135" y="735"/>
                    <a:pt x="136" y="735"/>
                  </a:cubicBezTo>
                  <a:cubicBezTo>
                    <a:pt x="145" y="733"/>
                    <a:pt x="153" y="732"/>
                    <a:pt x="163" y="731"/>
                  </a:cubicBezTo>
                  <a:cubicBezTo>
                    <a:pt x="178" y="730"/>
                    <a:pt x="192" y="729"/>
                    <a:pt x="206" y="729"/>
                  </a:cubicBezTo>
                  <a:cubicBezTo>
                    <a:pt x="213" y="729"/>
                    <a:pt x="219" y="729"/>
                    <a:pt x="226" y="729"/>
                  </a:cubicBezTo>
                  <a:cubicBezTo>
                    <a:pt x="268" y="732"/>
                    <a:pt x="311" y="740"/>
                    <a:pt x="352" y="749"/>
                  </a:cubicBezTo>
                  <a:lnTo>
                    <a:pt x="352" y="749"/>
                  </a:lnTo>
                  <a:cubicBezTo>
                    <a:pt x="402" y="780"/>
                    <a:pt x="454" y="806"/>
                    <a:pt x="509" y="831"/>
                  </a:cubicBezTo>
                  <a:cubicBezTo>
                    <a:pt x="561" y="854"/>
                    <a:pt x="614" y="874"/>
                    <a:pt x="666" y="895"/>
                  </a:cubicBezTo>
                  <a:cubicBezTo>
                    <a:pt x="674" y="898"/>
                    <a:pt x="683" y="900"/>
                    <a:pt x="691" y="900"/>
                  </a:cubicBezTo>
                  <a:cubicBezTo>
                    <a:pt x="720" y="900"/>
                    <a:pt x="748" y="883"/>
                    <a:pt x="757" y="856"/>
                  </a:cubicBezTo>
                  <a:cubicBezTo>
                    <a:pt x="771" y="815"/>
                    <a:pt x="752" y="784"/>
                    <a:pt x="718" y="765"/>
                  </a:cubicBezTo>
                  <a:cubicBezTo>
                    <a:pt x="717" y="764"/>
                    <a:pt x="717" y="764"/>
                    <a:pt x="717" y="764"/>
                  </a:cubicBezTo>
                  <a:lnTo>
                    <a:pt x="717" y="764"/>
                  </a:lnTo>
                  <a:cubicBezTo>
                    <a:pt x="717" y="763"/>
                    <a:pt x="717" y="761"/>
                    <a:pt x="718" y="760"/>
                  </a:cubicBezTo>
                  <a:cubicBezTo>
                    <a:pt x="627" y="726"/>
                    <a:pt x="538" y="691"/>
                    <a:pt x="452" y="645"/>
                  </a:cubicBezTo>
                  <a:lnTo>
                    <a:pt x="447" y="643"/>
                  </a:lnTo>
                  <a:lnTo>
                    <a:pt x="447" y="643"/>
                  </a:lnTo>
                  <a:cubicBezTo>
                    <a:pt x="448" y="643"/>
                    <a:pt x="449" y="644"/>
                    <a:pt x="449" y="644"/>
                  </a:cubicBezTo>
                  <a:cubicBezTo>
                    <a:pt x="439" y="639"/>
                    <a:pt x="430" y="634"/>
                    <a:pt x="422" y="628"/>
                  </a:cubicBezTo>
                  <a:lnTo>
                    <a:pt x="416" y="626"/>
                  </a:lnTo>
                  <a:lnTo>
                    <a:pt x="416" y="626"/>
                  </a:lnTo>
                  <a:cubicBezTo>
                    <a:pt x="417" y="627"/>
                    <a:pt x="418" y="627"/>
                    <a:pt x="418" y="627"/>
                  </a:cubicBezTo>
                  <a:cubicBezTo>
                    <a:pt x="413" y="625"/>
                    <a:pt x="407" y="621"/>
                    <a:pt x="400" y="617"/>
                  </a:cubicBezTo>
                  <a:cubicBezTo>
                    <a:pt x="380" y="605"/>
                    <a:pt x="359" y="593"/>
                    <a:pt x="340" y="579"/>
                  </a:cubicBezTo>
                  <a:cubicBezTo>
                    <a:pt x="320" y="566"/>
                    <a:pt x="302" y="552"/>
                    <a:pt x="285" y="537"/>
                  </a:cubicBezTo>
                  <a:cubicBezTo>
                    <a:pt x="281" y="533"/>
                    <a:pt x="276" y="530"/>
                    <a:pt x="273" y="526"/>
                  </a:cubicBezTo>
                  <a:cubicBezTo>
                    <a:pt x="271" y="524"/>
                    <a:pt x="264" y="518"/>
                    <a:pt x="264" y="518"/>
                  </a:cubicBezTo>
                  <a:lnTo>
                    <a:pt x="264" y="518"/>
                  </a:lnTo>
                  <a:cubicBezTo>
                    <a:pt x="264" y="518"/>
                    <a:pt x="265" y="519"/>
                    <a:pt x="269" y="522"/>
                  </a:cubicBezTo>
                  <a:cubicBezTo>
                    <a:pt x="260" y="513"/>
                    <a:pt x="252" y="507"/>
                    <a:pt x="246" y="499"/>
                  </a:cubicBezTo>
                  <a:cubicBezTo>
                    <a:pt x="237" y="490"/>
                    <a:pt x="229" y="481"/>
                    <a:pt x="222" y="471"/>
                  </a:cubicBezTo>
                  <a:lnTo>
                    <a:pt x="222" y="471"/>
                  </a:lnTo>
                  <a:cubicBezTo>
                    <a:pt x="232" y="474"/>
                    <a:pt x="241" y="476"/>
                    <a:pt x="251" y="479"/>
                  </a:cubicBezTo>
                  <a:cubicBezTo>
                    <a:pt x="302" y="494"/>
                    <a:pt x="351" y="513"/>
                    <a:pt x="397" y="537"/>
                  </a:cubicBezTo>
                  <a:cubicBezTo>
                    <a:pt x="408" y="543"/>
                    <a:pt x="420" y="548"/>
                    <a:pt x="431" y="555"/>
                  </a:cubicBezTo>
                  <a:cubicBezTo>
                    <a:pt x="435" y="556"/>
                    <a:pt x="439" y="559"/>
                    <a:pt x="441" y="560"/>
                  </a:cubicBezTo>
                  <a:cubicBezTo>
                    <a:pt x="447" y="563"/>
                    <a:pt x="452" y="567"/>
                    <a:pt x="458" y="570"/>
                  </a:cubicBezTo>
                  <a:cubicBezTo>
                    <a:pt x="480" y="583"/>
                    <a:pt x="502" y="598"/>
                    <a:pt x="522" y="612"/>
                  </a:cubicBezTo>
                  <a:cubicBezTo>
                    <a:pt x="543" y="627"/>
                    <a:pt x="563" y="644"/>
                    <a:pt x="583" y="660"/>
                  </a:cubicBezTo>
                  <a:cubicBezTo>
                    <a:pt x="593" y="669"/>
                    <a:pt x="601" y="677"/>
                    <a:pt x="611" y="687"/>
                  </a:cubicBezTo>
                  <a:lnTo>
                    <a:pt x="620" y="694"/>
                  </a:lnTo>
                  <a:lnTo>
                    <a:pt x="626" y="701"/>
                  </a:lnTo>
                  <a:lnTo>
                    <a:pt x="626" y="701"/>
                  </a:lnTo>
                  <a:cubicBezTo>
                    <a:pt x="630" y="705"/>
                    <a:pt x="633" y="709"/>
                    <a:pt x="637" y="713"/>
                  </a:cubicBezTo>
                  <a:cubicBezTo>
                    <a:pt x="637" y="713"/>
                    <a:pt x="637" y="712"/>
                    <a:pt x="638" y="712"/>
                  </a:cubicBezTo>
                  <a:lnTo>
                    <a:pt x="638" y="712"/>
                  </a:lnTo>
                  <a:cubicBezTo>
                    <a:pt x="649" y="723"/>
                    <a:pt x="665" y="730"/>
                    <a:pt x="680" y="730"/>
                  </a:cubicBezTo>
                  <a:cubicBezTo>
                    <a:pt x="692" y="730"/>
                    <a:pt x="703" y="726"/>
                    <a:pt x="712" y="719"/>
                  </a:cubicBezTo>
                  <a:cubicBezTo>
                    <a:pt x="734" y="699"/>
                    <a:pt x="740" y="665"/>
                    <a:pt x="720" y="642"/>
                  </a:cubicBezTo>
                  <a:cubicBezTo>
                    <a:pt x="639" y="545"/>
                    <a:pt x="559" y="449"/>
                    <a:pt x="489" y="343"/>
                  </a:cubicBezTo>
                  <a:cubicBezTo>
                    <a:pt x="455" y="292"/>
                    <a:pt x="428" y="246"/>
                    <a:pt x="399" y="188"/>
                  </a:cubicBezTo>
                  <a:cubicBezTo>
                    <a:pt x="386" y="161"/>
                    <a:pt x="373" y="133"/>
                    <a:pt x="361" y="104"/>
                  </a:cubicBezTo>
                  <a:lnTo>
                    <a:pt x="361" y="104"/>
                  </a:lnTo>
                  <a:cubicBezTo>
                    <a:pt x="379" y="114"/>
                    <a:pt x="395" y="125"/>
                    <a:pt x="410" y="138"/>
                  </a:cubicBezTo>
                  <a:cubicBezTo>
                    <a:pt x="450" y="167"/>
                    <a:pt x="488" y="202"/>
                    <a:pt x="522" y="238"/>
                  </a:cubicBezTo>
                  <a:cubicBezTo>
                    <a:pt x="556" y="274"/>
                    <a:pt x="592" y="312"/>
                    <a:pt x="621" y="352"/>
                  </a:cubicBezTo>
                  <a:cubicBezTo>
                    <a:pt x="651" y="392"/>
                    <a:pt x="678" y="435"/>
                    <a:pt x="706" y="478"/>
                  </a:cubicBezTo>
                  <a:cubicBezTo>
                    <a:pt x="713" y="490"/>
                    <a:pt x="721" y="501"/>
                    <a:pt x="728" y="513"/>
                  </a:cubicBezTo>
                  <a:lnTo>
                    <a:pt x="728" y="513"/>
                  </a:lnTo>
                  <a:cubicBezTo>
                    <a:pt x="743" y="547"/>
                    <a:pt x="760" y="579"/>
                    <a:pt x="779" y="611"/>
                  </a:cubicBezTo>
                  <a:lnTo>
                    <a:pt x="779" y="611"/>
                  </a:lnTo>
                  <a:cubicBezTo>
                    <a:pt x="783" y="618"/>
                    <a:pt x="787" y="625"/>
                    <a:pt x="791" y="632"/>
                  </a:cubicBezTo>
                  <a:cubicBezTo>
                    <a:pt x="792" y="632"/>
                    <a:pt x="792" y="632"/>
                    <a:pt x="792" y="632"/>
                  </a:cubicBezTo>
                  <a:lnTo>
                    <a:pt x="792" y="632"/>
                  </a:lnTo>
                  <a:cubicBezTo>
                    <a:pt x="792" y="632"/>
                    <a:pt x="792" y="632"/>
                    <a:pt x="793" y="633"/>
                  </a:cubicBezTo>
                  <a:cubicBezTo>
                    <a:pt x="799" y="642"/>
                    <a:pt x="809" y="646"/>
                    <a:pt x="820" y="646"/>
                  </a:cubicBezTo>
                  <a:cubicBezTo>
                    <a:pt x="829" y="646"/>
                    <a:pt x="837" y="643"/>
                    <a:pt x="843" y="638"/>
                  </a:cubicBezTo>
                  <a:cubicBezTo>
                    <a:pt x="860" y="625"/>
                    <a:pt x="860" y="604"/>
                    <a:pt x="849" y="588"/>
                  </a:cubicBezTo>
                  <a:cubicBezTo>
                    <a:pt x="848" y="587"/>
                    <a:pt x="847" y="586"/>
                    <a:pt x="847" y="585"/>
                  </a:cubicBezTo>
                  <a:lnTo>
                    <a:pt x="847" y="585"/>
                  </a:lnTo>
                  <a:cubicBezTo>
                    <a:pt x="847" y="585"/>
                    <a:pt x="847" y="585"/>
                    <a:pt x="847" y="585"/>
                  </a:cubicBezTo>
                  <a:cubicBezTo>
                    <a:pt x="801" y="515"/>
                    <a:pt x="764" y="435"/>
                    <a:pt x="742" y="353"/>
                  </a:cubicBezTo>
                  <a:cubicBezTo>
                    <a:pt x="731" y="312"/>
                    <a:pt x="724" y="268"/>
                    <a:pt x="716" y="227"/>
                  </a:cubicBezTo>
                  <a:cubicBezTo>
                    <a:pt x="712" y="206"/>
                    <a:pt x="710" y="184"/>
                    <a:pt x="708" y="164"/>
                  </a:cubicBezTo>
                  <a:cubicBezTo>
                    <a:pt x="707" y="156"/>
                    <a:pt x="706" y="147"/>
                    <a:pt x="705" y="139"/>
                  </a:cubicBezTo>
                  <a:lnTo>
                    <a:pt x="705" y="139"/>
                  </a:lnTo>
                  <a:cubicBezTo>
                    <a:pt x="759" y="194"/>
                    <a:pt x="808" y="257"/>
                    <a:pt x="847" y="324"/>
                  </a:cubicBezTo>
                  <a:cubicBezTo>
                    <a:pt x="895" y="402"/>
                    <a:pt x="935" y="491"/>
                    <a:pt x="954" y="582"/>
                  </a:cubicBezTo>
                  <a:cubicBezTo>
                    <a:pt x="965" y="632"/>
                    <a:pt x="968" y="682"/>
                    <a:pt x="972" y="733"/>
                  </a:cubicBezTo>
                  <a:lnTo>
                    <a:pt x="972" y="733"/>
                  </a:lnTo>
                  <a:cubicBezTo>
                    <a:pt x="972" y="736"/>
                    <a:pt x="972" y="739"/>
                    <a:pt x="972" y="743"/>
                  </a:cubicBezTo>
                  <a:cubicBezTo>
                    <a:pt x="970" y="762"/>
                    <a:pt x="986" y="774"/>
                    <a:pt x="1001" y="774"/>
                  </a:cubicBezTo>
                  <a:cubicBezTo>
                    <a:pt x="1012" y="774"/>
                    <a:pt x="1022" y="769"/>
                    <a:pt x="1026" y="757"/>
                  </a:cubicBezTo>
                  <a:cubicBezTo>
                    <a:pt x="1033" y="740"/>
                    <a:pt x="1040" y="724"/>
                    <a:pt x="1047" y="705"/>
                  </a:cubicBezTo>
                  <a:cubicBezTo>
                    <a:pt x="1054" y="688"/>
                    <a:pt x="1056" y="669"/>
                    <a:pt x="1062" y="649"/>
                  </a:cubicBezTo>
                  <a:cubicBezTo>
                    <a:pt x="1070" y="614"/>
                    <a:pt x="1078" y="578"/>
                    <a:pt x="1088" y="543"/>
                  </a:cubicBezTo>
                  <a:cubicBezTo>
                    <a:pt x="1094" y="517"/>
                    <a:pt x="1100" y="491"/>
                    <a:pt x="1106" y="465"/>
                  </a:cubicBezTo>
                  <a:lnTo>
                    <a:pt x="1106" y="465"/>
                  </a:lnTo>
                  <a:cubicBezTo>
                    <a:pt x="1113" y="504"/>
                    <a:pt x="1116" y="545"/>
                    <a:pt x="1115" y="585"/>
                  </a:cubicBezTo>
                  <a:cubicBezTo>
                    <a:pt x="1115" y="626"/>
                    <a:pt x="1111" y="669"/>
                    <a:pt x="1108" y="710"/>
                  </a:cubicBezTo>
                  <a:cubicBezTo>
                    <a:pt x="1103" y="753"/>
                    <a:pt x="1098" y="793"/>
                    <a:pt x="1088" y="835"/>
                  </a:cubicBezTo>
                  <a:cubicBezTo>
                    <a:pt x="1088" y="844"/>
                    <a:pt x="1095" y="849"/>
                    <a:pt x="1103" y="849"/>
                  </a:cubicBezTo>
                  <a:cubicBezTo>
                    <a:pt x="1108" y="849"/>
                    <a:pt x="1114" y="847"/>
                    <a:pt x="1117" y="842"/>
                  </a:cubicBezTo>
                  <a:cubicBezTo>
                    <a:pt x="1126" y="823"/>
                    <a:pt x="1136" y="802"/>
                    <a:pt x="1146" y="781"/>
                  </a:cubicBezTo>
                  <a:cubicBezTo>
                    <a:pt x="1154" y="760"/>
                    <a:pt x="1159" y="738"/>
                    <a:pt x="1165" y="716"/>
                  </a:cubicBezTo>
                  <a:cubicBezTo>
                    <a:pt x="1176" y="672"/>
                    <a:pt x="1180" y="627"/>
                    <a:pt x="1180" y="582"/>
                  </a:cubicBezTo>
                  <a:cubicBezTo>
                    <a:pt x="1181" y="490"/>
                    <a:pt x="1168" y="400"/>
                    <a:pt x="1137" y="313"/>
                  </a:cubicBezTo>
                  <a:cubicBezTo>
                    <a:pt x="1134" y="300"/>
                    <a:pt x="1120" y="294"/>
                    <a:pt x="1107" y="294"/>
                  </a:cubicBezTo>
                  <a:cubicBezTo>
                    <a:pt x="1093" y="294"/>
                    <a:pt x="1079" y="301"/>
                    <a:pt x="1076" y="314"/>
                  </a:cubicBezTo>
                  <a:cubicBezTo>
                    <a:pt x="1056" y="385"/>
                    <a:pt x="1039" y="456"/>
                    <a:pt x="1020" y="526"/>
                  </a:cubicBezTo>
                  <a:cubicBezTo>
                    <a:pt x="1013" y="550"/>
                    <a:pt x="1006" y="574"/>
                    <a:pt x="1000" y="598"/>
                  </a:cubicBezTo>
                  <a:lnTo>
                    <a:pt x="1000" y="598"/>
                  </a:lnTo>
                  <a:cubicBezTo>
                    <a:pt x="1000" y="598"/>
                    <a:pt x="1000" y="598"/>
                    <a:pt x="1000" y="598"/>
                  </a:cubicBezTo>
                  <a:cubicBezTo>
                    <a:pt x="988" y="549"/>
                    <a:pt x="973" y="501"/>
                    <a:pt x="955" y="456"/>
                  </a:cubicBezTo>
                  <a:cubicBezTo>
                    <a:pt x="919" y="365"/>
                    <a:pt x="871" y="280"/>
                    <a:pt x="811" y="203"/>
                  </a:cubicBezTo>
                  <a:cubicBezTo>
                    <a:pt x="776" y="160"/>
                    <a:pt x="738" y="118"/>
                    <a:pt x="697" y="82"/>
                  </a:cubicBezTo>
                  <a:cubicBezTo>
                    <a:pt x="694" y="79"/>
                    <a:pt x="690" y="78"/>
                    <a:pt x="687" y="78"/>
                  </a:cubicBezTo>
                  <a:cubicBezTo>
                    <a:pt x="678" y="78"/>
                    <a:pt x="669" y="85"/>
                    <a:pt x="667" y="94"/>
                  </a:cubicBezTo>
                  <a:cubicBezTo>
                    <a:pt x="666" y="117"/>
                    <a:pt x="661" y="140"/>
                    <a:pt x="659" y="164"/>
                  </a:cubicBezTo>
                  <a:cubicBezTo>
                    <a:pt x="655" y="187"/>
                    <a:pt x="656" y="210"/>
                    <a:pt x="656" y="233"/>
                  </a:cubicBezTo>
                  <a:cubicBezTo>
                    <a:pt x="658" y="275"/>
                    <a:pt x="665" y="317"/>
                    <a:pt x="675" y="358"/>
                  </a:cubicBezTo>
                  <a:lnTo>
                    <a:pt x="675" y="358"/>
                  </a:lnTo>
                  <a:cubicBezTo>
                    <a:pt x="670" y="352"/>
                    <a:pt x="665" y="346"/>
                    <a:pt x="661" y="341"/>
                  </a:cubicBezTo>
                  <a:cubicBezTo>
                    <a:pt x="597" y="261"/>
                    <a:pt x="532" y="182"/>
                    <a:pt x="454" y="115"/>
                  </a:cubicBezTo>
                  <a:cubicBezTo>
                    <a:pt x="410" y="77"/>
                    <a:pt x="366" y="39"/>
                    <a:pt x="318" y="7"/>
                  </a:cubicBezTo>
                  <a:cubicBezTo>
                    <a:pt x="312" y="3"/>
                    <a:pt x="305" y="1"/>
                    <a:pt x="29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280" bIns="44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881;p29"/>
            <p:cNvSpPr/>
            <p:nvPr/>
          </p:nvSpPr>
          <p:spPr>
            <a:xfrm>
              <a:off x="3804480" y="2270880"/>
              <a:ext cx="23760" cy="39600"/>
            </a:xfrm>
            <a:custGeom>
              <a:avLst/>
              <a:gdLst>
                <a:gd name="textAreaLeft" fmla="*/ 0 w 23760"/>
                <a:gd name="textAreaRight" fmla="*/ 24120 w 2376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364" h="600">
                  <a:moveTo>
                    <a:pt x="175" y="356"/>
                  </a:moveTo>
                  <a:cubicBezTo>
                    <a:pt x="175" y="356"/>
                    <a:pt x="175" y="357"/>
                    <a:pt x="173" y="359"/>
                  </a:cubicBezTo>
                  <a:lnTo>
                    <a:pt x="173" y="359"/>
                  </a:lnTo>
                  <a:cubicBezTo>
                    <a:pt x="175" y="357"/>
                    <a:pt x="175" y="356"/>
                    <a:pt x="175" y="356"/>
                  </a:cubicBezTo>
                  <a:close/>
                  <a:moveTo>
                    <a:pt x="293" y="0"/>
                  </a:moveTo>
                  <a:cubicBezTo>
                    <a:pt x="285" y="0"/>
                    <a:pt x="277" y="2"/>
                    <a:pt x="270" y="5"/>
                  </a:cubicBezTo>
                  <a:cubicBezTo>
                    <a:pt x="195" y="39"/>
                    <a:pt x="129" y="101"/>
                    <a:pt x="82" y="167"/>
                  </a:cubicBezTo>
                  <a:cubicBezTo>
                    <a:pt x="58" y="200"/>
                    <a:pt x="36" y="236"/>
                    <a:pt x="24" y="273"/>
                  </a:cubicBezTo>
                  <a:cubicBezTo>
                    <a:pt x="11" y="311"/>
                    <a:pt x="5" y="351"/>
                    <a:pt x="1" y="391"/>
                  </a:cubicBezTo>
                  <a:cubicBezTo>
                    <a:pt x="1" y="402"/>
                    <a:pt x="11" y="410"/>
                    <a:pt x="20" y="410"/>
                  </a:cubicBezTo>
                  <a:cubicBezTo>
                    <a:pt x="27" y="410"/>
                    <a:pt x="33" y="406"/>
                    <a:pt x="36" y="398"/>
                  </a:cubicBezTo>
                  <a:cubicBezTo>
                    <a:pt x="61" y="336"/>
                    <a:pt x="104" y="271"/>
                    <a:pt x="149" y="223"/>
                  </a:cubicBezTo>
                  <a:cubicBezTo>
                    <a:pt x="171" y="200"/>
                    <a:pt x="200" y="177"/>
                    <a:pt x="228" y="157"/>
                  </a:cubicBezTo>
                  <a:cubicBezTo>
                    <a:pt x="231" y="155"/>
                    <a:pt x="234" y="154"/>
                    <a:pt x="236" y="152"/>
                  </a:cubicBezTo>
                  <a:lnTo>
                    <a:pt x="236" y="152"/>
                  </a:lnTo>
                  <a:cubicBezTo>
                    <a:pt x="235" y="169"/>
                    <a:pt x="233" y="186"/>
                    <a:pt x="230" y="203"/>
                  </a:cubicBezTo>
                  <a:lnTo>
                    <a:pt x="226" y="223"/>
                  </a:lnTo>
                  <a:cubicBezTo>
                    <a:pt x="225" y="226"/>
                    <a:pt x="223" y="232"/>
                    <a:pt x="223" y="232"/>
                  </a:cubicBezTo>
                  <a:cubicBezTo>
                    <a:pt x="223" y="232"/>
                    <a:pt x="224" y="231"/>
                    <a:pt x="225" y="227"/>
                  </a:cubicBezTo>
                  <a:lnTo>
                    <a:pt x="225" y="227"/>
                  </a:lnTo>
                  <a:cubicBezTo>
                    <a:pt x="222" y="238"/>
                    <a:pt x="217" y="250"/>
                    <a:pt x="215" y="261"/>
                  </a:cubicBezTo>
                  <a:cubicBezTo>
                    <a:pt x="206" y="285"/>
                    <a:pt x="198" y="308"/>
                    <a:pt x="187" y="331"/>
                  </a:cubicBezTo>
                  <a:lnTo>
                    <a:pt x="179" y="348"/>
                  </a:lnTo>
                  <a:cubicBezTo>
                    <a:pt x="178" y="349"/>
                    <a:pt x="174" y="356"/>
                    <a:pt x="173" y="359"/>
                  </a:cubicBezTo>
                  <a:lnTo>
                    <a:pt x="173" y="359"/>
                  </a:lnTo>
                  <a:cubicBezTo>
                    <a:pt x="173" y="359"/>
                    <a:pt x="172" y="360"/>
                    <a:pt x="172" y="360"/>
                  </a:cubicBezTo>
                  <a:cubicBezTo>
                    <a:pt x="168" y="365"/>
                    <a:pt x="166" y="373"/>
                    <a:pt x="161" y="379"/>
                  </a:cubicBezTo>
                  <a:cubicBezTo>
                    <a:pt x="160" y="385"/>
                    <a:pt x="157" y="392"/>
                    <a:pt x="156" y="398"/>
                  </a:cubicBezTo>
                  <a:cubicBezTo>
                    <a:pt x="156" y="394"/>
                    <a:pt x="157" y="392"/>
                    <a:pt x="156" y="392"/>
                  </a:cubicBezTo>
                  <a:lnTo>
                    <a:pt x="156" y="392"/>
                  </a:lnTo>
                  <a:cubicBezTo>
                    <a:pt x="156" y="392"/>
                    <a:pt x="156" y="393"/>
                    <a:pt x="156" y="395"/>
                  </a:cubicBezTo>
                  <a:cubicBezTo>
                    <a:pt x="155" y="396"/>
                    <a:pt x="151" y="403"/>
                    <a:pt x="150" y="405"/>
                  </a:cubicBezTo>
                  <a:lnTo>
                    <a:pt x="150" y="405"/>
                  </a:lnTo>
                  <a:cubicBezTo>
                    <a:pt x="150" y="404"/>
                    <a:pt x="151" y="403"/>
                    <a:pt x="151" y="402"/>
                  </a:cubicBezTo>
                  <a:lnTo>
                    <a:pt x="151" y="402"/>
                  </a:lnTo>
                  <a:cubicBezTo>
                    <a:pt x="150" y="404"/>
                    <a:pt x="149" y="405"/>
                    <a:pt x="149" y="405"/>
                  </a:cubicBezTo>
                  <a:cubicBezTo>
                    <a:pt x="149" y="405"/>
                    <a:pt x="150" y="405"/>
                    <a:pt x="150" y="405"/>
                  </a:cubicBezTo>
                  <a:lnTo>
                    <a:pt x="150" y="405"/>
                  </a:lnTo>
                  <a:cubicBezTo>
                    <a:pt x="148" y="409"/>
                    <a:pt x="145" y="414"/>
                    <a:pt x="142" y="417"/>
                  </a:cubicBezTo>
                  <a:cubicBezTo>
                    <a:pt x="135" y="428"/>
                    <a:pt x="129" y="437"/>
                    <a:pt x="123" y="447"/>
                  </a:cubicBezTo>
                  <a:cubicBezTo>
                    <a:pt x="107" y="469"/>
                    <a:pt x="100" y="488"/>
                    <a:pt x="85" y="508"/>
                  </a:cubicBezTo>
                  <a:cubicBezTo>
                    <a:pt x="72" y="528"/>
                    <a:pt x="52" y="544"/>
                    <a:pt x="40" y="565"/>
                  </a:cubicBezTo>
                  <a:cubicBezTo>
                    <a:pt x="31" y="577"/>
                    <a:pt x="40" y="600"/>
                    <a:pt x="57" y="600"/>
                  </a:cubicBezTo>
                  <a:cubicBezTo>
                    <a:pt x="58" y="600"/>
                    <a:pt x="60" y="600"/>
                    <a:pt x="61" y="599"/>
                  </a:cubicBezTo>
                  <a:cubicBezTo>
                    <a:pt x="89" y="593"/>
                    <a:pt x="113" y="576"/>
                    <a:pt x="137" y="561"/>
                  </a:cubicBezTo>
                  <a:cubicBezTo>
                    <a:pt x="159" y="547"/>
                    <a:pt x="181" y="536"/>
                    <a:pt x="198" y="517"/>
                  </a:cubicBezTo>
                  <a:cubicBezTo>
                    <a:pt x="217" y="496"/>
                    <a:pt x="237" y="475"/>
                    <a:pt x="254" y="452"/>
                  </a:cubicBezTo>
                  <a:cubicBezTo>
                    <a:pt x="260" y="448"/>
                    <a:pt x="264" y="442"/>
                    <a:pt x="270" y="437"/>
                  </a:cubicBezTo>
                  <a:cubicBezTo>
                    <a:pt x="275" y="430"/>
                    <a:pt x="278" y="423"/>
                    <a:pt x="282" y="414"/>
                  </a:cubicBezTo>
                  <a:cubicBezTo>
                    <a:pt x="289" y="402"/>
                    <a:pt x="294" y="390"/>
                    <a:pt x="299" y="376"/>
                  </a:cubicBezTo>
                  <a:cubicBezTo>
                    <a:pt x="347" y="275"/>
                    <a:pt x="363" y="160"/>
                    <a:pt x="351" y="49"/>
                  </a:cubicBezTo>
                  <a:cubicBezTo>
                    <a:pt x="348" y="20"/>
                    <a:pt x="320" y="0"/>
                    <a:pt x="29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800" bIns="19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882;p29"/>
            <p:cNvSpPr/>
            <p:nvPr/>
          </p:nvSpPr>
          <p:spPr>
            <a:xfrm>
              <a:off x="3852000" y="2012040"/>
              <a:ext cx="24120" cy="30744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370" h="4630">
                  <a:moveTo>
                    <a:pt x="340" y="1"/>
                  </a:moveTo>
                  <a:cubicBezTo>
                    <a:pt x="332" y="1"/>
                    <a:pt x="324" y="4"/>
                    <a:pt x="320" y="11"/>
                  </a:cubicBezTo>
                  <a:cubicBezTo>
                    <a:pt x="311" y="26"/>
                    <a:pt x="297" y="42"/>
                    <a:pt x="291" y="58"/>
                  </a:cubicBezTo>
                  <a:cubicBezTo>
                    <a:pt x="284" y="75"/>
                    <a:pt x="279" y="92"/>
                    <a:pt x="271" y="110"/>
                  </a:cubicBezTo>
                  <a:cubicBezTo>
                    <a:pt x="258" y="145"/>
                    <a:pt x="247" y="182"/>
                    <a:pt x="236" y="220"/>
                  </a:cubicBezTo>
                  <a:cubicBezTo>
                    <a:pt x="214" y="292"/>
                    <a:pt x="196" y="367"/>
                    <a:pt x="180" y="443"/>
                  </a:cubicBezTo>
                  <a:cubicBezTo>
                    <a:pt x="147" y="587"/>
                    <a:pt x="119" y="736"/>
                    <a:pt x="97" y="883"/>
                  </a:cubicBezTo>
                  <a:cubicBezTo>
                    <a:pt x="51" y="1178"/>
                    <a:pt x="26" y="1477"/>
                    <a:pt x="13" y="1777"/>
                  </a:cubicBezTo>
                  <a:cubicBezTo>
                    <a:pt x="1" y="2081"/>
                    <a:pt x="4" y="2387"/>
                    <a:pt x="16" y="2692"/>
                  </a:cubicBezTo>
                  <a:cubicBezTo>
                    <a:pt x="28" y="2996"/>
                    <a:pt x="49" y="3298"/>
                    <a:pt x="76" y="3600"/>
                  </a:cubicBezTo>
                  <a:cubicBezTo>
                    <a:pt x="90" y="3750"/>
                    <a:pt x="106" y="3902"/>
                    <a:pt x="127" y="4051"/>
                  </a:cubicBezTo>
                  <a:cubicBezTo>
                    <a:pt x="138" y="4125"/>
                    <a:pt x="154" y="4198"/>
                    <a:pt x="167" y="4272"/>
                  </a:cubicBezTo>
                  <a:lnTo>
                    <a:pt x="187" y="4387"/>
                  </a:lnTo>
                  <a:cubicBezTo>
                    <a:pt x="194" y="4426"/>
                    <a:pt x="198" y="4465"/>
                    <a:pt x="212" y="4502"/>
                  </a:cubicBezTo>
                  <a:cubicBezTo>
                    <a:pt x="225" y="4537"/>
                    <a:pt x="237" y="4569"/>
                    <a:pt x="247" y="4605"/>
                  </a:cubicBezTo>
                  <a:cubicBezTo>
                    <a:pt x="251" y="4620"/>
                    <a:pt x="266" y="4629"/>
                    <a:pt x="281" y="4629"/>
                  </a:cubicBezTo>
                  <a:cubicBezTo>
                    <a:pt x="295" y="4629"/>
                    <a:pt x="308" y="4621"/>
                    <a:pt x="308" y="4602"/>
                  </a:cubicBezTo>
                  <a:cubicBezTo>
                    <a:pt x="308" y="4566"/>
                    <a:pt x="313" y="4530"/>
                    <a:pt x="316" y="4495"/>
                  </a:cubicBezTo>
                  <a:cubicBezTo>
                    <a:pt x="321" y="4454"/>
                    <a:pt x="316" y="4415"/>
                    <a:pt x="314" y="4376"/>
                  </a:cubicBezTo>
                  <a:cubicBezTo>
                    <a:pt x="308" y="4299"/>
                    <a:pt x="304" y="4224"/>
                    <a:pt x="300" y="4147"/>
                  </a:cubicBezTo>
                  <a:lnTo>
                    <a:pt x="300" y="4146"/>
                  </a:lnTo>
                  <a:lnTo>
                    <a:pt x="300" y="4133"/>
                  </a:lnTo>
                  <a:lnTo>
                    <a:pt x="300" y="4102"/>
                  </a:lnTo>
                  <a:cubicBezTo>
                    <a:pt x="300" y="4080"/>
                    <a:pt x="297" y="4057"/>
                    <a:pt x="296" y="4035"/>
                  </a:cubicBezTo>
                  <a:cubicBezTo>
                    <a:pt x="293" y="3997"/>
                    <a:pt x="291" y="3959"/>
                    <a:pt x="286" y="3922"/>
                  </a:cubicBezTo>
                  <a:cubicBezTo>
                    <a:pt x="277" y="3848"/>
                    <a:pt x="270" y="3772"/>
                    <a:pt x="263" y="3699"/>
                  </a:cubicBezTo>
                  <a:cubicBezTo>
                    <a:pt x="232" y="3398"/>
                    <a:pt x="202" y="3098"/>
                    <a:pt x="181" y="2798"/>
                  </a:cubicBezTo>
                  <a:cubicBezTo>
                    <a:pt x="160" y="2494"/>
                    <a:pt x="149" y="2207"/>
                    <a:pt x="151" y="1905"/>
                  </a:cubicBezTo>
                  <a:cubicBezTo>
                    <a:pt x="154" y="1608"/>
                    <a:pt x="171" y="1310"/>
                    <a:pt x="205" y="1014"/>
                  </a:cubicBezTo>
                  <a:cubicBezTo>
                    <a:pt x="221" y="866"/>
                    <a:pt x="243" y="719"/>
                    <a:pt x="270" y="574"/>
                  </a:cubicBezTo>
                  <a:cubicBezTo>
                    <a:pt x="296" y="427"/>
                    <a:pt x="331" y="281"/>
                    <a:pt x="358" y="135"/>
                  </a:cubicBezTo>
                  <a:cubicBezTo>
                    <a:pt x="360" y="117"/>
                    <a:pt x="364" y="102"/>
                    <a:pt x="367" y="83"/>
                  </a:cubicBezTo>
                  <a:cubicBezTo>
                    <a:pt x="370" y="65"/>
                    <a:pt x="367" y="45"/>
                    <a:pt x="365" y="26"/>
                  </a:cubicBezTo>
                  <a:cubicBezTo>
                    <a:pt x="366" y="9"/>
                    <a:pt x="353" y="1"/>
                    <a:pt x="34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883;p29"/>
            <p:cNvSpPr/>
            <p:nvPr/>
          </p:nvSpPr>
          <p:spPr>
            <a:xfrm>
              <a:off x="3868560" y="1983600"/>
              <a:ext cx="21600" cy="2052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329" h="314">
                  <a:moveTo>
                    <a:pt x="93" y="127"/>
                  </a:moveTo>
                  <a:lnTo>
                    <a:pt x="93" y="127"/>
                  </a:lnTo>
                  <a:cubicBezTo>
                    <a:pt x="93" y="127"/>
                    <a:pt x="93" y="127"/>
                    <a:pt x="93" y="127"/>
                  </a:cubicBezTo>
                  <a:lnTo>
                    <a:pt x="93" y="127"/>
                  </a:lnTo>
                  <a:cubicBezTo>
                    <a:pt x="93" y="127"/>
                    <a:pt x="93" y="127"/>
                    <a:pt x="93" y="127"/>
                  </a:cubicBezTo>
                  <a:cubicBezTo>
                    <a:pt x="93" y="127"/>
                    <a:pt x="93" y="127"/>
                    <a:pt x="93" y="127"/>
                  </a:cubicBezTo>
                  <a:close/>
                  <a:moveTo>
                    <a:pt x="193" y="1"/>
                  </a:moveTo>
                  <a:cubicBezTo>
                    <a:pt x="188" y="1"/>
                    <a:pt x="184" y="1"/>
                    <a:pt x="180" y="2"/>
                  </a:cubicBezTo>
                  <a:cubicBezTo>
                    <a:pt x="176" y="3"/>
                    <a:pt x="172" y="4"/>
                    <a:pt x="169" y="5"/>
                  </a:cubicBezTo>
                  <a:lnTo>
                    <a:pt x="169" y="5"/>
                  </a:lnTo>
                  <a:cubicBezTo>
                    <a:pt x="162" y="4"/>
                    <a:pt x="155" y="3"/>
                    <a:pt x="149" y="3"/>
                  </a:cubicBezTo>
                  <a:cubicBezTo>
                    <a:pt x="141" y="3"/>
                    <a:pt x="134" y="4"/>
                    <a:pt x="126" y="6"/>
                  </a:cubicBezTo>
                  <a:lnTo>
                    <a:pt x="122" y="6"/>
                  </a:lnTo>
                  <a:cubicBezTo>
                    <a:pt x="114" y="7"/>
                    <a:pt x="97" y="14"/>
                    <a:pt x="88" y="17"/>
                  </a:cubicBezTo>
                  <a:lnTo>
                    <a:pt x="87" y="17"/>
                  </a:lnTo>
                  <a:cubicBezTo>
                    <a:pt x="65" y="25"/>
                    <a:pt x="56" y="35"/>
                    <a:pt x="43" y="50"/>
                  </a:cubicBezTo>
                  <a:cubicBezTo>
                    <a:pt x="37" y="57"/>
                    <a:pt x="33" y="60"/>
                    <a:pt x="28" y="65"/>
                  </a:cubicBezTo>
                  <a:cubicBezTo>
                    <a:pt x="26" y="69"/>
                    <a:pt x="12" y="93"/>
                    <a:pt x="11" y="96"/>
                  </a:cubicBezTo>
                  <a:cubicBezTo>
                    <a:pt x="11" y="96"/>
                    <a:pt x="11" y="98"/>
                    <a:pt x="10" y="98"/>
                  </a:cubicBezTo>
                  <a:cubicBezTo>
                    <a:pt x="7" y="103"/>
                    <a:pt x="5" y="115"/>
                    <a:pt x="5" y="118"/>
                  </a:cubicBezTo>
                  <a:lnTo>
                    <a:pt x="5" y="118"/>
                  </a:lnTo>
                  <a:cubicBezTo>
                    <a:pt x="4" y="122"/>
                    <a:pt x="1" y="133"/>
                    <a:pt x="1" y="137"/>
                  </a:cubicBezTo>
                  <a:lnTo>
                    <a:pt x="1" y="139"/>
                  </a:lnTo>
                  <a:cubicBezTo>
                    <a:pt x="1" y="149"/>
                    <a:pt x="1" y="168"/>
                    <a:pt x="3" y="177"/>
                  </a:cubicBezTo>
                  <a:cubicBezTo>
                    <a:pt x="3" y="181"/>
                    <a:pt x="3" y="182"/>
                    <a:pt x="4" y="184"/>
                  </a:cubicBezTo>
                  <a:cubicBezTo>
                    <a:pt x="6" y="195"/>
                    <a:pt x="11" y="206"/>
                    <a:pt x="14" y="219"/>
                  </a:cubicBezTo>
                  <a:cubicBezTo>
                    <a:pt x="20" y="228"/>
                    <a:pt x="26" y="238"/>
                    <a:pt x="32" y="249"/>
                  </a:cubicBezTo>
                  <a:lnTo>
                    <a:pt x="56" y="274"/>
                  </a:lnTo>
                  <a:lnTo>
                    <a:pt x="58" y="274"/>
                  </a:lnTo>
                  <a:cubicBezTo>
                    <a:pt x="59" y="275"/>
                    <a:pt x="60" y="275"/>
                    <a:pt x="61" y="276"/>
                  </a:cubicBezTo>
                  <a:cubicBezTo>
                    <a:pt x="71" y="282"/>
                    <a:pt x="83" y="288"/>
                    <a:pt x="93" y="293"/>
                  </a:cubicBezTo>
                  <a:cubicBezTo>
                    <a:pt x="94" y="293"/>
                    <a:pt x="94" y="294"/>
                    <a:pt x="97" y="294"/>
                  </a:cubicBezTo>
                  <a:cubicBezTo>
                    <a:pt x="98" y="296"/>
                    <a:pt x="99" y="296"/>
                    <a:pt x="102" y="296"/>
                  </a:cubicBezTo>
                  <a:cubicBezTo>
                    <a:pt x="112" y="299"/>
                    <a:pt x="123" y="302"/>
                    <a:pt x="133" y="304"/>
                  </a:cubicBezTo>
                  <a:lnTo>
                    <a:pt x="133" y="304"/>
                  </a:lnTo>
                  <a:cubicBezTo>
                    <a:pt x="134" y="304"/>
                    <a:pt x="134" y="305"/>
                    <a:pt x="135" y="305"/>
                  </a:cubicBezTo>
                  <a:cubicBezTo>
                    <a:pt x="149" y="311"/>
                    <a:pt x="164" y="313"/>
                    <a:pt x="179" y="313"/>
                  </a:cubicBezTo>
                  <a:cubicBezTo>
                    <a:pt x="184" y="313"/>
                    <a:pt x="188" y="313"/>
                    <a:pt x="193" y="313"/>
                  </a:cubicBezTo>
                  <a:cubicBezTo>
                    <a:pt x="213" y="309"/>
                    <a:pt x="231" y="302"/>
                    <a:pt x="246" y="288"/>
                  </a:cubicBezTo>
                  <a:cubicBezTo>
                    <a:pt x="247" y="287"/>
                    <a:pt x="250" y="286"/>
                    <a:pt x="251" y="283"/>
                  </a:cubicBezTo>
                  <a:cubicBezTo>
                    <a:pt x="259" y="275"/>
                    <a:pt x="268" y="269"/>
                    <a:pt x="274" y="259"/>
                  </a:cubicBezTo>
                  <a:cubicBezTo>
                    <a:pt x="280" y="252"/>
                    <a:pt x="284" y="243"/>
                    <a:pt x="289" y="236"/>
                  </a:cubicBezTo>
                  <a:cubicBezTo>
                    <a:pt x="292" y="228"/>
                    <a:pt x="297" y="220"/>
                    <a:pt x="300" y="213"/>
                  </a:cubicBezTo>
                  <a:lnTo>
                    <a:pt x="300" y="213"/>
                  </a:lnTo>
                  <a:cubicBezTo>
                    <a:pt x="302" y="210"/>
                    <a:pt x="305" y="207"/>
                    <a:pt x="307" y="204"/>
                  </a:cubicBezTo>
                  <a:cubicBezTo>
                    <a:pt x="318" y="190"/>
                    <a:pt x="325" y="172"/>
                    <a:pt x="327" y="154"/>
                  </a:cubicBezTo>
                  <a:cubicBezTo>
                    <a:pt x="328" y="135"/>
                    <a:pt x="324" y="115"/>
                    <a:pt x="311" y="99"/>
                  </a:cubicBezTo>
                  <a:cubicBezTo>
                    <a:pt x="309" y="98"/>
                    <a:pt x="307" y="96"/>
                    <a:pt x="305" y="94"/>
                  </a:cubicBezTo>
                  <a:lnTo>
                    <a:pt x="305" y="94"/>
                  </a:lnTo>
                  <a:cubicBezTo>
                    <a:pt x="303" y="87"/>
                    <a:pt x="301" y="79"/>
                    <a:pt x="297" y="72"/>
                  </a:cubicBezTo>
                  <a:cubicBezTo>
                    <a:pt x="292" y="58"/>
                    <a:pt x="282" y="45"/>
                    <a:pt x="271" y="35"/>
                  </a:cubicBezTo>
                  <a:lnTo>
                    <a:pt x="271" y="35"/>
                  </a:lnTo>
                  <a:cubicBezTo>
                    <a:pt x="265" y="29"/>
                    <a:pt x="259" y="24"/>
                    <a:pt x="252" y="19"/>
                  </a:cubicBezTo>
                  <a:cubicBezTo>
                    <a:pt x="241" y="12"/>
                    <a:pt x="231" y="6"/>
                    <a:pt x="218" y="5"/>
                  </a:cubicBezTo>
                  <a:cubicBezTo>
                    <a:pt x="210" y="2"/>
                    <a:pt x="201" y="1"/>
                    <a:pt x="193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884;p29"/>
            <p:cNvSpPr/>
            <p:nvPr/>
          </p:nvSpPr>
          <p:spPr>
            <a:xfrm>
              <a:off x="3705120" y="1869840"/>
              <a:ext cx="92520" cy="165960"/>
            </a:xfrm>
            <a:custGeom>
              <a:avLst/>
              <a:gdLst>
                <a:gd name="textAreaLeft" fmla="*/ 0 w 92520"/>
                <a:gd name="textAreaRight" fmla="*/ 92880 w 92520"/>
                <a:gd name="textAreaTop" fmla="*/ 0 h 165960"/>
                <a:gd name="textAreaBottom" fmla="*/ 166320 h 165960"/>
              </a:gdLst>
              <a:ahLst/>
              <a:cxnLst/>
              <a:rect l="textAreaLeft" t="textAreaTop" r="textAreaRight" b="textAreaBottom"/>
              <a:pathLst>
                <a:path w="1394" h="2501">
                  <a:moveTo>
                    <a:pt x="178" y="129"/>
                  </a:moveTo>
                  <a:cubicBezTo>
                    <a:pt x="178" y="129"/>
                    <a:pt x="177" y="129"/>
                    <a:pt x="176" y="130"/>
                  </a:cubicBezTo>
                  <a:lnTo>
                    <a:pt x="176" y="130"/>
                  </a:lnTo>
                  <a:cubicBezTo>
                    <a:pt x="177" y="129"/>
                    <a:pt x="178" y="129"/>
                    <a:pt x="178" y="129"/>
                  </a:cubicBezTo>
                  <a:close/>
                  <a:moveTo>
                    <a:pt x="136" y="192"/>
                  </a:moveTo>
                  <a:cubicBezTo>
                    <a:pt x="136" y="192"/>
                    <a:pt x="136" y="193"/>
                    <a:pt x="136" y="193"/>
                  </a:cubicBezTo>
                  <a:cubicBezTo>
                    <a:pt x="136" y="193"/>
                    <a:pt x="136" y="192"/>
                    <a:pt x="136" y="192"/>
                  </a:cubicBezTo>
                  <a:close/>
                  <a:moveTo>
                    <a:pt x="203" y="0"/>
                  </a:moveTo>
                  <a:cubicBezTo>
                    <a:pt x="167" y="0"/>
                    <a:pt x="133" y="11"/>
                    <a:pt x="102" y="33"/>
                  </a:cubicBezTo>
                  <a:cubicBezTo>
                    <a:pt x="16" y="93"/>
                    <a:pt x="1" y="205"/>
                    <a:pt x="20" y="302"/>
                  </a:cubicBezTo>
                  <a:cubicBezTo>
                    <a:pt x="30" y="348"/>
                    <a:pt x="43" y="395"/>
                    <a:pt x="58" y="441"/>
                  </a:cubicBezTo>
                  <a:cubicBezTo>
                    <a:pt x="71" y="487"/>
                    <a:pt x="85" y="533"/>
                    <a:pt x="100" y="578"/>
                  </a:cubicBezTo>
                  <a:cubicBezTo>
                    <a:pt x="210" y="914"/>
                    <a:pt x="355" y="1240"/>
                    <a:pt x="534" y="1545"/>
                  </a:cubicBezTo>
                  <a:cubicBezTo>
                    <a:pt x="624" y="1702"/>
                    <a:pt x="723" y="1853"/>
                    <a:pt x="831" y="1999"/>
                  </a:cubicBezTo>
                  <a:cubicBezTo>
                    <a:pt x="935" y="2141"/>
                    <a:pt x="1045" y="2283"/>
                    <a:pt x="1171" y="2406"/>
                  </a:cubicBezTo>
                  <a:cubicBezTo>
                    <a:pt x="1205" y="2439"/>
                    <a:pt x="1244" y="2465"/>
                    <a:pt x="1281" y="2493"/>
                  </a:cubicBezTo>
                  <a:cubicBezTo>
                    <a:pt x="1287" y="2498"/>
                    <a:pt x="1296" y="2500"/>
                    <a:pt x="1304" y="2500"/>
                  </a:cubicBezTo>
                  <a:cubicBezTo>
                    <a:pt x="1314" y="2500"/>
                    <a:pt x="1325" y="2496"/>
                    <a:pt x="1332" y="2488"/>
                  </a:cubicBezTo>
                  <a:cubicBezTo>
                    <a:pt x="1345" y="2473"/>
                    <a:pt x="1345" y="2454"/>
                    <a:pt x="1334" y="2438"/>
                  </a:cubicBezTo>
                  <a:cubicBezTo>
                    <a:pt x="1310" y="2401"/>
                    <a:pt x="1288" y="2362"/>
                    <a:pt x="1260" y="2328"/>
                  </a:cubicBezTo>
                  <a:cubicBezTo>
                    <a:pt x="1234" y="2295"/>
                    <a:pt x="1207" y="2262"/>
                    <a:pt x="1179" y="2229"/>
                  </a:cubicBezTo>
                  <a:cubicBezTo>
                    <a:pt x="1123" y="2163"/>
                    <a:pt x="1067" y="2097"/>
                    <a:pt x="1014" y="2028"/>
                  </a:cubicBezTo>
                  <a:cubicBezTo>
                    <a:pt x="909" y="1894"/>
                    <a:pt x="810" y="1754"/>
                    <a:pt x="719" y="1609"/>
                  </a:cubicBezTo>
                  <a:cubicBezTo>
                    <a:pt x="713" y="1599"/>
                    <a:pt x="708" y="1591"/>
                    <a:pt x="702" y="1581"/>
                  </a:cubicBezTo>
                  <a:cubicBezTo>
                    <a:pt x="702" y="1581"/>
                    <a:pt x="702" y="1581"/>
                    <a:pt x="702" y="1580"/>
                  </a:cubicBezTo>
                  <a:lnTo>
                    <a:pt x="702" y="1580"/>
                  </a:lnTo>
                  <a:cubicBezTo>
                    <a:pt x="704" y="1583"/>
                    <a:pt x="704" y="1584"/>
                    <a:pt x="704" y="1584"/>
                  </a:cubicBezTo>
                  <a:cubicBezTo>
                    <a:pt x="705" y="1584"/>
                    <a:pt x="701" y="1579"/>
                    <a:pt x="701" y="1579"/>
                  </a:cubicBezTo>
                  <a:lnTo>
                    <a:pt x="701" y="1579"/>
                  </a:lnTo>
                  <a:cubicBezTo>
                    <a:pt x="701" y="1579"/>
                    <a:pt x="701" y="1579"/>
                    <a:pt x="702" y="1580"/>
                  </a:cubicBezTo>
                  <a:lnTo>
                    <a:pt x="702" y="1580"/>
                  </a:lnTo>
                  <a:cubicBezTo>
                    <a:pt x="701" y="1580"/>
                    <a:pt x="701" y="1579"/>
                    <a:pt x="700" y="1578"/>
                  </a:cubicBezTo>
                  <a:cubicBezTo>
                    <a:pt x="697" y="1572"/>
                    <a:pt x="695" y="1568"/>
                    <a:pt x="690" y="1564"/>
                  </a:cubicBezTo>
                  <a:cubicBezTo>
                    <a:pt x="679" y="1544"/>
                    <a:pt x="667" y="1525"/>
                    <a:pt x="656" y="1507"/>
                  </a:cubicBezTo>
                  <a:cubicBezTo>
                    <a:pt x="634" y="1469"/>
                    <a:pt x="612" y="1431"/>
                    <a:pt x="591" y="1395"/>
                  </a:cubicBezTo>
                  <a:cubicBezTo>
                    <a:pt x="551" y="1320"/>
                    <a:pt x="510" y="1243"/>
                    <a:pt x="472" y="1166"/>
                  </a:cubicBezTo>
                  <a:cubicBezTo>
                    <a:pt x="397" y="1011"/>
                    <a:pt x="328" y="853"/>
                    <a:pt x="269" y="692"/>
                  </a:cubicBezTo>
                  <a:cubicBezTo>
                    <a:pt x="239" y="612"/>
                    <a:pt x="211" y="529"/>
                    <a:pt x="186" y="448"/>
                  </a:cubicBezTo>
                  <a:cubicBezTo>
                    <a:pt x="185" y="445"/>
                    <a:pt x="184" y="439"/>
                    <a:pt x="183" y="435"/>
                  </a:cubicBezTo>
                  <a:cubicBezTo>
                    <a:pt x="183" y="434"/>
                    <a:pt x="180" y="423"/>
                    <a:pt x="179" y="423"/>
                  </a:cubicBezTo>
                  <a:lnTo>
                    <a:pt x="179" y="423"/>
                  </a:lnTo>
                  <a:cubicBezTo>
                    <a:pt x="179" y="423"/>
                    <a:pt x="179" y="425"/>
                    <a:pt x="180" y="428"/>
                  </a:cubicBezTo>
                  <a:cubicBezTo>
                    <a:pt x="177" y="418"/>
                    <a:pt x="174" y="410"/>
                    <a:pt x="172" y="401"/>
                  </a:cubicBezTo>
                  <a:cubicBezTo>
                    <a:pt x="164" y="377"/>
                    <a:pt x="158" y="355"/>
                    <a:pt x="152" y="332"/>
                  </a:cubicBezTo>
                  <a:cubicBezTo>
                    <a:pt x="146" y="308"/>
                    <a:pt x="140" y="285"/>
                    <a:pt x="137" y="260"/>
                  </a:cubicBezTo>
                  <a:cubicBezTo>
                    <a:pt x="133" y="234"/>
                    <a:pt x="133" y="225"/>
                    <a:pt x="136" y="199"/>
                  </a:cubicBezTo>
                  <a:cubicBezTo>
                    <a:pt x="136" y="198"/>
                    <a:pt x="138" y="187"/>
                    <a:pt x="138" y="187"/>
                  </a:cubicBezTo>
                  <a:lnTo>
                    <a:pt x="138" y="187"/>
                  </a:lnTo>
                  <a:cubicBezTo>
                    <a:pt x="138" y="184"/>
                    <a:pt x="139" y="181"/>
                    <a:pt x="140" y="179"/>
                  </a:cubicBezTo>
                  <a:cubicBezTo>
                    <a:pt x="142" y="172"/>
                    <a:pt x="144" y="167"/>
                    <a:pt x="148" y="161"/>
                  </a:cubicBezTo>
                  <a:lnTo>
                    <a:pt x="148" y="161"/>
                  </a:lnTo>
                  <a:cubicBezTo>
                    <a:pt x="148" y="161"/>
                    <a:pt x="147" y="161"/>
                    <a:pt x="148" y="161"/>
                  </a:cubicBezTo>
                  <a:cubicBezTo>
                    <a:pt x="148" y="161"/>
                    <a:pt x="156" y="149"/>
                    <a:pt x="158" y="146"/>
                  </a:cubicBezTo>
                  <a:cubicBezTo>
                    <a:pt x="158" y="145"/>
                    <a:pt x="163" y="140"/>
                    <a:pt x="163" y="139"/>
                  </a:cubicBezTo>
                  <a:lnTo>
                    <a:pt x="163" y="139"/>
                  </a:lnTo>
                  <a:cubicBezTo>
                    <a:pt x="167" y="136"/>
                    <a:pt x="170" y="134"/>
                    <a:pt x="173" y="132"/>
                  </a:cubicBezTo>
                  <a:cubicBezTo>
                    <a:pt x="174" y="131"/>
                    <a:pt x="175" y="130"/>
                    <a:pt x="176" y="130"/>
                  </a:cubicBezTo>
                  <a:lnTo>
                    <a:pt x="176" y="130"/>
                  </a:lnTo>
                  <a:cubicBezTo>
                    <a:pt x="175" y="130"/>
                    <a:pt x="173" y="131"/>
                    <a:pt x="172" y="132"/>
                  </a:cubicBezTo>
                  <a:cubicBezTo>
                    <a:pt x="175" y="128"/>
                    <a:pt x="180" y="127"/>
                    <a:pt x="184" y="124"/>
                  </a:cubicBezTo>
                  <a:cubicBezTo>
                    <a:pt x="186" y="123"/>
                    <a:pt x="189" y="123"/>
                    <a:pt x="191" y="122"/>
                  </a:cubicBezTo>
                  <a:lnTo>
                    <a:pt x="191" y="122"/>
                  </a:lnTo>
                  <a:cubicBezTo>
                    <a:pt x="193" y="122"/>
                    <a:pt x="195" y="122"/>
                    <a:pt x="196" y="122"/>
                  </a:cubicBezTo>
                  <a:cubicBezTo>
                    <a:pt x="198" y="121"/>
                    <a:pt x="200" y="121"/>
                    <a:pt x="200" y="121"/>
                  </a:cubicBezTo>
                  <a:lnTo>
                    <a:pt x="200" y="121"/>
                  </a:lnTo>
                  <a:cubicBezTo>
                    <a:pt x="201" y="121"/>
                    <a:pt x="203" y="121"/>
                    <a:pt x="205" y="122"/>
                  </a:cubicBezTo>
                  <a:cubicBezTo>
                    <a:pt x="210" y="123"/>
                    <a:pt x="217" y="123"/>
                    <a:pt x="222" y="124"/>
                  </a:cubicBezTo>
                  <a:cubicBezTo>
                    <a:pt x="221" y="124"/>
                    <a:pt x="218" y="123"/>
                    <a:pt x="218" y="123"/>
                  </a:cubicBezTo>
                  <a:cubicBezTo>
                    <a:pt x="217" y="123"/>
                    <a:pt x="218" y="124"/>
                    <a:pt x="223" y="126"/>
                  </a:cubicBezTo>
                  <a:cubicBezTo>
                    <a:pt x="232" y="128"/>
                    <a:pt x="239" y="132"/>
                    <a:pt x="247" y="135"/>
                  </a:cubicBezTo>
                  <a:cubicBezTo>
                    <a:pt x="265" y="144"/>
                    <a:pt x="274" y="150"/>
                    <a:pt x="295" y="162"/>
                  </a:cubicBezTo>
                  <a:cubicBezTo>
                    <a:pt x="311" y="173"/>
                    <a:pt x="328" y="184"/>
                    <a:pt x="344" y="198"/>
                  </a:cubicBezTo>
                  <a:cubicBezTo>
                    <a:pt x="361" y="210"/>
                    <a:pt x="376" y="222"/>
                    <a:pt x="392" y="234"/>
                  </a:cubicBezTo>
                  <a:cubicBezTo>
                    <a:pt x="398" y="239"/>
                    <a:pt x="405" y="247"/>
                    <a:pt x="411" y="252"/>
                  </a:cubicBezTo>
                  <a:cubicBezTo>
                    <a:pt x="416" y="256"/>
                    <a:pt x="420" y="259"/>
                    <a:pt x="424" y="263"/>
                  </a:cubicBezTo>
                  <a:cubicBezTo>
                    <a:pt x="427" y="266"/>
                    <a:pt x="430" y="269"/>
                    <a:pt x="432" y="270"/>
                  </a:cubicBezTo>
                  <a:lnTo>
                    <a:pt x="433" y="271"/>
                  </a:lnTo>
                  <a:cubicBezTo>
                    <a:pt x="491" y="329"/>
                    <a:pt x="542" y="391"/>
                    <a:pt x="589" y="457"/>
                  </a:cubicBezTo>
                  <a:cubicBezTo>
                    <a:pt x="601" y="473"/>
                    <a:pt x="612" y="490"/>
                    <a:pt x="623" y="507"/>
                  </a:cubicBezTo>
                  <a:cubicBezTo>
                    <a:pt x="629" y="516"/>
                    <a:pt x="633" y="523"/>
                    <a:pt x="639" y="530"/>
                  </a:cubicBezTo>
                  <a:cubicBezTo>
                    <a:pt x="641" y="534"/>
                    <a:pt x="644" y="540"/>
                    <a:pt x="646" y="544"/>
                  </a:cubicBezTo>
                  <a:lnTo>
                    <a:pt x="646" y="544"/>
                  </a:lnTo>
                  <a:cubicBezTo>
                    <a:pt x="645" y="543"/>
                    <a:pt x="645" y="542"/>
                    <a:pt x="645" y="542"/>
                  </a:cubicBezTo>
                  <a:lnTo>
                    <a:pt x="645" y="542"/>
                  </a:lnTo>
                  <a:cubicBezTo>
                    <a:pt x="645" y="542"/>
                    <a:pt x="645" y="543"/>
                    <a:pt x="646" y="545"/>
                  </a:cubicBezTo>
                  <a:cubicBezTo>
                    <a:pt x="646" y="544"/>
                    <a:pt x="646" y="544"/>
                    <a:pt x="646" y="544"/>
                  </a:cubicBezTo>
                  <a:lnTo>
                    <a:pt x="646" y="544"/>
                  </a:lnTo>
                  <a:cubicBezTo>
                    <a:pt x="648" y="548"/>
                    <a:pt x="652" y="555"/>
                    <a:pt x="653" y="556"/>
                  </a:cubicBezTo>
                  <a:cubicBezTo>
                    <a:pt x="674" y="590"/>
                    <a:pt x="695" y="626"/>
                    <a:pt x="713" y="662"/>
                  </a:cubicBezTo>
                  <a:cubicBezTo>
                    <a:pt x="801" y="824"/>
                    <a:pt x="878" y="989"/>
                    <a:pt x="948" y="1156"/>
                  </a:cubicBezTo>
                  <a:cubicBezTo>
                    <a:pt x="1021" y="1331"/>
                    <a:pt x="1087" y="1510"/>
                    <a:pt x="1144" y="1691"/>
                  </a:cubicBezTo>
                  <a:cubicBezTo>
                    <a:pt x="1169" y="1773"/>
                    <a:pt x="1194" y="1859"/>
                    <a:pt x="1218" y="1950"/>
                  </a:cubicBezTo>
                  <a:cubicBezTo>
                    <a:pt x="1244" y="2042"/>
                    <a:pt x="1262" y="2136"/>
                    <a:pt x="1289" y="2226"/>
                  </a:cubicBezTo>
                  <a:cubicBezTo>
                    <a:pt x="1295" y="2248"/>
                    <a:pt x="1303" y="2271"/>
                    <a:pt x="1308" y="2293"/>
                  </a:cubicBezTo>
                  <a:cubicBezTo>
                    <a:pt x="1311" y="2306"/>
                    <a:pt x="1315" y="2315"/>
                    <a:pt x="1322" y="2326"/>
                  </a:cubicBezTo>
                  <a:cubicBezTo>
                    <a:pt x="1328" y="2337"/>
                    <a:pt x="1334" y="2348"/>
                    <a:pt x="1339" y="2359"/>
                  </a:cubicBezTo>
                  <a:cubicBezTo>
                    <a:pt x="1345" y="2367"/>
                    <a:pt x="1353" y="2370"/>
                    <a:pt x="1361" y="2370"/>
                  </a:cubicBezTo>
                  <a:cubicBezTo>
                    <a:pt x="1373" y="2370"/>
                    <a:pt x="1383" y="2363"/>
                    <a:pt x="1385" y="2350"/>
                  </a:cubicBezTo>
                  <a:cubicBezTo>
                    <a:pt x="1386" y="2338"/>
                    <a:pt x="1388" y="2325"/>
                    <a:pt x="1391" y="2314"/>
                  </a:cubicBezTo>
                  <a:cubicBezTo>
                    <a:pt x="1393" y="2301"/>
                    <a:pt x="1393" y="2290"/>
                    <a:pt x="1391" y="2275"/>
                  </a:cubicBezTo>
                  <a:cubicBezTo>
                    <a:pt x="1388" y="2251"/>
                    <a:pt x="1385" y="2225"/>
                    <a:pt x="1381" y="2201"/>
                  </a:cubicBezTo>
                  <a:cubicBezTo>
                    <a:pt x="1375" y="2152"/>
                    <a:pt x="1363" y="2105"/>
                    <a:pt x="1354" y="2058"/>
                  </a:cubicBezTo>
                  <a:cubicBezTo>
                    <a:pt x="1333" y="1961"/>
                    <a:pt x="1310" y="1867"/>
                    <a:pt x="1283" y="1772"/>
                  </a:cubicBezTo>
                  <a:cubicBezTo>
                    <a:pt x="1231" y="1582"/>
                    <a:pt x="1168" y="1396"/>
                    <a:pt x="1095" y="1213"/>
                  </a:cubicBezTo>
                  <a:cubicBezTo>
                    <a:pt x="1025" y="1033"/>
                    <a:pt x="946" y="858"/>
                    <a:pt x="859" y="686"/>
                  </a:cubicBezTo>
                  <a:cubicBezTo>
                    <a:pt x="781" y="533"/>
                    <a:pt x="694" y="380"/>
                    <a:pt x="578" y="249"/>
                  </a:cubicBezTo>
                  <a:cubicBezTo>
                    <a:pt x="520" y="185"/>
                    <a:pt x="455" y="125"/>
                    <a:pt x="384" y="76"/>
                  </a:cubicBezTo>
                  <a:cubicBezTo>
                    <a:pt x="344" y="48"/>
                    <a:pt x="304" y="21"/>
                    <a:pt x="256" y="8"/>
                  </a:cubicBezTo>
                  <a:cubicBezTo>
                    <a:pt x="238" y="3"/>
                    <a:pt x="221" y="0"/>
                    <a:pt x="20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885;p29"/>
            <p:cNvSpPr/>
            <p:nvPr/>
          </p:nvSpPr>
          <p:spPr>
            <a:xfrm>
              <a:off x="3741840" y="1922760"/>
              <a:ext cx="59400" cy="105480"/>
            </a:xfrm>
            <a:custGeom>
              <a:avLst/>
              <a:gdLst>
                <a:gd name="textAreaLeft" fmla="*/ 0 w 59400"/>
                <a:gd name="textAreaRight" fmla="*/ 59760 w 5940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896" h="1593">
                  <a:moveTo>
                    <a:pt x="19" y="0"/>
                  </a:moveTo>
                  <a:cubicBezTo>
                    <a:pt x="9" y="0"/>
                    <a:pt x="0" y="8"/>
                    <a:pt x="3" y="16"/>
                  </a:cubicBezTo>
                  <a:cubicBezTo>
                    <a:pt x="15" y="71"/>
                    <a:pt x="38" y="124"/>
                    <a:pt x="63" y="174"/>
                  </a:cubicBezTo>
                  <a:cubicBezTo>
                    <a:pt x="87" y="226"/>
                    <a:pt x="109" y="279"/>
                    <a:pt x="136" y="329"/>
                  </a:cubicBezTo>
                  <a:cubicBezTo>
                    <a:pt x="186" y="432"/>
                    <a:pt x="241" y="532"/>
                    <a:pt x="296" y="635"/>
                  </a:cubicBezTo>
                  <a:lnTo>
                    <a:pt x="457" y="939"/>
                  </a:lnTo>
                  <a:cubicBezTo>
                    <a:pt x="509" y="1042"/>
                    <a:pt x="564" y="1142"/>
                    <a:pt x="618" y="1245"/>
                  </a:cubicBezTo>
                  <a:cubicBezTo>
                    <a:pt x="626" y="1260"/>
                    <a:pt x="633" y="1274"/>
                    <a:pt x="641" y="1289"/>
                  </a:cubicBezTo>
                  <a:cubicBezTo>
                    <a:pt x="646" y="1299"/>
                    <a:pt x="652" y="1310"/>
                    <a:pt x="658" y="1320"/>
                  </a:cubicBezTo>
                  <a:cubicBezTo>
                    <a:pt x="661" y="1322"/>
                    <a:pt x="663" y="1325"/>
                    <a:pt x="666" y="1326"/>
                  </a:cubicBezTo>
                  <a:cubicBezTo>
                    <a:pt x="667" y="1328"/>
                    <a:pt x="668" y="1329"/>
                    <a:pt x="668" y="1329"/>
                  </a:cubicBezTo>
                  <a:cubicBezTo>
                    <a:pt x="668" y="1329"/>
                    <a:pt x="668" y="1327"/>
                    <a:pt x="667" y="1325"/>
                  </a:cubicBezTo>
                  <a:lnTo>
                    <a:pt x="667" y="1325"/>
                  </a:lnTo>
                  <a:cubicBezTo>
                    <a:pt x="668" y="1326"/>
                    <a:pt x="669" y="1329"/>
                    <a:pt x="669" y="1331"/>
                  </a:cubicBezTo>
                  <a:cubicBezTo>
                    <a:pt x="689" y="1360"/>
                    <a:pt x="705" y="1392"/>
                    <a:pt x="723" y="1422"/>
                  </a:cubicBezTo>
                  <a:cubicBezTo>
                    <a:pt x="740" y="1448"/>
                    <a:pt x="757" y="1476"/>
                    <a:pt x="774" y="1502"/>
                  </a:cubicBezTo>
                  <a:cubicBezTo>
                    <a:pt x="778" y="1509"/>
                    <a:pt x="783" y="1515"/>
                    <a:pt x="786" y="1521"/>
                  </a:cubicBezTo>
                  <a:cubicBezTo>
                    <a:pt x="791" y="1530"/>
                    <a:pt x="800" y="1534"/>
                    <a:pt x="806" y="1541"/>
                  </a:cubicBezTo>
                  <a:cubicBezTo>
                    <a:pt x="815" y="1553"/>
                    <a:pt x="822" y="1568"/>
                    <a:pt x="832" y="1580"/>
                  </a:cubicBezTo>
                  <a:cubicBezTo>
                    <a:pt x="837" y="1588"/>
                    <a:pt x="847" y="1593"/>
                    <a:pt x="857" y="1593"/>
                  </a:cubicBezTo>
                  <a:cubicBezTo>
                    <a:pt x="864" y="1593"/>
                    <a:pt x="871" y="1591"/>
                    <a:pt x="877" y="1587"/>
                  </a:cubicBezTo>
                  <a:cubicBezTo>
                    <a:pt x="892" y="1577"/>
                    <a:pt x="896" y="1559"/>
                    <a:pt x="890" y="1543"/>
                  </a:cubicBezTo>
                  <a:cubicBezTo>
                    <a:pt x="887" y="1530"/>
                    <a:pt x="879" y="1515"/>
                    <a:pt x="877" y="1502"/>
                  </a:cubicBezTo>
                  <a:cubicBezTo>
                    <a:pt x="874" y="1488"/>
                    <a:pt x="872" y="1472"/>
                    <a:pt x="866" y="1459"/>
                  </a:cubicBezTo>
                  <a:cubicBezTo>
                    <a:pt x="856" y="1432"/>
                    <a:pt x="845" y="1405"/>
                    <a:pt x="835" y="1378"/>
                  </a:cubicBezTo>
                  <a:cubicBezTo>
                    <a:pt x="826" y="1351"/>
                    <a:pt x="813" y="1324"/>
                    <a:pt x="802" y="1299"/>
                  </a:cubicBezTo>
                  <a:cubicBezTo>
                    <a:pt x="800" y="1293"/>
                    <a:pt x="797" y="1287"/>
                    <a:pt x="795" y="1281"/>
                  </a:cubicBezTo>
                  <a:cubicBezTo>
                    <a:pt x="794" y="1277"/>
                    <a:pt x="790" y="1273"/>
                    <a:pt x="789" y="1268"/>
                  </a:cubicBezTo>
                  <a:lnTo>
                    <a:pt x="789" y="1268"/>
                  </a:lnTo>
                  <a:cubicBezTo>
                    <a:pt x="789" y="1270"/>
                    <a:pt x="790" y="1274"/>
                    <a:pt x="790" y="1274"/>
                  </a:cubicBezTo>
                  <a:cubicBezTo>
                    <a:pt x="790" y="1274"/>
                    <a:pt x="790" y="1273"/>
                    <a:pt x="789" y="1270"/>
                  </a:cubicBezTo>
                  <a:cubicBezTo>
                    <a:pt x="785" y="1252"/>
                    <a:pt x="778" y="1235"/>
                    <a:pt x="769" y="1219"/>
                  </a:cubicBezTo>
                  <a:cubicBezTo>
                    <a:pt x="719" y="1117"/>
                    <a:pt x="667" y="1013"/>
                    <a:pt x="610" y="913"/>
                  </a:cubicBezTo>
                  <a:cubicBezTo>
                    <a:pt x="498" y="708"/>
                    <a:pt x="384" y="504"/>
                    <a:pt x="259" y="307"/>
                  </a:cubicBezTo>
                  <a:cubicBezTo>
                    <a:pt x="225" y="252"/>
                    <a:pt x="186" y="201"/>
                    <a:pt x="149" y="148"/>
                  </a:cubicBezTo>
                  <a:cubicBezTo>
                    <a:pt x="113" y="96"/>
                    <a:pt x="75" y="44"/>
                    <a:pt x="27" y="2"/>
                  </a:cubicBezTo>
                  <a:cubicBezTo>
                    <a:pt x="24" y="1"/>
                    <a:pt x="22" y="0"/>
                    <a:pt x="1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920" bIns="52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886;p29"/>
            <p:cNvSpPr/>
            <p:nvPr/>
          </p:nvSpPr>
          <p:spPr>
            <a:xfrm>
              <a:off x="3791520" y="1691280"/>
              <a:ext cx="22680" cy="23652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347" h="3560">
                  <a:moveTo>
                    <a:pt x="305" y="0"/>
                  </a:moveTo>
                  <a:cubicBezTo>
                    <a:pt x="290" y="0"/>
                    <a:pt x="275" y="8"/>
                    <a:pt x="268" y="24"/>
                  </a:cubicBezTo>
                  <a:cubicBezTo>
                    <a:pt x="245" y="74"/>
                    <a:pt x="234" y="130"/>
                    <a:pt x="219" y="185"/>
                  </a:cubicBezTo>
                  <a:cubicBezTo>
                    <a:pt x="204" y="243"/>
                    <a:pt x="197" y="305"/>
                    <a:pt x="187" y="365"/>
                  </a:cubicBezTo>
                  <a:cubicBezTo>
                    <a:pt x="169" y="478"/>
                    <a:pt x="155" y="593"/>
                    <a:pt x="141" y="707"/>
                  </a:cubicBezTo>
                  <a:cubicBezTo>
                    <a:pt x="113" y="934"/>
                    <a:pt x="88" y="1164"/>
                    <a:pt x="69" y="1392"/>
                  </a:cubicBezTo>
                  <a:cubicBezTo>
                    <a:pt x="48" y="1618"/>
                    <a:pt x="32" y="1844"/>
                    <a:pt x="19" y="2073"/>
                  </a:cubicBezTo>
                  <a:cubicBezTo>
                    <a:pt x="6" y="2302"/>
                    <a:pt x="3" y="2532"/>
                    <a:pt x="1" y="2761"/>
                  </a:cubicBezTo>
                  <a:cubicBezTo>
                    <a:pt x="1" y="2828"/>
                    <a:pt x="4" y="2898"/>
                    <a:pt x="6" y="2965"/>
                  </a:cubicBezTo>
                  <a:cubicBezTo>
                    <a:pt x="8" y="2996"/>
                    <a:pt x="10" y="3029"/>
                    <a:pt x="11" y="3061"/>
                  </a:cubicBezTo>
                  <a:cubicBezTo>
                    <a:pt x="12" y="3092"/>
                    <a:pt x="11" y="3126"/>
                    <a:pt x="15" y="3157"/>
                  </a:cubicBezTo>
                  <a:cubicBezTo>
                    <a:pt x="17" y="3173"/>
                    <a:pt x="23" y="3188"/>
                    <a:pt x="23" y="3204"/>
                  </a:cubicBezTo>
                  <a:cubicBezTo>
                    <a:pt x="25" y="3221"/>
                    <a:pt x="25" y="3235"/>
                    <a:pt x="26" y="3251"/>
                  </a:cubicBezTo>
                  <a:cubicBezTo>
                    <a:pt x="27" y="3283"/>
                    <a:pt x="30" y="3316"/>
                    <a:pt x="32" y="3348"/>
                  </a:cubicBezTo>
                  <a:cubicBezTo>
                    <a:pt x="36" y="3413"/>
                    <a:pt x="40" y="3475"/>
                    <a:pt x="48" y="3539"/>
                  </a:cubicBezTo>
                  <a:cubicBezTo>
                    <a:pt x="49" y="3553"/>
                    <a:pt x="60" y="3560"/>
                    <a:pt x="72" y="3560"/>
                  </a:cubicBezTo>
                  <a:cubicBezTo>
                    <a:pt x="84" y="3560"/>
                    <a:pt x="96" y="3552"/>
                    <a:pt x="97" y="3537"/>
                  </a:cubicBezTo>
                  <a:cubicBezTo>
                    <a:pt x="102" y="3480"/>
                    <a:pt x="105" y="3424"/>
                    <a:pt x="107" y="3365"/>
                  </a:cubicBezTo>
                  <a:cubicBezTo>
                    <a:pt x="108" y="3309"/>
                    <a:pt x="108" y="3250"/>
                    <a:pt x="114" y="3194"/>
                  </a:cubicBezTo>
                  <a:cubicBezTo>
                    <a:pt x="115" y="3182"/>
                    <a:pt x="119" y="3167"/>
                    <a:pt x="122" y="3152"/>
                  </a:cubicBezTo>
                  <a:cubicBezTo>
                    <a:pt x="124" y="3139"/>
                    <a:pt x="124" y="3125"/>
                    <a:pt x="124" y="3112"/>
                  </a:cubicBezTo>
                  <a:cubicBezTo>
                    <a:pt x="125" y="3081"/>
                    <a:pt x="126" y="3052"/>
                    <a:pt x="127" y="3023"/>
                  </a:cubicBezTo>
                  <a:cubicBezTo>
                    <a:pt x="130" y="2965"/>
                    <a:pt x="133" y="2909"/>
                    <a:pt x="137" y="2850"/>
                  </a:cubicBezTo>
                  <a:cubicBezTo>
                    <a:pt x="144" y="2737"/>
                    <a:pt x="146" y="2622"/>
                    <a:pt x="149" y="2507"/>
                  </a:cubicBezTo>
                  <a:cubicBezTo>
                    <a:pt x="153" y="2394"/>
                    <a:pt x="160" y="2282"/>
                    <a:pt x="164" y="2168"/>
                  </a:cubicBezTo>
                  <a:cubicBezTo>
                    <a:pt x="184" y="1712"/>
                    <a:pt x="219" y="1256"/>
                    <a:pt x="270" y="801"/>
                  </a:cubicBezTo>
                  <a:cubicBezTo>
                    <a:pt x="284" y="674"/>
                    <a:pt x="302" y="546"/>
                    <a:pt x="317" y="418"/>
                  </a:cubicBezTo>
                  <a:cubicBezTo>
                    <a:pt x="324" y="354"/>
                    <a:pt x="330" y="291"/>
                    <a:pt x="339" y="226"/>
                  </a:cubicBezTo>
                  <a:cubicBezTo>
                    <a:pt x="343" y="195"/>
                    <a:pt x="343" y="162"/>
                    <a:pt x="345" y="130"/>
                  </a:cubicBezTo>
                  <a:cubicBezTo>
                    <a:pt x="346" y="96"/>
                    <a:pt x="347" y="64"/>
                    <a:pt x="342" y="30"/>
                  </a:cubicBezTo>
                  <a:cubicBezTo>
                    <a:pt x="338" y="10"/>
                    <a:pt x="322" y="0"/>
                    <a:pt x="30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887;p29"/>
            <p:cNvSpPr/>
            <p:nvPr/>
          </p:nvSpPr>
          <p:spPr>
            <a:xfrm>
              <a:off x="3808800" y="1666440"/>
              <a:ext cx="18360" cy="2124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282" h="326">
                  <a:moveTo>
                    <a:pt x="44" y="105"/>
                  </a:moveTo>
                  <a:cubicBezTo>
                    <a:pt x="44" y="105"/>
                    <a:pt x="43" y="105"/>
                    <a:pt x="43" y="105"/>
                  </a:cubicBezTo>
                  <a:lnTo>
                    <a:pt x="43" y="105"/>
                  </a:lnTo>
                  <a:cubicBezTo>
                    <a:pt x="43" y="105"/>
                    <a:pt x="43" y="105"/>
                    <a:pt x="44" y="105"/>
                  </a:cubicBezTo>
                  <a:close/>
                  <a:moveTo>
                    <a:pt x="132" y="176"/>
                  </a:moveTo>
                  <a:cubicBezTo>
                    <a:pt x="132" y="178"/>
                    <a:pt x="132" y="178"/>
                    <a:pt x="132" y="178"/>
                  </a:cubicBezTo>
                  <a:cubicBezTo>
                    <a:pt x="132" y="178"/>
                    <a:pt x="132" y="177"/>
                    <a:pt x="132" y="176"/>
                  </a:cubicBezTo>
                  <a:close/>
                  <a:moveTo>
                    <a:pt x="249" y="232"/>
                  </a:moveTo>
                  <a:cubicBezTo>
                    <a:pt x="249" y="232"/>
                    <a:pt x="249" y="233"/>
                    <a:pt x="249" y="233"/>
                  </a:cubicBezTo>
                  <a:lnTo>
                    <a:pt x="249" y="233"/>
                  </a:lnTo>
                  <a:cubicBezTo>
                    <a:pt x="249" y="233"/>
                    <a:pt x="249" y="233"/>
                    <a:pt x="249" y="233"/>
                  </a:cubicBezTo>
                  <a:lnTo>
                    <a:pt x="249" y="233"/>
                  </a:lnTo>
                  <a:cubicBezTo>
                    <a:pt x="249" y="233"/>
                    <a:pt x="249" y="232"/>
                    <a:pt x="249" y="232"/>
                  </a:cubicBezTo>
                  <a:close/>
                  <a:moveTo>
                    <a:pt x="235" y="258"/>
                  </a:moveTo>
                  <a:cubicBezTo>
                    <a:pt x="235" y="258"/>
                    <a:pt x="235" y="258"/>
                    <a:pt x="235" y="259"/>
                  </a:cubicBezTo>
                  <a:cubicBezTo>
                    <a:pt x="235" y="259"/>
                    <a:pt x="235" y="258"/>
                    <a:pt x="235" y="258"/>
                  </a:cubicBezTo>
                  <a:close/>
                  <a:moveTo>
                    <a:pt x="217" y="277"/>
                  </a:moveTo>
                  <a:cubicBezTo>
                    <a:pt x="217" y="277"/>
                    <a:pt x="217" y="277"/>
                    <a:pt x="217" y="277"/>
                  </a:cubicBezTo>
                  <a:lnTo>
                    <a:pt x="217" y="277"/>
                  </a:lnTo>
                  <a:cubicBezTo>
                    <a:pt x="216" y="278"/>
                    <a:pt x="216" y="278"/>
                    <a:pt x="215" y="279"/>
                  </a:cubicBezTo>
                  <a:lnTo>
                    <a:pt x="215" y="279"/>
                  </a:lnTo>
                  <a:cubicBezTo>
                    <a:pt x="215" y="277"/>
                    <a:pt x="216" y="277"/>
                    <a:pt x="217" y="277"/>
                  </a:cubicBezTo>
                  <a:close/>
                  <a:moveTo>
                    <a:pt x="102" y="297"/>
                  </a:moveTo>
                  <a:cubicBezTo>
                    <a:pt x="102" y="297"/>
                    <a:pt x="103" y="297"/>
                    <a:pt x="103" y="297"/>
                  </a:cubicBezTo>
                  <a:lnTo>
                    <a:pt x="103" y="297"/>
                  </a:lnTo>
                  <a:cubicBezTo>
                    <a:pt x="103" y="297"/>
                    <a:pt x="102" y="297"/>
                    <a:pt x="102" y="297"/>
                  </a:cubicBezTo>
                  <a:close/>
                  <a:moveTo>
                    <a:pt x="101" y="295"/>
                  </a:moveTo>
                  <a:cubicBezTo>
                    <a:pt x="104" y="297"/>
                    <a:pt x="107" y="298"/>
                    <a:pt x="110" y="299"/>
                  </a:cubicBezTo>
                  <a:lnTo>
                    <a:pt x="110" y="299"/>
                  </a:lnTo>
                  <a:cubicBezTo>
                    <a:pt x="109" y="299"/>
                    <a:pt x="107" y="298"/>
                    <a:pt x="106" y="298"/>
                  </a:cubicBezTo>
                  <a:lnTo>
                    <a:pt x="106" y="298"/>
                  </a:lnTo>
                  <a:cubicBezTo>
                    <a:pt x="104" y="297"/>
                    <a:pt x="103" y="296"/>
                    <a:pt x="101" y="295"/>
                  </a:cubicBezTo>
                  <a:close/>
                  <a:moveTo>
                    <a:pt x="151" y="0"/>
                  </a:moveTo>
                  <a:cubicBezTo>
                    <a:pt x="147" y="0"/>
                    <a:pt x="143" y="1"/>
                    <a:pt x="139" y="1"/>
                  </a:cubicBezTo>
                  <a:cubicBezTo>
                    <a:pt x="130" y="1"/>
                    <a:pt x="125" y="1"/>
                    <a:pt x="118" y="2"/>
                  </a:cubicBezTo>
                  <a:cubicBezTo>
                    <a:pt x="83" y="8"/>
                    <a:pt x="53" y="28"/>
                    <a:pt x="30" y="55"/>
                  </a:cubicBezTo>
                  <a:lnTo>
                    <a:pt x="26" y="60"/>
                  </a:lnTo>
                  <a:cubicBezTo>
                    <a:pt x="19" y="69"/>
                    <a:pt x="14" y="79"/>
                    <a:pt x="9" y="90"/>
                  </a:cubicBezTo>
                  <a:cubicBezTo>
                    <a:pt x="3" y="107"/>
                    <a:pt x="1" y="122"/>
                    <a:pt x="2" y="140"/>
                  </a:cubicBezTo>
                  <a:cubicBezTo>
                    <a:pt x="2" y="156"/>
                    <a:pt x="4" y="170"/>
                    <a:pt x="12" y="186"/>
                  </a:cubicBezTo>
                  <a:cubicBezTo>
                    <a:pt x="12" y="186"/>
                    <a:pt x="12" y="186"/>
                    <a:pt x="12" y="186"/>
                  </a:cubicBezTo>
                  <a:lnTo>
                    <a:pt x="12" y="186"/>
                  </a:lnTo>
                  <a:cubicBezTo>
                    <a:pt x="12" y="196"/>
                    <a:pt x="12" y="209"/>
                    <a:pt x="13" y="211"/>
                  </a:cubicBezTo>
                  <a:cubicBezTo>
                    <a:pt x="14" y="222"/>
                    <a:pt x="17" y="233"/>
                    <a:pt x="23" y="243"/>
                  </a:cubicBezTo>
                  <a:cubicBezTo>
                    <a:pt x="28" y="254"/>
                    <a:pt x="35" y="265"/>
                    <a:pt x="41" y="275"/>
                  </a:cubicBezTo>
                  <a:cubicBezTo>
                    <a:pt x="48" y="285"/>
                    <a:pt x="58" y="293"/>
                    <a:pt x="68" y="299"/>
                  </a:cubicBezTo>
                  <a:cubicBezTo>
                    <a:pt x="74" y="304"/>
                    <a:pt x="90" y="312"/>
                    <a:pt x="96" y="316"/>
                  </a:cubicBezTo>
                  <a:cubicBezTo>
                    <a:pt x="105" y="320"/>
                    <a:pt x="142" y="325"/>
                    <a:pt x="136" y="325"/>
                  </a:cubicBezTo>
                  <a:cubicBezTo>
                    <a:pt x="135" y="325"/>
                    <a:pt x="133" y="325"/>
                    <a:pt x="129" y="325"/>
                  </a:cubicBezTo>
                  <a:lnTo>
                    <a:pt x="129" y="325"/>
                  </a:lnTo>
                  <a:cubicBezTo>
                    <a:pt x="134" y="325"/>
                    <a:pt x="140" y="326"/>
                    <a:pt x="145" y="326"/>
                  </a:cubicBezTo>
                  <a:cubicBezTo>
                    <a:pt x="174" y="326"/>
                    <a:pt x="203" y="316"/>
                    <a:pt x="226" y="297"/>
                  </a:cubicBezTo>
                  <a:cubicBezTo>
                    <a:pt x="227" y="297"/>
                    <a:pt x="227" y="296"/>
                    <a:pt x="228" y="296"/>
                  </a:cubicBezTo>
                  <a:cubicBezTo>
                    <a:pt x="243" y="283"/>
                    <a:pt x="259" y="264"/>
                    <a:pt x="264" y="247"/>
                  </a:cubicBezTo>
                  <a:cubicBezTo>
                    <a:pt x="265" y="243"/>
                    <a:pt x="265" y="241"/>
                    <a:pt x="266" y="238"/>
                  </a:cubicBezTo>
                  <a:lnTo>
                    <a:pt x="279" y="188"/>
                  </a:lnTo>
                  <a:cubicBezTo>
                    <a:pt x="281" y="183"/>
                    <a:pt x="281" y="176"/>
                    <a:pt x="282" y="171"/>
                  </a:cubicBezTo>
                  <a:lnTo>
                    <a:pt x="282" y="148"/>
                  </a:lnTo>
                  <a:cubicBezTo>
                    <a:pt x="282" y="139"/>
                    <a:pt x="282" y="131"/>
                    <a:pt x="281" y="122"/>
                  </a:cubicBezTo>
                  <a:cubicBezTo>
                    <a:pt x="272" y="83"/>
                    <a:pt x="253" y="51"/>
                    <a:pt x="221" y="25"/>
                  </a:cubicBezTo>
                  <a:cubicBezTo>
                    <a:pt x="220" y="25"/>
                    <a:pt x="220" y="24"/>
                    <a:pt x="218" y="24"/>
                  </a:cubicBezTo>
                  <a:cubicBezTo>
                    <a:pt x="212" y="19"/>
                    <a:pt x="199" y="13"/>
                    <a:pt x="191" y="8"/>
                  </a:cubicBezTo>
                  <a:cubicBezTo>
                    <a:pt x="182" y="5"/>
                    <a:pt x="169" y="2"/>
                    <a:pt x="158" y="1"/>
                  </a:cubicBezTo>
                  <a:cubicBezTo>
                    <a:pt x="156" y="0"/>
                    <a:pt x="153" y="0"/>
                    <a:pt x="15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888;p29"/>
            <p:cNvSpPr/>
            <p:nvPr/>
          </p:nvSpPr>
          <p:spPr>
            <a:xfrm>
              <a:off x="3818880" y="1641960"/>
              <a:ext cx="139320" cy="15552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155520"/>
                <a:gd name="textAreaBottom" fmla="*/ 155880 h 155520"/>
              </a:gdLst>
              <a:ahLst/>
              <a:cxnLst/>
              <a:rect l="textAreaLeft" t="textAreaTop" r="textAreaRight" b="textAreaBottom"/>
              <a:pathLst>
                <a:path w="2099" h="2345">
                  <a:moveTo>
                    <a:pt x="1742" y="707"/>
                  </a:moveTo>
                  <a:cubicBezTo>
                    <a:pt x="1738" y="709"/>
                    <a:pt x="1737" y="710"/>
                    <a:pt x="1737" y="710"/>
                  </a:cubicBezTo>
                  <a:cubicBezTo>
                    <a:pt x="1737" y="710"/>
                    <a:pt x="1739" y="709"/>
                    <a:pt x="1742" y="707"/>
                  </a:cubicBezTo>
                  <a:close/>
                  <a:moveTo>
                    <a:pt x="1785" y="138"/>
                  </a:moveTo>
                  <a:lnTo>
                    <a:pt x="1785" y="138"/>
                  </a:lnTo>
                  <a:cubicBezTo>
                    <a:pt x="1785" y="139"/>
                    <a:pt x="1786" y="139"/>
                    <a:pt x="1787" y="139"/>
                  </a:cubicBezTo>
                  <a:cubicBezTo>
                    <a:pt x="1797" y="139"/>
                    <a:pt x="1807" y="141"/>
                    <a:pt x="1816" y="142"/>
                  </a:cubicBezTo>
                  <a:cubicBezTo>
                    <a:pt x="1817" y="142"/>
                    <a:pt x="1817" y="142"/>
                    <a:pt x="1818" y="142"/>
                  </a:cubicBezTo>
                  <a:cubicBezTo>
                    <a:pt x="1818" y="142"/>
                    <a:pt x="1818" y="142"/>
                    <a:pt x="1818" y="142"/>
                  </a:cubicBezTo>
                  <a:lnTo>
                    <a:pt x="1818" y="142"/>
                  </a:lnTo>
                  <a:cubicBezTo>
                    <a:pt x="1824" y="143"/>
                    <a:pt x="1827" y="144"/>
                    <a:pt x="1832" y="147"/>
                  </a:cubicBezTo>
                  <a:cubicBezTo>
                    <a:pt x="1836" y="149"/>
                    <a:pt x="1842" y="152"/>
                    <a:pt x="1846" y="153"/>
                  </a:cubicBezTo>
                  <a:cubicBezTo>
                    <a:pt x="1847" y="153"/>
                    <a:pt x="1847" y="153"/>
                    <a:pt x="1847" y="153"/>
                  </a:cubicBezTo>
                  <a:lnTo>
                    <a:pt x="1847" y="153"/>
                  </a:lnTo>
                  <a:cubicBezTo>
                    <a:pt x="1854" y="158"/>
                    <a:pt x="1863" y="163"/>
                    <a:pt x="1871" y="169"/>
                  </a:cubicBezTo>
                  <a:cubicBezTo>
                    <a:pt x="1875" y="172"/>
                    <a:pt x="1879" y="176"/>
                    <a:pt x="1884" y="179"/>
                  </a:cubicBezTo>
                  <a:cubicBezTo>
                    <a:pt x="1890" y="187"/>
                    <a:pt x="1897" y="194"/>
                    <a:pt x="1903" y="203"/>
                  </a:cubicBezTo>
                  <a:cubicBezTo>
                    <a:pt x="1907" y="208"/>
                    <a:pt x="1911" y="212"/>
                    <a:pt x="1913" y="218"/>
                  </a:cubicBezTo>
                  <a:cubicBezTo>
                    <a:pt x="1919" y="226"/>
                    <a:pt x="1924" y="237"/>
                    <a:pt x="1930" y="248"/>
                  </a:cubicBezTo>
                  <a:cubicBezTo>
                    <a:pt x="1934" y="257"/>
                    <a:pt x="1936" y="267"/>
                    <a:pt x="1940" y="275"/>
                  </a:cubicBezTo>
                  <a:cubicBezTo>
                    <a:pt x="1940" y="275"/>
                    <a:pt x="1940" y="275"/>
                    <a:pt x="1940" y="275"/>
                  </a:cubicBezTo>
                  <a:lnTo>
                    <a:pt x="1940" y="275"/>
                  </a:lnTo>
                  <a:cubicBezTo>
                    <a:pt x="1940" y="276"/>
                    <a:pt x="1940" y="277"/>
                    <a:pt x="1941" y="278"/>
                  </a:cubicBezTo>
                  <a:cubicBezTo>
                    <a:pt x="1942" y="284"/>
                    <a:pt x="1944" y="290"/>
                    <a:pt x="1945" y="296"/>
                  </a:cubicBezTo>
                  <a:cubicBezTo>
                    <a:pt x="1946" y="306"/>
                    <a:pt x="1947" y="317"/>
                    <a:pt x="1950" y="325"/>
                  </a:cubicBezTo>
                  <a:cubicBezTo>
                    <a:pt x="1950" y="330"/>
                    <a:pt x="1950" y="335"/>
                    <a:pt x="1951" y="340"/>
                  </a:cubicBezTo>
                  <a:lnTo>
                    <a:pt x="1951" y="342"/>
                  </a:lnTo>
                  <a:cubicBezTo>
                    <a:pt x="1951" y="355"/>
                    <a:pt x="1950" y="367"/>
                    <a:pt x="1946" y="379"/>
                  </a:cubicBezTo>
                  <a:cubicBezTo>
                    <a:pt x="1945" y="385"/>
                    <a:pt x="1945" y="390"/>
                    <a:pt x="1944" y="396"/>
                  </a:cubicBezTo>
                  <a:cubicBezTo>
                    <a:pt x="1944" y="399"/>
                    <a:pt x="1942" y="401"/>
                    <a:pt x="1942" y="404"/>
                  </a:cubicBezTo>
                  <a:cubicBezTo>
                    <a:pt x="1934" y="429"/>
                    <a:pt x="1928" y="452"/>
                    <a:pt x="1917" y="476"/>
                  </a:cubicBezTo>
                  <a:cubicBezTo>
                    <a:pt x="1913" y="481"/>
                    <a:pt x="1912" y="486"/>
                    <a:pt x="1909" y="491"/>
                  </a:cubicBezTo>
                  <a:cubicBezTo>
                    <a:pt x="1908" y="493"/>
                    <a:pt x="1907" y="498"/>
                    <a:pt x="1903" y="500"/>
                  </a:cubicBezTo>
                  <a:cubicBezTo>
                    <a:pt x="1903" y="501"/>
                    <a:pt x="1901" y="505"/>
                    <a:pt x="1901" y="505"/>
                  </a:cubicBezTo>
                  <a:cubicBezTo>
                    <a:pt x="1901" y="505"/>
                    <a:pt x="1901" y="505"/>
                    <a:pt x="1902" y="502"/>
                  </a:cubicBezTo>
                  <a:cubicBezTo>
                    <a:pt x="1903" y="500"/>
                    <a:pt x="1904" y="499"/>
                    <a:pt x="1904" y="499"/>
                  </a:cubicBezTo>
                  <a:lnTo>
                    <a:pt x="1904" y="499"/>
                  </a:lnTo>
                  <a:cubicBezTo>
                    <a:pt x="1903" y="499"/>
                    <a:pt x="1898" y="509"/>
                    <a:pt x="1897" y="511"/>
                  </a:cubicBezTo>
                  <a:cubicBezTo>
                    <a:pt x="1892" y="519"/>
                    <a:pt x="1889" y="525"/>
                    <a:pt x="1885" y="531"/>
                  </a:cubicBezTo>
                  <a:cubicBezTo>
                    <a:pt x="1857" y="575"/>
                    <a:pt x="1824" y="614"/>
                    <a:pt x="1790" y="654"/>
                  </a:cubicBezTo>
                  <a:cubicBezTo>
                    <a:pt x="1775" y="672"/>
                    <a:pt x="1759" y="689"/>
                    <a:pt x="1743" y="705"/>
                  </a:cubicBezTo>
                  <a:cubicBezTo>
                    <a:pt x="1743" y="706"/>
                    <a:pt x="1742" y="706"/>
                    <a:pt x="1742" y="707"/>
                  </a:cubicBezTo>
                  <a:lnTo>
                    <a:pt x="1742" y="707"/>
                  </a:lnTo>
                  <a:cubicBezTo>
                    <a:pt x="1742" y="706"/>
                    <a:pt x="1742" y="706"/>
                    <a:pt x="1742" y="706"/>
                  </a:cubicBezTo>
                  <a:lnTo>
                    <a:pt x="1742" y="706"/>
                  </a:lnTo>
                  <a:lnTo>
                    <a:pt x="1730" y="718"/>
                  </a:lnTo>
                  <a:lnTo>
                    <a:pt x="1705" y="744"/>
                  </a:lnTo>
                  <a:cubicBezTo>
                    <a:pt x="1577" y="870"/>
                    <a:pt x="1437" y="983"/>
                    <a:pt x="1293" y="1090"/>
                  </a:cubicBezTo>
                  <a:cubicBezTo>
                    <a:pt x="1148" y="1196"/>
                    <a:pt x="997" y="1298"/>
                    <a:pt x="851" y="1403"/>
                  </a:cubicBezTo>
                  <a:cubicBezTo>
                    <a:pt x="705" y="1505"/>
                    <a:pt x="561" y="1612"/>
                    <a:pt x="429" y="1730"/>
                  </a:cubicBezTo>
                  <a:cubicBezTo>
                    <a:pt x="410" y="1746"/>
                    <a:pt x="392" y="1762"/>
                    <a:pt x="374" y="1779"/>
                  </a:cubicBezTo>
                  <a:lnTo>
                    <a:pt x="374" y="1779"/>
                  </a:lnTo>
                  <a:cubicBezTo>
                    <a:pt x="410" y="1690"/>
                    <a:pt x="449" y="1602"/>
                    <a:pt x="492" y="1517"/>
                  </a:cubicBezTo>
                  <a:cubicBezTo>
                    <a:pt x="538" y="1428"/>
                    <a:pt x="578" y="1352"/>
                    <a:pt x="628" y="1268"/>
                  </a:cubicBezTo>
                  <a:cubicBezTo>
                    <a:pt x="678" y="1184"/>
                    <a:pt x="732" y="1103"/>
                    <a:pt x="789" y="1025"/>
                  </a:cubicBezTo>
                  <a:cubicBezTo>
                    <a:pt x="846" y="946"/>
                    <a:pt x="906" y="869"/>
                    <a:pt x="969" y="795"/>
                  </a:cubicBezTo>
                  <a:cubicBezTo>
                    <a:pt x="1001" y="758"/>
                    <a:pt x="1034" y="723"/>
                    <a:pt x="1067" y="687"/>
                  </a:cubicBezTo>
                  <a:cubicBezTo>
                    <a:pt x="1074" y="679"/>
                    <a:pt x="1083" y="670"/>
                    <a:pt x="1091" y="660"/>
                  </a:cubicBezTo>
                  <a:lnTo>
                    <a:pt x="1098" y="654"/>
                  </a:lnTo>
                  <a:cubicBezTo>
                    <a:pt x="1102" y="649"/>
                    <a:pt x="1106" y="644"/>
                    <a:pt x="1112" y="641"/>
                  </a:cubicBezTo>
                  <a:lnTo>
                    <a:pt x="1165" y="587"/>
                  </a:lnTo>
                  <a:cubicBezTo>
                    <a:pt x="1304" y="451"/>
                    <a:pt x="1455" y="328"/>
                    <a:pt x="1616" y="218"/>
                  </a:cubicBezTo>
                  <a:cubicBezTo>
                    <a:pt x="1626" y="210"/>
                    <a:pt x="1634" y="203"/>
                    <a:pt x="1644" y="198"/>
                  </a:cubicBezTo>
                  <a:cubicBezTo>
                    <a:pt x="1650" y="194"/>
                    <a:pt x="1655" y="191"/>
                    <a:pt x="1661" y="187"/>
                  </a:cubicBezTo>
                  <a:cubicBezTo>
                    <a:pt x="1664" y="186"/>
                    <a:pt x="1666" y="185"/>
                    <a:pt x="1667" y="184"/>
                  </a:cubicBezTo>
                  <a:cubicBezTo>
                    <a:pt x="1669" y="182"/>
                    <a:pt x="1674" y="179"/>
                    <a:pt x="1675" y="179"/>
                  </a:cubicBezTo>
                  <a:lnTo>
                    <a:pt x="1675" y="179"/>
                  </a:lnTo>
                  <a:cubicBezTo>
                    <a:pt x="1675" y="179"/>
                    <a:pt x="1674" y="179"/>
                    <a:pt x="1673" y="180"/>
                  </a:cubicBezTo>
                  <a:cubicBezTo>
                    <a:pt x="1671" y="182"/>
                    <a:pt x="1670" y="182"/>
                    <a:pt x="1670" y="182"/>
                  </a:cubicBezTo>
                  <a:cubicBezTo>
                    <a:pt x="1671" y="182"/>
                    <a:pt x="1675" y="179"/>
                    <a:pt x="1676" y="179"/>
                  </a:cubicBezTo>
                  <a:cubicBezTo>
                    <a:pt x="1678" y="177"/>
                    <a:pt x="1683" y="175"/>
                    <a:pt x="1686" y="174"/>
                  </a:cubicBezTo>
                  <a:cubicBezTo>
                    <a:pt x="1690" y="170"/>
                    <a:pt x="1697" y="168"/>
                    <a:pt x="1700" y="165"/>
                  </a:cubicBezTo>
                  <a:cubicBezTo>
                    <a:pt x="1713" y="158"/>
                    <a:pt x="1726" y="153"/>
                    <a:pt x="1738" y="149"/>
                  </a:cubicBezTo>
                  <a:cubicBezTo>
                    <a:pt x="1741" y="147"/>
                    <a:pt x="1743" y="147"/>
                    <a:pt x="1746" y="146"/>
                  </a:cubicBezTo>
                  <a:lnTo>
                    <a:pt x="1763" y="142"/>
                  </a:lnTo>
                  <a:cubicBezTo>
                    <a:pt x="1769" y="141"/>
                    <a:pt x="1776" y="141"/>
                    <a:pt x="1783" y="139"/>
                  </a:cubicBezTo>
                  <a:cubicBezTo>
                    <a:pt x="1783" y="139"/>
                    <a:pt x="1784" y="139"/>
                    <a:pt x="1785" y="138"/>
                  </a:cubicBezTo>
                  <a:close/>
                  <a:moveTo>
                    <a:pt x="1796" y="0"/>
                  </a:moveTo>
                  <a:cubicBezTo>
                    <a:pt x="1765" y="0"/>
                    <a:pt x="1734" y="6"/>
                    <a:pt x="1704" y="16"/>
                  </a:cubicBezTo>
                  <a:cubicBezTo>
                    <a:pt x="1649" y="33"/>
                    <a:pt x="1599" y="68"/>
                    <a:pt x="1552" y="101"/>
                  </a:cubicBezTo>
                  <a:cubicBezTo>
                    <a:pt x="1513" y="130"/>
                    <a:pt x="1473" y="158"/>
                    <a:pt x="1433" y="189"/>
                  </a:cubicBezTo>
                  <a:cubicBezTo>
                    <a:pt x="1353" y="251"/>
                    <a:pt x="1277" y="315"/>
                    <a:pt x="1205" y="382"/>
                  </a:cubicBezTo>
                  <a:cubicBezTo>
                    <a:pt x="1057" y="520"/>
                    <a:pt x="919" y="669"/>
                    <a:pt x="798" y="829"/>
                  </a:cubicBezTo>
                  <a:cubicBezTo>
                    <a:pt x="676" y="991"/>
                    <a:pt x="567" y="1161"/>
                    <a:pt x="474" y="1339"/>
                  </a:cubicBezTo>
                  <a:cubicBezTo>
                    <a:pt x="380" y="1516"/>
                    <a:pt x="306" y="1702"/>
                    <a:pt x="249" y="1894"/>
                  </a:cubicBezTo>
                  <a:cubicBezTo>
                    <a:pt x="247" y="1899"/>
                    <a:pt x="245" y="1904"/>
                    <a:pt x="244" y="1909"/>
                  </a:cubicBezTo>
                  <a:lnTo>
                    <a:pt x="244" y="1909"/>
                  </a:lnTo>
                  <a:cubicBezTo>
                    <a:pt x="240" y="1914"/>
                    <a:pt x="236" y="1918"/>
                    <a:pt x="232" y="1922"/>
                  </a:cubicBezTo>
                  <a:cubicBezTo>
                    <a:pt x="173" y="1987"/>
                    <a:pt x="117" y="2053"/>
                    <a:pt x="72" y="2127"/>
                  </a:cubicBezTo>
                  <a:cubicBezTo>
                    <a:pt x="66" y="2136"/>
                    <a:pt x="61" y="2145"/>
                    <a:pt x="55" y="2155"/>
                  </a:cubicBezTo>
                  <a:cubicBezTo>
                    <a:pt x="52" y="2158"/>
                    <a:pt x="50" y="2163"/>
                    <a:pt x="48" y="2167"/>
                  </a:cubicBezTo>
                  <a:cubicBezTo>
                    <a:pt x="44" y="2172"/>
                    <a:pt x="41" y="2179"/>
                    <a:pt x="37" y="2186"/>
                  </a:cubicBezTo>
                  <a:cubicBezTo>
                    <a:pt x="37" y="2185"/>
                    <a:pt x="38" y="2184"/>
                    <a:pt x="38" y="2184"/>
                  </a:cubicBezTo>
                  <a:lnTo>
                    <a:pt x="38" y="2184"/>
                  </a:lnTo>
                  <a:cubicBezTo>
                    <a:pt x="37" y="2185"/>
                    <a:pt x="37" y="2186"/>
                    <a:pt x="35" y="2188"/>
                  </a:cubicBezTo>
                  <a:cubicBezTo>
                    <a:pt x="26" y="2206"/>
                    <a:pt x="18" y="2231"/>
                    <a:pt x="15" y="2253"/>
                  </a:cubicBezTo>
                  <a:lnTo>
                    <a:pt x="15" y="2253"/>
                  </a:lnTo>
                  <a:cubicBezTo>
                    <a:pt x="9" y="2271"/>
                    <a:pt x="5" y="2293"/>
                    <a:pt x="6" y="2311"/>
                  </a:cubicBezTo>
                  <a:lnTo>
                    <a:pt x="6" y="2311"/>
                  </a:lnTo>
                  <a:cubicBezTo>
                    <a:pt x="1" y="2323"/>
                    <a:pt x="10" y="2337"/>
                    <a:pt x="20" y="2343"/>
                  </a:cubicBezTo>
                  <a:cubicBezTo>
                    <a:pt x="23" y="2344"/>
                    <a:pt x="26" y="2344"/>
                    <a:pt x="29" y="2344"/>
                  </a:cubicBezTo>
                  <a:cubicBezTo>
                    <a:pt x="36" y="2344"/>
                    <a:pt x="42" y="2341"/>
                    <a:pt x="47" y="2336"/>
                  </a:cubicBezTo>
                  <a:lnTo>
                    <a:pt x="47" y="2336"/>
                  </a:lnTo>
                  <a:cubicBezTo>
                    <a:pt x="55" y="2333"/>
                    <a:pt x="61" y="2326"/>
                    <a:pt x="70" y="2321"/>
                  </a:cubicBezTo>
                  <a:cubicBezTo>
                    <a:pt x="80" y="2313"/>
                    <a:pt x="92" y="2305"/>
                    <a:pt x="99" y="2295"/>
                  </a:cubicBezTo>
                  <a:lnTo>
                    <a:pt x="99" y="2295"/>
                  </a:lnTo>
                  <a:cubicBezTo>
                    <a:pt x="115" y="2282"/>
                    <a:pt x="132" y="2265"/>
                    <a:pt x="143" y="2250"/>
                  </a:cubicBezTo>
                  <a:lnTo>
                    <a:pt x="184" y="2197"/>
                  </a:lnTo>
                  <a:cubicBezTo>
                    <a:pt x="211" y="2163"/>
                    <a:pt x="238" y="2127"/>
                    <a:pt x="266" y="2092"/>
                  </a:cubicBezTo>
                  <a:cubicBezTo>
                    <a:pt x="294" y="2058"/>
                    <a:pt x="324" y="2025"/>
                    <a:pt x="354" y="1992"/>
                  </a:cubicBezTo>
                  <a:cubicBezTo>
                    <a:pt x="356" y="1991"/>
                    <a:pt x="364" y="1982"/>
                    <a:pt x="363" y="1982"/>
                  </a:cubicBezTo>
                  <a:lnTo>
                    <a:pt x="363" y="1982"/>
                  </a:lnTo>
                  <a:cubicBezTo>
                    <a:pt x="363" y="1982"/>
                    <a:pt x="362" y="1983"/>
                    <a:pt x="361" y="1985"/>
                  </a:cubicBezTo>
                  <a:lnTo>
                    <a:pt x="366" y="1979"/>
                  </a:lnTo>
                  <a:cubicBezTo>
                    <a:pt x="375" y="1970"/>
                    <a:pt x="382" y="1961"/>
                    <a:pt x="392" y="1953"/>
                  </a:cubicBezTo>
                  <a:cubicBezTo>
                    <a:pt x="409" y="1936"/>
                    <a:pt x="424" y="1921"/>
                    <a:pt x="441" y="1906"/>
                  </a:cubicBezTo>
                  <a:cubicBezTo>
                    <a:pt x="572" y="1782"/>
                    <a:pt x="716" y="1672"/>
                    <a:pt x="863" y="1565"/>
                  </a:cubicBezTo>
                  <a:cubicBezTo>
                    <a:pt x="1013" y="1459"/>
                    <a:pt x="1167" y="1355"/>
                    <a:pt x="1316" y="1247"/>
                  </a:cubicBezTo>
                  <a:cubicBezTo>
                    <a:pt x="1466" y="1140"/>
                    <a:pt x="1612" y="1027"/>
                    <a:pt x="1746" y="901"/>
                  </a:cubicBezTo>
                  <a:cubicBezTo>
                    <a:pt x="1818" y="834"/>
                    <a:pt x="1889" y="762"/>
                    <a:pt x="1950" y="684"/>
                  </a:cubicBezTo>
                  <a:cubicBezTo>
                    <a:pt x="2019" y="595"/>
                    <a:pt x="2077" y="492"/>
                    <a:pt x="2088" y="378"/>
                  </a:cubicBezTo>
                  <a:cubicBezTo>
                    <a:pt x="2099" y="278"/>
                    <a:pt x="2066" y="173"/>
                    <a:pt x="1999" y="97"/>
                  </a:cubicBezTo>
                  <a:cubicBezTo>
                    <a:pt x="1966" y="60"/>
                    <a:pt x="1923" y="28"/>
                    <a:pt x="1876" y="13"/>
                  </a:cubicBezTo>
                  <a:cubicBezTo>
                    <a:pt x="1849" y="4"/>
                    <a:pt x="1823" y="0"/>
                    <a:pt x="179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889;p29"/>
            <p:cNvSpPr/>
            <p:nvPr/>
          </p:nvSpPr>
          <p:spPr>
            <a:xfrm>
              <a:off x="3830760" y="1682280"/>
              <a:ext cx="88560" cy="892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1338" h="1348">
                  <a:moveTo>
                    <a:pt x="602" y="700"/>
                  </a:moveTo>
                  <a:lnTo>
                    <a:pt x="602" y="700"/>
                  </a:lnTo>
                  <a:cubicBezTo>
                    <a:pt x="602" y="701"/>
                    <a:pt x="599" y="704"/>
                    <a:pt x="599" y="704"/>
                  </a:cubicBezTo>
                  <a:cubicBezTo>
                    <a:pt x="599" y="704"/>
                    <a:pt x="600" y="703"/>
                    <a:pt x="601" y="701"/>
                  </a:cubicBezTo>
                  <a:lnTo>
                    <a:pt x="602" y="700"/>
                  </a:lnTo>
                  <a:close/>
                  <a:moveTo>
                    <a:pt x="1288" y="0"/>
                  </a:moveTo>
                  <a:cubicBezTo>
                    <a:pt x="1284" y="0"/>
                    <a:pt x="1281" y="1"/>
                    <a:pt x="1278" y="2"/>
                  </a:cubicBezTo>
                  <a:cubicBezTo>
                    <a:pt x="1250" y="13"/>
                    <a:pt x="1223" y="22"/>
                    <a:pt x="1195" y="36"/>
                  </a:cubicBezTo>
                  <a:cubicBezTo>
                    <a:pt x="1167" y="51"/>
                    <a:pt x="1140" y="70"/>
                    <a:pt x="1113" y="90"/>
                  </a:cubicBezTo>
                  <a:cubicBezTo>
                    <a:pt x="1066" y="124"/>
                    <a:pt x="1017" y="159"/>
                    <a:pt x="970" y="195"/>
                  </a:cubicBezTo>
                  <a:cubicBezTo>
                    <a:pt x="877" y="268"/>
                    <a:pt x="787" y="343"/>
                    <a:pt x="700" y="426"/>
                  </a:cubicBezTo>
                  <a:cubicBezTo>
                    <a:pt x="611" y="509"/>
                    <a:pt x="524" y="597"/>
                    <a:pt x="442" y="688"/>
                  </a:cubicBezTo>
                  <a:cubicBezTo>
                    <a:pt x="363" y="774"/>
                    <a:pt x="283" y="864"/>
                    <a:pt x="212" y="960"/>
                  </a:cubicBezTo>
                  <a:cubicBezTo>
                    <a:pt x="194" y="986"/>
                    <a:pt x="174" y="1013"/>
                    <a:pt x="155" y="1041"/>
                  </a:cubicBezTo>
                  <a:cubicBezTo>
                    <a:pt x="134" y="1069"/>
                    <a:pt x="114" y="1098"/>
                    <a:pt x="97" y="1131"/>
                  </a:cubicBezTo>
                  <a:cubicBezTo>
                    <a:pt x="98" y="1130"/>
                    <a:pt x="98" y="1129"/>
                    <a:pt x="98" y="1129"/>
                  </a:cubicBezTo>
                  <a:lnTo>
                    <a:pt x="98" y="1129"/>
                  </a:lnTo>
                  <a:cubicBezTo>
                    <a:pt x="99" y="1129"/>
                    <a:pt x="96" y="1134"/>
                    <a:pt x="96" y="1135"/>
                  </a:cubicBezTo>
                  <a:cubicBezTo>
                    <a:pt x="94" y="1140"/>
                    <a:pt x="91" y="1144"/>
                    <a:pt x="89" y="1147"/>
                  </a:cubicBezTo>
                  <a:cubicBezTo>
                    <a:pt x="85" y="1154"/>
                    <a:pt x="80" y="1163"/>
                    <a:pt x="75" y="1172"/>
                  </a:cubicBezTo>
                  <a:cubicBezTo>
                    <a:pt x="68" y="1185"/>
                    <a:pt x="59" y="1200"/>
                    <a:pt x="51" y="1213"/>
                  </a:cubicBezTo>
                  <a:cubicBezTo>
                    <a:pt x="42" y="1229"/>
                    <a:pt x="30" y="1245"/>
                    <a:pt x="25" y="1262"/>
                  </a:cubicBezTo>
                  <a:cubicBezTo>
                    <a:pt x="19" y="1278"/>
                    <a:pt x="14" y="1293"/>
                    <a:pt x="6" y="1310"/>
                  </a:cubicBezTo>
                  <a:cubicBezTo>
                    <a:pt x="1" y="1322"/>
                    <a:pt x="7" y="1338"/>
                    <a:pt x="18" y="1344"/>
                  </a:cubicBezTo>
                  <a:cubicBezTo>
                    <a:pt x="23" y="1346"/>
                    <a:pt x="27" y="1347"/>
                    <a:pt x="32" y="1347"/>
                  </a:cubicBezTo>
                  <a:cubicBezTo>
                    <a:pt x="40" y="1347"/>
                    <a:pt x="47" y="1343"/>
                    <a:pt x="53" y="1336"/>
                  </a:cubicBezTo>
                  <a:cubicBezTo>
                    <a:pt x="74" y="1313"/>
                    <a:pt x="95" y="1295"/>
                    <a:pt x="114" y="1271"/>
                  </a:cubicBezTo>
                  <a:lnTo>
                    <a:pt x="172" y="1201"/>
                  </a:lnTo>
                  <a:cubicBezTo>
                    <a:pt x="188" y="1181"/>
                    <a:pt x="210" y="1158"/>
                    <a:pt x="229" y="1135"/>
                  </a:cubicBezTo>
                  <a:cubicBezTo>
                    <a:pt x="249" y="1112"/>
                    <a:pt x="266" y="1089"/>
                    <a:pt x="286" y="1065"/>
                  </a:cubicBezTo>
                  <a:cubicBezTo>
                    <a:pt x="360" y="975"/>
                    <a:pt x="434" y="883"/>
                    <a:pt x="513" y="796"/>
                  </a:cubicBezTo>
                  <a:cubicBezTo>
                    <a:pt x="533" y="774"/>
                    <a:pt x="553" y="753"/>
                    <a:pt x="573" y="731"/>
                  </a:cubicBezTo>
                  <a:cubicBezTo>
                    <a:pt x="583" y="720"/>
                    <a:pt x="594" y="711"/>
                    <a:pt x="602" y="700"/>
                  </a:cubicBezTo>
                  <a:lnTo>
                    <a:pt x="602" y="700"/>
                  </a:lnTo>
                  <a:lnTo>
                    <a:pt x="610" y="693"/>
                  </a:lnTo>
                  <a:lnTo>
                    <a:pt x="626" y="676"/>
                  </a:lnTo>
                  <a:cubicBezTo>
                    <a:pt x="667" y="635"/>
                    <a:pt x="710" y="593"/>
                    <a:pt x="753" y="552"/>
                  </a:cubicBezTo>
                  <a:cubicBezTo>
                    <a:pt x="837" y="471"/>
                    <a:pt x="925" y="393"/>
                    <a:pt x="1014" y="316"/>
                  </a:cubicBezTo>
                  <a:cubicBezTo>
                    <a:pt x="1066" y="273"/>
                    <a:pt x="1116" y="230"/>
                    <a:pt x="1168" y="191"/>
                  </a:cubicBezTo>
                  <a:cubicBezTo>
                    <a:pt x="1194" y="170"/>
                    <a:pt x="1223" y="152"/>
                    <a:pt x="1245" y="129"/>
                  </a:cubicBezTo>
                  <a:cubicBezTo>
                    <a:pt x="1270" y="104"/>
                    <a:pt x="1293" y="78"/>
                    <a:pt x="1316" y="52"/>
                  </a:cubicBezTo>
                  <a:cubicBezTo>
                    <a:pt x="1337" y="28"/>
                    <a:pt x="1312" y="0"/>
                    <a:pt x="128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890;p29"/>
            <p:cNvSpPr/>
            <p:nvPr/>
          </p:nvSpPr>
          <p:spPr>
            <a:xfrm>
              <a:off x="3843360" y="1501200"/>
              <a:ext cx="54360" cy="19116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191160"/>
                <a:gd name="textAreaBottom" fmla="*/ 191520 h 191160"/>
              </a:gdLst>
              <a:ahLst/>
              <a:cxnLst/>
              <a:rect l="textAreaLeft" t="textAreaTop" r="textAreaRight" b="textAreaBottom"/>
              <a:pathLst>
                <a:path w="824" h="2879">
                  <a:moveTo>
                    <a:pt x="386" y="127"/>
                  </a:moveTo>
                  <a:cubicBezTo>
                    <a:pt x="384" y="127"/>
                    <a:pt x="382" y="127"/>
                    <a:pt x="381" y="128"/>
                  </a:cubicBezTo>
                  <a:lnTo>
                    <a:pt x="381" y="128"/>
                  </a:lnTo>
                  <a:cubicBezTo>
                    <a:pt x="383" y="127"/>
                    <a:pt x="385" y="127"/>
                    <a:pt x="386" y="127"/>
                  </a:cubicBezTo>
                  <a:close/>
                  <a:moveTo>
                    <a:pt x="381" y="128"/>
                  </a:moveTo>
                  <a:cubicBezTo>
                    <a:pt x="381" y="128"/>
                    <a:pt x="380" y="128"/>
                    <a:pt x="380" y="129"/>
                  </a:cubicBezTo>
                  <a:lnTo>
                    <a:pt x="380" y="129"/>
                  </a:lnTo>
                  <a:cubicBezTo>
                    <a:pt x="380" y="129"/>
                    <a:pt x="381" y="128"/>
                    <a:pt x="381" y="128"/>
                  </a:cubicBezTo>
                  <a:close/>
                  <a:moveTo>
                    <a:pt x="365" y="135"/>
                  </a:moveTo>
                  <a:cubicBezTo>
                    <a:pt x="365" y="135"/>
                    <a:pt x="365" y="135"/>
                    <a:pt x="365" y="136"/>
                  </a:cubicBezTo>
                  <a:lnTo>
                    <a:pt x="365" y="136"/>
                  </a:lnTo>
                  <a:cubicBezTo>
                    <a:pt x="365" y="135"/>
                    <a:pt x="365" y="135"/>
                    <a:pt x="365" y="135"/>
                  </a:cubicBezTo>
                  <a:close/>
                  <a:moveTo>
                    <a:pt x="364" y="136"/>
                  </a:moveTo>
                  <a:cubicBezTo>
                    <a:pt x="363" y="137"/>
                    <a:pt x="359" y="138"/>
                    <a:pt x="359" y="138"/>
                  </a:cubicBezTo>
                  <a:cubicBezTo>
                    <a:pt x="359" y="138"/>
                    <a:pt x="360" y="138"/>
                    <a:pt x="363" y="136"/>
                  </a:cubicBezTo>
                  <a:cubicBezTo>
                    <a:pt x="363" y="136"/>
                    <a:pt x="364" y="136"/>
                    <a:pt x="364" y="136"/>
                  </a:cubicBezTo>
                  <a:close/>
                  <a:moveTo>
                    <a:pt x="480" y="155"/>
                  </a:moveTo>
                  <a:cubicBezTo>
                    <a:pt x="480" y="155"/>
                    <a:pt x="480" y="155"/>
                    <a:pt x="480" y="155"/>
                  </a:cubicBezTo>
                  <a:cubicBezTo>
                    <a:pt x="482" y="156"/>
                    <a:pt x="483" y="158"/>
                    <a:pt x="484" y="159"/>
                  </a:cubicBezTo>
                  <a:lnTo>
                    <a:pt x="484" y="159"/>
                  </a:lnTo>
                  <a:cubicBezTo>
                    <a:pt x="482" y="158"/>
                    <a:pt x="481" y="156"/>
                    <a:pt x="480" y="155"/>
                  </a:cubicBezTo>
                  <a:close/>
                  <a:moveTo>
                    <a:pt x="410" y="0"/>
                  </a:moveTo>
                  <a:cubicBezTo>
                    <a:pt x="388" y="0"/>
                    <a:pt x="366" y="4"/>
                    <a:pt x="344" y="11"/>
                  </a:cubicBezTo>
                  <a:cubicBezTo>
                    <a:pt x="269" y="37"/>
                    <a:pt x="220" y="108"/>
                    <a:pt x="185" y="176"/>
                  </a:cubicBezTo>
                  <a:cubicBezTo>
                    <a:pt x="148" y="252"/>
                    <a:pt x="128" y="337"/>
                    <a:pt x="108" y="420"/>
                  </a:cubicBezTo>
                  <a:cubicBezTo>
                    <a:pt x="14" y="794"/>
                    <a:pt x="0" y="1180"/>
                    <a:pt x="28" y="1564"/>
                  </a:cubicBezTo>
                  <a:cubicBezTo>
                    <a:pt x="55" y="1950"/>
                    <a:pt x="122" y="2331"/>
                    <a:pt x="199" y="2709"/>
                  </a:cubicBezTo>
                  <a:cubicBezTo>
                    <a:pt x="204" y="2735"/>
                    <a:pt x="211" y="2759"/>
                    <a:pt x="222" y="2783"/>
                  </a:cubicBezTo>
                  <a:cubicBezTo>
                    <a:pt x="231" y="2802"/>
                    <a:pt x="236" y="2823"/>
                    <a:pt x="241" y="2845"/>
                  </a:cubicBezTo>
                  <a:cubicBezTo>
                    <a:pt x="246" y="2863"/>
                    <a:pt x="261" y="2878"/>
                    <a:pt x="280" y="2878"/>
                  </a:cubicBezTo>
                  <a:cubicBezTo>
                    <a:pt x="283" y="2878"/>
                    <a:pt x="285" y="2878"/>
                    <a:pt x="288" y="2878"/>
                  </a:cubicBezTo>
                  <a:cubicBezTo>
                    <a:pt x="310" y="2874"/>
                    <a:pt x="323" y="2853"/>
                    <a:pt x="321" y="2831"/>
                  </a:cubicBezTo>
                  <a:cubicBezTo>
                    <a:pt x="318" y="2811"/>
                    <a:pt x="314" y="2789"/>
                    <a:pt x="315" y="2768"/>
                  </a:cubicBezTo>
                  <a:cubicBezTo>
                    <a:pt x="316" y="2742"/>
                    <a:pt x="315" y="2717"/>
                    <a:pt x="311" y="2691"/>
                  </a:cubicBezTo>
                  <a:cubicBezTo>
                    <a:pt x="303" y="2645"/>
                    <a:pt x="293" y="2599"/>
                    <a:pt x="285" y="2552"/>
                  </a:cubicBezTo>
                  <a:cubicBezTo>
                    <a:pt x="268" y="2460"/>
                    <a:pt x="252" y="2368"/>
                    <a:pt x="237" y="2277"/>
                  </a:cubicBezTo>
                  <a:cubicBezTo>
                    <a:pt x="206" y="2091"/>
                    <a:pt x="178" y="1906"/>
                    <a:pt x="158" y="1719"/>
                  </a:cubicBezTo>
                  <a:cubicBezTo>
                    <a:pt x="140" y="1532"/>
                    <a:pt x="130" y="1358"/>
                    <a:pt x="133" y="1175"/>
                  </a:cubicBezTo>
                  <a:cubicBezTo>
                    <a:pt x="135" y="993"/>
                    <a:pt x="151" y="811"/>
                    <a:pt x="184" y="630"/>
                  </a:cubicBezTo>
                  <a:cubicBezTo>
                    <a:pt x="192" y="583"/>
                    <a:pt x="201" y="538"/>
                    <a:pt x="211" y="493"/>
                  </a:cubicBezTo>
                  <a:cubicBezTo>
                    <a:pt x="217" y="471"/>
                    <a:pt x="218" y="466"/>
                    <a:pt x="223" y="441"/>
                  </a:cubicBezTo>
                  <a:cubicBezTo>
                    <a:pt x="229" y="419"/>
                    <a:pt x="235" y="396"/>
                    <a:pt x="241" y="374"/>
                  </a:cubicBezTo>
                  <a:cubicBezTo>
                    <a:pt x="252" y="335"/>
                    <a:pt x="264" y="296"/>
                    <a:pt x="278" y="258"/>
                  </a:cubicBezTo>
                  <a:cubicBezTo>
                    <a:pt x="285" y="242"/>
                    <a:pt x="292" y="228"/>
                    <a:pt x="300" y="211"/>
                  </a:cubicBezTo>
                  <a:cubicBezTo>
                    <a:pt x="301" y="209"/>
                    <a:pt x="303" y="206"/>
                    <a:pt x="303" y="206"/>
                  </a:cubicBezTo>
                  <a:lnTo>
                    <a:pt x="303" y="206"/>
                  </a:lnTo>
                  <a:cubicBezTo>
                    <a:pt x="303" y="206"/>
                    <a:pt x="302" y="208"/>
                    <a:pt x="300" y="212"/>
                  </a:cubicBezTo>
                  <a:cubicBezTo>
                    <a:pt x="303" y="208"/>
                    <a:pt x="304" y="203"/>
                    <a:pt x="307" y="200"/>
                  </a:cubicBezTo>
                  <a:cubicBezTo>
                    <a:pt x="312" y="191"/>
                    <a:pt x="316" y="185"/>
                    <a:pt x="322" y="176"/>
                  </a:cubicBezTo>
                  <a:cubicBezTo>
                    <a:pt x="326" y="170"/>
                    <a:pt x="332" y="164"/>
                    <a:pt x="336" y="158"/>
                  </a:cubicBezTo>
                  <a:cubicBezTo>
                    <a:pt x="336" y="158"/>
                    <a:pt x="337" y="158"/>
                    <a:pt x="337" y="158"/>
                  </a:cubicBezTo>
                  <a:lnTo>
                    <a:pt x="337" y="158"/>
                  </a:lnTo>
                  <a:cubicBezTo>
                    <a:pt x="337" y="158"/>
                    <a:pt x="337" y="158"/>
                    <a:pt x="337" y="157"/>
                  </a:cubicBezTo>
                  <a:cubicBezTo>
                    <a:pt x="341" y="154"/>
                    <a:pt x="343" y="152"/>
                    <a:pt x="346" y="151"/>
                  </a:cubicBezTo>
                  <a:cubicBezTo>
                    <a:pt x="352" y="145"/>
                    <a:pt x="358" y="141"/>
                    <a:pt x="364" y="136"/>
                  </a:cubicBezTo>
                  <a:lnTo>
                    <a:pt x="364" y="136"/>
                  </a:lnTo>
                  <a:cubicBezTo>
                    <a:pt x="369" y="134"/>
                    <a:pt x="372" y="131"/>
                    <a:pt x="377" y="130"/>
                  </a:cubicBezTo>
                  <a:cubicBezTo>
                    <a:pt x="377" y="130"/>
                    <a:pt x="378" y="129"/>
                    <a:pt x="380" y="129"/>
                  </a:cubicBezTo>
                  <a:lnTo>
                    <a:pt x="380" y="129"/>
                  </a:lnTo>
                  <a:cubicBezTo>
                    <a:pt x="379" y="129"/>
                    <a:pt x="379" y="129"/>
                    <a:pt x="379" y="129"/>
                  </a:cubicBezTo>
                  <a:cubicBezTo>
                    <a:pt x="381" y="127"/>
                    <a:pt x="385" y="127"/>
                    <a:pt x="387" y="125"/>
                  </a:cubicBezTo>
                  <a:cubicBezTo>
                    <a:pt x="393" y="124"/>
                    <a:pt x="402" y="122"/>
                    <a:pt x="409" y="122"/>
                  </a:cubicBezTo>
                  <a:cubicBezTo>
                    <a:pt x="404" y="123"/>
                    <a:pt x="402" y="123"/>
                    <a:pt x="402" y="123"/>
                  </a:cubicBezTo>
                  <a:cubicBezTo>
                    <a:pt x="402" y="123"/>
                    <a:pt x="409" y="122"/>
                    <a:pt x="412" y="122"/>
                  </a:cubicBezTo>
                  <a:cubicBezTo>
                    <a:pt x="415" y="122"/>
                    <a:pt x="419" y="124"/>
                    <a:pt x="423" y="124"/>
                  </a:cubicBezTo>
                  <a:cubicBezTo>
                    <a:pt x="426" y="124"/>
                    <a:pt x="434" y="127"/>
                    <a:pt x="437" y="130"/>
                  </a:cubicBezTo>
                  <a:cubicBezTo>
                    <a:pt x="442" y="131"/>
                    <a:pt x="445" y="132"/>
                    <a:pt x="447" y="133"/>
                  </a:cubicBezTo>
                  <a:cubicBezTo>
                    <a:pt x="447" y="133"/>
                    <a:pt x="447" y="133"/>
                    <a:pt x="448" y="133"/>
                  </a:cubicBezTo>
                  <a:lnTo>
                    <a:pt x="448" y="133"/>
                  </a:lnTo>
                  <a:cubicBezTo>
                    <a:pt x="448" y="134"/>
                    <a:pt x="449" y="134"/>
                    <a:pt x="450" y="135"/>
                  </a:cubicBezTo>
                  <a:cubicBezTo>
                    <a:pt x="457" y="139"/>
                    <a:pt x="463" y="143"/>
                    <a:pt x="469" y="147"/>
                  </a:cubicBezTo>
                  <a:cubicBezTo>
                    <a:pt x="473" y="150"/>
                    <a:pt x="476" y="153"/>
                    <a:pt x="480" y="155"/>
                  </a:cubicBezTo>
                  <a:lnTo>
                    <a:pt x="480" y="155"/>
                  </a:lnTo>
                  <a:cubicBezTo>
                    <a:pt x="479" y="155"/>
                    <a:pt x="479" y="154"/>
                    <a:pt x="479" y="154"/>
                  </a:cubicBezTo>
                  <a:lnTo>
                    <a:pt x="479" y="154"/>
                  </a:lnTo>
                  <a:cubicBezTo>
                    <a:pt x="479" y="154"/>
                    <a:pt x="480" y="155"/>
                    <a:pt x="480" y="155"/>
                  </a:cubicBezTo>
                  <a:lnTo>
                    <a:pt x="480" y="155"/>
                  </a:lnTo>
                  <a:cubicBezTo>
                    <a:pt x="480" y="155"/>
                    <a:pt x="480" y="155"/>
                    <a:pt x="480" y="155"/>
                  </a:cubicBezTo>
                  <a:lnTo>
                    <a:pt x="480" y="155"/>
                  </a:lnTo>
                  <a:cubicBezTo>
                    <a:pt x="482" y="158"/>
                    <a:pt x="483" y="159"/>
                    <a:pt x="484" y="159"/>
                  </a:cubicBezTo>
                  <a:cubicBezTo>
                    <a:pt x="484" y="159"/>
                    <a:pt x="484" y="159"/>
                    <a:pt x="484" y="159"/>
                  </a:cubicBezTo>
                  <a:lnTo>
                    <a:pt x="484" y="159"/>
                  </a:lnTo>
                  <a:cubicBezTo>
                    <a:pt x="488" y="164"/>
                    <a:pt x="493" y="170"/>
                    <a:pt x="498" y="176"/>
                  </a:cubicBezTo>
                  <a:cubicBezTo>
                    <a:pt x="503" y="183"/>
                    <a:pt x="509" y="190"/>
                    <a:pt x="514" y="198"/>
                  </a:cubicBezTo>
                  <a:cubicBezTo>
                    <a:pt x="516" y="200"/>
                    <a:pt x="518" y="202"/>
                    <a:pt x="519" y="205"/>
                  </a:cubicBezTo>
                  <a:lnTo>
                    <a:pt x="519" y="205"/>
                  </a:lnTo>
                  <a:cubicBezTo>
                    <a:pt x="519" y="204"/>
                    <a:pt x="518" y="204"/>
                    <a:pt x="518" y="204"/>
                  </a:cubicBezTo>
                  <a:lnTo>
                    <a:pt x="518" y="204"/>
                  </a:lnTo>
                  <a:cubicBezTo>
                    <a:pt x="518" y="204"/>
                    <a:pt x="523" y="211"/>
                    <a:pt x="524" y="212"/>
                  </a:cubicBezTo>
                  <a:cubicBezTo>
                    <a:pt x="534" y="227"/>
                    <a:pt x="542" y="243"/>
                    <a:pt x="549" y="259"/>
                  </a:cubicBezTo>
                  <a:cubicBezTo>
                    <a:pt x="567" y="298"/>
                    <a:pt x="580" y="340"/>
                    <a:pt x="593" y="380"/>
                  </a:cubicBezTo>
                  <a:cubicBezTo>
                    <a:pt x="604" y="416"/>
                    <a:pt x="616" y="459"/>
                    <a:pt x="627" y="503"/>
                  </a:cubicBezTo>
                  <a:cubicBezTo>
                    <a:pt x="648" y="589"/>
                    <a:pt x="661" y="677"/>
                    <a:pt x="671" y="767"/>
                  </a:cubicBezTo>
                  <a:cubicBezTo>
                    <a:pt x="676" y="812"/>
                    <a:pt x="678" y="857"/>
                    <a:pt x="681" y="904"/>
                  </a:cubicBezTo>
                  <a:cubicBezTo>
                    <a:pt x="681" y="905"/>
                    <a:pt x="681" y="906"/>
                    <a:pt x="681" y="906"/>
                  </a:cubicBezTo>
                  <a:lnTo>
                    <a:pt x="681" y="906"/>
                  </a:lnTo>
                  <a:cubicBezTo>
                    <a:pt x="681" y="907"/>
                    <a:pt x="681" y="909"/>
                    <a:pt x="681" y="913"/>
                  </a:cubicBezTo>
                  <a:lnTo>
                    <a:pt x="681" y="926"/>
                  </a:lnTo>
                  <a:lnTo>
                    <a:pt x="681" y="960"/>
                  </a:lnTo>
                  <a:lnTo>
                    <a:pt x="681" y="1031"/>
                  </a:lnTo>
                  <a:cubicBezTo>
                    <a:pt x="678" y="1120"/>
                    <a:pt x="671" y="1209"/>
                    <a:pt x="661" y="1299"/>
                  </a:cubicBezTo>
                  <a:cubicBezTo>
                    <a:pt x="650" y="1393"/>
                    <a:pt x="634" y="1486"/>
                    <a:pt x="615" y="1577"/>
                  </a:cubicBezTo>
                  <a:cubicBezTo>
                    <a:pt x="611" y="1599"/>
                    <a:pt x="605" y="1620"/>
                    <a:pt x="601" y="1642"/>
                  </a:cubicBezTo>
                  <a:cubicBezTo>
                    <a:pt x="599" y="1654"/>
                    <a:pt x="595" y="1668"/>
                    <a:pt x="593" y="1680"/>
                  </a:cubicBezTo>
                  <a:cubicBezTo>
                    <a:pt x="589" y="1696"/>
                    <a:pt x="589" y="1697"/>
                    <a:pt x="586" y="1709"/>
                  </a:cubicBezTo>
                  <a:cubicBezTo>
                    <a:pt x="573" y="1757"/>
                    <a:pt x="566" y="1796"/>
                    <a:pt x="551" y="1846"/>
                  </a:cubicBezTo>
                  <a:cubicBezTo>
                    <a:pt x="527" y="1939"/>
                    <a:pt x="501" y="2031"/>
                    <a:pt x="472" y="2123"/>
                  </a:cubicBezTo>
                  <a:cubicBezTo>
                    <a:pt x="458" y="2169"/>
                    <a:pt x="442" y="2215"/>
                    <a:pt x="428" y="2261"/>
                  </a:cubicBezTo>
                  <a:cubicBezTo>
                    <a:pt x="415" y="2306"/>
                    <a:pt x="404" y="2356"/>
                    <a:pt x="392" y="2403"/>
                  </a:cubicBezTo>
                  <a:cubicBezTo>
                    <a:pt x="380" y="2447"/>
                    <a:pt x="376" y="2495"/>
                    <a:pt x="368" y="2540"/>
                  </a:cubicBezTo>
                  <a:cubicBezTo>
                    <a:pt x="366" y="2548"/>
                    <a:pt x="375" y="2552"/>
                    <a:pt x="384" y="2552"/>
                  </a:cubicBezTo>
                  <a:cubicBezTo>
                    <a:pt x="392" y="2552"/>
                    <a:pt x="400" y="2549"/>
                    <a:pt x="404" y="2541"/>
                  </a:cubicBezTo>
                  <a:cubicBezTo>
                    <a:pt x="415" y="2521"/>
                    <a:pt x="426" y="2499"/>
                    <a:pt x="439" y="2480"/>
                  </a:cubicBezTo>
                  <a:cubicBezTo>
                    <a:pt x="453" y="2456"/>
                    <a:pt x="465" y="2433"/>
                    <a:pt x="475" y="2407"/>
                  </a:cubicBezTo>
                  <a:cubicBezTo>
                    <a:pt x="492" y="2362"/>
                    <a:pt x="516" y="2320"/>
                    <a:pt x="531" y="2274"/>
                  </a:cubicBezTo>
                  <a:cubicBezTo>
                    <a:pt x="564" y="2180"/>
                    <a:pt x="595" y="2087"/>
                    <a:pt x="624" y="1993"/>
                  </a:cubicBezTo>
                  <a:cubicBezTo>
                    <a:pt x="684" y="1803"/>
                    <a:pt x="734" y="1609"/>
                    <a:pt x="765" y="1411"/>
                  </a:cubicBezTo>
                  <a:cubicBezTo>
                    <a:pt x="824" y="1040"/>
                    <a:pt x="816" y="651"/>
                    <a:pt x="692" y="291"/>
                  </a:cubicBezTo>
                  <a:cubicBezTo>
                    <a:pt x="666" y="217"/>
                    <a:pt x="634" y="138"/>
                    <a:pt x="578" y="79"/>
                  </a:cubicBezTo>
                  <a:cubicBezTo>
                    <a:pt x="532" y="31"/>
                    <a:pt x="473" y="0"/>
                    <a:pt x="41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891;p29"/>
            <p:cNvSpPr/>
            <p:nvPr/>
          </p:nvSpPr>
          <p:spPr>
            <a:xfrm>
              <a:off x="3866400" y="1560240"/>
              <a:ext cx="10440" cy="104400"/>
            </a:xfrm>
            <a:custGeom>
              <a:avLst/>
              <a:gdLst>
                <a:gd name="textAreaLeft" fmla="*/ 0 w 10440"/>
                <a:gd name="textAreaRight" fmla="*/ 10800 w 10440"/>
                <a:gd name="textAreaTop" fmla="*/ 0 h 104400"/>
                <a:gd name="textAreaBottom" fmla="*/ 104760 h 104400"/>
              </a:gdLst>
              <a:ahLst/>
              <a:cxnLst/>
              <a:rect l="textAreaLeft" t="textAreaTop" r="textAreaRight" b="textAreaBottom"/>
              <a:pathLst>
                <a:path w="161" h="1573">
                  <a:moveTo>
                    <a:pt x="65" y="1"/>
                  </a:moveTo>
                  <a:cubicBezTo>
                    <a:pt x="61" y="1"/>
                    <a:pt x="57" y="2"/>
                    <a:pt x="55" y="5"/>
                  </a:cubicBezTo>
                  <a:cubicBezTo>
                    <a:pt x="28" y="46"/>
                    <a:pt x="29" y="101"/>
                    <a:pt x="31" y="149"/>
                  </a:cubicBezTo>
                  <a:lnTo>
                    <a:pt x="31" y="297"/>
                  </a:lnTo>
                  <a:cubicBezTo>
                    <a:pt x="29" y="399"/>
                    <a:pt x="33" y="499"/>
                    <a:pt x="32" y="600"/>
                  </a:cubicBezTo>
                  <a:cubicBezTo>
                    <a:pt x="29" y="801"/>
                    <a:pt x="20" y="1002"/>
                    <a:pt x="10" y="1202"/>
                  </a:cubicBezTo>
                  <a:cubicBezTo>
                    <a:pt x="9" y="1231"/>
                    <a:pt x="7" y="1262"/>
                    <a:pt x="5" y="1290"/>
                  </a:cubicBezTo>
                  <a:cubicBezTo>
                    <a:pt x="4" y="1303"/>
                    <a:pt x="4" y="1318"/>
                    <a:pt x="1" y="1331"/>
                  </a:cubicBezTo>
                  <a:cubicBezTo>
                    <a:pt x="1" y="1341"/>
                    <a:pt x="0" y="1350"/>
                    <a:pt x="4" y="1358"/>
                  </a:cubicBezTo>
                  <a:cubicBezTo>
                    <a:pt x="5" y="1365"/>
                    <a:pt x="6" y="1369"/>
                    <a:pt x="7" y="1371"/>
                  </a:cubicBezTo>
                  <a:lnTo>
                    <a:pt x="7" y="1371"/>
                  </a:lnTo>
                  <a:lnTo>
                    <a:pt x="7" y="1372"/>
                  </a:lnTo>
                  <a:cubicBezTo>
                    <a:pt x="6" y="1401"/>
                    <a:pt x="6" y="1432"/>
                    <a:pt x="6" y="1460"/>
                  </a:cubicBezTo>
                  <a:cubicBezTo>
                    <a:pt x="5" y="1489"/>
                    <a:pt x="1" y="1521"/>
                    <a:pt x="7" y="1549"/>
                  </a:cubicBezTo>
                  <a:cubicBezTo>
                    <a:pt x="10" y="1565"/>
                    <a:pt x="22" y="1572"/>
                    <a:pt x="34" y="1572"/>
                  </a:cubicBezTo>
                  <a:cubicBezTo>
                    <a:pt x="45" y="1572"/>
                    <a:pt x="56" y="1566"/>
                    <a:pt x="61" y="1555"/>
                  </a:cubicBezTo>
                  <a:cubicBezTo>
                    <a:pt x="72" y="1532"/>
                    <a:pt x="76" y="1506"/>
                    <a:pt x="80" y="1482"/>
                  </a:cubicBezTo>
                  <a:cubicBezTo>
                    <a:pt x="86" y="1456"/>
                    <a:pt x="91" y="1428"/>
                    <a:pt x="97" y="1402"/>
                  </a:cubicBezTo>
                  <a:lnTo>
                    <a:pt x="100" y="1382"/>
                  </a:lnTo>
                  <a:cubicBezTo>
                    <a:pt x="100" y="1382"/>
                    <a:pt x="100" y="1381"/>
                    <a:pt x="100" y="1381"/>
                  </a:cubicBezTo>
                  <a:lnTo>
                    <a:pt x="100" y="1381"/>
                  </a:lnTo>
                  <a:cubicBezTo>
                    <a:pt x="103" y="1377"/>
                    <a:pt x="104" y="1373"/>
                    <a:pt x="106" y="1369"/>
                  </a:cubicBezTo>
                  <a:cubicBezTo>
                    <a:pt x="109" y="1363"/>
                    <a:pt x="110" y="1356"/>
                    <a:pt x="111" y="1349"/>
                  </a:cubicBezTo>
                  <a:cubicBezTo>
                    <a:pt x="113" y="1342"/>
                    <a:pt x="113" y="1335"/>
                    <a:pt x="115" y="1329"/>
                  </a:cubicBezTo>
                  <a:cubicBezTo>
                    <a:pt x="117" y="1304"/>
                    <a:pt x="121" y="1279"/>
                    <a:pt x="123" y="1254"/>
                  </a:cubicBezTo>
                  <a:cubicBezTo>
                    <a:pt x="137" y="1154"/>
                    <a:pt x="144" y="1053"/>
                    <a:pt x="150" y="951"/>
                  </a:cubicBezTo>
                  <a:cubicBezTo>
                    <a:pt x="161" y="745"/>
                    <a:pt x="155" y="539"/>
                    <a:pt x="143" y="334"/>
                  </a:cubicBezTo>
                  <a:cubicBezTo>
                    <a:pt x="140" y="276"/>
                    <a:pt x="132" y="222"/>
                    <a:pt x="126" y="166"/>
                  </a:cubicBezTo>
                  <a:cubicBezTo>
                    <a:pt x="121" y="137"/>
                    <a:pt x="117" y="108"/>
                    <a:pt x="110" y="79"/>
                  </a:cubicBezTo>
                  <a:cubicBezTo>
                    <a:pt x="104" y="51"/>
                    <a:pt x="95" y="24"/>
                    <a:pt x="74" y="4"/>
                  </a:cubicBezTo>
                  <a:cubicBezTo>
                    <a:pt x="72" y="2"/>
                    <a:pt x="68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200" bIns="52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892;p29"/>
            <p:cNvSpPr/>
            <p:nvPr/>
          </p:nvSpPr>
          <p:spPr>
            <a:xfrm>
              <a:off x="3886920" y="1395720"/>
              <a:ext cx="51120" cy="224640"/>
            </a:xfrm>
            <a:custGeom>
              <a:avLst/>
              <a:gdLst>
                <a:gd name="textAreaLeft" fmla="*/ 0 w 51120"/>
                <a:gd name="textAreaRight" fmla="*/ 51480 w 51120"/>
                <a:gd name="textAreaTop" fmla="*/ 0 h 224640"/>
                <a:gd name="textAreaBottom" fmla="*/ 225000 h 224640"/>
              </a:gdLst>
              <a:ahLst/>
              <a:cxnLst/>
              <a:rect l="textAreaLeft" t="textAreaTop" r="textAreaRight" b="textAreaBottom"/>
              <a:pathLst>
                <a:path w="776" h="3386">
                  <a:moveTo>
                    <a:pt x="41" y="3122"/>
                  </a:moveTo>
                  <a:cubicBezTo>
                    <a:pt x="41" y="3122"/>
                    <a:pt x="40" y="3122"/>
                    <a:pt x="40" y="3123"/>
                  </a:cubicBezTo>
                  <a:lnTo>
                    <a:pt x="40" y="3123"/>
                  </a:lnTo>
                  <a:cubicBezTo>
                    <a:pt x="41" y="3122"/>
                    <a:pt x="41" y="3122"/>
                    <a:pt x="41" y="3122"/>
                  </a:cubicBezTo>
                  <a:close/>
                  <a:moveTo>
                    <a:pt x="731" y="1"/>
                  </a:moveTo>
                  <a:cubicBezTo>
                    <a:pt x="717" y="1"/>
                    <a:pt x="703" y="8"/>
                    <a:pt x="697" y="19"/>
                  </a:cubicBezTo>
                  <a:cubicBezTo>
                    <a:pt x="684" y="46"/>
                    <a:pt x="671" y="71"/>
                    <a:pt x="668" y="101"/>
                  </a:cubicBezTo>
                  <a:cubicBezTo>
                    <a:pt x="663" y="128"/>
                    <a:pt x="659" y="157"/>
                    <a:pt x="653" y="184"/>
                  </a:cubicBezTo>
                  <a:cubicBezTo>
                    <a:pt x="646" y="238"/>
                    <a:pt x="640" y="293"/>
                    <a:pt x="632" y="347"/>
                  </a:cubicBezTo>
                  <a:cubicBezTo>
                    <a:pt x="619" y="458"/>
                    <a:pt x="604" y="567"/>
                    <a:pt x="588" y="677"/>
                  </a:cubicBezTo>
                  <a:cubicBezTo>
                    <a:pt x="558" y="897"/>
                    <a:pt x="520" y="1115"/>
                    <a:pt x="481" y="1334"/>
                  </a:cubicBezTo>
                  <a:cubicBezTo>
                    <a:pt x="440" y="1551"/>
                    <a:pt x="395" y="1769"/>
                    <a:pt x="345" y="1984"/>
                  </a:cubicBezTo>
                  <a:cubicBezTo>
                    <a:pt x="338" y="2010"/>
                    <a:pt x="333" y="2038"/>
                    <a:pt x="325" y="2063"/>
                  </a:cubicBezTo>
                  <a:cubicBezTo>
                    <a:pt x="324" y="2071"/>
                    <a:pt x="323" y="2076"/>
                    <a:pt x="322" y="2083"/>
                  </a:cubicBezTo>
                  <a:cubicBezTo>
                    <a:pt x="321" y="2087"/>
                    <a:pt x="320" y="2088"/>
                    <a:pt x="320" y="2088"/>
                  </a:cubicBezTo>
                  <a:cubicBezTo>
                    <a:pt x="320" y="2088"/>
                    <a:pt x="321" y="2083"/>
                    <a:pt x="321" y="2083"/>
                  </a:cubicBezTo>
                  <a:lnTo>
                    <a:pt x="321" y="2083"/>
                  </a:lnTo>
                  <a:cubicBezTo>
                    <a:pt x="321" y="2083"/>
                    <a:pt x="321" y="2084"/>
                    <a:pt x="319" y="2088"/>
                  </a:cubicBezTo>
                  <a:cubicBezTo>
                    <a:pt x="316" y="2104"/>
                    <a:pt x="313" y="2118"/>
                    <a:pt x="308" y="2132"/>
                  </a:cubicBezTo>
                  <a:cubicBezTo>
                    <a:pt x="295" y="2186"/>
                    <a:pt x="283" y="2238"/>
                    <a:pt x="269" y="2292"/>
                  </a:cubicBezTo>
                  <a:cubicBezTo>
                    <a:pt x="241" y="2400"/>
                    <a:pt x="213" y="2507"/>
                    <a:pt x="184" y="2614"/>
                  </a:cubicBezTo>
                  <a:cubicBezTo>
                    <a:pt x="155" y="2720"/>
                    <a:pt x="124" y="2826"/>
                    <a:pt x="92" y="2933"/>
                  </a:cubicBezTo>
                  <a:cubicBezTo>
                    <a:pt x="74" y="2990"/>
                    <a:pt x="58" y="3048"/>
                    <a:pt x="44" y="3107"/>
                  </a:cubicBezTo>
                  <a:cubicBezTo>
                    <a:pt x="43" y="3114"/>
                    <a:pt x="42" y="3119"/>
                    <a:pt x="40" y="3125"/>
                  </a:cubicBezTo>
                  <a:lnTo>
                    <a:pt x="40" y="3125"/>
                  </a:lnTo>
                  <a:cubicBezTo>
                    <a:pt x="40" y="3124"/>
                    <a:pt x="40" y="3123"/>
                    <a:pt x="40" y="3123"/>
                  </a:cubicBezTo>
                  <a:lnTo>
                    <a:pt x="40" y="3123"/>
                  </a:lnTo>
                  <a:cubicBezTo>
                    <a:pt x="40" y="3123"/>
                    <a:pt x="40" y="3124"/>
                    <a:pt x="39" y="3126"/>
                  </a:cubicBezTo>
                  <a:cubicBezTo>
                    <a:pt x="39" y="3126"/>
                    <a:pt x="40" y="3125"/>
                    <a:pt x="40" y="3125"/>
                  </a:cubicBezTo>
                  <a:lnTo>
                    <a:pt x="40" y="3125"/>
                  </a:lnTo>
                  <a:cubicBezTo>
                    <a:pt x="39" y="3128"/>
                    <a:pt x="38" y="3131"/>
                    <a:pt x="38" y="3133"/>
                  </a:cubicBezTo>
                  <a:cubicBezTo>
                    <a:pt x="36" y="3147"/>
                    <a:pt x="32" y="3160"/>
                    <a:pt x="28" y="3174"/>
                  </a:cubicBezTo>
                  <a:cubicBezTo>
                    <a:pt x="25" y="3191"/>
                    <a:pt x="21" y="3205"/>
                    <a:pt x="17" y="3223"/>
                  </a:cubicBezTo>
                  <a:cubicBezTo>
                    <a:pt x="17" y="3225"/>
                    <a:pt x="16" y="3229"/>
                    <a:pt x="16" y="3232"/>
                  </a:cubicBezTo>
                  <a:cubicBezTo>
                    <a:pt x="16" y="3237"/>
                    <a:pt x="17" y="3239"/>
                    <a:pt x="17" y="3239"/>
                  </a:cubicBezTo>
                  <a:cubicBezTo>
                    <a:pt x="17" y="3239"/>
                    <a:pt x="17" y="3239"/>
                    <a:pt x="17" y="3239"/>
                  </a:cubicBezTo>
                  <a:lnTo>
                    <a:pt x="17" y="3239"/>
                  </a:lnTo>
                  <a:cubicBezTo>
                    <a:pt x="16" y="3248"/>
                    <a:pt x="14" y="3258"/>
                    <a:pt x="11" y="3267"/>
                  </a:cubicBezTo>
                  <a:cubicBezTo>
                    <a:pt x="6" y="3292"/>
                    <a:pt x="5" y="3319"/>
                    <a:pt x="3" y="3346"/>
                  </a:cubicBezTo>
                  <a:cubicBezTo>
                    <a:pt x="1" y="3368"/>
                    <a:pt x="21" y="3385"/>
                    <a:pt x="40" y="3385"/>
                  </a:cubicBezTo>
                  <a:cubicBezTo>
                    <a:pt x="50" y="3385"/>
                    <a:pt x="60" y="3381"/>
                    <a:pt x="67" y="3370"/>
                  </a:cubicBezTo>
                  <a:cubicBezTo>
                    <a:pt x="100" y="3319"/>
                    <a:pt x="127" y="3274"/>
                    <a:pt x="151" y="3221"/>
                  </a:cubicBezTo>
                  <a:cubicBezTo>
                    <a:pt x="171" y="3170"/>
                    <a:pt x="195" y="3118"/>
                    <a:pt x="213" y="3066"/>
                  </a:cubicBezTo>
                  <a:cubicBezTo>
                    <a:pt x="247" y="2960"/>
                    <a:pt x="280" y="2853"/>
                    <a:pt x="311" y="2746"/>
                  </a:cubicBezTo>
                  <a:cubicBezTo>
                    <a:pt x="374" y="2528"/>
                    <a:pt x="431" y="2307"/>
                    <a:pt x="483" y="2086"/>
                  </a:cubicBezTo>
                  <a:cubicBezTo>
                    <a:pt x="534" y="1869"/>
                    <a:pt x="577" y="1650"/>
                    <a:pt x="618" y="1433"/>
                  </a:cubicBezTo>
                  <a:cubicBezTo>
                    <a:pt x="658" y="1213"/>
                    <a:pt x="691" y="993"/>
                    <a:pt x="718" y="772"/>
                  </a:cubicBezTo>
                  <a:cubicBezTo>
                    <a:pt x="744" y="551"/>
                    <a:pt x="772" y="329"/>
                    <a:pt x="775" y="106"/>
                  </a:cubicBezTo>
                  <a:cubicBezTo>
                    <a:pt x="775" y="74"/>
                    <a:pt x="767" y="46"/>
                    <a:pt x="756" y="17"/>
                  </a:cubicBezTo>
                  <a:cubicBezTo>
                    <a:pt x="751" y="6"/>
                    <a:pt x="741" y="1"/>
                    <a:pt x="73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893;p29"/>
            <p:cNvSpPr/>
            <p:nvPr/>
          </p:nvSpPr>
          <p:spPr>
            <a:xfrm>
              <a:off x="3944520" y="1355400"/>
              <a:ext cx="70560" cy="16812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168120"/>
                <a:gd name="textAreaBottom" fmla="*/ 168480 h 168120"/>
              </a:gdLst>
              <a:ahLst/>
              <a:cxnLst/>
              <a:rect l="textAreaLeft" t="textAreaTop" r="textAreaRight" b="textAreaBottom"/>
              <a:pathLst>
                <a:path w="1068" h="2534">
                  <a:moveTo>
                    <a:pt x="1038" y="1"/>
                  </a:moveTo>
                  <a:cubicBezTo>
                    <a:pt x="1031" y="1"/>
                    <a:pt x="1024" y="4"/>
                    <a:pt x="1018" y="11"/>
                  </a:cubicBezTo>
                  <a:cubicBezTo>
                    <a:pt x="1005" y="29"/>
                    <a:pt x="985" y="47"/>
                    <a:pt x="978" y="66"/>
                  </a:cubicBezTo>
                  <a:cubicBezTo>
                    <a:pt x="969" y="87"/>
                    <a:pt x="962" y="108"/>
                    <a:pt x="953" y="129"/>
                  </a:cubicBezTo>
                  <a:cubicBezTo>
                    <a:pt x="937" y="170"/>
                    <a:pt x="923" y="211"/>
                    <a:pt x="907" y="252"/>
                  </a:cubicBezTo>
                  <a:cubicBezTo>
                    <a:pt x="877" y="334"/>
                    <a:pt x="847" y="417"/>
                    <a:pt x="815" y="500"/>
                  </a:cubicBezTo>
                  <a:cubicBezTo>
                    <a:pt x="754" y="664"/>
                    <a:pt x="692" y="826"/>
                    <a:pt x="627" y="987"/>
                  </a:cubicBezTo>
                  <a:cubicBezTo>
                    <a:pt x="497" y="1312"/>
                    <a:pt x="365" y="1636"/>
                    <a:pt x="225" y="1957"/>
                  </a:cubicBezTo>
                  <a:cubicBezTo>
                    <a:pt x="187" y="2046"/>
                    <a:pt x="148" y="2134"/>
                    <a:pt x="112" y="2224"/>
                  </a:cubicBezTo>
                  <a:cubicBezTo>
                    <a:pt x="95" y="2270"/>
                    <a:pt x="77" y="2314"/>
                    <a:pt x="57" y="2359"/>
                  </a:cubicBezTo>
                  <a:cubicBezTo>
                    <a:pt x="47" y="2381"/>
                    <a:pt x="42" y="2404"/>
                    <a:pt x="34" y="2427"/>
                  </a:cubicBezTo>
                  <a:cubicBezTo>
                    <a:pt x="24" y="2453"/>
                    <a:pt x="17" y="2477"/>
                    <a:pt x="7" y="2502"/>
                  </a:cubicBezTo>
                  <a:cubicBezTo>
                    <a:pt x="1" y="2518"/>
                    <a:pt x="17" y="2534"/>
                    <a:pt x="31" y="2534"/>
                  </a:cubicBezTo>
                  <a:cubicBezTo>
                    <a:pt x="37" y="2534"/>
                    <a:pt x="43" y="2531"/>
                    <a:pt x="46" y="2524"/>
                  </a:cubicBezTo>
                  <a:cubicBezTo>
                    <a:pt x="68" y="2487"/>
                    <a:pt x="89" y="2448"/>
                    <a:pt x="113" y="2412"/>
                  </a:cubicBezTo>
                  <a:cubicBezTo>
                    <a:pt x="139" y="2376"/>
                    <a:pt x="156" y="2332"/>
                    <a:pt x="177" y="2293"/>
                  </a:cubicBezTo>
                  <a:cubicBezTo>
                    <a:pt x="218" y="2214"/>
                    <a:pt x="258" y="2136"/>
                    <a:pt x="293" y="2055"/>
                  </a:cubicBezTo>
                  <a:cubicBezTo>
                    <a:pt x="365" y="1898"/>
                    <a:pt x="435" y="1739"/>
                    <a:pt x="503" y="1578"/>
                  </a:cubicBezTo>
                  <a:cubicBezTo>
                    <a:pt x="643" y="1256"/>
                    <a:pt x="770" y="928"/>
                    <a:pt x="891" y="598"/>
                  </a:cubicBezTo>
                  <a:cubicBezTo>
                    <a:pt x="924" y="506"/>
                    <a:pt x="958" y="414"/>
                    <a:pt x="990" y="321"/>
                  </a:cubicBezTo>
                  <a:cubicBezTo>
                    <a:pt x="1006" y="275"/>
                    <a:pt x="1021" y="229"/>
                    <a:pt x="1036" y="184"/>
                  </a:cubicBezTo>
                  <a:cubicBezTo>
                    <a:pt x="1043" y="160"/>
                    <a:pt x="1051" y="137"/>
                    <a:pt x="1058" y="114"/>
                  </a:cubicBezTo>
                  <a:cubicBezTo>
                    <a:pt x="1063" y="96"/>
                    <a:pt x="1068" y="83"/>
                    <a:pt x="1067" y="64"/>
                  </a:cubicBezTo>
                  <a:cubicBezTo>
                    <a:pt x="1065" y="53"/>
                    <a:pt x="1065" y="42"/>
                    <a:pt x="1065" y="29"/>
                  </a:cubicBezTo>
                  <a:cubicBezTo>
                    <a:pt x="1065" y="13"/>
                    <a:pt x="1052" y="1"/>
                    <a:pt x="103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4240" bIns="84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894;p29"/>
            <p:cNvSpPr/>
            <p:nvPr/>
          </p:nvSpPr>
          <p:spPr>
            <a:xfrm>
              <a:off x="4010760" y="1328760"/>
              <a:ext cx="16200" cy="17280"/>
            </a:xfrm>
            <a:custGeom>
              <a:avLst/>
              <a:gdLst>
                <a:gd name="textAreaLeft" fmla="*/ 0 w 16200"/>
                <a:gd name="textAreaRight" fmla="*/ 16560 w 1620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247" h="267">
                  <a:moveTo>
                    <a:pt x="167" y="108"/>
                  </a:moveTo>
                  <a:lnTo>
                    <a:pt x="167" y="108"/>
                  </a:lnTo>
                  <a:cubicBezTo>
                    <a:pt x="168" y="108"/>
                    <a:pt x="168" y="108"/>
                    <a:pt x="168" y="108"/>
                  </a:cubicBezTo>
                  <a:lnTo>
                    <a:pt x="168" y="108"/>
                  </a:lnTo>
                  <a:cubicBezTo>
                    <a:pt x="168" y="108"/>
                    <a:pt x="168" y="108"/>
                    <a:pt x="168" y="108"/>
                  </a:cubicBezTo>
                  <a:lnTo>
                    <a:pt x="168" y="108"/>
                  </a:lnTo>
                  <a:cubicBezTo>
                    <a:pt x="168" y="108"/>
                    <a:pt x="168" y="108"/>
                    <a:pt x="167" y="108"/>
                  </a:cubicBezTo>
                  <a:close/>
                  <a:moveTo>
                    <a:pt x="143" y="180"/>
                  </a:moveTo>
                  <a:lnTo>
                    <a:pt x="143" y="180"/>
                  </a:lnTo>
                  <a:cubicBezTo>
                    <a:pt x="142" y="180"/>
                    <a:pt x="141" y="181"/>
                    <a:pt x="140" y="181"/>
                  </a:cubicBezTo>
                  <a:lnTo>
                    <a:pt x="140" y="181"/>
                  </a:lnTo>
                  <a:cubicBezTo>
                    <a:pt x="139" y="181"/>
                    <a:pt x="139" y="182"/>
                    <a:pt x="139" y="182"/>
                  </a:cubicBezTo>
                  <a:lnTo>
                    <a:pt x="139" y="182"/>
                  </a:lnTo>
                  <a:cubicBezTo>
                    <a:pt x="140" y="181"/>
                    <a:pt x="141" y="180"/>
                    <a:pt x="143" y="180"/>
                  </a:cubicBezTo>
                  <a:close/>
                  <a:moveTo>
                    <a:pt x="119" y="1"/>
                  </a:moveTo>
                  <a:cubicBezTo>
                    <a:pt x="107" y="1"/>
                    <a:pt x="95" y="3"/>
                    <a:pt x="84" y="8"/>
                  </a:cubicBezTo>
                  <a:lnTo>
                    <a:pt x="84" y="8"/>
                  </a:lnTo>
                  <a:cubicBezTo>
                    <a:pt x="77" y="9"/>
                    <a:pt x="70" y="11"/>
                    <a:pt x="63" y="13"/>
                  </a:cubicBezTo>
                  <a:cubicBezTo>
                    <a:pt x="50" y="19"/>
                    <a:pt x="37" y="31"/>
                    <a:pt x="28" y="42"/>
                  </a:cubicBezTo>
                  <a:cubicBezTo>
                    <a:pt x="22" y="51"/>
                    <a:pt x="17" y="61"/>
                    <a:pt x="12" y="69"/>
                  </a:cubicBezTo>
                  <a:cubicBezTo>
                    <a:pt x="10" y="76"/>
                    <a:pt x="8" y="83"/>
                    <a:pt x="7" y="91"/>
                  </a:cubicBezTo>
                  <a:lnTo>
                    <a:pt x="7" y="91"/>
                  </a:lnTo>
                  <a:cubicBezTo>
                    <a:pt x="5" y="98"/>
                    <a:pt x="3" y="108"/>
                    <a:pt x="3" y="112"/>
                  </a:cubicBezTo>
                  <a:lnTo>
                    <a:pt x="3" y="113"/>
                  </a:lnTo>
                  <a:cubicBezTo>
                    <a:pt x="0" y="125"/>
                    <a:pt x="0" y="136"/>
                    <a:pt x="4" y="150"/>
                  </a:cubicBezTo>
                  <a:cubicBezTo>
                    <a:pt x="5" y="157"/>
                    <a:pt x="9" y="169"/>
                    <a:pt x="11" y="178"/>
                  </a:cubicBezTo>
                  <a:cubicBezTo>
                    <a:pt x="11" y="179"/>
                    <a:pt x="14" y="180"/>
                    <a:pt x="14" y="183"/>
                  </a:cubicBezTo>
                  <a:cubicBezTo>
                    <a:pt x="14" y="184"/>
                    <a:pt x="15" y="185"/>
                    <a:pt x="16" y="186"/>
                  </a:cubicBezTo>
                  <a:cubicBezTo>
                    <a:pt x="21" y="195"/>
                    <a:pt x="26" y="205"/>
                    <a:pt x="32" y="212"/>
                  </a:cubicBezTo>
                  <a:cubicBezTo>
                    <a:pt x="33" y="216"/>
                    <a:pt x="35" y="217"/>
                    <a:pt x="38" y="219"/>
                  </a:cubicBezTo>
                  <a:lnTo>
                    <a:pt x="59" y="240"/>
                  </a:lnTo>
                  <a:cubicBezTo>
                    <a:pt x="60" y="241"/>
                    <a:pt x="61" y="241"/>
                    <a:pt x="63" y="243"/>
                  </a:cubicBezTo>
                  <a:cubicBezTo>
                    <a:pt x="71" y="250"/>
                    <a:pt x="82" y="255"/>
                    <a:pt x="91" y="259"/>
                  </a:cubicBezTo>
                  <a:cubicBezTo>
                    <a:pt x="96" y="261"/>
                    <a:pt x="107" y="263"/>
                    <a:pt x="107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4" y="263"/>
                    <a:pt x="116" y="266"/>
                    <a:pt x="120" y="266"/>
                  </a:cubicBezTo>
                  <a:cubicBezTo>
                    <a:pt x="123" y="266"/>
                    <a:pt x="127" y="267"/>
                    <a:pt x="131" y="267"/>
                  </a:cubicBezTo>
                  <a:cubicBezTo>
                    <a:pt x="140" y="267"/>
                    <a:pt x="148" y="266"/>
                    <a:pt x="151" y="266"/>
                  </a:cubicBezTo>
                  <a:cubicBezTo>
                    <a:pt x="162" y="265"/>
                    <a:pt x="171" y="262"/>
                    <a:pt x="180" y="256"/>
                  </a:cubicBezTo>
                  <a:cubicBezTo>
                    <a:pt x="189" y="252"/>
                    <a:pt x="198" y="246"/>
                    <a:pt x="206" y="241"/>
                  </a:cubicBezTo>
                  <a:lnTo>
                    <a:pt x="207" y="240"/>
                  </a:lnTo>
                  <a:cubicBezTo>
                    <a:pt x="212" y="235"/>
                    <a:pt x="222" y="227"/>
                    <a:pt x="225" y="221"/>
                  </a:cubicBezTo>
                  <a:cubicBezTo>
                    <a:pt x="236" y="206"/>
                    <a:pt x="242" y="188"/>
                    <a:pt x="245" y="168"/>
                  </a:cubicBezTo>
                  <a:cubicBezTo>
                    <a:pt x="245" y="167"/>
                    <a:pt x="246" y="164"/>
                    <a:pt x="246" y="163"/>
                  </a:cubicBezTo>
                  <a:lnTo>
                    <a:pt x="246" y="144"/>
                  </a:lnTo>
                  <a:cubicBezTo>
                    <a:pt x="246" y="136"/>
                    <a:pt x="246" y="130"/>
                    <a:pt x="245" y="123"/>
                  </a:cubicBezTo>
                  <a:cubicBezTo>
                    <a:pt x="241" y="97"/>
                    <a:pt x="230" y="76"/>
                    <a:pt x="217" y="54"/>
                  </a:cubicBezTo>
                  <a:cubicBezTo>
                    <a:pt x="213" y="51"/>
                    <a:pt x="211" y="48"/>
                    <a:pt x="207" y="43"/>
                  </a:cubicBezTo>
                  <a:cubicBezTo>
                    <a:pt x="200" y="37"/>
                    <a:pt x="193" y="30"/>
                    <a:pt x="185" y="23"/>
                  </a:cubicBezTo>
                  <a:cubicBezTo>
                    <a:pt x="184" y="21"/>
                    <a:pt x="184" y="21"/>
                    <a:pt x="182" y="21"/>
                  </a:cubicBezTo>
                  <a:cubicBezTo>
                    <a:pt x="182" y="21"/>
                    <a:pt x="180" y="21"/>
                    <a:pt x="180" y="20"/>
                  </a:cubicBezTo>
                  <a:cubicBezTo>
                    <a:pt x="174" y="16"/>
                    <a:pt x="167" y="12"/>
                    <a:pt x="158" y="8"/>
                  </a:cubicBezTo>
                  <a:cubicBezTo>
                    <a:pt x="149" y="5"/>
                    <a:pt x="140" y="1"/>
                    <a:pt x="130" y="1"/>
                  </a:cubicBezTo>
                  <a:cubicBezTo>
                    <a:pt x="126" y="1"/>
                    <a:pt x="123" y="1"/>
                    <a:pt x="119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40" bIns="8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895;p29"/>
            <p:cNvSpPr/>
            <p:nvPr/>
          </p:nvSpPr>
          <p:spPr>
            <a:xfrm>
              <a:off x="4092840" y="1285200"/>
              <a:ext cx="32040" cy="73440"/>
            </a:xfrm>
            <a:custGeom>
              <a:avLst/>
              <a:gdLst>
                <a:gd name="textAreaLeft" fmla="*/ 0 w 32040"/>
                <a:gd name="textAreaRight" fmla="*/ 32400 w 3204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489" h="1110">
                  <a:moveTo>
                    <a:pt x="431" y="1"/>
                  </a:moveTo>
                  <a:cubicBezTo>
                    <a:pt x="424" y="1"/>
                    <a:pt x="417" y="2"/>
                    <a:pt x="411" y="4"/>
                  </a:cubicBezTo>
                  <a:cubicBezTo>
                    <a:pt x="287" y="52"/>
                    <a:pt x="244" y="190"/>
                    <a:pt x="210" y="305"/>
                  </a:cubicBezTo>
                  <a:cubicBezTo>
                    <a:pt x="165" y="462"/>
                    <a:pt x="121" y="620"/>
                    <a:pt x="79" y="778"/>
                  </a:cubicBezTo>
                  <a:cubicBezTo>
                    <a:pt x="54" y="868"/>
                    <a:pt x="29" y="958"/>
                    <a:pt x="6" y="1048"/>
                  </a:cubicBezTo>
                  <a:cubicBezTo>
                    <a:pt x="1" y="1069"/>
                    <a:pt x="7" y="1091"/>
                    <a:pt x="28" y="1101"/>
                  </a:cubicBezTo>
                  <a:cubicBezTo>
                    <a:pt x="33" y="1103"/>
                    <a:pt x="38" y="1104"/>
                    <a:pt x="44" y="1104"/>
                  </a:cubicBezTo>
                  <a:cubicBezTo>
                    <a:pt x="60" y="1104"/>
                    <a:pt x="75" y="1095"/>
                    <a:pt x="80" y="1079"/>
                  </a:cubicBezTo>
                  <a:cubicBezTo>
                    <a:pt x="128" y="928"/>
                    <a:pt x="175" y="776"/>
                    <a:pt x="222" y="625"/>
                  </a:cubicBezTo>
                  <a:cubicBezTo>
                    <a:pt x="247" y="549"/>
                    <a:pt x="270" y="472"/>
                    <a:pt x="292" y="396"/>
                  </a:cubicBezTo>
                  <a:cubicBezTo>
                    <a:pt x="309" y="337"/>
                    <a:pt x="326" y="273"/>
                    <a:pt x="352" y="215"/>
                  </a:cubicBezTo>
                  <a:cubicBezTo>
                    <a:pt x="354" y="208"/>
                    <a:pt x="359" y="201"/>
                    <a:pt x="363" y="193"/>
                  </a:cubicBezTo>
                  <a:lnTo>
                    <a:pt x="367" y="185"/>
                  </a:lnTo>
                  <a:cubicBezTo>
                    <a:pt x="368" y="184"/>
                    <a:pt x="368" y="184"/>
                    <a:pt x="368" y="184"/>
                  </a:cubicBezTo>
                  <a:lnTo>
                    <a:pt x="368" y="184"/>
                  </a:lnTo>
                  <a:cubicBezTo>
                    <a:pt x="367" y="184"/>
                    <a:pt x="366" y="186"/>
                    <a:pt x="366" y="186"/>
                  </a:cubicBezTo>
                  <a:lnTo>
                    <a:pt x="366" y="186"/>
                  </a:lnTo>
                  <a:cubicBezTo>
                    <a:pt x="366" y="186"/>
                    <a:pt x="367" y="185"/>
                    <a:pt x="368" y="182"/>
                  </a:cubicBezTo>
                  <a:cubicBezTo>
                    <a:pt x="373" y="174"/>
                    <a:pt x="378" y="167"/>
                    <a:pt x="383" y="160"/>
                  </a:cubicBezTo>
                  <a:lnTo>
                    <a:pt x="383" y="160"/>
                  </a:lnTo>
                  <a:cubicBezTo>
                    <a:pt x="383" y="193"/>
                    <a:pt x="382" y="226"/>
                    <a:pt x="379" y="258"/>
                  </a:cubicBezTo>
                  <a:cubicBezTo>
                    <a:pt x="375" y="327"/>
                    <a:pt x="370" y="394"/>
                    <a:pt x="362" y="462"/>
                  </a:cubicBezTo>
                  <a:cubicBezTo>
                    <a:pt x="345" y="597"/>
                    <a:pt x="316" y="728"/>
                    <a:pt x="282" y="857"/>
                  </a:cubicBezTo>
                  <a:cubicBezTo>
                    <a:pt x="272" y="895"/>
                    <a:pt x="259" y="932"/>
                    <a:pt x="250" y="970"/>
                  </a:cubicBezTo>
                  <a:cubicBezTo>
                    <a:pt x="242" y="1009"/>
                    <a:pt x="231" y="1046"/>
                    <a:pt x="220" y="1085"/>
                  </a:cubicBezTo>
                  <a:cubicBezTo>
                    <a:pt x="216" y="1097"/>
                    <a:pt x="228" y="1110"/>
                    <a:pt x="240" y="1110"/>
                  </a:cubicBezTo>
                  <a:cubicBezTo>
                    <a:pt x="244" y="1110"/>
                    <a:pt x="249" y="1108"/>
                    <a:pt x="252" y="1102"/>
                  </a:cubicBezTo>
                  <a:cubicBezTo>
                    <a:pt x="288" y="1042"/>
                    <a:pt x="321" y="980"/>
                    <a:pt x="348" y="914"/>
                  </a:cubicBezTo>
                  <a:cubicBezTo>
                    <a:pt x="374" y="849"/>
                    <a:pt x="396" y="783"/>
                    <a:pt x="413" y="713"/>
                  </a:cubicBezTo>
                  <a:cubicBezTo>
                    <a:pt x="450" y="575"/>
                    <a:pt x="477" y="433"/>
                    <a:pt x="484" y="291"/>
                  </a:cubicBezTo>
                  <a:cubicBezTo>
                    <a:pt x="488" y="208"/>
                    <a:pt x="488" y="126"/>
                    <a:pt x="485" y="44"/>
                  </a:cubicBezTo>
                  <a:cubicBezTo>
                    <a:pt x="484" y="16"/>
                    <a:pt x="457" y="1"/>
                    <a:pt x="43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720" bIns="36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896;p29"/>
            <p:cNvSpPr/>
            <p:nvPr/>
          </p:nvSpPr>
          <p:spPr>
            <a:xfrm>
              <a:off x="4119480" y="1328400"/>
              <a:ext cx="2520" cy="432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44" h="70">
                  <a:moveTo>
                    <a:pt x="37" y="1"/>
                  </a:moveTo>
                  <a:cubicBezTo>
                    <a:pt x="35" y="1"/>
                    <a:pt x="33" y="2"/>
                    <a:pt x="32" y="4"/>
                  </a:cubicBezTo>
                  <a:cubicBezTo>
                    <a:pt x="22" y="23"/>
                    <a:pt x="13" y="43"/>
                    <a:pt x="2" y="61"/>
                  </a:cubicBezTo>
                  <a:cubicBezTo>
                    <a:pt x="1" y="65"/>
                    <a:pt x="2" y="69"/>
                    <a:pt x="5" y="69"/>
                  </a:cubicBezTo>
                  <a:cubicBezTo>
                    <a:pt x="6" y="69"/>
                    <a:pt x="7" y="70"/>
                    <a:pt x="8" y="70"/>
                  </a:cubicBezTo>
                  <a:cubicBezTo>
                    <a:pt x="11" y="70"/>
                    <a:pt x="13" y="68"/>
                    <a:pt x="15" y="66"/>
                  </a:cubicBezTo>
                  <a:cubicBezTo>
                    <a:pt x="24" y="47"/>
                    <a:pt x="33" y="27"/>
                    <a:pt x="42" y="9"/>
                  </a:cubicBezTo>
                  <a:cubicBezTo>
                    <a:pt x="43" y="5"/>
                    <a:pt x="42" y="3"/>
                    <a:pt x="39" y="1"/>
                  </a:cubicBezTo>
                  <a:cubicBezTo>
                    <a:pt x="38" y="1"/>
                    <a:pt x="38" y="1"/>
                    <a:pt x="3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" bIns="2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897;p29"/>
            <p:cNvSpPr/>
            <p:nvPr/>
          </p:nvSpPr>
          <p:spPr>
            <a:xfrm>
              <a:off x="4104360" y="1344960"/>
              <a:ext cx="36000" cy="2268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546" h="349">
                  <a:moveTo>
                    <a:pt x="525" y="0"/>
                  </a:moveTo>
                  <a:cubicBezTo>
                    <a:pt x="524" y="0"/>
                    <a:pt x="522" y="1"/>
                    <a:pt x="521" y="1"/>
                  </a:cubicBezTo>
                  <a:cubicBezTo>
                    <a:pt x="436" y="51"/>
                    <a:pt x="350" y="99"/>
                    <a:pt x="268" y="152"/>
                  </a:cubicBezTo>
                  <a:cubicBezTo>
                    <a:pt x="186" y="206"/>
                    <a:pt x="102" y="260"/>
                    <a:pt x="20" y="311"/>
                  </a:cubicBezTo>
                  <a:cubicBezTo>
                    <a:pt x="1" y="324"/>
                    <a:pt x="14" y="348"/>
                    <a:pt x="33" y="348"/>
                  </a:cubicBezTo>
                  <a:cubicBezTo>
                    <a:pt x="37" y="348"/>
                    <a:pt x="42" y="347"/>
                    <a:pt x="46" y="344"/>
                  </a:cubicBezTo>
                  <a:lnTo>
                    <a:pt x="293" y="188"/>
                  </a:lnTo>
                  <a:cubicBezTo>
                    <a:pt x="376" y="135"/>
                    <a:pt x="454" y="79"/>
                    <a:pt x="535" y="25"/>
                  </a:cubicBezTo>
                  <a:cubicBezTo>
                    <a:pt x="545" y="18"/>
                    <a:pt x="536" y="0"/>
                    <a:pt x="52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1520" bIns="11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898;p29"/>
            <p:cNvSpPr/>
            <p:nvPr/>
          </p:nvSpPr>
          <p:spPr>
            <a:xfrm>
              <a:off x="4087800" y="1365120"/>
              <a:ext cx="56880" cy="5400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860" h="819">
                  <a:moveTo>
                    <a:pt x="115" y="221"/>
                  </a:moveTo>
                  <a:cubicBezTo>
                    <a:pt x="149" y="285"/>
                    <a:pt x="187" y="347"/>
                    <a:pt x="231" y="405"/>
                  </a:cubicBezTo>
                  <a:lnTo>
                    <a:pt x="231" y="405"/>
                  </a:lnTo>
                  <a:cubicBezTo>
                    <a:pt x="233" y="411"/>
                    <a:pt x="236" y="417"/>
                    <a:pt x="238" y="423"/>
                  </a:cubicBezTo>
                  <a:cubicBezTo>
                    <a:pt x="257" y="468"/>
                    <a:pt x="268" y="504"/>
                    <a:pt x="276" y="549"/>
                  </a:cubicBezTo>
                  <a:cubicBezTo>
                    <a:pt x="287" y="594"/>
                    <a:pt x="293" y="639"/>
                    <a:pt x="297" y="686"/>
                  </a:cubicBezTo>
                  <a:cubicBezTo>
                    <a:pt x="297" y="687"/>
                    <a:pt x="298" y="688"/>
                    <a:pt x="298" y="689"/>
                  </a:cubicBezTo>
                  <a:lnTo>
                    <a:pt x="298" y="689"/>
                  </a:lnTo>
                  <a:cubicBezTo>
                    <a:pt x="298" y="690"/>
                    <a:pt x="297" y="691"/>
                    <a:pt x="297" y="692"/>
                  </a:cubicBezTo>
                  <a:cubicBezTo>
                    <a:pt x="297" y="693"/>
                    <a:pt x="297" y="695"/>
                    <a:pt x="298" y="697"/>
                  </a:cubicBezTo>
                  <a:lnTo>
                    <a:pt x="298" y="697"/>
                  </a:lnTo>
                  <a:lnTo>
                    <a:pt x="293" y="696"/>
                  </a:lnTo>
                  <a:cubicBezTo>
                    <a:pt x="291" y="694"/>
                    <a:pt x="287" y="692"/>
                    <a:pt x="285" y="690"/>
                  </a:cubicBezTo>
                  <a:cubicBezTo>
                    <a:pt x="282" y="687"/>
                    <a:pt x="278" y="686"/>
                    <a:pt x="275" y="683"/>
                  </a:cubicBezTo>
                  <a:cubicBezTo>
                    <a:pt x="275" y="682"/>
                    <a:pt x="272" y="680"/>
                    <a:pt x="270" y="679"/>
                  </a:cubicBezTo>
                  <a:lnTo>
                    <a:pt x="270" y="679"/>
                  </a:lnTo>
                  <a:cubicBezTo>
                    <a:pt x="265" y="673"/>
                    <a:pt x="259" y="665"/>
                    <a:pt x="253" y="658"/>
                  </a:cubicBezTo>
                  <a:cubicBezTo>
                    <a:pt x="253" y="658"/>
                    <a:pt x="253" y="658"/>
                    <a:pt x="253" y="658"/>
                  </a:cubicBezTo>
                  <a:lnTo>
                    <a:pt x="253" y="658"/>
                  </a:lnTo>
                  <a:cubicBezTo>
                    <a:pt x="253" y="657"/>
                    <a:pt x="253" y="656"/>
                    <a:pt x="251" y="653"/>
                  </a:cubicBezTo>
                  <a:cubicBezTo>
                    <a:pt x="248" y="647"/>
                    <a:pt x="246" y="642"/>
                    <a:pt x="242" y="638"/>
                  </a:cubicBezTo>
                  <a:cubicBezTo>
                    <a:pt x="236" y="625"/>
                    <a:pt x="228" y="613"/>
                    <a:pt x="224" y="600"/>
                  </a:cubicBezTo>
                  <a:cubicBezTo>
                    <a:pt x="180" y="515"/>
                    <a:pt x="152" y="432"/>
                    <a:pt x="133" y="339"/>
                  </a:cubicBezTo>
                  <a:cubicBezTo>
                    <a:pt x="124" y="300"/>
                    <a:pt x="119" y="261"/>
                    <a:pt x="115" y="221"/>
                  </a:cubicBezTo>
                  <a:close/>
                  <a:moveTo>
                    <a:pt x="303" y="698"/>
                  </a:moveTo>
                  <a:cubicBezTo>
                    <a:pt x="304" y="699"/>
                    <a:pt x="304" y="699"/>
                    <a:pt x="305" y="699"/>
                  </a:cubicBezTo>
                  <a:lnTo>
                    <a:pt x="303" y="698"/>
                  </a:lnTo>
                  <a:lnTo>
                    <a:pt x="303" y="698"/>
                  </a:lnTo>
                  <a:cubicBezTo>
                    <a:pt x="303" y="698"/>
                    <a:pt x="303" y="698"/>
                    <a:pt x="303" y="698"/>
                  </a:cubicBezTo>
                  <a:close/>
                  <a:moveTo>
                    <a:pt x="298" y="700"/>
                  </a:moveTo>
                  <a:lnTo>
                    <a:pt x="298" y="700"/>
                  </a:lnTo>
                  <a:cubicBezTo>
                    <a:pt x="298" y="701"/>
                    <a:pt x="298" y="702"/>
                    <a:pt x="298" y="702"/>
                  </a:cubicBezTo>
                  <a:cubicBezTo>
                    <a:pt x="298" y="702"/>
                    <a:pt x="298" y="702"/>
                    <a:pt x="297" y="700"/>
                  </a:cubicBezTo>
                  <a:lnTo>
                    <a:pt x="297" y="700"/>
                  </a:lnTo>
                  <a:cubicBezTo>
                    <a:pt x="298" y="700"/>
                    <a:pt x="298" y="700"/>
                    <a:pt x="298" y="700"/>
                  </a:cubicBezTo>
                  <a:close/>
                  <a:moveTo>
                    <a:pt x="297" y="700"/>
                  </a:moveTo>
                  <a:cubicBezTo>
                    <a:pt x="297" y="700"/>
                    <a:pt x="297" y="700"/>
                    <a:pt x="297" y="700"/>
                  </a:cubicBezTo>
                  <a:lnTo>
                    <a:pt x="297" y="700"/>
                  </a:lnTo>
                  <a:cubicBezTo>
                    <a:pt x="297" y="701"/>
                    <a:pt x="297" y="701"/>
                    <a:pt x="296" y="702"/>
                  </a:cubicBezTo>
                  <a:lnTo>
                    <a:pt x="296" y="702"/>
                  </a:lnTo>
                  <a:cubicBezTo>
                    <a:pt x="295" y="703"/>
                    <a:pt x="294" y="703"/>
                    <a:pt x="294" y="703"/>
                  </a:cubicBezTo>
                  <a:cubicBezTo>
                    <a:pt x="294" y="703"/>
                    <a:pt x="295" y="702"/>
                    <a:pt x="297" y="700"/>
                  </a:cubicBezTo>
                  <a:close/>
                  <a:moveTo>
                    <a:pt x="61" y="0"/>
                  </a:moveTo>
                  <a:cubicBezTo>
                    <a:pt x="50" y="0"/>
                    <a:pt x="38" y="7"/>
                    <a:pt x="34" y="17"/>
                  </a:cubicBezTo>
                  <a:cubicBezTo>
                    <a:pt x="28" y="28"/>
                    <a:pt x="22" y="39"/>
                    <a:pt x="17" y="50"/>
                  </a:cubicBezTo>
                  <a:cubicBezTo>
                    <a:pt x="12" y="64"/>
                    <a:pt x="8" y="81"/>
                    <a:pt x="6" y="95"/>
                  </a:cubicBezTo>
                  <a:cubicBezTo>
                    <a:pt x="1" y="121"/>
                    <a:pt x="2" y="149"/>
                    <a:pt x="2" y="175"/>
                  </a:cubicBezTo>
                  <a:cubicBezTo>
                    <a:pt x="2" y="232"/>
                    <a:pt x="8" y="287"/>
                    <a:pt x="19" y="344"/>
                  </a:cubicBezTo>
                  <a:cubicBezTo>
                    <a:pt x="44" y="452"/>
                    <a:pt x="80" y="558"/>
                    <a:pt x="133" y="655"/>
                  </a:cubicBezTo>
                  <a:cubicBezTo>
                    <a:pt x="157" y="701"/>
                    <a:pt x="183" y="747"/>
                    <a:pt x="228" y="775"/>
                  </a:cubicBezTo>
                  <a:cubicBezTo>
                    <a:pt x="251" y="789"/>
                    <a:pt x="278" y="797"/>
                    <a:pt x="303" y="797"/>
                  </a:cubicBezTo>
                  <a:cubicBezTo>
                    <a:pt x="330" y="797"/>
                    <a:pt x="356" y="787"/>
                    <a:pt x="376" y="762"/>
                  </a:cubicBezTo>
                  <a:cubicBezTo>
                    <a:pt x="412" y="715"/>
                    <a:pt x="397" y="646"/>
                    <a:pt x="390" y="594"/>
                  </a:cubicBezTo>
                  <a:cubicBezTo>
                    <a:pt x="388" y="586"/>
                    <a:pt x="387" y="578"/>
                    <a:pt x="386" y="570"/>
                  </a:cubicBezTo>
                  <a:lnTo>
                    <a:pt x="386" y="570"/>
                  </a:lnTo>
                  <a:cubicBezTo>
                    <a:pt x="414" y="597"/>
                    <a:pt x="444" y="623"/>
                    <a:pt x="474" y="648"/>
                  </a:cubicBezTo>
                  <a:cubicBezTo>
                    <a:pt x="527" y="691"/>
                    <a:pt x="580" y="732"/>
                    <a:pt x="637" y="769"/>
                  </a:cubicBezTo>
                  <a:cubicBezTo>
                    <a:pt x="674" y="795"/>
                    <a:pt x="724" y="819"/>
                    <a:pt x="771" y="819"/>
                  </a:cubicBezTo>
                  <a:cubicBezTo>
                    <a:pt x="776" y="819"/>
                    <a:pt x="782" y="818"/>
                    <a:pt x="787" y="818"/>
                  </a:cubicBezTo>
                  <a:cubicBezTo>
                    <a:pt x="798" y="817"/>
                    <a:pt x="809" y="813"/>
                    <a:pt x="818" y="808"/>
                  </a:cubicBezTo>
                  <a:cubicBezTo>
                    <a:pt x="829" y="802"/>
                    <a:pt x="843" y="795"/>
                    <a:pt x="851" y="784"/>
                  </a:cubicBezTo>
                  <a:cubicBezTo>
                    <a:pt x="860" y="769"/>
                    <a:pt x="853" y="745"/>
                    <a:pt x="847" y="731"/>
                  </a:cubicBezTo>
                  <a:cubicBezTo>
                    <a:pt x="841" y="713"/>
                    <a:pt x="832" y="697"/>
                    <a:pt x="826" y="679"/>
                  </a:cubicBezTo>
                  <a:cubicBezTo>
                    <a:pt x="768" y="553"/>
                    <a:pt x="686" y="434"/>
                    <a:pt x="596" y="328"/>
                  </a:cubicBezTo>
                  <a:cubicBezTo>
                    <a:pt x="583" y="312"/>
                    <a:pt x="570" y="297"/>
                    <a:pt x="557" y="282"/>
                  </a:cubicBezTo>
                  <a:lnTo>
                    <a:pt x="557" y="282"/>
                  </a:lnTo>
                  <a:cubicBezTo>
                    <a:pt x="634" y="316"/>
                    <a:pt x="714" y="343"/>
                    <a:pt x="797" y="364"/>
                  </a:cubicBezTo>
                  <a:cubicBezTo>
                    <a:pt x="800" y="365"/>
                    <a:pt x="802" y="365"/>
                    <a:pt x="805" y="365"/>
                  </a:cubicBezTo>
                  <a:cubicBezTo>
                    <a:pt x="813" y="365"/>
                    <a:pt x="820" y="361"/>
                    <a:pt x="823" y="353"/>
                  </a:cubicBezTo>
                  <a:cubicBezTo>
                    <a:pt x="828" y="345"/>
                    <a:pt x="823" y="330"/>
                    <a:pt x="812" y="328"/>
                  </a:cubicBezTo>
                  <a:cubicBezTo>
                    <a:pt x="686" y="294"/>
                    <a:pt x="561" y="243"/>
                    <a:pt x="448" y="173"/>
                  </a:cubicBezTo>
                  <a:lnTo>
                    <a:pt x="448" y="173"/>
                  </a:lnTo>
                  <a:cubicBezTo>
                    <a:pt x="441" y="167"/>
                    <a:pt x="435" y="161"/>
                    <a:pt x="428" y="155"/>
                  </a:cubicBezTo>
                  <a:cubicBezTo>
                    <a:pt x="369" y="104"/>
                    <a:pt x="308" y="53"/>
                    <a:pt x="241" y="12"/>
                  </a:cubicBezTo>
                  <a:cubicBezTo>
                    <a:pt x="235" y="8"/>
                    <a:pt x="229" y="6"/>
                    <a:pt x="223" y="6"/>
                  </a:cubicBezTo>
                  <a:cubicBezTo>
                    <a:pt x="196" y="6"/>
                    <a:pt x="177" y="42"/>
                    <a:pt x="204" y="62"/>
                  </a:cubicBezTo>
                  <a:cubicBezTo>
                    <a:pt x="211" y="68"/>
                    <a:pt x="219" y="74"/>
                    <a:pt x="226" y="79"/>
                  </a:cubicBezTo>
                  <a:lnTo>
                    <a:pt x="226" y="79"/>
                  </a:lnTo>
                  <a:cubicBezTo>
                    <a:pt x="315" y="153"/>
                    <a:pt x="400" y="226"/>
                    <a:pt x="476" y="311"/>
                  </a:cubicBezTo>
                  <a:cubicBezTo>
                    <a:pt x="559" y="404"/>
                    <a:pt x="637" y="500"/>
                    <a:pt x="703" y="606"/>
                  </a:cubicBezTo>
                  <a:cubicBezTo>
                    <a:pt x="720" y="635"/>
                    <a:pt x="738" y="664"/>
                    <a:pt x="756" y="694"/>
                  </a:cubicBezTo>
                  <a:cubicBezTo>
                    <a:pt x="773" y="722"/>
                    <a:pt x="787" y="750"/>
                    <a:pt x="806" y="776"/>
                  </a:cubicBezTo>
                  <a:lnTo>
                    <a:pt x="806" y="776"/>
                  </a:lnTo>
                  <a:cubicBezTo>
                    <a:pt x="806" y="776"/>
                    <a:pt x="806" y="776"/>
                    <a:pt x="806" y="776"/>
                  </a:cubicBezTo>
                  <a:cubicBezTo>
                    <a:pt x="801" y="779"/>
                    <a:pt x="797" y="784"/>
                    <a:pt x="793" y="786"/>
                  </a:cubicBezTo>
                  <a:cubicBezTo>
                    <a:pt x="782" y="791"/>
                    <a:pt x="768" y="792"/>
                    <a:pt x="756" y="792"/>
                  </a:cubicBezTo>
                  <a:cubicBezTo>
                    <a:pt x="729" y="792"/>
                    <a:pt x="699" y="780"/>
                    <a:pt x="676" y="768"/>
                  </a:cubicBezTo>
                  <a:cubicBezTo>
                    <a:pt x="649" y="753"/>
                    <a:pt x="622" y="734"/>
                    <a:pt x="597" y="715"/>
                  </a:cubicBezTo>
                  <a:cubicBezTo>
                    <a:pt x="570" y="697"/>
                    <a:pt x="543" y="676"/>
                    <a:pt x="518" y="653"/>
                  </a:cubicBezTo>
                  <a:cubicBezTo>
                    <a:pt x="460" y="598"/>
                    <a:pt x="409" y="536"/>
                    <a:pt x="362" y="471"/>
                  </a:cubicBezTo>
                  <a:lnTo>
                    <a:pt x="362" y="471"/>
                  </a:lnTo>
                  <a:cubicBezTo>
                    <a:pt x="359" y="458"/>
                    <a:pt x="355" y="445"/>
                    <a:pt x="351" y="432"/>
                  </a:cubicBezTo>
                  <a:cubicBezTo>
                    <a:pt x="332" y="377"/>
                    <a:pt x="309" y="323"/>
                    <a:pt x="282" y="273"/>
                  </a:cubicBezTo>
                  <a:cubicBezTo>
                    <a:pt x="253" y="218"/>
                    <a:pt x="219" y="164"/>
                    <a:pt x="178" y="119"/>
                  </a:cubicBezTo>
                  <a:cubicBezTo>
                    <a:pt x="167" y="107"/>
                    <a:pt x="153" y="100"/>
                    <a:pt x="138" y="100"/>
                  </a:cubicBezTo>
                  <a:cubicBezTo>
                    <a:pt x="129" y="100"/>
                    <a:pt x="119" y="103"/>
                    <a:pt x="111" y="108"/>
                  </a:cubicBezTo>
                  <a:cubicBezTo>
                    <a:pt x="109" y="109"/>
                    <a:pt x="107" y="111"/>
                    <a:pt x="106" y="112"/>
                  </a:cubicBezTo>
                  <a:lnTo>
                    <a:pt x="106" y="112"/>
                  </a:lnTo>
                  <a:cubicBezTo>
                    <a:pt x="105" y="107"/>
                    <a:pt x="105" y="102"/>
                    <a:pt x="104" y="97"/>
                  </a:cubicBezTo>
                  <a:cubicBezTo>
                    <a:pt x="100" y="70"/>
                    <a:pt x="91" y="43"/>
                    <a:pt x="83" y="16"/>
                  </a:cubicBezTo>
                  <a:cubicBezTo>
                    <a:pt x="79" y="5"/>
                    <a:pt x="71" y="0"/>
                    <a:pt x="6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899;p29"/>
            <p:cNvSpPr/>
            <p:nvPr/>
          </p:nvSpPr>
          <p:spPr>
            <a:xfrm>
              <a:off x="4068720" y="1296000"/>
              <a:ext cx="32400" cy="82800"/>
            </a:xfrm>
            <a:custGeom>
              <a:avLst/>
              <a:gdLst>
                <a:gd name="textAreaLeft" fmla="*/ 0 w 32400"/>
                <a:gd name="textAreaRight" fmla="*/ 32760 w 3240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490" h="1252">
                  <a:moveTo>
                    <a:pt x="157" y="125"/>
                  </a:moveTo>
                  <a:lnTo>
                    <a:pt x="157" y="125"/>
                  </a:lnTo>
                  <a:cubicBezTo>
                    <a:pt x="158" y="125"/>
                    <a:pt x="159" y="126"/>
                    <a:pt x="159" y="126"/>
                  </a:cubicBezTo>
                  <a:lnTo>
                    <a:pt x="159" y="126"/>
                  </a:lnTo>
                  <a:cubicBezTo>
                    <a:pt x="159" y="126"/>
                    <a:pt x="159" y="126"/>
                    <a:pt x="160" y="126"/>
                  </a:cubicBezTo>
                  <a:lnTo>
                    <a:pt x="160" y="126"/>
                  </a:lnTo>
                  <a:cubicBezTo>
                    <a:pt x="160" y="126"/>
                    <a:pt x="160" y="126"/>
                    <a:pt x="160" y="126"/>
                  </a:cubicBezTo>
                  <a:lnTo>
                    <a:pt x="160" y="126"/>
                  </a:lnTo>
                  <a:cubicBezTo>
                    <a:pt x="159" y="126"/>
                    <a:pt x="158" y="126"/>
                    <a:pt x="157" y="125"/>
                  </a:cubicBezTo>
                  <a:close/>
                  <a:moveTo>
                    <a:pt x="167" y="126"/>
                  </a:moveTo>
                  <a:cubicBezTo>
                    <a:pt x="167" y="126"/>
                    <a:pt x="166" y="126"/>
                    <a:pt x="164" y="126"/>
                  </a:cubicBezTo>
                  <a:lnTo>
                    <a:pt x="164" y="126"/>
                  </a:lnTo>
                  <a:cubicBezTo>
                    <a:pt x="166" y="126"/>
                    <a:pt x="167" y="126"/>
                    <a:pt x="167" y="126"/>
                  </a:cubicBezTo>
                  <a:close/>
                  <a:moveTo>
                    <a:pt x="175" y="0"/>
                  </a:moveTo>
                  <a:cubicBezTo>
                    <a:pt x="166" y="0"/>
                    <a:pt x="156" y="1"/>
                    <a:pt x="146" y="4"/>
                  </a:cubicBezTo>
                  <a:cubicBezTo>
                    <a:pt x="46" y="28"/>
                    <a:pt x="39" y="136"/>
                    <a:pt x="26" y="220"/>
                  </a:cubicBezTo>
                  <a:cubicBezTo>
                    <a:pt x="0" y="375"/>
                    <a:pt x="10" y="536"/>
                    <a:pt x="49" y="688"/>
                  </a:cubicBezTo>
                  <a:cubicBezTo>
                    <a:pt x="93" y="860"/>
                    <a:pt x="174" y="1019"/>
                    <a:pt x="290" y="1152"/>
                  </a:cubicBezTo>
                  <a:cubicBezTo>
                    <a:pt x="296" y="1159"/>
                    <a:pt x="303" y="1162"/>
                    <a:pt x="310" y="1162"/>
                  </a:cubicBezTo>
                  <a:cubicBezTo>
                    <a:pt x="332" y="1162"/>
                    <a:pt x="354" y="1134"/>
                    <a:pt x="335" y="1109"/>
                  </a:cubicBezTo>
                  <a:cubicBezTo>
                    <a:pt x="163" y="884"/>
                    <a:pt x="82" y="591"/>
                    <a:pt x="112" y="314"/>
                  </a:cubicBezTo>
                  <a:cubicBezTo>
                    <a:pt x="113" y="298"/>
                    <a:pt x="116" y="281"/>
                    <a:pt x="119" y="267"/>
                  </a:cubicBezTo>
                  <a:cubicBezTo>
                    <a:pt x="120" y="257"/>
                    <a:pt x="121" y="248"/>
                    <a:pt x="123" y="240"/>
                  </a:cubicBezTo>
                  <a:cubicBezTo>
                    <a:pt x="123" y="235"/>
                    <a:pt x="124" y="232"/>
                    <a:pt x="124" y="229"/>
                  </a:cubicBezTo>
                  <a:cubicBezTo>
                    <a:pt x="124" y="224"/>
                    <a:pt x="126" y="221"/>
                    <a:pt x="127" y="218"/>
                  </a:cubicBezTo>
                  <a:cubicBezTo>
                    <a:pt x="131" y="201"/>
                    <a:pt x="137" y="185"/>
                    <a:pt x="142" y="168"/>
                  </a:cubicBezTo>
                  <a:cubicBezTo>
                    <a:pt x="145" y="160"/>
                    <a:pt x="148" y="152"/>
                    <a:pt x="151" y="144"/>
                  </a:cubicBezTo>
                  <a:cubicBezTo>
                    <a:pt x="152" y="142"/>
                    <a:pt x="153" y="138"/>
                    <a:pt x="154" y="135"/>
                  </a:cubicBezTo>
                  <a:lnTo>
                    <a:pt x="154" y="135"/>
                  </a:lnTo>
                  <a:cubicBezTo>
                    <a:pt x="153" y="139"/>
                    <a:pt x="153" y="140"/>
                    <a:pt x="153" y="140"/>
                  </a:cubicBezTo>
                  <a:cubicBezTo>
                    <a:pt x="154" y="140"/>
                    <a:pt x="157" y="133"/>
                    <a:pt x="157" y="131"/>
                  </a:cubicBezTo>
                  <a:cubicBezTo>
                    <a:pt x="158" y="131"/>
                    <a:pt x="160" y="129"/>
                    <a:pt x="161" y="127"/>
                  </a:cubicBezTo>
                  <a:lnTo>
                    <a:pt x="161" y="127"/>
                  </a:lnTo>
                  <a:cubicBezTo>
                    <a:pt x="164" y="129"/>
                    <a:pt x="168" y="131"/>
                    <a:pt x="168" y="131"/>
                  </a:cubicBezTo>
                  <a:cubicBezTo>
                    <a:pt x="171" y="132"/>
                    <a:pt x="173" y="135"/>
                    <a:pt x="175" y="136"/>
                  </a:cubicBezTo>
                  <a:cubicBezTo>
                    <a:pt x="177" y="138"/>
                    <a:pt x="178" y="139"/>
                    <a:pt x="179" y="139"/>
                  </a:cubicBezTo>
                  <a:lnTo>
                    <a:pt x="179" y="139"/>
                  </a:lnTo>
                  <a:cubicBezTo>
                    <a:pt x="183" y="143"/>
                    <a:pt x="186" y="148"/>
                    <a:pt x="189" y="152"/>
                  </a:cubicBezTo>
                  <a:lnTo>
                    <a:pt x="197" y="164"/>
                  </a:lnTo>
                  <a:cubicBezTo>
                    <a:pt x="197" y="164"/>
                    <a:pt x="197" y="164"/>
                    <a:pt x="197" y="164"/>
                  </a:cubicBezTo>
                  <a:lnTo>
                    <a:pt x="197" y="164"/>
                  </a:lnTo>
                  <a:cubicBezTo>
                    <a:pt x="197" y="164"/>
                    <a:pt x="196" y="163"/>
                    <a:pt x="196" y="163"/>
                  </a:cubicBezTo>
                  <a:lnTo>
                    <a:pt x="196" y="163"/>
                  </a:lnTo>
                  <a:cubicBezTo>
                    <a:pt x="201" y="168"/>
                    <a:pt x="206" y="180"/>
                    <a:pt x="208" y="187"/>
                  </a:cubicBezTo>
                  <a:lnTo>
                    <a:pt x="217" y="208"/>
                  </a:lnTo>
                  <a:lnTo>
                    <a:pt x="217" y="208"/>
                  </a:lnTo>
                  <a:cubicBezTo>
                    <a:pt x="217" y="209"/>
                    <a:pt x="217" y="210"/>
                    <a:pt x="218" y="212"/>
                  </a:cubicBezTo>
                  <a:lnTo>
                    <a:pt x="222" y="224"/>
                  </a:lnTo>
                  <a:cubicBezTo>
                    <a:pt x="228" y="245"/>
                    <a:pt x="234" y="265"/>
                    <a:pt x="240" y="287"/>
                  </a:cubicBezTo>
                  <a:cubicBezTo>
                    <a:pt x="251" y="329"/>
                    <a:pt x="262" y="371"/>
                    <a:pt x="272" y="413"/>
                  </a:cubicBezTo>
                  <a:cubicBezTo>
                    <a:pt x="289" y="496"/>
                    <a:pt x="305" y="580"/>
                    <a:pt x="317" y="664"/>
                  </a:cubicBezTo>
                  <a:cubicBezTo>
                    <a:pt x="323" y="710"/>
                    <a:pt x="329" y="758"/>
                    <a:pt x="333" y="805"/>
                  </a:cubicBezTo>
                  <a:cubicBezTo>
                    <a:pt x="338" y="852"/>
                    <a:pt x="344" y="901"/>
                    <a:pt x="350" y="950"/>
                  </a:cubicBezTo>
                  <a:cubicBezTo>
                    <a:pt x="352" y="973"/>
                    <a:pt x="355" y="997"/>
                    <a:pt x="356" y="1022"/>
                  </a:cubicBezTo>
                  <a:cubicBezTo>
                    <a:pt x="357" y="1038"/>
                    <a:pt x="361" y="1049"/>
                    <a:pt x="366" y="1066"/>
                  </a:cubicBezTo>
                  <a:cubicBezTo>
                    <a:pt x="367" y="1071"/>
                    <a:pt x="368" y="1081"/>
                    <a:pt x="370" y="1092"/>
                  </a:cubicBezTo>
                  <a:cubicBezTo>
                    <a:pt x="376" y="1138"/>
                    <a:pt x="373" y="1191"/>
                    <a:pt x="392" y="1235"/>
                  </a:cubicBezTo>
                  <a:cubicBezTo>
                    <a:pt x="397" y="1245"/>
                    <a:pt x="409" y="1251"/>
                    <a:pt x="420" y="1251"/>
                  </a:cubicBezTo>
                  <a:cubicBezTo>
                    <a:pt x="428" y="1251"/>
                    <a:pt x="436" y="1248"/>
                    <a:pt x="440" y="1240"/>
                  </a:cubicBezTo>
                  <a:cubicBezTo>
                    <a:pt x="445" y="1230"/>
                    <a:pt x="451" y="1223"/>
                    <a:pt x="455" y="1212"/>
                  </a:cubicBezTo>
                  <a:cubicBezTo>
                    <a:pt x="459" y="1198"/>
                    <a:pt x="461" y="1185"/>
                    <a:pt x="462" y="1173"/>
                  </a:cubicBezTo>
                  <a:cubicBezTo>
                    <a:pt x="465" y="1149"/>
                    <a:pt x="469" y="1126"/>
                    <a:pt x="471" y="1103"/>
                  </a:cubicBezTo>
                  <a:cubicBezTo>
                    <a:pt x="473" y="1092"/>
                    <a:pt x="475" y="1081"/>
                    <a:pt x="476" y="1071"/>
                  </a:cubicBezTo>
                  <a:cubicBezTo>
                    <a:pt x="476" y="1069"/>
                    <a:pt x="476" y="1068"/>
                    <a:pt x="476" y="1068"/>
                  </a:cubicBezTo>
                  <a:lnTo>
                    <a:pt x="476" y="1068"/>
                  </a:lnTo>
                  <a:cubicBezTo>
                    <a:pt x="476" y="1067"/>
                    <a:pt x="477" y="1066"/>
                    <a:pt x="477" y="1064"/>
                  </a:cubicBezTo>
                  <a:cubicBezTo>
                    <a:pt x="480" y="1055"/>
                    <a:pt x="482" y="1045"/>
                    <a:pt x="484" y="1036"/>
                  </a:cubicBezTo>
                  <a:cubicBezTo>
                    <a:pt x="487" y="1012"/>
                    <a:pt x="486" y="988"/>
                    <a:pt x="487" y="965"/>
                  </a:cubicBezTo>
                  <a:cubicBezTo>
                    <a:pt x="488" y="915"/>
                    <a:pt x="489" y="863"/>
                    <a:pt x="486" y="814"/>
                  </a:cubicBezTo>
                  <a:cubicBezTo>
                    <a:pt x="481" y="769"/>
                    <a:pt x="477" y="724"/>
                    <a:pt x="470" y="679"/>
                  </a:cubicBezTo>
                  <a:cubicBezTo>
                    <a:pt x="458" y="588"/>
                    <a:pt x="440" y="499"/>
                    <a:pt x="420" y="411"/>
                  </a:cubicBezTo>
                  <a:cubicBezTo>
                    <a:pt x="409" y="367"/>
                    <a:pt x="398" y="323"/>
                    <a:pt x="385" y="279"/>
                  </a:cubicBezTo>
                  <a:cubicBezTo>
                    <a:pt x="372" y="234"/>
                    <a:pt x="361" y="186"/>
                    <a:pt x="341" y="142"/>
                  </a:cubicBezTo>
                  <a:cubicBezTo>
                    <a:pt x="313" y="75"/>
                    <a:pt x="252" y="0"/>
                    <a:pt x="17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900;p29"/>
            <p:cNvSpPr/>
            <p:nvPr/>
          </p:nvSpPr>
          <p:spPr>
            <a:xfrm>
              <a:off x="3949200" y="1464120"/>
              <a:ext cx="141840" cy="60840"/>
            </a:xfrm>
            <a:custGeom>
              <a:avLst/>
              <a:gdLst>
                <a:gd name="textAreaLeft" fmla="*/ 0 w 141840"/>
                <a:gd name="textAreaRight" fmla="*/ 142200 w 14184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2139" h="918">
                  <a:moveTo>
                    <a:pt x="1991" y="229"/>
                  </a:moveTo>
                  <a:cubicBezTo>
                    <a:pt x="1991" y="229"/>
                    <a:pt x="1991" y="229"/>
                    <a:pt x="1991" y="229"/>
                  </a:cubicBezTo>
                  <a:cubicBezTo>
                    <a:pt x="1991" y="229"/>
                    <a:pt x="1991" y="229"/>
                    <a:pt x="1991" y="229"/>
                  </a:cubicBezTo>
                  <a:close/>
                  <a:moveTo>
                    <a:pt x="2002" y="271"/>
                  </a:moveTo>
                  <a:cubicBezTo>
                    <a:pt x="2003" y="273"/>
                    <a:pt x="2003" y="274"/>
                    <a:pt x="2002" y="275"/>
                  </a:cubicBezTo>
                  <a:lnTo>
                    <a:pt x="2002" y="275"/>
                  </a:lnTo>
                  <a:cubicBezTo>
                    <a:pt x="2002" y="274"/>
                    <a:pt x="2002" y="273"/>
                    <a:pt x="2002" y="273"/>
                  </a:cubicBezTo>
                  <a:lnTo>
                    <a:pt x="2002" y="271"/>
                  </a:lnTo>
                  <a:close/>
                  <a:moveTo>
                    <a:pt x="1999" y="290"/>
                  </a:moveTo>
                  <a:cubicBezTo>
                    <a:pt x="1999" y="291"/>
                    <a:pt x="1998" y="292"/>
                    <a:pt x="1998" y="293"/>
                  </a:cubicBezTo>
                  <a:lnTo>
                    <a:pt x="1998" y="293"/>
                  </a:lnTo>
                  <a:cubicBezTo>
                    <a:pt x="1999" y="293"/>
                    <a:pt x="1999" y="292"/>
                    <a:pt x="1999" y="290"/>
                  </a:cubicBezTo>
                  <a:close/>
                  <a:moveTo>
                    <a:pt x="1994" y="308"/>
                  </a:moveTo>
                  <a:cubicBezTo>
                    <a:pt x="1994" y="308"/>
                    <a:pt x="1994" y="309"/>
                    <a:pt x="1992" y="311"/>
                  </a:cubicBezTo>
                  <a:cubicBezTo>
                    <a:pt x="1992" y="312"/>
                    <a:pt x="1991" y="313"/>
                    <a:pt x="1990" y="314"/>
                  </a:cubicBezTo>
                  <a:lnTo>
                    <a:pt x="1990" y="314"/>
                  </a:lnTo>
                  <a:cubicBezTo>
                    <a:pt x="1991" y="311"/>
                    <a:pt x="1993" y="308"/>
                    <a:pt x="1994" y="308"/>
                  </a:cubicBezTo>
                  <a:close/>
                  <a:moveTo>
                    <a:pt x="1656" y="0"/>
                  </a:moveTo>
                  <a:cubicBezTo>
                    <a:pt x="1613" y="0"/>
                    <a:pt x="1571" y="2"/>
                    <a:pt x="1529" y="4"/>
                  </a:cubicBezTo>
                  <a:cubicBezTo>
                    <a:pt x="1393" y="11"/>
                    <a:pt x="1257" y="29"/>
                    <a:pt x="1125" y="62"/>
                  </a:cubicBezTo>
                  <a:cubicBezTo>
                    <a:pt x="991" y="96"/>
                    <a:pt x="857" y="141"/>
                    <a:pt x="731" y="199"/>
                  </a:cubicBezTo>
                  <a:cubicBezTo>
                    <a:pt x="604" y="256"/>
                    <a:pt x="481" y="325"/>
                    <a:pt x="370" y="409"/>
                  </a:cubicBezTo>
                  <a:cubicBezTo>
                    <a:pt x="344" y="430"/>
                    <a:pt x="318" y="451"/>
                    <a:pt x="291" y="473"/>
                  </a:cubicBezTo>
                  <a:cubicBezTo>
                    <a:pt x="277" y="485"/>
                    <a:pt x="269" y="508"/>
                    <a:pt x="279" y="525"/>
                  </a:cubicBezTo>
                  <a:cubicBezTo>
                    <a:pt x="279" y="525"/>
                    <a:pt x="279" y="525"/>
                    <a:pt x="279" y="525"/>
                  </a:cubicBezTo>
                  <a:cubicBezTo>
                    <a:pt x="275" y="525"/>
                    <a:pt x="277" y="534"/>
                    <a:pt x="280" y="535"/>
                  </a:cubicBezTo>
                  <a:cubicBezTo>
                    <a:pt x="284" y="536"/>
                    <a:pt x="286" y="540"/>
                    <a:pt x="289" y="541"/>
                  </a:cubicBezTo>
                  <a:cubicBezTo>
                    <a:pt x="297" y="547"/>
                    <a:pt x="305" y="550"/>
                    <a:pt x="314" y="550"/>
                  </a:cubicBezTo>
                  <a:cubicBezTo>
                    <a:pt x="325" y="550"/>
                    <a:pt x="336" y="546"/>
                    <a:pt x="345" y="540"/>
                  </a:cubicBezTo>
                  <a:cubicBezTo>
                    <a:pt x="372" y="520"/>
                    <a:pt x="399" y="502"/>
                    <a:pt x="428" y="486"/>
                  </a:cubicBezTo>
                  <a:cubicBezTo>
                    <a:pt x="451" y="470"/>
                    <a:pt x="484" y="452"/>
                    <a:pt x="508" y="437"/>
                  </a:cubicBezTo>
                  <a:cubicBezTo>
                    <a:pt x="564" y="403"/>
                    <a:pt x="623" y="372"/>
                    <a:pt x="681" y="344"/>
                  </a:cubicBezTo>
                  <a:cubicBezTo>
                    <a:pt x="741" y="316"/>
                    <a:pt x="800" y="291"/>
                    <a:pt x="861" y="267"/>
                  </a:cubicBezTo>
                  <a:cubicBezTo>
                    <a:pt x="892" y="256"/>
                    <a:pt x="923" y="245"/>
                    <a:pt x="954" y="234"/>
                  </a:cubicBezTo>
                  <a:cubicBezTo>
                    <a:pt x="960" y="232"/>
                    <a:pt x="969" y="231"/>
                    <a:pt x="976" y="228"/>
                  </a:cubicBezTo>
                  <a:cubicBezTo>
                    <a:pt x="977" y="228"/>
                    <a:pt x="993" y="223"/>
                    <a:pt x="991" y="223"/>
                  </a:cubicBezTo>
                  <a:cubicBezTo>
                    <a:pt x="990" y="223"/>
                    <a:pt x="989" y="223"/>
                    <a:pt x="988" y="223"/>
                  </a:cubicBezTo>
                  <a:cubicBezTo>
                    <a:pt x="1004" y="218"/>
                    <a:pt x="1021" y="215"/>
                    <a:pt x="1037" y="210"/>
                  </a:cubicBezTo>
                  <a:cubicBezTo>
                    <a:pt x="1163" y="176"/>
                    <a:pt x="1293" y="151"/>
                    <a:pt x="1423" y="138"/>
                  </a:cubicBezTo>
                  <a:cubicBezTo>
                    <a:pt x="1455" y="134"/>
                    <a:pt x="1491" y="132"/>
                    <a:pt x="1524" y="129"/>
                  </a:cubicBezTo>
                  <a:cubicBezTo>
                    <a:pt x="1538" y="128"/>
                    <a:pt x="1553" y="128"/>
                    <a:pt x="1569" y="128"/>
                  </a:cubicBezTo>
                  <a:lnTo>
                    <a:pt x="1608" y="128"/>
                  </a:lnTo>
                  <a:cubicBezTo>
                    <a:pt x="1670" y="128"/>
                    <a:pt x="1732" y="128"/>
                    <a:pt x="1793" y="135"/>
                  </a:cubicBezTo>
                  <a:cubicBezTo>
                    <a:pt x="1805" y="138"/>
                    <a:pt x="1818" y="140"/>
                    <a:pt x="1831" y="141"/>
                  </a:cubicBezTo>
                  <a:cubicBezTo>
                    <a:pt x="1837" y="143"/>
                    <a:pt x="1843" y="144"/>
                    <a:pt x="1849" y="145"/>
                  </a:cubicBezTo>
                  <a:cubicBezTo>
                    <a:pt x="1850" y="145"/>
                    <a:pt x="1855" y="147"/>
                    <a:pt x="1855" y="147"/>
                  </a:cubicBezTo>
                  <a:cubicBezTo>
                    <a:pt x="1855" y="147"/>
                    <a:pt x="1854" y="147"/>
                    <a:pt x="1852" y="146"/>
                  </a:cubicBezTo>
                  <a:lnTo>
                    <a:pt x="1852" y="146"/>
                  </a:lnTo>
                  <a:cubicBezTo>
                    <a:pt x="1854" y="146"/>
                    <a:pt x="1856" y="146"/>
                    <a:pt x="1856" y="146"/>
                  </a:cubicBezTo>
                  <a:cubicBezTo>
                    <a:pt x="1883" y="154"/>
                    <a:pt x="1906" y="163"/>
                    <a:pt x="1931" y="174"/>
                  </a:cubicBezTo>
                  <a:cubicBezTo>
                    <a:pt x="1931" y="174"/>
                    <a:pt x="1932" y="174"/>
                    <a:pt x="1932" y="174"/>
                  </a:cubicBezTo>
                  <a:lnTo>
                    <a:pt x="1932" y="174"/>
                  </a:lnTo>
                  <a:cubicBezTo>
                    <a:pt x="1931" y="174"/>
                    <a:pt x="1931" y="174"/>
                    <a:pt x="1931" y="174"/>
                  </a:cubicBezTo>
                  <a:lnTo>
                    <a:pt x="1931" y="174"/>
                  </a:lnTo>
                  <a:cubicBezTo>
                    <a:pt x="1931" y="174"/>
                    <a:pt x="1931" y="175"/>
                    <a:pt x="1935" y="177"/>
                  </a:cubicBezTo>
                  <a:cubicBezTo>
                    <a:pt x="1941" y="179"/>
                    <a:pt x="1944" y="183"/>
                    <a:pt x="1949" y="187"/>
                  </a:cubicBezTo>
                  <a:cubicBezTo>
                    <a:pt x="1954" y="190"/>
                    <a:pt x="1958" y="194"/>
                    <a:pt x="1964" y="198"/>
                  </a:cubicBezTo>
                  <a:cubicBezTo>
                    <a:pt x="1966" y="199"/>
                    <a:pt x="1968" y="201"/>
                    <a:pt x="1970" y="204"/>
                  </a:cubicBezTo>
                  <a:cubicBezTo>
                    <a:pt x="1971" y="204"/>
                    <a:pt x="1971" y="204"/>
                    <a:pt x="1971" y="204"/>
                  </a:cubicBezTo>
                  <a:lnTo>
                    <a:pt x="1971" y="204"/>
                  </a:lnTo>
                  <a:cubicBezTo>
                    <a:pt x="1973" y="207"/>
                    <a:pt x="1977" y="211"/>
                    <a:pt x="1980" y="215"/>
                  </a:cubicBezTo>
                  <a:cubicBezTo>
                    <a:pt x="1981" y="216"/>
                    <a:pt x="1987" y="226"/>
                    <a:pt x="1991" y="229"/>
                  </a:cubicBezTo>
                  <a:lnTo>
                    <a:pt x="1991" y="229"/>
                  </a:lnTo>
                  <a:cubicBezTo>
                    <a:pt x="1991" y="229"/>
                    <a:pt x="1992" y="231"/>
                    <a:pt x="1992" y="232"/>
                  </a:cubicBezTo>
                  <a:cubicBezTo>
                    <a:pt x="1995" y="237"/>
                    <a:pt x="1996" y="241"/>
                    <a:pt x="1998" y="246"/>
                  </a:cubicBezTo>
                  <a:lnTo>
                    <a:pt x="1998" y="246"/>
                  </a:lnTo>
                  <a:cubicBezTo>
                    <a:pt x="1998" y="249"/>
                    <a:pt x="1999" y="251"/>
                    <a:pt x="1999" y="254"/>
                  </a:cubicBezTo>
                  <a:cubicBezTo>
                    <a:pt x="2001" y="258"/>
                    <a:pt x="2001" y="262"/>
                    <a:pt x="2002" y="266"/>
                  </a:cubicBezTo>
                  <a:lnTo>
                    <a:pt x="2002" y="266"/>
                  </a:lnTo>
                  <a:cubicBezTo>
                    <a:pt x="2002" y="266"/>
                    <a:pt x="2002" y="265"/>
                    <a:pt x="2002" y="265"/>
                  </a:cubicBezTo>
                  <a:lnTo>
                    <a:pt x="2002" y="271"/>
                  </a:lnTo>
                  <a:cubicBezTo>
                    <a:pt x="2002" y="269"/>
                    <a:pt x="2002" y="268"/>
                    <a:pt x="2002" y="266"/>
                  </a:cubicBezTo>
                  <a:lnTo>
                    <a:pt x="2002" y="266"/>
                  </a:lnTo>
                  <a:cubicBezTo>
                    <a:pt x="2000" y="270"/>
                    <a:pt x="2002" y="275"/>
                    <a:pt x="2002" y="275"/>
                  </a:cubicBezTo>
                  <a:cubicBezTo>
                    <a:pt x="2002" y="275"/>
                    <a:pt x="2002" y="275"/>
                    <a:pt x="2002" y="275"/>
                  </a:cubicBezTo>
                  <a:lnTo>
                    <a:pt x="2002" y="275"/>
                  </a:lnTo>
                  <a:cubicBezTo>
                    <a:pt x="2002" y="279"/>
                    <a:pt x="2002" y="284"/>
                    <a:pt x="2001" y="287"/>
                  </a:cubicBezTo>
                  <a:lnTo>
                    <a:pt x="2001" y="287"/>
                  </a:lnTo>
                  <a:cubicBezTo>
                    <a:pt x="2000" y="288"/>
                    <a:pt x="2000" y="289"/>
                    <a:pt x="1999" y="290"/>
                  </a:cubicBezTo>
                  <a:lnTo>
                    <a:pt x="1999" y="290"/>
                  </a:lnTo>
                  <a:cubicBezTo>
                    <a:pt x="2000" y="289"/>
                    <a:pt x="2000" y="289"/>
                    <a:pt x="2001" y="288"/>
                  </a:cubicBezTo>
                  <a:lnTo>
                    <a:pt x="2001" y="288"/>
                  </a:lnTo>
                  <a:cubicBezTo>
                    <a:pt x="2000" y="290"/>
                    <a:pt x="2000" y="291"/>
                    <a:pt x="1999" y="293"/>
                  </a:cubicBezTo>
                  <a:cubicBezTo>
                    <a:pt x="1999" y="295"/>
                    <a:pt x="1998" y="296"/>
                    <a:pt x="1998" y="296"/>
                  </a:cubicBezTo>
                  <a:cubicBezTo>
                    <a:pt x="1998" y="296"/>
                    <a:pt x="1998" y="295"/>
                    <a:pt x="1998" y="293"/>
                  </a:cubicBezTo>
                  <a:lnTo>
                    <a:pt x="1998" y="293"/>
                  </a:lnTo>
                  <a:cubicBezTo>
                    <a:pt x="1998" y="294"/>
                    <a:pt x="1998" y="294"/>
                    <a:pt x="1998" y="294"/>
                  </a:cubicBezTo>
                  <a:cubicBezTo>
                    <a:pt x="1997" y="299"/>
                    <a:pt x="1994" y="304"/>
                    <a:pt x="1992" y="309"/>
                  </a:cubicBezTo>
                  <a:cubicBezTo>
                    <a:pt x="1992" y="310"/>
                    <a:pt x="1989" y="313"/>
                    <a:pt x="1990" y="315"/>
                  </a:cubicBezTo>
                  <a:lnTo>
                    <a:pt x="1990" y="315"/>
                  </a:lnTo>
                  <a:cubicBezTo>
                    <a:pt x="1987" y="319"/>
                    <a:pt x="1985" y="323"/>
                    <a:pt x="1981" y="328"/>
                  </a:cubicBezTo>
                  <a:cubicBezTo>
                    <a:pt x="1979" y="332"/>
                    <a:pt x="1975" y="336"/>
                    <a:pt x="1970" y="341"/>
                  </a:cubicBezTo>
                  <a:cubicBezTo>
                    <a:pt x="1970" y="341"/>
                    <a:pt x="1970" y="341"/>
                    <a:pt x="1970" y="341"/>
                  </a:cubicBezTo>
                  <a:lnTo>
                    <a:pt x="1970" y="341"/>
                  </a:lnTo>
                  <a:lnTo>
                    <a:pt x="1968" y="343"/>
                  </a:lnTo>
                  <a:cubicBezTo>
                    <a:pt x="1958" y="353"/>
                    <a:pt x="1949" y="361"/>
                    <a:pt x="1938" y="368"/>
                  </a:cubicBezTo>
                  <a:cubicBezTo>
                    <a:pt x="1933" y="372"/>
                    <a:pt x="1928" y="375"/>
                    <a:pt x="1922" y="377"/>
                  </a:cubicBezTo>
                  <a:cubicBezTo>
                    <a:pt x="1921" y="379"/>
                    <a:pt x="1917" y="381"/>
                    <a:pt x="1916" y="383"/>
                  </a:cubicBezTo>
                  <a:cubicBezTo>
                    <a:pt x="1917" y="382"/>
                    <a:pt x="1918" y="382"/>
                    <a:pt x="1919" y="382"/>
                  </a:cubicBezTo>
                  <a:lnTo>
                    <a:pt x="1919" y="382"/>
                  </a:lnTo>
                  <a:cubicBezTo>
                    <a:pt x="1905" y="388"/>
                    <a:pt x="1894" y="396"/>
                    <a:pt x="1882" y="401"/>
                  </a:cubicBezTo>
                  <a:cubicBezTo>
                    <a:pt x="1858" y="412"/>
                    <a:pt x="1833" y="423"/>
                    <a:pt x="1807" y="431"/>
                  </a:cubicBezTo>
                  <a:cubicBezTo>
                    <a:pt x="1802" y="434"/>
                    <a:pt x="1796" y="435"/>
                    <a:pt x="1792" y="436"/>
                  </a:cubicBezTo>
                  <a:lnTo>
                    <a:pt x="1792" y="436"/>
                  </a:lnTo>
                  <a:cubicBezTo>
                    <a:pt x="1791" y="436"/>
                    <a:pt x="1791" y="436"/>
                    <a:pt x="1790" y="436"/>
                  </a:cubicBezTo>
                  <a:cubicBezTo>
                    <a:pt x="1788" y="437"/>
                    <a:pt x="1785" y="437"/>
                    <a:pt x="1783" y="440"/>
                  </a:cubicBezTo>
                  <a:cubicBezTo>
                    <a:pt x="1767" y="443"/>
                    <a:pt x="1751" y="447"/>
                    <a:pt x="1735" y="452"/>
                  </a:cubicBezTo>
                  <a:cubicBezTo>
                    <a:pt x="1662" y="469"/>
                    <a:pt x="1587" y="487"/>
                    <a:pt x="1513" y="506"/>
                  </a:cubicBezTo>
                  <a:cubicBezTo>
                    <a:pt x="1362" y="541"/>
                    <a:pt x="1212" y="574"/>
                    <a:pt x="1060" y="606"/>
                  </a:cubicBezTo>
                  <a:cubicBezTo>
                    <a:pt x="910" y="637"/>
                    <a:pt x="758" y="667"/>
                    <a:pt x="608" y="696"/>
                  </a:cubicBezTo>
                  <a:cubicBezTo>
                    <a:pt x="531" y="711"/>
                    <a:pt x="455" y="725"/>
                    <a:pt x="378" y="738"/>
                  </a:cubicBezTo>
                  <a:cubicBezTo>
                    <a:pt x="302" y="753"/>
                    <a:pt x="229" y="767"/>
                    <a:pt x="153" y="783"/>
                  </a:cubicBezTo>
                  <a:cubicBezTo>
                    <a:pt x="135" y="788"/>
                    <a:pt x="118" y="792"/>
                    <a:pt x="101" y="798"/>
                  </a:cubicBezTo>
                  <a:cubicBezTo>
                    <a:pt x="88" y="802"/>
                    <a:pt x="76" y="804"/>
                    <a:pt x="65" y="811"/>
                  </a:cubicBezTo>
                  <a:cubicBezTo>
                    <a:pt x="57" y="816"/>
                    <a:pt x="49" y="821"/>
                    <a:pt x="39" y="826"/>
                  </a:cubicBezTo>
                  <a:cubicBezTo>
                    <a:pt x="0" y="848"/>
                    <a:pt x="9" y="901"/>
                    <a:pt x="53" y="910"/>
                  </a:cubicBezTo>
                  <a:cubicBezTo>
                    <a:pt x="76" y="914"/>
                    <a:pt x="97" y="917"/>
                    <a:pt x="120" y="917"/>
                  </a:cubicBezTo>
                  <a:cubicBezTo>
                    <a:pt x="141" y="915"/>
                    <a:pt x="160" y="914"/>
                    <a:pt x="180" y="912"/>
                  </a:cubicBezTo>
                  <a:cubicBezTo>
                    <a:pt x="220" y="906"/>
                    <a:pt x="261" y="901"/>
                    <a:pt x="301" y="895"/>
                  </a:cubicBezTo>
                  <a:cubicBezTo>
                    <a:pt x="379" y="884"/>
                    <a:pt x="459" y="866"/>
                    <a:pt x="537" y="851"/>
                  </a:cubicBezTo>
                  <a:cubicBezTo>
                    <a:pt x="696" y="821"/>
                    <a:pt x="854" y="788"/>
                    <a:pt x="1011" y="754"/>
                  </a:cubicBezTo>
                  <a:cubicBezTo>
                    <a:pt x="1168" y="720"/>
                    <a:pt x="1323" y="685"/>
                    <a:pt x="1480" y="648"/>
                  </a:cubicBezTo>
                  <a:cubicBezTo>
                    <a:pt x="1558" y="630"/>
                    <a:pt x="1634" y="611"/>
                    <a:pt x="1712" y="593"/>
                  </a:cubicBezTo>
                  <a:cubicBezTo>
                    <a:pt x="1777" y="578"/>
                    <a:pt x="1842" y="563"/>
                    <a:pt x="1902" y="539"/>
                  </a:cubicBezTo>
                  <a:cubicBezTo>
                    <a:pt x="2007" y="496"/>
                    <a:pt x="2122" y="416"/>
                    <a:pt x="2133" y="294"/>
                  </a:cubicBezTo>
                  <a:cubicBezTo>
                    <a:pt x="2139" y="232"/>
                    <a:pt x="2118" y="167"/>
                    <a:pt x="2075" y="122"/>
                  </a:cubicBezTo>
                  <a:cubicBezTo>
                    <a:pt x="2034" y="79"/>
                    <a:pt x="1980" y="51"/>
                    <a:pt x="1924" y="33"/>
                  </a:cubicBezTo>
                  <a:cubicBezTo>
                    <a:pt x="1839" y="7"/>
                    <a:pt x="1747" y="0"/>
                    <a:pt x="165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901;p29"/>
            <p:cNvSpPr/>
            <p:nvPr/>
          </p:nvSpPr>
          <p:spPr>
            <a:xfrm>
              <a:off x="3950640" y="1484640"/>
              <a:ext cx="96120" cy="3060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1450" h="464">
                  <a:moveTo>
                    <a:pt x="1317" y="0"/>
                  </a:moveTo>
                  <a:cubicBezTo>
                    <a:pt x="1283" y="0"/>
                    <a:pt x="1248" y="7"/>
                    <a:pt x="1218" y="13"/>
                  </a:cubicBezTo>
                  <a:cubicBezTo>
                    <a:pt x="1120" y="35"/>
                    <a:pt x="1024" y="64"/>
                    <a:pt x="927" y="90"/>
                  </a:cubicBezTo>
                  <a:cubicBezTo>
                    <a:pt x="728" y="145"/>
                    <a:pt x="527" y="203"/>
                    <a:pt x="333" y="272"/>
                  </a:cubicBezTo>
                  <a:cubicBezTo>
                    <a:pt x="308" y="282"/>
                    <a:pt x="283" y="290"/>
                    <a:pt x="257" y="300"/>
                  </a:cubicBezTo>
                  <a:cubicBezTo>
                    <a:pt x="242" y="305"/>
                    <a:pt x="228" y="310"/>
                    <a:pt x="213" y="316"/>
                  </a:cubicBezTo>
                  <a:cubicBezTo>
                    <a:pt x="200" y="322"/>
                    <a:pt x="191" y="332"/>
                    <a:pt x="179" y="337"/>
                  </a:cubicBezTo>
                  <a:cubicBezTo>
                    <a:pt x="152" y="348"/>
                    <a:pt x="126" y="359"/>
                    <a:pt x="99" y="371"/>
                  </a:cubicBezTo>
                  <a:cubicBezTo>
                    <a:pt x="72" y="382"/>
                    <a:pt x="43" y="392"/>
                    <a:pt x="20" y="410"/>
                  </a:cubicBezTo>
                  <a:cubicBezTo>
                    <a:pt x="0" y="425"/>
                    <a:pt x="9" y="463"/>
                    <a:pt x="35" y="463"/>
                  </a:cubicBezTo>
                  <a:cubicBezTo>
                    <a:pt x="61" y="463"/>
                    <a:pt x="83" y="457"/>
                    <a:pt x="108" y="451"/>
                  </a:cubicBezTo>
                  <a:cubicBezTo>
                    <a:pt x="131" y="446"/>
                    <a:pt x="156" y="439"/>
                    <a:pt x="179" y="434"/>
                  </a:cubicBezTo>
                  <a:cubicBezTo>
                    <a:pt x="191" y="430"/>
                    <a:pt x="205" y="425"/>
                    <a:pt x="218" y="424"/>
                  </a:cubicBezTo>
                  <a:cubicBezTo>
                    <a:pt x="225" y="422"/>
                    <a:pt x="240" y="424"/>
                    <a:pt x="251" y="420"/>
                  </a:cubicBezTo>
                  <a:cubicBezTo>
                    <a:pt x="274" y="414"/>
                    <a:pt x="297" y="407"/>
                    <a:pt x="322" y="400"/>
                  </a:cubicBezTo>
                  <a:cubicBezTo>
                    <a:pt x="373" y="385"/>
                    <a:pt x="422" y="371"/>
                    <a:pt x="473" y="356"/>
                  </a:cubicBezTo>
                  <a:cubicBezTo>
                    <a:pt x="521" y="341"/>
                    <a:pt x="561" y="328"/>
                    <a:pt x="605" y="315"/>
                  </a:cubicBezTo>
                  <a:cubicBezTo>
                    <a:pt x="798" y="257"/>
                    <a:pt x="985" y="195"/>
                    <a:pt x="1173" y="140"/>
                  </a:cubicBezTo>
                  <a:cubicBezTo>
                    <a:pt x="1226" y="125"/>
                    <a:pt x="1261" y="109"/>
                    <a:pt x="1313" y="101"/>
                  </a:cubicBezTo>
                  <a:cubicBezTo>
                    <a:pt x="1317" y="101"/>
                    <a:pt x="1321" y="100"/>
                    <a:pt x="1325" y="100"/>
                  </a:cubicBezTo>
                  <a:cubicBezTo>
                    <a:pt x="1327" y="100"/>
                    <a:pt x="1343" y="98"/>
                    <a:pt x="1335" y="98"/>
                  </a:cubicBezTo>
                  <a:cubicBezTo>
                    <a:pt x="1343" y="98"/>
                    <a:pt x="1350" y="98"/>
                    <a:pt x="1358" y="97"/>
                  </a:cubicBezTo>
                  <a:cubicBezTo>
                    <a:pt x="1360" y="97"/>
                    <a:pt x="1372" y="95"/>
                    <a:pt x="1365" y="95"/>
                  </a:cubicBezTo>
                  <a:cubicBezTo>
                    <a:pt x="1374" y="95"/>
                    <a:pt x="1384" y="97"/>
                    <a:pt x="1394" y="98"/>
                  </a:cubicBezTo>
                  <a:cubicBezTo>
                    <a:pt x="1404" y="100"/>
                    <a:pt x="1415" y="100"/>
                    <a:pt x="1424" y="102"/>
                  </a:cubicBezTo>
                  <a:cubicBezTo>
                    <a:pt x="1425" y="102"/>
                    <a:pt x="1426" y="102"/>
                    <a:pt x="1427" y="102"/>
                  </a:cubicBezTo>
                  <a:cubicBezTo>
                    <a:pt x="1442" y="102"/>
                    <a:pt x="1450" y="84"/>
                    <a:pt x="1447" y="71"/>
                  </a:cubicBezTo>
                  <a:cubicBezTo>
                    <a:pt x="1424" y="16"/>
                    <a:pt x="1372" y="0"/>
                    <a:pt x="131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480" bIns="15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902;p29"/>
            <p:cNvSpPr/>
            <p:nvPr/>
          </p:nvSpPr>
          <p:spPr>
            <a:xfrm>
              <a:off x="4106520" y="1326240"/>
              <a:ext cx="94680" cy="45000"/>
            </a:xfrm>
            <a:custGeom>
              <a:avLst/>
              <a:gdLst>
                <a:gd name="textAreaLeft" fmla="*/ 0 w 94680"/>
                <a:gd name="textAreaRight" fmla="*/ 95040 w 9468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1429" h="682">
                  <a:moveTo>
                    <a:pt x="1300" y="113"/>
                  </a:moveTo>
                  <a:lnTo>
                    <a:pt x="1300" y="113"/>
                  </a:lnTo>
                  <a:cubicBezTo>
                    <a:pt x="1300" y="114"/>
                    <a:pt x="1300" y="115"/>
                    <a:pt x="1301" y="115"/>
                  </a:cubicBezTo>
                  <a:lnTo>
                    <a:pt x="1301" y="115"/>
                  </a:lnTo>
                  <a:cubicBezTo>
                    <a:pt x="1301" y="115"/>
                    <a:pt x="1301" y="115"/>
                    <a:pt x="1300" y="115"/>
                  </a:cubicBezTo>
                  <a:lnTo>
                    <a:pt x="1300" y="115"/>
                  </a:lnTo>
                  <a:cubicBezTo>
                    <a:pt x="1300" y="115"/>
                    <a:pt x="1300" y="115"/>
                    <a:pt x="1300" y="114"/>
                  </a:cubicBezTo>
                  <a:lnTo>
                    <a:pt x="1300" y="114"/>
                  </a:lnTo>
                  <a:cubicBezTo>
                    <a:pt x="1300" y="114"/>
                    <a:pt x="1300" y="114"/>
                    <a:pt x="1300" y="113"/>
                  </a:cubicBezTo>
                  <a:close/>
                  <a:moveTo>
                    <a:pt x="1284" y="123"/>
                  </a:moveTo>
                  <a:cubicBezTo>
                    <a:pt x="1287" y="123"/>
                    <a:pt x="1290" y="123"/>
                    <a:pt x="1294" y="123"/>
                  </a:cubicBezTo>
                  <a:lnTo>
                    <a:pt x="1294" y="123"/>
                  </a:lnTo>
                  <a:cubicBezTo>
                    <a:pt x="1291" y="127"/>
                    <a:pt x="1289" y="131"/>
                    <a:pt x="1286" y="134"/>
                  </a:cubicBezTo>
                  <a:cubicBezTo>
                    <a:pt x="1285" y="135"/>
                    <a:pt x="1283" y="137"/>
                    <a:pt x="1281" y="138"/>
                  </a:cubicBezTo>
                  <a:lnTo>
                    <a:pt x="1281" y="138"/>
                  </a:lnTo>
                  <a:cubicBezTo>
                    <a:pt x="1282" y="137"/>
                    <a:pt x="1283" y="136"/>
                    <a:pt x="1285" y="135"/>
                  </a:cubicBezTo>
                  <a:lnTo>
                    <a:pt x="1285" y="135"/>
                  </a:lnTo>
                  <a:cubicBezTo>
                    <a:pt x="1281" y="138"/>
                    <a:pt x="1280" y="139"/>
                    <a:pt x="1280" y="139"/>
                  </a:cubicBezTo>
                  <a:cubicBezTo>
                    <a:pt x="1280" y="139"/>
                    <a:pt x="1281" y="139"/>
                    <a:pt x="1281" y="138"/>
                  </a:cubicBezTo>
                  <a:lnTo>
                    <a:pt x="1281" y="138"/>
                  </a:lnTo>
                  <a:cubicBezTo>
                    <a:pt x="1279" y="141"/>
                    <a:pt x="1277" y="143"/>
                    <a:pt x="1274" y="145"/>
                  </a:cubicBezTo>
                  <a:cubicBezTo>
                    <a:pt x="1267" y="150"/>
                    <a:pt x="1259" y="156"/>
                    <a:pt x="1252" y="161"/>
                  </a:cubicBezTo>
                  <a:lnTo>
                    <a:pt x="1193" y="203"/>
                  </a:lnTo>
                  <a:cubicBezTo>
                    <a:pt x="1176" y="215"/>
                    <a:pt x="1158" y="227"/>
                    <a:pt x="1141" y="238"/>
                  </a:cubicBezTo>
                  <a:cubicBezTo>
                    <a:pt x="1131" y="245"/>
                    <a:pt x="1121" y="250"/>
                    <a:pt x="1110" y="258"/>
                  </a:cubicBezTo>
                  <a:cubicBezTo>
                    <a:pt x="1108" y="260"/>
                    <a:pt x="1103" y="261"/>
                    <a:pt x="1100" y="265"/>
                  </a:cubicBezTo>
                  <a:cubicBezTo>
                    <a:pt x="1102" y="263"/>
                    <a:pt x="1103" y="263"/>
                    <a:pt x="1103" y="263"/>
                  </a:cubicBezTo>
                  <a:lnTo>
                    <a:pt x="1103" y="263"/>
                  </a:lnTo>
                  <a:cubicBezTo>
                    <a:pt x="1103" y="263"/>
                    <a:pt x="1091" y="270"/>
                    <a:pt x="1088" y="271"/>
                  </a:cubicBezTo>
                  <a:cubicBezTo>
                    <a:pt x="935" y="363"/>
                    <a:pt x="773" y="436"/>
                    <a:pt x="603" y="486"/>
                  </a:cubicBezTo>
                  <a:cubicBezTo>
                    <a:pt x="603" y="486"/>
                    <a:pt x="603" y="486"/>
                    <a:pt x="603" y="486"/>
                  </a:cubicBezTo>
                  <a:lnTo>
                    <a:pt x="603" y="486"/>
                  </a:lnTo>
                  <a:cubicBezTo>
                    <a:pt x="601" y="487"/>
                    <a:pt x="599" y="488"/>
                    <a:pt x="598" y="489"/>
                  </a:cubicBezTo>
                  <a:cubicBezTo>
                    <a:pt x="592" y="490"/>
                    <a:pt x="584" y="492"/>
                    <a:pt x="578" y="494"/>
                  </a:cubicBezTo>
                  <a:cubicBezTo>
                    <a:pt x="566" y="497"/>
                    <a:pt x="554" y="501"/>
                    <a:pt x="542" y="503"/>
                  </a:cubicBezTo>
                  <a:cubicBezTo>
                    <a:pt x="518" y="511"/>
                    <a:pt x="495" y="516"/>
                    <a:pt x="471" y="523"/>
                  </a:cubicBezTo>
                  <a:cubicBezTo>
                    <a:pt x="421" y="535"/>
                    <a:pt x="372" y="546"/>
                    <a:pt x="320" y="554"/>
                  </a:cubicBezTo>
                  <a:cubicBezTo>
                    <a:pt x="304" y="557"/>
                    <a:pt x="288" y="559"/>
                    <a:pt x="272" y="562"/>
                  </a:cubicBezTo>
                  <a:lnTo>
                    <a:pt x="272" y="562"/>
                  </a:lnTo>
                  <a:cubicBezTo>
                    <a:pt x="342" y="526"/>
                    <a:pt x="411" y="488"/>
                    <a:pt x="477" y="445"/>
                  </a:cubicBezTo>
                  <a:cubicBezTo>
                    <a:pt x="553" y="395"/>
                    <a:pt x="620" y="352"/>
                    <a:pt x="698" y="308"/>
                  </a:cubicBezTo>
                  <a:cubicBezTo>
                    <a:pt x="776" y="265"/>
                    <a:pt x="857" y="226"/>
                    <a:pt x="943" y="194"/>
                  </a:cubicBezTo>
                  <a:cubicBezTo>
                    <a:pt x="1020" y="166"/>
                    <a:pt x="1099" y="145"/>
                    <a:pt x="1187" y="133"/>
                  </a:cubicBezTo>
                  <a:cubicBezTo>
                    <a:pt x="1208" y="129"/>
                    <a:pt x="1230" y="127"/>
                    <a:pt x="1251" y="126"/>
                  </a:cubicBezTo>
                  <a:cubicBezTo>
                    <a:pt x="1259" y="124"/>
                    <a:pt x="1269" y="124"/>
                    <a:pt x="1279" y="123"/>
                  </a:cubicBezTo>
                  <a:close/>
                  <a:moveTo>
                    <a:pt x="1294" y="1"/>
                  </a:moveTo>
                  <a:cubicBezTo>
                    <a:pt x="1293" y="1"/>
                    <a:pt x="1292" y="1"/>
                    <a:pt x="1291" y="1"/>
                  </a:cubicBezTo>
                  <a:cubicBezTo>
                    <a:pt x="1192" y="2"/>
                    <a:pt x="1092" y="29"/>
                    <a:pt x="998" y="60"/>
                  </a:cubicBezTo>
                  <a:cubicBezTo>
                    <a:pt x="908" y="89"/>
                    <a:pt x="820" y="126"/>
                    <a:pt x="737" y="167"/>
                  </a:cubicBezTo>
                  <a:cubicBezTo>
                    <a:pt x="639" y="216"/>
                    <a:pt x="546" y="272"/>
                    <a:pt x="455" y="333"/>
                  </a:cubicBezTo>
                  <a:cubicBezTo>
                    <a:pt x="410" y="363"/>
                    <a:pt x="368" y="393"/>
                    <a:pt x="326" y="429"/>
                  </a:cubicBezTo>
                  <a:cubicBezTo>
                    <a:pt x="285" y="463"/>
                    <a:pt x="247" y="500"/>
                    <a:pt x="209" y="538"/>
                  </a:cubicBezTo>
                  <a:cubicBezTo>
                    <a:pt x="200" y="547"/>
                    <a:pt x="200" y="562"/>
                    <a:pt x="206" y="571"/>
                  </a:cubicBezTo>
                  <a:lnTo>
                    <a:pt x="206" y="571"/>
                  </a:lnTo>
                  <a:cubicBezTo>
                    <a:pt x="196" y="573"/>
                    <a:pt x="186" y="575"/>
                    <a:pt x="177" y="576"/>
                  </a:cubicBezTo>
                  <a:cubicBezTo>
                    <a:pt x="126" y="584"/>
                    <a:pt x="73" y="587"/>
                    <a:pt x="26" y="606"/>
                  </a:cubicBezTo>
                  <a:cubicBezTo>
                    <a:pt x="1" y="616"/>
                    <a:pt x="2" y="658"/>
                    <a:pt x="28" y="668"/>
                  </a:cubicBezTo>
                  <a:cubicBezTo>
                    <a:pt x="40" y="672"/>
                    <a:pt x="54" y="677"/>
                    <a:pt x="66" y="679"/>
                  </a:cubicBezTo>
                  <a:cubicBezTo>
                    <a:pt x="77" y="681"/>
                    <a:pt x="89" y="681"/>
                    <a:pt x="100" y="681"/>
                  </a:cubicBezTo>
                  <a:cubicBezTo>
                    <a:pt x="125" y="682"/>
                    <a:pt x="150" y="682"/>
                    <a:pt x="175" y="682"/>
                  </a:cubicBezTo>
                  <a:cubicBezTo>
                    <a:pt x="225" y="682"/>
                    <a:pt x="274" y="676"/>
                    <a:pt x="324" y="670"/>
                  </a:cubicBezTo>
                  <a:cubicBezTo>
                    <a:pt x="416" y="657"/>
                    <a:pt x="509" y="639"/>
                    <a:pt x="598" y="615"/>
                  </a:cubicBezTo>
                  <a:cubicBezTo>
                    <a:pt x="782" y="562"/>
                    <a:pt x="957" y="489"/>
                    <a:pt x="1122" y="391"/>
                  </a:cubicBezTo>
                  <a:cubicBezTo>
                    <a:pt x="1165" y="364"/>
                    <a:pt x="1208" y="338"/>
                    <a:pt x="1248" y="311"/>
                  </a:cubicBezTo>
                  <a:cubicBezTo>
                    <a:pt x="1286" y="286"/>
                    <a:pt x="1325" y="261"/>
                    <a:pt x="1358" y="230"/>
                  </a:cubicBezTo>
                  <a:cubicBezTo>
                    <a:pt x="1396" y="194"/>
                    <a:pt x="1428" y="144"/>
                    <a:pt x="1419" y="90"/>
                  </a:cubicBezTo>
                  <a:cubicBezTo>
                    <a:pt x="1407" y="31"/>
                    <a:pt x="1350" y="1"/>
                    <a:pt x="129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903;p29"/>
            <p:cNvSpPr/>
            <p:nvPr/>
          </p:nvSpPr>
          <p:spPr>
            <a:xfrm>
              <a:off x="4104000" y="1291320"/>
              <a:ext cx="71640" cy="7488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1080" h="1134">
                  <a:moveTo>
                    <a:pt x="966" y="120"/>
                  </a:moveTo>
                  <a:cubicBezTo>
                    <a:pt x="966" y="122"/>
                    <a:pt x="966" y="123"/>
                    <a:pt x="966" y="123"/>
                  </a:cubicBezTo>
                  <a:cubicBezTo>
                    <a:pt x="966" y="123"/>
                    <a:pt x="966" y="122"/>
                    <a:pt x="966" y="120"/>
                  </a:cubicBezTo>
                  <a:close/>
                  <a:moveTo>
                    <a:pt x="941" y="0"/>
                  </a:moveTo>
                  <a:cubicBezTo>
                    <a:pt x="893" y="0"/>
                    <a:pt x="849" y="23"/>
                    <a:pt x="811" y="53"/>
                  </a:cubicBezTo>
                  <a:cubicBezTo>
                    <a:pt x="733" y="111"/>
                    <a:pt x="661" y="180"/>
                    <a:pt x="589" y="247"/>
                  </a:cubicBezTo>
                  <a:cubicBezTo>
                    <a:pt x="517" y="317"/>
                    <a:pt x="445" y="390"/>
                    <a:pt x="377" y="467"/>
                  </a:cubicBezTo>
                  <a:cubicBezTo>
                    <a:pt x="311" y="541"/>
                    <a:pt x="248" y="618"/>
                    <a:pt x="187" y="697"/>
                  </a:cubicBezTo>
                  <a:cubicBezTo>
                    <a:pt x="157" y="738"/>
                    <a:pt x="128" y="778"/>
                    <a:pt x="103" y="820"/>
                  </a:cubicBezTo>
                  <a:cubicBezTo>
                    <a:pt x="90" y="843"/>
                    <a:pt x="78" y="866"/>
                    <a:pt x="63" y="892"/>
                  </a:cubicBezTo>
                  <a:cubicBezTo>
                    <a:pt x="58" y="901"/>
                    <a:pt x="51" y="912"/>
                    <a:pt x="47" y="922"/>
                  </a:cubicBezTo>
                  <a:cubicBezTo>
                    <a:pt x="42" y="935"/>
                    <a:pt x="40" y="948"/>
                    <a:pt x="35" y="959"/>
                  </a:cubicBezTo>
                  <a:cubicBezTo>
                    <a:pt x="25" y="981"/>
                    <a:pt x="17" y="1004"/>
                    <a:pt x="7" y="1026"/>
                  </a:cubicBezTo>
                  <a:cubicBezTo>
                    <a:pt x="0" y="1043"/>
                    <a:pt x="14" y="1055"/>
                    <a:pt x="29" y="1055"/>
                  </a:cubicBezTo>
                  <a:cubicBezTo>
                    <a:pt x="35" y="1055"/>
                    <a:pt x="41" y="1053"/>
                    <a:pt x="46" y="1048"/>
                  </a:cubicBezTo>
                  <a:cubicBezTo>
                    <a:pt x="61" y="1030"/>
                    <a:pt x="78" y="1013"/>
                    <a:pt x="92" y="994"/>
                  </a:cubicBezTo>
                  <a:cubicBezTo>
                    <a:pt x="100" y="987"/>
                    <a:pt x="106" y="982"/>
                    <a:pt x="113" y="975"/>
                  </a:cubicBezTo>
                  <a:cubicBezTo>
                    <a:pt x="124" y="965"/>
                    <a:pt x="132" y="953"/>
                    <a:pt x="141" y="942"/>
                  </a:cubicBezTo>
                  <a:cubicBezTo>
                    <a:pt x="171" y="905"/>
                    <a:pt x="202" y="870"/>
                    <a:pt x="229" y="829"/>
                  </a:cubicBezTo>
                  <a:cubicBezTo>
                    <a:pt x="283" y="754"/>
                    <a:pt x="339" y="680"/>
                    <a:pt x="398" y="608"/>
                  </a:cubicBezTo>
                  <a:cubicBezTo>
                    <a:pt x="518" y="465"/>
                    <a:pt x="644" y="337"/>
                    <a:pt x="787" y="212"/>
                  </a:cubicBezTo>
                  <a:cubicBezTo>
                    <a:pt x="821" y="181"/>
                    <a:pt x="857" y="147"/>
                    <a:pt x="897" y="123"/>
                  </a:cubicBezTo>
                  <a:lnTo>
                    <a:pt x="899" y="121"/>
                  </a:lnTo>
                  <a:cubicBezTo>
                    <a:pt x="904" y="119"/>
                    <a:pt x="909" y="115"/>
                    <a:pt x="914" y="114"/>
                  </a:cubicBezTo>
                  <a:cubicBezTo>
                    <a:pt x="914" y="114"/>
                    <a:pt x="927" y="110"/>
                    <a:pt x="926" y="110"/>
                  </a:cubicBezTo>
                  <a:lnTo>
                    <a:pt x="926" y="110"/>
                  </a:lnTo>
                  <a:cubicBezTo>
                    <a:pt x="925" y="110"/>
                    <a:pt x="925" y="111"/>
                    <a:pt x="923" y="111"/>
                  </a:cubicBezTo>
                  <a:cubicBezTo>
                    <a:pt x="926" y="110"/>
                    <a:pt x="932" y="110"/>
                    <a:pt x="936" y="109"/>
                  </a:cubicBezTo>
                  <a:cubicBezTo>
                    <a:pt x="938" y="108"/>
                    <a:pt x="938" y="108"/>
                    <a:pt x="939" y="108"/>
                  </a:cubicBezTo>
                  <a:lnTo>
                    <a:pt x="939" y="108"/>
                  </a:lnTo>
                  <a:cubicBezTo>
                    <a:pt x="940" y="108"/>
                    <a:pt x="941" y="108"/>
                    <a:pt x="942" y="109"/>
                  </a:cubicBezTo>
                  <a:cubicBezTo>
                    <a:pt x="943" y="109"/>
                    <a:pt x="949" y="110"/>
                    <a:pt x="951" y="110"/>
                  </a:cubicBezTo>
                  <a:lnTo>
                    <a:pt x="951" y="110"/>
                  </a:lnTo>
                  <a:cubicBezTo>
                    <a:pt x="953" y="111"/>
                    <a:pt x="955" y="112"/>
                    <a:pt x="958" y="113"/>
                  </a:cubicBezTo>
                  <a:cubicBezTo>
                    <a:pt x="960" y="114"/>
                    <a:pt x="961" y="114"/>
                    <a:pt x="961" y="114"/>
                  </a:cubicBezTo>
                  <a:cubicBezTo>
                    <a:pt x="961" y="114"/>
                    <a:pt x="961" y="114"/>
                    <a:pt x="961" y="114"/>
                  </a:cubicBezTo>
                  <a:lnTo>
                    <a:pt x="961" y="114"/>
                  </a:lnTo>
                  <a:cubicBezTo>
                    <a:pt x="962" y="115"/>
                    <a:pt x="963" y="115"/>
                    <a:pt x="964" y="116"/>
                  </a:cubicBezTo>
                  <a:cubicBezTo>
                    <a:pt x="962" y="115"/>
                    <a:pt x="961" y="114"/>
                    <a:pt x="961" y="114"/>
                  </a:cubicBezTo>
                  <a:lnTo>
                    <a:pt x="961" y="114"/>
                  </a:lnTo>
                  <a:cubicBezTo>
                    <a:pt x="960" y="114"/>
                    <a:pt x="963" y="117"/>
                    <a:pt x="965" y="119"/>
                  </a:cubicBezTo>
                  <a:lnTo>
                    <a:pt x="965" y="119"/>
                  </a:lnTo>
                  <a:cubicBezTo>
                    <a:pt x="965" y="119"/>
                    <a:pt x="965" y="119"/>
                    <a:pt x="965" y="119"/>
                  </a:cubicBezTo>
                  <a:lnTo>
                    <a:pt x="965" y="119"/>
                  </a:lnTo>
                  <a:cubicBezTo>
                    <a:pt x="965" y="119"/>
                    <a:pt x="965" y="119"/>
                    <a:pt x="965" y="119"/>
                  </a:cubicBezTo>
                  <a:lnTo>
                    <a:pt x="965" y="119"/>
                  </a:lnTo>
                  <a:cubicBezTo>
                    <a:pt x="965" y="119"/>
                    <a:pt x="965" y="119"/>
                    <a:pt x="965" y="119"/>
                  </a:cubicBezTo>
                  <a:lnTo>
                    <a:pt x="965" y="119"/>
                  </a:lnTo>
                  <a:cubicBezTo>
                    <a:pt x="965" y="119"/>
                    <a:pt x="965" y="119"/>
                    <a:pt x="965" y="119"/>
                  </a:cubicBezTo>
                  <a:lnTo>
                    <a:pt x="965" y="119"/>
                  </a:lnTo>
                  <a:cubicBezTo>
                    <a:pt x="965" y="120"/>
                    <a:pt x="965" y="120"/>
                    <a:pt x="966" y="120"/>
                  </a:cubicBezTo>
                  <a:lnTo>
                    <a:pt x="966" y="120"/>
                  </a:lnTo>
                  <a:cubicBezTo>
                    <a:pt x="965" y="120"/>
                    <a:pt x="965" y="120"/>
                    <a:pt x="965" y="119"/>
                  </a:cubicBezTo>
                  <a:lnTo>
                    <a:pt x="965" y="119"/>
                  </a:lnTo>
                  <a:cubicBezTo>
                    <a:pt x="965" y="119"/>
                    <a:pt x="965" y="119"/>
                    <a:pt x="965" y="120"/>
                  </a:cubicBezTo>
                  <a:lnTo>
                    <a:pt x="965" y="120"/>
                  </a:lnTo>
                  <a:cubicBezTo>
                    <a:pt x="967" y="122"/>
                    <a:pt x="967" y="126"/>
                    <a:pt x="968" y="130"/>
                  </a:cubicBezTo>
                  <a:lnTo>
                    <a:pt x="968" y="130"/>
                  </a:lnTo>
                  <a:cubicBezTo>
                    <a:pt x="967" y="133"/>
                    <a:pt x="967" y="138"/>
                    <a:pt x="967" y="138"/>
                  </a:cubicBezTo>
                  <a:cubicBezTo>
                    <a:pt x="967" y="138"/>
                    <a:pt x="967" y="138"/>
                    <a:pt x="967" y="138"/>
                  </a:cubicBezTo>
                  <a:cubicBezTo>
                    <a:pt x="967" y="138"/>
                    <a:pt x="966" y="143"/>
                    <a:pt x="965" y="146"/>
                  </a:cubicBezTo>
                  <a:lnTo>
                    <a:pt x="965" y="146"/>
                  </a:lnTo>
                  <a:cubicBezTo>
                    <a:pt x="965" y="146"/>
                    <a:pt x="965" y="146"/>
                    <a:pt x="965" y="146"/>
                  </a:cubicBezTo>
                  <a:lnTo>
                    <a:pt x="965" y="146"/>
                  </a:lnTo>
                  <a:cubicBezTo>
                    <a:pt x="965" y="146"/>
                    <a:pt x="965" y="146"/>
                    <a:pt x="965" y="146"/>
                  </a:cubicBezTo>
                  <a:lnTo>
                    <a:pt x="965" y="146"/>
                  </a:lnTo>
                  <a:cubicBezTo>
                    <a:pt x="965" y="146"/>
                    <a:pt x="965" y="146"/>
                    <a:pt x="965" y="146"/>
                  </a:cubicBezTo>
                  <a:lnTo>
                    <a:pt x="965" y="146"/>
                  </a:lnTo>
                  <a:cubicBezTo>
                    <a:pt x="965" y="146"/>
                    <a:pt x="965" y="146"/>
                    <a:pt x="965" y="147"/>
                  </a:cubicBezTo>
                  <a:cubicBezTo>
                    <a:pt x="965" y="147"/>
                    <a:pt x="965" y="147"/>
                    <a:pt x="965" y="147"/>
                  </a:cubicBezTo>
                  <a:lnTo>
                    <a:pt x="965" y="147"/>
                  </a:lnTo>
                  <a:cubicBezTo>
                    <a:pt x="965" y="146"/>
                    <a:pt x="965" y="146"/>
                    <a:pt x="965" y="146"/>
                  </a:cubicBezTo>
                  <a:lnTo>
                    <a:pt x="965" y="146"/>
                  </a:lnTo>
                  <a:cubicBezTo>
                    <a:pt x="965" y="147"/>
                    <a:pt x="965" y="149"/>
                    <a:pt x="965" y="149"/>
                  </a:cubicBezTo>
                  <a:cubicBezTo>
                    <a:pt x="965" y="149"/>
                    <a:pt x="965" y="148"/>
                    <a:pt x="965" y="147"/>
                  </a:cubicBezTo>
                  <a:lnTo>
                    <a:pt x="965" y="147"/>
                  </a:lnTo>
                  <a:cubicBezTo>
                    <a:pt x="964" y="150"/>
                    <a:pt x="962" y="155"/>
                    <a:pt x="963" y="155"/>
                  </a:cubicBezTo>
                  <a:cubicBezTo>
                    <a:pt x="963" y="155"/>
                    <a:pt x="963" y="155"/>
                    <a:pt x="963" y="155"/>
                  </a:cubicBezTo>
                  <a:lnTo>
                    <a:pt x="963" y="155"/>
                  </a:lnTo>
                  <a:cubicBezTo>
                    <a:pt x="958" y="168"/>
                    <a:pt x="953" y="179"/>
                    <a:pt x="946" y="191"/>
                  </a:cubicBezTo>
                  <a:cubicBezTo>
                    <a:pt x="947" y="189"/>
                    <a:pt x="948" y="188"/>
                    <a:pt x="947" y="188"/>
                  </a:cubicBezTo>
                  <a:lnTo>
                    <a:pt x="947" y="188"/>
                  </a:lnTo>
                  <a:cubicBezTo>
                    <a:pt x="947" y="188"/>
                    <a:pt x="942" y="198"/>
                    <a:pt x="942" y="198"/>
                  </a:cubicBezTo>
                  <a:cubicBezTo>
                    <a:pt x="940" y="203"/>
                    <a:pt x="936" y="208"/>
                    <a:pt x="934" y="213"/>
                  </a:cubicBezTo>
                  <a:cubicBezTo>
                    <a:pt x="929" y="221"/>
                    <a:pt x="924" y="230"/>
                    <a:pt x="919" y="236"/>
                  </a:cubicBezTo>
                  <a:cubicBezTo>
                    <a:pt x="904" y="257"/>
                    <a:pt x="892" y="278"/>
                    <a:pt x="879" y="298"/>
                  </a:cubicBezTo>
                  <a:cubicBezTo>
                    <a:pt x="781" y="444"/>
                    <a:pt x="667" y="581"/>
                    <a:pt x="544" y="701"/>
                  </a:cubicBezTo>
                  <a:cubicBezTo>
                    <a:pt x="473" y="770"/>
                    <a:pt x="397" y="836"/>
                    <a:pt x="317" y="896"/>
                  </a:cubicBezTo>
                  <a:cubicBezTo>
                    <a:pt x="237" y="959"/>
                    <a:pt x="158" y="1022"/>
                    <a:pt x="74" y="1080"/>
                  </a:cubicBezTo>
                  <a:cubicBezTo>
                    <a:pt x="50" y="1096"/>
                    <a:pt x="68" y="1133"/>
                    <a:pt x="93" y="1133"/>
                  </a:cubicBezTo>
                  <a:cubicBezTo>
                    <a:pt x="97" y="1133"/>
                    <a:pt x="101" y="1132"/>
                    <a:pt x="105" y="1130"/>
                  </a:cubicBezTo>
                  <a:cubicBezTo>
                    <a:pt x="190" y="1087"/>
                    <a:pt x="277" y="1041"/>
                    <a:pt x="353" y="986"/>
                  </a:cubicBezTo>
                  <a:cubicBezTo>
                    <a:pt x="430" y="930"/>
                    <a:pt x="504" y="870"/>
                    <a:pt x="574" y="805"/>
                  </a:cubicBezTo>
                  <a:cubicBezTo>
                    <a:pt x="715" y="675"/>
                    <a:pt x="842" y="532"/>
                    <a:pt x="952" y="376"/>
                  </a:cubicBezTo>
                  <a:cubicBezTo>
                    <a:pt x="979" y="337"/>
                    <a:pt x="1006" y="297"/>
                    <a:pt x="1029" y="257"/>
                  </a:cubicBezTo>
                  <a:cubicBezTo>
                    <a:pt x="1056" y="212"/>
                    <a:pt x="1079" y="161"/>
                    <a:pt x="1071" y="108"/>
                  </a:cubicBezTo>
                  <a:cubicBezTo>
                    <a:pt x="1063" y="49"/>
                    <a:pt x="1014" y="10"/>
                    <a:pt x="958" y="1"/>
                  </a:cubicBezTo>
                  <a:cubicBezTo>
                    <a:pt x="952" y="0"/>
                    <a:pt x="947" y="0"/>
                    <a:pt x="94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904;p29"/>
            <p:cNvSpPr/>
            <p:nvPr/>
          </p:nvSpPr>
          <p:spPr>
            <a:xfrm>
              <a:off x="4104360" y="1368720"/>
              <a:ext cx="98280" cy="28800"/>
            </a:xfrm>
            <a:custGeom>
              <a:avLst/>
              <a:gdLst>
                <a:gd name="textAreaLeft" fmla="*/ 0 w 98280"/>
                <a:gd name="textAreaRight" fmla="*/ 98640 w 982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483" h="436">
                  <a:moveTo>
                    <a:pt x="1352" y="251"/>
                  </a:moveTo>
                  <a:lnTo>
                    <a:pt x="1352" y="251"/>
                  </a:lnTo>
                  <a:cubicBezTo>
                    <a:pt x="1351" y="251"/>
                    <a:pt x="1351" y="252"/>
                    <a:pt x="1351" y="252"/>
                  </a:cubicBezTo>
                  <a:lnTo>
                    <a:pt x="1351" y="252"/>
                  </a:lnTo>
                  <a:cubicBezTo>
                    <a:pt x="1351" y="252"/>
                    <a:pt x="1351" y="252"/>
                    <a:pt x="1351" y="252"/>
                  </a:cubicBezTo>
                  <a:lnTo>
                    <a:pt x="1351" y="252"/>
                  </a:lnTo>
                  <a:cubicBezTo>
                    <a:pt x="1351" y="252"/>
                    <a:pt x="1351" y="251"/>
                    <a:pt x="1352" y="251"/>
                  </a:cubicBezTo>
                  <a:close/>
                  <a:moveTo>
                    <a:pt x="610" y="129"/>
                  </a:moveTo>
                  <a:cubicBezTo>
                    <a:pt x="636" y="129"/>
                    <a:pt x="662" y="129"/>
                    <a:pt x="686" y="130"/>
                  </a:cubicBezTo>
                  <a:cubicBezTo>
                    <a:pt x="786" y="133"/>
                    <a:pt x="887" y="142"/>
                    <a:pt x="986" y="158"/>
                  </a:cubicBezTo>
                  <a:cubicBezTo>
                    <a:pt x="1088" y="177"/>
                    <a:pt x="1168" y="196"/>
                    <a:pt x="1267" y="228"/>
                  </a:cubicBezTo>
                  <a:cubicBezTo>
                    <a:pt x="1278" y="232"/>
                    <a:pt x="1290" y="234"/>
                    <a:pt x="1301" y="239"/>
                  </a:cubicBezTo>
                  <a:cubicBezTo>
                    <a:pt x="1306" y="240"/>
                    <a:pt x="1311" y="243"/>
                    <a:pt x="1316" y="244"/>
                  </a:cubicBezTo>
                  <a:cubicBezTo>
                    <a:pt x="1317" y="245"/>
                    <a:pt x="1323" y="249"/>
                    <a:pt x="1323" y="249"/>
                  </a:cubicBezTo>
                  <a:cubicBezTo>
                    <a:pt x="1324" y="249"/>
                    <a:pt x="1322" y="248"/>
                    <a:pt x="1319" y="245"/>
                  </a:cubicBezTo>
                  <a:lnTo>
                    <a:pt x="1319" y="245"/>
                  </a:lnTo>
                  <a:cubicBezTo>
                    <a:pt x="1325" y="249"/>
                    <a:pt x="1332" y="254"/>
                    <a:pt x="1338" y="258"/>
                  </a:cubicBezTo>
                  <a:lnTo>
                    <a:pt x="1338" y="258"/>
                  </a:lnTo>
                  <a:cubicBezTo>
                    <a:pt x="1333" y="260"/>
                    <a:pt x="1328" y="262"/>
                    <a:pt x="1323" y="263"/>
                  </a:cubicBezTo>
                  <a:lnTo>
                    <a:pt x="1311" y="267"/>
                  </a:lnTo>
                  <a:cubicBezTo>
                    <a:pt x="1311" y="267"/>
                    <a:pt x="1310" y="267"/>
                    <a:pt x="1309" y="267"/>
                  </a:cubicBezTo>
                  <a:lnTo>
                    <a:pt x="1309" y="267"/>
                  </a:lnTo>
                  <a:cubicBezTo>
                    <a:pt x="1310" y="267"/>
                    <a:pt x="1310" y="267"/>
                    <a:pt x="1310" y="267"/>
                  </a:cubicBezTo>
                  <a:lnTo>
                    <a:pt x="1310" y="267"/>
                  </a:lnTo>
                  <a:cubicBezTo>
                    <a:pt x="1306" y="268"/>
                    <a:pt x="1302" y="268"/>
                    <a:pt x="1299" y="270"/>
                  </a:cubicBezTo>
                  <a:cubicBezTo>
                    <a:pt x="1217" y="295"/>
                    <a:pt x="1131" y="311"/>
                    <a:pt x="1044" y="320"/>
                  </a:cubicBezTo>
                  <a:cubicBezTo>
                    <a:pt x="1022" y="322"/>
                    <a:pt x="1003" y="323"/>
                    <a:pt x="981" y="325"/>
                  </a:cubicBezTo>
                  <a:cubicBezTo>
                    <a:pt x="971" y="325"/>
                    <a:pt x="962" y="326"/>
                    <a:pt x="953" y="326"/>
                  </a:cubicBezTo>
                  <a:lnTo>
                    <a:pt x="923" y="326"/>
                  </a:lnTo>
                  <a:cubicBezTo>
                    <a:pt x="882" y="326"/>
                    <a:pt x="838" y="325"/>
                    <a:pt x="795" y="322"/>
                  </a:cubicBezTo>
                  <a:cubicBezTo>
                    <a:pt x="752" y="320"/>
                    <a:pt x="708" y="314"/>
                    <a:pt x="665" y="307"/>
                  </a:cubicBezTo>
                  <a:cubicBezTo>
                    <a:pt x="643" y="303"/>
                    <a:pt x="624" y="299"/>
                    <a:pt x="603" y="295"/>
                  </a:cubicBezTo>
                  <a:cubicBezTo>
                    <a:pt x="594" y="293"/>
                    <a:pt x="585" y="290"/>
                    <a:pt x="576" y="289"/>
                  </a:cubicBezTo>
                  <a:cubicBezTo>
                    <a:pt x="576" y="289"/>
                    <a:pt x="568" y="287"/>
                    <a:pt x="566" y="287"/>
                  </a:cubicBezTo>
                  <a:cubicBezTo>
                    <a:pt x="566" y="287"/>
                    <a:pt x="566" y="287"/>
                    <a:pt x="569" y="288"/>
                  </a:cubicBezTo>
                  <a:cubicBezTo>
                    <a:pt x="561" y="287"/>
                    <a:pt x="554" y="284"/>
                    <a:pt x="548" y="283"/>
                  </a:cubicBezTo>
                  <a:cubicBezTo>
                    <a:pt x="455" y="257"/>
                    <a:pt x="362" y="224"/>
                    <a:pt x="274" y="184"/>
                  </a:cubicBezTo>
                  <a:cubicBezTo>
                    <a:pt x="254" y="174"/>
                    <a:pt x="234" y="164"/>
                    <a:pt x="214" y="153"/>
                  </a:cubicBezTo>
                  <a:lnTo>
                    <a:pt x="214" y="153"/>
                  </a:lnTo>
                  <a:cubicBezTo>
                    <a:pt x="224" y="153"/>
                    <a:pt x="234" y="152"/>
                    <a:pt x="245" y="151"/>
                  </a:cubicBezTo>
                  <a:cubicBezTo>
                    <a:pt x="294" y="145"/>
                    <a:pt x="345" y="141"/>
                    <a:pt x="395" y="139"/>
                  </a:cubicBezTo>
                  <a:cubicBezTo>
                    <a:pt x="402" y="139"/>
                    <a:pt x="407" y="139"/>
                    <a:pt x="415" y="136"/>
                  </a:cubicBezTo>
                  <a:cubicBezTo>
                    <a:pt x="415" y="136"/>
                    <a:pt x="416" y="136"/>
                    <a:pt x="416" y="136"/>
                  </a:cubicBezTo>
                  <a:lnTo>
                    <a:pt x="416" y="136"/>
                  </a:lnTo>
                  <a:cubicBezTo>
                    <a:pt x="417" y="136"/>
                    <a:pt x="419" y="136"/>
                    <a:pt x="423" y="136"/>
                  </a:cubicBezTo>
                  <a:cubicBezTo>
                    <a:pt x="439" y="136"/>
                    <a:pt x="456" y="135"/>
                    <a:pt x="471" y="134"/>
                  </a:cubicBezTo>
                  <a:cubicBezTo>
                    <a:pt x="495" y="133"/>
                    <a:pt x="520" y="130"/>
                    <a:pt x="547" y="130"/>
                  </a:cubicBezTo>
                  <a:cubicBezTo>
                    <a:pt x="553" y="130"/>
                    <a:pt x="559" y="130"/>
                    <a:pt x="565" y="129"/>
                  </a:cubicBezTo>
                  <a:close/>
                  <a:moveTo>
                    <a:pt x="618" y="0"/>
                  </a:moveTo>
                  <a:cubicBezTo>
                    <a:pt x="568" y="0"/>
                    <a:pt x="518" y="2"/>
                    <a:pt x="468" y="5"/>
                  </a:cubicBezTo>
                  <a:cubicBezTo>
                    <a:pt x="415" y="8"/>
                    <a:pt x="362" y="18"/>
                    <a:pt x="311" y="29"/>
                  </a:cubicBezTo>
                  <a:cubicBezTo>
                    <a:pt x="257" y="40"/>
                    <a:pt x="202" y="52"/>
                    <a:pt x="151" y="74"/>
                  </a:cubicBezTo>
                  <a:cubicBezTo>
                    <a:pt x="137" y="80"/>
                    <a:pt x="124" y="86"/>
                    <a:pt x="111" y="92"/>
                  </a:cubicBezTo>
                  <a:lnTo>
                    <a:pt x="111" y="92"/>
                  </a:lnTo>
                  <a:cubicBezTo>
                    <a:pt x="103" y="88"/>
                    <a:pt x="95" y="84"/>
                    <a:pt x="87" y="80"/>
                  </a:cubicBezTo>
                  <a:cubicBezTo>
                    <a:pt x="76" y="76"/>
                    <a:pt x="64" y="73"/>
                    <a:pt x="53" y="68"/>
                  </a:cubicBezTo>
                  <a:cubicBezTo>
                    <a:pt x="42" y="63"/>
                    <a:pt x="28" y="62"/>
                    <a:pt x="17" y="58"/>
                  </a:cubicBezTo>
                  <a:cubicBezTo>
                    <a:pt x="16" y="58"/>
                    <a:pt x="15" y="58"/>
                    <a:pt x="14" y="58"/>
                  </a:cubicBezTo>
                  <a:cubicBezTo>
                    <a:pt x="7" y="58"/>
                    <a:pt x="0" y="64"/>
                    <a:pt x="4" y="71"/>
                  </a:cubicBezTo>
                  <a:cubicBezTo>
                    <a:pt x="15" y="91"/>
                    <a:pt x="26" y="108"/>
                    <a:pt x="39" y="125"/>
                  </a:cubicBezTo>
                  <a:cubicBezTo>
                    <a:pt x="55" y="145"/>
                    <a:pt x="72" y="158"/>
                    <a:pt x="92" y="173"/>
                  </a:cubicBezTo>
                  <a:cubicBezTo>
                    <a:pt x="129" y="199"/>
                    <a:pt x="168" y="223"/>
                    <a:pt x="207" y="246"/>
                  </a:cubicBezTo>
                  <a:cubicBezTo>
                    <a:pt x="290" y="293"/>
                    <a:pt x="373" y="332"/>
                    <a:pt x="464" y="360"/>
                  </a:cubicBezTo>
                  <a:cubicBezTo>
                    <a:pt x="617" y="411"/>
                    <a:pt x="776" y="436"/>
                    <a:pt x="937" y="436"/>
                  </a:cubicBezTo>
                  <a:cubicBezTo>
                    <a:pt x="967" y="436"/>
                    <a:pt x="997" y="435"/>
                    <a:pt x="1027" y="433"/>
                  </a:cubicBezTo>
                  <a:cubicBezTo>
                    <a:pt x="1119" y="427"/>
                    <a:pt x="1209" y="415"/>
                    <a:pt x="1299" y="392"/>
                  </a:cubicBezTo>
                  <a:cubicBezTo>
                    <a:pt x="1348" y="380"/>
                    <a:pt x="1411" y="369"/>
                    <a:pt x="1443" y="325"/>
                  </a:cubicBezTo>
                  <a:cubicBezTo>
                    <a:pt x="1482" y="272"/>
                    <a:pt x="1459" y="210"/>
                    <a:pt x="1415" y="168"/>
                  </a:cubicBezTo>
                  <a:cubicBezTo>
                    <a:pt x="1377" y="134"/>
                    <a:pt x="1326" y="119"/>
                    <a:pt x="1278" y="104"/>
                  </a:cubicBezTo>
                  <a:cubicBezTo>
                    <a:pt x="1224" y="86"/>
                    <a:pt x="1169" y="73"/>
                    <a:pt x="1115" y="58"/>
                  </a:cubicBezTo>
                  <a:cubicBezTo>
                    <a:pt x="1010" y="34"/>
                    <a:pt x="906" y="18"/>
                    <a:pt x="799" y="8"/>
                  </a:cubicBezTo>
                  <a:cubicBezTo>
                    <a:pt x="739" y="3"/>
                    <a:pt x="678" y="0"/>
                    <a:pt x="61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dk1"/>
                </a:solidFill>
                <a:effectLst/>
                <a:uFillTx/>
                <a:latin typeface="IM Fell French Canon SC"/>
              </a:rPr>
              <a:t>Key KPIs Overview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The dashboard tracks six key performance indicators: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Total Sales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Total Profit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Total Quantity Sold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Profit Margin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Average Order Value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, and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Top Performing Category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. These KPIs provide a comprehensive view of business health by measuring revenue, profitability, efficiency, and sales trends.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74" name="image6999ed3923be2" descr="image6999ed3923be7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dk1"/>
                </a:solidFill>
                <a:effectLst/>
                <a:uFillTx/>
                <a:latin typeface="IM Fell French Canon SC"/>
              </a:rPr>
              <a:t>KPI Formulas and Significance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6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Each KPI is calculated using specific formulas, such as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Sum of Amount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for Total Sales and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(Total Profit / Total Sales) × 100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for Profit Margin. Understanding these formulas helps analyze data accurately and interpret business performance effectively through clear, quantifiable measures.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dk1"/>
                </a:solidFill>
                <a:effectLst/>
                <a:uFillTx/>
                <a:latin typeface="IM Fell French Canon SC"/>
              </a:rPr>
              <a:t>Sample KPI Metrics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Example KPI values can be displayed in large, bold fonts for emphasis. For instance,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Total Sales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might be ₹45,00,000,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Total Profit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₹8,50,000,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Total Quantity Sold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12,500 units, and a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Profit Margin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 of 18%. These figures provide a snapshot of business health and help stakeholders quickly grasp performance data.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0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IM Fell French Canon SC"/>
              </a:rPr>
              <a:t>Dashboard Design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81" name="image6999ed39340e4" descr="image6999ed39340e8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dk1"/>
                </a:solidFill>
                <a:effectLst/>
                <a:uFillTx/>
                <a:latin typeface="IM Fell French Canon SC"/>
              </a:rPr>
              <a:t>Layout and Structure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A well-organized dashboard uses a clean layout, grouping related KPIs together for easy comparison. Common layout sections include a headline area, key KPIs at the top, followed by visual charts like line and bar charts below, ensuring that the most important data is immediately visible and accessible.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dk1"/>
                </a:solidFill>
                <a:effectLst/>
                <a:uFillTx/>
                <a:latin typeface="IM Fell French Canon SC"/>
              </a:rPr>
              <a:t>Recommended Chart Types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5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Use charts that best represent each metric: line charts for sales trends, bar charts for category-wise sales, scatter plots for sales versus profit correlations, and heatmaps to show relationships between multiple variables. These graphical tools enhance data comprehension and highlight insights effectively.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86" name="image6999ed3943854" descr="image6999ed3943856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dk1"/>
                </a:solidFill>
                <a:effectLst/>
                <a:uFillTx/>
                <a:latin typeface="IM Fell French Canon SC"/>
              </a:rPr>
              <a:t>Design Best Practices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Barlow"/>
              </a:rPr>
              <a:t>Maintain a professional look with a clean background and a limited color palette of 3-4 main colors. Highlight KPI values with large fonts and use meaningful icons to aid recognition. Simplicity is key—avoid clutter to ensure the dashboard remains clear and focused on key insights.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ubTitle"/>
          </p:nvPr>
        </p:nvSpPr>
        <p:spPr>
          <a:xfrm>
            <a:off x="4896000" y="1828800"/>
            <a:ext cx="3524040" cy="20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77500" lnSpcReduction="19999"/>
          </a:bodyPr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This Sales Performance Dashboard consolidates vital KPIs and uses effective visualizations to deliver a clear, actionable overview of business health. Designed with clarity and professionalism, it supports timely and informed decision-making, enabling management to monitor trends, spot issues early, and drive growth.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0" name="Google Shape;1184;p40"/>
          <p:cNvSpPr/>
          <p:nvPr/>
        </p:nvSpPr>
        <p:spPr>
          <a:xfrm>
            <a:off x="1344240" y="1620000"/>
            <a:ext cx="2559960" cy="255996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91" name="Google Shape;1185;p40"/>
          <p:cNvGrpSpPr/>
          <p:nvPr/>
        </p:nvGrpSpPr>
        <p:grpSpPr>
          <a:xfrm>
            <a:off x="1137600" y="1492200"/>
            <a:ext cx="2972880" cy="2742840"/>
            <a:chOff x="1137600" y="1492200"/>
            <a:chExt cx="2972880" cy="2742840"/>
          </a:xfrm>
        </p:grpSpPr>
        <p:sp>
          <p:nvSpPr>
            <p:cNvPr id="292" name="Google Shape;1186;p40"/>
            <p:cNvSpPr/>
            <p:nvPr/>
          </p:nvSpPr>
          <p:spPr>
            <a:xfrm>
              <a:off x="2481480" y="310716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8" h="13">
                  <a:moveTo>
                    <a:pt x="10" y="0"/>
                  </a:moveTo>
                  <a:cubicBezTo>
                    <a:pt x="1" y="0"/>
                    <a:pt x="0" y="12"/>
                    <a:pt x="8" y="12"/>
                  </a:cubicBezTo>
                  <a:cubicBezTo>
                    <a:pt x="17" y="12"/>
                    <a:pt x="18" y="0"/>
                    <a:pt x="1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187;p40"/>
            <p:cNvSpPr/>
            <p:nvPr/>
          </p:nvSpPr>
          <p:spPr>
            <a:xfrm>
              <a:off x="2720520" y="3913920"/>
              <a:ext cx="335520" cy="321120"/>
            </a:xfrm>
            <a:custGeom>
              <a:avLst/>
              <a:gdLst>
                <a:gd name="textAreaLeft" fmla="*/ 0 w 335520"/>
                <a:gd name="textAreaRight" fmla="*/ 335880 w 33552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2965" h="2897">
                  <a:moveTo>
                    <a:pt x="1335" y="537"/>
                  </a:moveTo>
                  <a:cubicBezTo>
                    <a:pt x="1335" y="537"/>
                    <a:pt x="1335" y="537"/>
                    <a:pt x="1335" y="537"/>
                  </a:cubicBezTo>
                  <a:cubicBezTo>
                    <a:pt x="1335" y="537"/>
                    <a:pt x="1335" y="537"/>
                    <a:pt x="1335" y="537"/>
                  </a:cubicBezTo>
                  <a:close/>
                  <a:moveTo>
                    <a:pt x="380" y="2479"/>
                  </a:moveTo>
                  <a:cubicBezTo>
                    <a:pt x="379" y="2480"/>
                    <a:pt x="379" y="2480"/>
                    <a:pt x="378" y="2480"/>
                  </a:cubicBezTo>
                  <a:lnTo>
                    <a:pt x="378" y="2480"/>
                  </a:lnTo>
                  <a:cubicBezTo>
                    <a:pt x="374" y="2482"/>
                    <a:pt x="371" y="2482"/>
                    <a:pt x="371" y="2482"/>
                  </a:cubicBezTo>
                  <a:cubicBezTo>
                    <a:pt x="370" y="2482"/>
                    <a:pt x="373" y="2481"/>
                    <a:pt x="380" y="2479"/>
                  </a:cubicBezTo>
                  <a:close/>
                  <a:moveTo>
                    <a:pt x="2555" y="168"/>
                  </a:moveTo>
                  <a:cubicBezTo>
                    <a:pt x="2556" y="168"/>
                    <a:pt x="2564" y="169"/>
                    <a:pt x="2565" y="169"/>
                  </a:cubicBezTo>
                  <a:lnTo>
                    <a:pt x="2658" y="169"/>
                  </a:lnTo>
                  <a:cubicBezTo>
                    <a:pt x="2696" y="169"/>
                    <a:pt x="2731" y="171"/>
                    <a:pt x="2768" y="173"/>
                  </a:cubicBezTo>
                  <a:cubicBezTo>
                    <a:pt x="2772" y="173"/>
                    <a:pt x="2775" y="174"/>
                    <a:pt x="2779" y="174"/>
                  </a:cubicBezTo>
                  <a:lnTo>
                    <a:pt x="2779" y="174"/>
                  </a:lnTo>
                  <a:cubicBezTo>
                    <a:pt x="2771" y="205"/>
                    <a:pt x="2762" y="235"/>
                    <a:pt x="2753" y="266"/>
                  </a:cubicBezTo>
                  <a:cubicBezTo>
                    <a:pt x="2735" y="328"/>
                    <a:pt x="2715" y="388"/>
                    <a:pt x="2693" y="448"/>
                  </a:cubicBezTo>
                  <a:cubicBezTo>
                    <a:pt x="2648" y="568"/>
                    <a:pt x="2596" y="687"/>
                    <a:pt x="2537" y="802"/>
                  </a:cubicBezTo>
                  <a:cubicBezTo>
                    <a:pt x="2530" y="815"/>
                    <a:pt x="2522" y="830"/>
                    <a:pt x="2515" y="843"/>
                  </a:cubicBezTo>
                  <a:cubicBezTo>
                    <a:pt x="2510" y="850"/>
                    <a:pt x="2508" y="855"/>
                    <a:pt x="2504" y="863"/>
                  </a:cubicBezTo>
                  <a:cubicBezTo>
                    <a:pt x="2503" y="863"/>
                    <a:pt x="2499" y="871"/>
                    <a:pt x="2499" y="871"/>
                  </a:cubicBezTo>
                  <a:cubicBezTo>
                    <a:pt x="2499" y="871"/>
                    <a:pt x="2500" y="870"/>
                    <a:pt x="2502" y="867"/>
                  </a:cubicBezTo>
                  <a:lnTo>
                    <a:pt x="2502" y="867"/>
                  </a:lnTo>
                  <a:cubicBezTo>
                    <a:pt x="2500" y="870"/>
                    <a:pt x="2499" y="874"/>
                    <a:pt x="2498" y="875"/>
                  </a:cubicBezTo>
                  <a:cubicBezTo>
                    <a:pt x="2483" y="902"/>
                    <a:pt x="2467" y="929"/>
                    <a:pt x="2451" y="956"/>
                  </a:cubicBezTo>
                  <a:cubicBezTo>
                    <a:pt x="2418" y="1012"/>
                    <a:pt x="2383" y="1067"/>
                    <a:pt x="2346" y="1121"/>
                  </a:cubicBezTo>
                  <a:cubicBezTo>
                    <a:pt x="2273" y="1226"/>
                    <a:pt x="2195" y="1329"/>
                    <a:pt x="2111" y="1425"/>
                  </a:cubicBezTo>
                  <a:cubicBezTo>
                    <a:pt x="2091" y="1450"/>
                    <a:pt x="2069" y="1473"/>
                    <a:pt x="2048" y="1496"/>
                  </a:cubicBezTo>
                  <a:cubicBezTo>
                    <a:pt x="2037" y="1508"/>
                    <a:pt x="2026" y="1522"/>
                    <a:pt x="2015" y="1533"/>
                  </a:cubicBezTo>
                  <a:lnTo>
                    <a:pt x="2008" y="1539"/>
                  </a:lnTo>
                  <a:cubicBezTo>
                    <a:pt x="2008" y="1540"/>
                    <a:pt x="2006" y="1541"/>
                    <a:pt x="2004" y="1543"/>
                  </a:cubicBezTo>
                  <a:lnTo>
                    <a:pt x="2004" y="1543"/>
                  </a:lnTo>
                  <a:lnTo>
                    <a:pt x="2005" y="1541"/>
                  </a:lnTo>
                  <a:lnTo>
                    <a:pt x="2005" y="1541"/>
                  </a:lnTo>
                  <a:cubicBezTo>
                    <a:pt x="2002" y="1545"/>
                    <a:pt x="2001" y="1546"/>
                    <a:pt x="2001" y="1546"/>
                  </a:cubicBezTo>
                  <a:cubicBezTo>
                    <a:pt x="2001" y="1546"/>
                    <a:pt x="2002" y="1545"/>
                    <a:pt x="2004" y="1543"/>
                  </a:cubicBezTo>
                  <a:lnTo>
                    <a:pt x="2004" y="1543"/>
                  </a:lnTo>
                  <a:lnTo>
                    <a:pt x="2003" y="1545"/>
                  </a:lnTo>
                  <a:cubicBezTo>
                    <a:pt x="2000" y="1549"/>
                    <a:pt x="1995" y="1551"/>
                    <a:pt x="1993" y="1556"/>
                  </a:cubicBezTo>
                  <a:cubicBezTo>
                    <a:pt x="1948" y="1602"/>
                    <a:pt x="1901" y="1648"/>
                    <a:pt x="1852" y="1692"/>
                  </a:cubicBezTo>
                  <a:cubicBezTo>
                    <a:pt x="1758" y="1778"/>
                    <a:pt x="1658" y="1860"/>
                    <a:pt x="1555" y="1936"/>
                  </a:cubicBezTo>
                  <a:cubicBezTo>
                    <a:pt x="1501" y="1974"/>
                    <a:pt x="1448" y="2011"/>
                    <a:pt x="1393" y="2047"/>
                  </a:cubicBezTo>
                  <a:cubicBezTo>
                    <a:pt x="1380" y="2055"/>
                    <a:pt x="1368" y="2063"/>
                    <a:pt x="1356" y="2071"/>
                  </a:cubicBezTo>
                  <a:cubicBezTo>
                    <a:pt x="1349" y="2074"/>
                    <a:pt x="1342" y="2078"/>
                    <a:pt x="1335" y="2084"/>
                  </a:cubicBezTo>
                  <a:cubicBezTo>
                    <a:pt x="1333" y="2085"/>
                    <a:pt x="1330" y="2087"/>
                    <a:pt x="1328" y="2089"/>
                  </a:cubicBezTo>
                  <a:cubicBezTo>
                    <a:pt x="1334" y="2085"/>
                    <a:pt x="1336" y="2083"/>
                    <a:pt x="1337" y="2083"/>
                  </a:cubicBezTo>
                  <a:lnTo>
                    <a:pt x="1337" y="2083"/>
                  </a:lnTo>
                  <a:cubicBezTo>
                    <a:pt x="1337" y="2083"/>
                    <a:pt x="1331" y="2088"/>
                    <a:pt x="1328" y="2089"/>
                  </a:cubicBezTo>
                  <a:cubicBezTo>
                    <a:pt x="1300" y="2106"/>
                    <a:pt x="1270" y="2123"/>
                    <a:pt x="1242" y="2139"/>
                  </a:cubicBezTo>
                  <a:cubicBezTo>
                    <a:pt x="1130" y="2204"/>
                    <a:pt x="1015" y="2261"/>
                    <a:pt x="895" y="2312"/>
                  </a:cubicBezTo>
                  <a:cubicBezTo>
                    <a:pt x="836" y="2336"/>
                    <a:pt x="776" y="2360"/>
                    <a:pt x="716" y="2381"/>
                  </a:cubicBezTo>
                  <a:cubicBezTo>
                    <a:pt x="686" y="2392"/>
                    <a:pt x="654" y="2403"/>
                    <a:pt x="622" y="2413"/>
                  </a:cubicBezTo>
                  <a:cubicBezTo>
                    <a:pt x="615" y="2417"/>
                    <a:pt x="608" y="2419"/>
                    <a:pt x="599" y="2420"/>
                  </a:cubicBezTo>
                  <a:cubicBezTo>
                    <a:pt x="597" y="2422"/>
                    <a:pt x="593" y="2422"/>
                    <a:pt x="590" y="2423"/>
                  </a:cubicBezTo>
                  <a:cubicBezTo>
                    <a:pt x="589" y="2423"/>
                    <a:pt x="581" y="2426"/>
                    <a:pt x="580" y="2426"/>
                  </a:cubicBezTo>
                  <a:cubicBezTo>
                    <a:pt x="580" y="2426"/>
                    <a:pt x="581" y="2426"/>
                    <a:pt x="584" y="2424"/>
                  </a:cubicBezTo>
                  <a:cubicBezTo>
                    <a:pt x="588" y="2423"/>
                    <a:pt x="589" y="2423"/>
                    <a:pt x="589" y="2423"/>
                  </a:cubicBezTo>
                  <a:lnTo>
                    <a:pt x="589" y="2423"/>
                  </a:lnTo>
                  <a:cubicBezTo>
                    <a:pt x="589" y="2423"/>
                    <a:pt x="580" y="2425"/>
                    <a:pt x="579" y="2425"/>
                  </a:cubicBezTo>
                  <a:cubicBezTo>
                    <a:pt x="576" y="2428"/>
                    <a:pt x="572" y="2428"/>
                    <a:pt x="570" y="2429"/>
                  </a:cubicBezTo>
                  <a:lnTo>
                    <a:pt x="540" y="2438"/>
                  </a:lnTo>
                  <a:cubicBezTo>
                    <a:pt x="536" y="2439"/>
                    <a:pt x="531" y="2440"/>
                    <a:pt x="527" y="2441"/>
                  </a:cubicBezTo>
                  <a:lnTo>
                    <a:pt x="527" y="2441"/>
                  </a:lnTo>
                  <a:cubicBezTo>
                    <a:pt x="641" y="2304"/>
                    <a:pt x="754" y="2168"/>
                    <a:pt x="867" y="2031"/>
                  </a:cubicBezTo>
                  <a:cubicBezTo>
                    <a:pt x="968" y="1908"/>
                    <a:pt x="1069" y="1785"/>
                    <a:pt x="1174" y="1665"/>
                  </a:cubicBezTo>
                  <a:cubicBezTo>
                    <a:pt x="1198" y="1637"/>
                    <a:pt x="1224" y="1609"/>
                    <a:pt x="1248" y="1580"/>
                  </a:cubicBezTo>
                  <a:cubicBezTo>
                    <a:pt x="1263" y="1567"/>
                    <a:pt x="1275" y="1551"/>
                    <a:pt x="1289" y="1538"/>
                  </a:cubicBezTo>
                  <a:cubicBezTo>
                    <a:pt x="1295" y="1530"/>
                    <a:pt x="1301" y="1525"/>
                    <a:pt x="1307" y="1518"/>
                  </a:cubicBezTo>
                  <a:cubicBezTo>
                    <a:pt x="1307" y="1517"/>
                    <a:pt x="1308" y="1517"/>
                    <a:pt x="1308" y="1516"/>
                  </a:cubicBezTo>
                  <a:lnTo>
                    <a:pt x="1317" y="1507"/>
                  </a:lnTo>
                  <a:cubicBezTo>
                    <a:pt x="1320" y="1503"/>
                    <a:pt x="1324" y="1500"/>
                    <a:pt x="1328" y="1495"/>
                  </a:cubicBezTo>
                  <a:cubicBezTo>
                    <a:pt x="1338" y="1483"/>
                    <a:pt x="1351" y="1469"/>
                    <a:pt x="1363" y="1457"/>
                  </a:cubicBezTo>
                  <a:cubicBezTo>
                    <a:pt x="1369" y="1450"/>
                    <a:pt x="1377" y="1443"/>
                    <a:pt x="1382" y="1436"/>
                  </a:cubicBezTo>
                  <a:cubicBezTo>
                    <a:pt x="1384" y="1433"/>
                    <a:pt x="1387" y="1431"/>
                    <a:pt x="1389" y="1428"/>
                  </a:cubicBezTo>
                  <a:lnTo>
                    <a:pt x="1389" y="1428"/>
                  </a:lnTo>
                  <a:lnTo>
                    <a:pt x="1389" y="1428"/>
                  </a:lnTo>
                  <a:lnTo>
                    <a:pt x="1389" y="1428"/>
                  </a:lnTo>
                  <a:lnTo>
                    <a:pt x="1397" y="1419"/>
                  </a:lnTo>
                  <a:lnTo>
                    <a:pt x="1434" y="1382"/>
                  </a:lnTo>
                  <a:lnTo>
                    <a:pt x="1444" y="1373"/>
                  </a:lnTo>
                  <a:cubicBezTo>
                    <a:pt x="1448" y="1369"/>
                    <a:pt x="1458" y="1359"/>
                    <a:pt x="1459" y="1359"/>
                  </a:cubicBezTo>
                  <a:lnTo>
                    <a:pt x="1459" y="1359"/>
                  </a:lnTo>
                  <a:cubicBezTo>
                    <a:pt x="1459" y="1359"/>
                    <a:pt x="1458" y="1360"/>
                    <a:pt x="1455" y="1363"/>
                  </a:cubicBezTo>
                  <a:lnTo>
                    <a:pt x="1476" y="1343"/>
                  </a:lnTo>
                  <a:cubicBezTo>
                    <a:pt x="1537" y="1283"/>
                    <a:pt x="1603" y="1228"/>
                    <a:pt x="1668" y="1172"/>
                  </a:cubicBezTo>
                  <a:cubicBezTo>
                    <a:pt x="1699" y="1145"/>
                    <a:pt x="1732" y="1119"/>
                    <a:pt x="1765" y="1093"/>
                  </a:cubicBezTo>
                  <a:cubicBezTo>
                    <a:pt x="1781" y="1080"/>
                    <a:pt x="1800" y="1068"/>
                    <a:pt x="1816" y="1056"/>
                  </a:cubicBezTo>
                  <a:cubicBezTo>
                    <a:pt x="1833" y="1044"/>
                    <a:pt x="1850" y="1030"/>
                    <a:pt x="1868" y="1020"/>
                  </a:cubicBezTo>
                  <a:cubicBezTo>
                    <a:pt x="1901" y="1003"/>
                    <a:pt x="1885" y="954"/>
                    <a:pt x="1856" y="954"/>
                  </a:cubicBezTo>
                  <a:cubicBezTo>
                    <a:pt x="1851" y="954"/>
                    <a:pt x="1846" y="955"/>
                    <a:pt x="1840" y="958"/>
                  </a:cubicBezTo>
                  <a:cubicBezTo>
                    <a:pt x="1807" y="976"/>
                    <a:pt x="1770" y="990"/>
                    <a:pt x="1736" y="1008"/>
                  </a:cubicBezTo>
                  <a:cubicBezTo>
                    <a:pt x="1720" y="1016"/>
                    <a:pt x="1702" y="1025"/>
                    <a:pt x="1686" y="1034"/>
                  </a:cubicBezTo>
                  <a:cubicBezTo>
                    <a:pt x="1679" y="1038"/>
                    <a:pt x="1670" y="1042"/>
                    <a:pt x="1664" y="1046"/>
                  </a:cubicBezTo>
                  <a:cubicBezTo>
                    <a:pt x="1659" y="1049"/>
                    <a:pt x="1655" y="1051"/>
                    <a:pt x="1651" y="1053"/>
                  </a:cubicBezTo>
                  <a:cubicBezTo>
                    <a:pt x="1647" y="1055"/>
                    <a:pt x="1644" y="1057"/>
                    <a:pt x="1640" y="1060"/>
                  </a:cubicBezTo>
                  <a:cubicBezTo>
                    <a:pt x="1637" y="1063"/>
                    <a:pt x="1635" y="1064"/>
                    <a:pt x="1635" y="1064"/>
                  </a:cubicBezTo>
                  <a:cubicBezTo>
                    <a:pt x="1634" y="1064"/>
                    <a:pt x="1635" y="1064"/>
                    <a:pt x="1636" y="1063"/>
                  </a:cubicBezTo>
                  <a:lnTo>
                    <a:pt x="1636" y="1063"/>
                  </a:lnTo>
                  <a:cubicBezTo>
                    <a:pt x="1566" y="1102"/>
                    <a:pt x="1501" y="1148"/>
                    <a:pt x="1440" y="1199"/>
                  </a:cubicBezTo>
                  <a:cubicBezTo>
                    <a:pt x="1318" y="1298"/>
                    <a:pt x="1203" y="1406"/>
                    <a:pt x="1098" y="1523"/>
                  </a:cubicBezTo>
                  <a:cubicBezTo>
                    <a:pt x="990" y="1639"/>
                    <a:pt x="889" y="1760"/>
                    <a:pt x="787" y="1881"/>
                  </a:cubicBezTo>
                  <a:cubicBezTo>
                    <a:pt x="671" y="2019"/>
                    <a:pt x="554" y="2159"/>
                    <a:pt x="436" y="2297"/>
                  </a:cubicBezTo>
                  <a:cubicBezTo>
                    <a:pt x="376" y="2367"/>
                    <a:pt x="318" y="2437"/>
                    <a:pt x="259" y="2507"/>
                  </a:cubicBezTo>
                  <a:lnTo>
                    <a:pt x="259" y="2507"/>
                  </a:lnTo>
                  <a:cubicBezTo>
                    <a:pt x="245" y="2510"/>
                    <a:pt x="231" y="2512"/>
                    <a:pt x="216" y="2517"/>
                  </a:cubicBezTo>
                  <a:lnTo>
                    <a:pt x="195" y="2520"/>
                  </a:lnTo>
                  <a:lnTo>
                    <a:pt x="195" y="2520"/>
                  </a:lnTo>
                  <a:cubicBezTo>
                    <a:pt x="197" y="2479"/>
                    <a:pt x="200" y="2437"/>
                    <a:pt x="203" y="2396"/>
                  </a:cubicBezTo>
                  <a:cubicBezTo>
                    <a:pt x="210" y="2324"/>
                    <a:pt x="219" y="2253"/>
                    <a:pt x="232" y="2182"/>
                  </a:cubicBezTo>
                  <a:cubicBezTo>
                    <a:pt x="237" y="2148"/>
                    <a:pt x="244" y="2112"/>
                    <a:pt x="252" y="2080"/>
                  </a:cubicBezTo>
                  <a:cubicBezTo>
                    <a:pt x="256" y="2065"/>
                    <a:pt x="259" y="2049"/>
                    <a:pt x="262" y="2034"/>
                  </a:cubicBezTo>
                  <a:lnTo>
                    <a:pt x="262" y="2034"/>
                  </a:lnTo>
                  <a:cubicBezTo>
                    <a:pt x="263" y="2032"/>
                    <a:pt x="263" y="2031"/>
                    <a:pt x="263" y="2029"/>
                  </a:cubicBezTo>
                  <a:lnTo>
                    <a:pt x="263" y="2029"/>
                  </a:lnTo>
                  <a:cubicBezTo>
                    <a:pt x="263" y="2029"/>
                    <a:pt x="263" y="2029"/>
                    <a:pt x="263" y="2029"/>
                  </a:cubicBezTo>
                  <a:cubicBezTo>
                    <a:pt x="264" y="2028"/>
                    <a:pt x="264" y="2027"/>
                    <a:pt x="264" y="2027"/>
                  </a:cubicBezTo>
                  <a:lnTo>
                    <a:pt x="264" y="2027"/>
                  </a:lnTo>
                  <a:cubicBezTo>
                    <a:pt x="264" y="2026"/>
                    <a:pt x="264" y="2025"/>
                    <a:pt x="264" y="2023"/>
                  </a:cubicBezTo>
                  <a:cubicBezTo>
                    <a:pt x="268" y="2013"/>
                    <a:pt x="270" y="2003"/>
                    <a:pt x="273" y="1992"/>
                  </a:cubicBezTo>
                  <a:cubicBezTo>
                    <a:pt x="309" y="1854"/>
                    <a:pt x="358" y="1719"/>
                    <a:pt x="417" y="1590"/>
                  </a:cubicBezTo>
                  <a:cubicBezTo>
                    <a:pt x="432" y="1557"/>
                    <a:pt x="447" y="1525"/>
                    <a:pt x="463" y="1494"/>
                  </a:cubicBezTo>
                  <a:cubicBezTo>
                    <a:pt x="472" y="1479"/>
                    <a:pt x="479" y="1462"/>
                    <a:pt x="487" y="1447"/>
                  </a:cubicBezTo>
                  <a:lnTo>
                    <a:pt x="499" y="1423"/>
                  </a:lnTo>
                  <a:cubicBezTo>
                    <a:pt x="500" y="1421"/>
                    <a:pt x="502" y="1419"/>
                    <a:pt x="503" y="1417"/>
                  </a:cubicBezTo>
                  <a:lnTo>
                    <a:pt x="503" y="1417"/>
                  </a:lnTo>
                  <a:cubicBezTo>
                    <a:pt x="501" y="1420"/>
                    <a:pt x="499" y="1425"/>
                    <a:pt x="499" y="1425"/>
                  </a:cubicBezTo>
                  <a:cubicBezTo>
                    <a:pt x="499" y="1425"/>
                    <a:pt x="500" y="1422"/>
                    <a:pt x="505" y="1413"/>
                  </a:cubicBezTo>
                  <a:lnTo>
                    <a:pt x="505" y="1413"/>
                  </a:lnTo>
                  <a:cubicBezTo>
                    <a:pt x="505" y="1414"/>
                    <a:pt x="504" y="1415"/>
                    <a:pt x="503" y="1417"/>
                  </a:cubicBezTo>
                  <a:lnTo>
                    <a:pt x="503" y="1417"/>
                  </a:lnTo>
                  <a:cubicBezTo>
                    <a:pt x="503" y="1416"/>
                    <a:pt x="504" y="1415"/>
                    <a:pt x="504" y="1414"/>
                  </a:cubicBezTo>
                  <a:cubicBezTo>
                    <a:pt x="538" y="1353"/>
                    <a:pt x="576" y="1292"/>
                    <a:pt x="616" y="1233"/>
                  </a:cubicBezTo>
                  <a:cubicBezTo>
                    <a:pt x="655" y="1174"/>
                    <a:pt x="698" y="1116"/>
                    <a:pt x="743" y="1061"/>
                  </a:cubicBezTo>
                  <a:cubicBezTo>
                    <a:pt x="767" y="1033"/>
                    <a:pt x="790" y="1005"/>
                    <a:pt x="814" y="978"/>
                  </a:cubicBezTo>
                  <a:lnTo>
                    <a:pt x="847" y="941"/>
                  </a:lnTo>
                  <a:cubicBezTo>
                    <a:pt x="852" y="934"/>
                    <a:pt x="859" y="926"/>
                    <a:pt x="866" y="920"/>
                  </a:cubicBezTo>
                  <a:cubicBezTo>
                    <a:pt x="868" y="918"/>
                    <a:pt x="872" y="914"/>
                    <a:pt x="873" y="912"/>
                  </a:cubicBezTo>
                  <a:lnTo>
                    <a:pt x="874" y="910"/>
                  </a:lnTo>
                  <a:cubicBezTo>
                    <a:pt x="974" y="808"/>
                    <a:pt x="1083" y="712"/>
                    <a:pt x="1199" y="629"/>
                  </a:cubicBezTo>
                  <a:cubicBezTo>
                    <a:pt x="1226" y="608"/>
                    <a:pt x="1256" y="589"/>
                    <a:pt x="1285" y="570"/>
                  </a:cubicBezTo>
                  <a:cubicBezTo>
                    <a:pt x="1300" y="561"/>
                    <a:pt x="1314" y="550"/>
                    <a:pt x="1331" y="540"/>
                  </a:cubicBezTo>
                  <a:cubicBezTo>
                    <a:pt x="1333" y="539"/>
                    <a:pt x="1337" y="537"/>
                    <a:pt x="1339" y="535"/>
                  </a:cubicBezTo>
                  <a:lnTo>
                    <a:pt x="1339" y="535"/>
                  </a:lnTo>
                  <a:cubicBezTo>
                    <a:pt x="1348" y="532"/>
                    <a:pt x="1356" y="524"/>
                    <a:pt x="1364" y="520"/>
                  </a:cubicBezTo>
                  <a:cubicBezTo>
                    <a:pt x="1426" y="484"/>
                    <a:pt x="1488" y="451"/>
                    <a:pt x="1553" y="419"/>
                  </a:cubicBezTo>
                  <a:cubicBezTo>
                    <a:pt x="1616" y="387"/>
                    <a:pt x="1681" y="359"/>
                    <a:pt x="1748" y="333"/>
                  </a:cubicBezTo>
                  <a:cubicBezTo>
                    <a:pt x="1783" y="320"/>
                    <a:pt x="1817" y="308"/>
                    <a:pt x="1851" y="297"/>
                  </a:cubicBezTo>
                  <a:cubicBezTo>
                    <a:pt x="1867" y="292"/>
                    <a:pt x="1883" y="286"/>
                    <a:pt x="1899" y="282"/>
                  </a:cubicBezTo>
                  <a:cubicBezTo>
                    <a:pt x="1905" y="279"/>
                    <a:pt x="1912" y="277"/>
                    <a:pt x="1919" y="275"/>
                  </a:cubicBezTo>
                  <a:lnTo>
                    <a:pt x="1919" y="275"/>
                  </a:lnTo>
                  <a:cubicBezTo>
                    <a:pt x="1918" y="275"/>
                    <a:pt x="1918" y="275"/>
                    <a:pt x="1918" y="275"/>
                  </a:cubicBezTo>
                  <a:cubicBezTo>
                    <a:pt x="1918" y="275"/>
                    <a:pt x="1919" y="275"/>
                    <a:pt x="1919" y="275"/>
                  </a:cubicBezTo>
                  <a:lnTo>
                    <a:pt x="1919" y="275"/>
                  </a:lnTo>
                  <a:cubicBezTo>
                    <a:pt x="1919" y="275"/>
                    <a:pt x="1919" y="275"/>
                    <a:pt x="1919" y="275"/>
                  </a:cubicBezTo>
                  <a:lnTo>
                    <a:pt x="1919" y="275"/>
                  </a:lnTo>
                  <a:cubicBezTo>
                    <a:pt x="1919" y="274"/>
                    <a:pt x="1920" y="274"/>
                    <a:pt x="1921" y="273"/>
                  </a:cubicBezTo>
                  <a:lnTo>
                    <a:pt x="1921" y="273"/>
                  </a:lnTo>
                  <a:cubicBezTo>
                    <a:pt x="1921" y="274"/>
                    <a:pt x="1920" y="274"/>
                    <a:pt x="1919" y="275"/>
                  </a:cubicBezTo>
                  <a:lnTo>
                    <a:pt x="1919" y="275"/>
                  </a:lnTo>
                  <a:cubicBezTo>
                    <a:pt x="1920" y="274"/>
                    <a:pt x="1922" y="274"/>
                    <a:pt x="1924" y="273"/>
                  </a:cubicBezTo>
                  <a:cubicBezTo>
                    <a:pt x="1926" y="273"/>
                    <a:pt x="1927" y="272"/>
                    <a:pt x="1928" y="272"/>
                  </a:cubicBezTo>
                  <a:lnTo>
                    <a:pt x="1928" y="272"/>
                  </a:lnTo>
                  <a:cubicBezTo>
                    <a:pt x="1930" y="271"/>
                    <a:pt x="1932" y="271"/>
                    <a:pt x="1934" y="271"/>
                  </a:cubicBezTo>
                  <a:cubicBezTo>
                    <a:pt x="2071" y="229"/>
                    <a:pt x="2213" y="201"/>
                    <a:pt x="2355" y="184"/>
                  </a:cubicBezTo>
                  <a:cubicBezTo>
                    <a:pt x="2391" y="180"/>
                    <a:pt x="2427" y="176"/>
                    <a:pt x="2461" y="173"/>
                  </a:cubicBezTo>
                  <a:cubicBezTo>
                    <a:pt x="2478" y="172"/>
                    <a:pt x="2495" y="171"/>
                    <a:pt x="2514" y="171"/>
                  </a:cubicBezTo>
                  <a:cubicBezTo>
                    <a:pt x="2521" y="171"/>
                    <a:pt x="2530" y="169"/>
                    <a:pt x="2538" y="169"/>
                  </a:cubicBezTo>
                  <a:lnTo>
                    <a:pt x="2552" y="169"/>
                  </a:lnTo>
                  <a:cubicBezTo>
                    <a:pt x="2554" y="169"/>
                    <a:pt x="2563" y="170"/>
                    <a:pt x="2565" y="170"/>
                  </a:cubicBezTo>
                  <a:cubicBezTo>
                    <a:pt x="2566" y="170"/>
                    <a:pt x="2564" y="169"/>
                    <a:pt x="2560" y="169"/>
                  </a:cubicBezTo>
                  <a:cubicBezTo>
                    <a:pt x="2555" y="168"/>
                    <a:pt x="2554" y="168"/>
                    <a:pt x="2555" y="168"/>
                  </a:cubicBezTo>
                  <a:close/>
                  <a:moveTo>
                    <a:pt x="2618" y="1"/>
                  </a:moveTo>
                  <a:cubicBezTo>
                    <a:pt x="2412" y="1"/>
                    <a:pt x="2206" y="25"/>
                    <a:pt x="2006" y="74"/>
                  </a:cubicBezTo>
                  <a:cubicBezTo>
                    <a:pt x="1713" y="146"/>
                    <a:pt x="1433" y="265"/>
                    <a:pt x="1179" y="429"/>
                  </a:cubicBezTo>
                  <a:cubicBezTo>
                    <a:pt x="930" y="589"/>
                    <a:pt x="709" y="794"/>
                    <a:pt x="532" y="1033"/>
                  </a:cubicBezTo>
                  <a:cubicBezTo>
                    <a:pt x="356" y="1270"/>
                    <a:pt x="219" y="1539"/>
                    <a:pt x="132" y="1821"/>
                  </a:cubicBezTo>
                  <a:cubicBezTo>
                    <a:pt x="40" y="2112"/>
                    <a:pt x="1" y="2417"/>
                    <a:pt x="13" y="2721"/>
                  </a:cubicBezTo>
                  <a:cubicBezTo>
                    <a:pt x="15" y="2757"/>
                    <a:pt x="21" y="2792"/>
                    <a:pt x="26" y="2826"/>
                  </a:cubicBezTo>
                  <a:cubicBezTo>
                    <a:pt x="33" y="2871"/>
                    <a:pt x="72" y="2897"/>
                    <a:pt x="112" y="2897"/>
                  </a:cubicBezTo>
                  <a:cubicBezTo>
                    <a:pt x="137" y="2897"/>
                    <a:pt x="163" y="2886"/>
                    <a:pt x="180" y="2864"/>
                  </a:cubicBezTo>
                  <a:cubicBezTo>
                    <a:pt x="233" y="2791"/>
                    <a:pt x="295" y="2722"/>
                    <a:pt x="352" y="2653"/>
                  </a:cubicBezTo>
                  <a:cubicBezTo>
                    <a:pt x="360" y="2643"/>
                    <a:pt x="369" y="2633"/>
                    <a:pt x="377" y="2623"/>
                  </a:cubicBezTo>
                  <a:lnTo>
                    <a:pt x="377" y="2623"/>
                  </a:lnTo>
                  <a:cubicBezTo>
                    <a:pt x="411" y="2617"/>
                    <a:pt x="445" y="2610"/>
                    <a:pt x="479" y="2602"/>
                  </a:cubicBezTo>
                  <a:cubicBezTo>
                    <a:pt x="610" y="2570"/>
                    <a:pt x="741" y="2530"/>
                    <a:pt x="867" y="2483"/>
                  </a:cubicBezTo>
                  <a:cubicBezTo>
                    <a:pt x="1116" y="2389"/>
                    <a:pt x="1353" y="2264"/>
                    <a:pt x="1572" y="2114"/>
                  </a:cubicBezTo>
                  <a:cubicBezTo>
                    <a:pt x="1792" y="1962"/>
                    <a:pt x="1994" y="1785"/>
                    <a:pt x="2174" y="1589"/>
                  </a:cubicBezTo>
                  <a:cubicBezTo>
                    <a:pt x="2351" y="1395"/>
                    <a:pt x="2506" y="1182"/>
                    <a:pt x="2634" y="953"/>
                  </a:cubicBezTo>
                  <a:cubicBezTo>
                    <a:pt x="2763" y="721"/>
                    <a:pt x="2866" y="475"/>
                    <a:pt x="2933" y="217"/>
                  </a:cubicBezTo>
                  <a:cubicBezTo>
                    <a:pt x="2943" y="180"/>
                    <a:pt x="2953" y="143"/>
                    <a:pt x="2960" y="105"/>
                  </a:cubicBezTo>
                  <a:cubicBezTo>
                    <a:pt x="2965" y="86"/>
                    <a:pt x="2955" y="58"/>
                    <a:pt x="2943" y="46"/>
                  </a:cubicBezTo>
                  <a:cubicBezTo>
                    <a:pt x="2929" y="29"/>
                    <a:pt x="2910" y="18"/>
                    <a:pt x="2888" y="15"/>
                  </a:cubicBezTo>
                  <a:cubicBezTo>
                    <a:pt x="2798" y="6"/>
                    <a:pt x="2708" y="1"/>
                    <a:pt x="261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188;p40"/>
            <p:cNvSpPr/>
            <p:nvPr/>
          </p:nvSpPr>
          <p:spPr>
            <a:xfrm>
              <a:off x="2881800" y="4069440"/>
              <a:ext cx="467640" cy="164880"/>
            </a:xfrm>
            <a:custGeom>
              <a:avLst/>
              <a:gdLst>
                <a:gd name="textAreaLeft" fmla="*/ 0 w 467640"/>
                <a:gd name="textAreaRight" fmla="*/ 468000 w 46764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4131" h="1489">
                  <a:moveTo>
                    <a:pt x="406" y="574"/>
                  </a:moveTo>
                  <a:cubicBezTo>
                    <a:pt x="404" y="575"/>
                    <a:pt x="403" y="576"/>
                    <a:pt x="401" y="577"/>
                  </a:cubicBezTo>
                  <a:lnTo>
                    <a:pt x="401" y="577"/>
                  </a:lnTo>
                  <a:cubicBezTo>
                    <a:pt x="403" y="576"/>
                    <a:pt x="404" y="575"/>
                    <a:pt x="406" y="574"/>
                  </a:cubicBezTo>
                  <a:close/>
                  <a:moveTo>
                    <a:pt x="401" y="577"/>
                  </a:moveTo>
                  <a:cubicBezTo>
                    <a:pt x="401" y="577"/>
                    <a:pt x="401" y="577"/>
                    <a:pt x="401" y="577"/>
                  </a:cubicBezTo>
                  <a:cubicBezTo>
                    <a:pt x="401" y="577"/>
                    <a:pt x="401" y="577"/>
                    <a:pt x="401" y="577"/>
                  </a:cubicBezTo>
                  <a:lnTo>
                    <a:pt x="401" y="577"/>
                  </a:lnTo>
                  <a:cubicBezTo>
                    <a:pt x="401" y="577"/>
                    <a:pt x="401" y="577"/>
                    <a:pt x="401" y="577"/>
                  </a:cubicBezTo>
                  <a:close/>
                  <a:moveTo>
                    <a:pt x="401" y="577"/>
                  </a:moveTo>
                  <a:cubicBezTo>
                    <a:pt x="400" y="579"/>
                    <a:pt x="398" y="580"/>
                    <a:pt x="396" y="581"/>
                  </a:cubicBezTo>
                  <a:lnTo>
                    <a:pt x="396" y="581"/>
                  </a:lnTo>
                  <a:cubicBezTo>
                    <a:pt x="397" y="580"/>
                    <a:pt x="399" y="579"/>
                    <a:pt x="401" y="577"/>
                  </a:cubicBezTo>
                  <a:close/>
                  <a:moveTo>
                    <a:pt x="3492" y="606"/>
                  </a:moveTo>
                  <a:cubicBezTo>
                    <a:pt x="3493" y="607"/>
                    <a:pt x="3494" y="608"/>
                    <a:pt x="3496" y="608"/>
                  </a:cubicBezTo>
                  <a:lnTo>
                    <a:pt x="3496" y="608"/>
                  </a:lnTo>
                  <a:cubicBezTo>
                    <a:pt x="3494" y="608"/>
                    <a:pt x="3493" y="607"/>
                    <a:pt x="3492" y="606"/>
                  </a:cubicBezTo>
                  <a:close/>
                  <a:moveTo>
                    <a:pt x="3496" y="608"/>
                  </a:moveTo>
                  <a:cubicBezTo>
                    <a:pt x="3497" y="609"/>
                    <a:pt x="3498" y="610"/>
                    <a:pt x="3499" y="610"/>
                  </a:cubicBezTo>
                  <a:cubicBezTo>
                    <a:pt x="3498" y="610"/>
                    <a:pt x="3497" y="609"/>
                    <a:pt x="3496" y="608"/>
                  </a:cubicBezTo>
                  <a:close/>
                  <a:moveTo>
                    <a:pt x="201" y="741"/>
                  </a:moveTo>
                  <a:cubicBezTo>
                    <a:pt x="200" y="747"/>
                    <a:pt x="197" y="750"/>
                    <a:pt x="195" y="750"/>
                  </a:cubicBezTo>
                  <a:cubicBezTo>
                    <a:pt x="195" y="750"/>
                    <a:pt x="195" y="749"/>
                    <a:pt x="197" y="746"/>
                  </a:cubicBezTo>
                  <a:lnTo>
                    <a:pt x="197" y="746"/>
                  </a:lnTo>
                  <a:cubicBezTo>
                    <a:pt x="199" y="744"/>
                    <a:pt x="201" y="742"/>
                    <a:pt x="201" y="741"/>
                  </a:cubicBezTo>
                  <a:close/>
                  <a:moveTo>
                    <a:pt x="606" y="1041"/>
                  </a:moveTo>
                  <a:cubicBezTo>
                    <a:pt x="606" y="1041"/>
                    <a:pt x="607" y="1042"/>
                    <a:pt x="608" y="1042"/>
                  </a:cubicBezTo>
                  <a:lnTo>
                    <a:pt x="608" y="1042"/>
                  </a:lnTo>
                  <a:cubicBezTo>
                    <a:pt x="607" y="1042"/>
                    <a:pt x="606" y="1041"/>
                    <a:pt x="606" y="1041"/>
                  </a:cubicBezTo>
                  <a:close/>
                  <a:moveTo>
                    <a:pt x="3211" y="1205"/>
                  </a:moveTo>
                  <a:cubicBezTo>
                    <a:pt x="3209" y="1206"/>
                    <a:pt x="3207" y="1206"/>
                    <a:pt x="3207" y="1206"/>
                  </a:cubicBezTo>
                  <a:cubicBezTo>
                    <a:pt x="3207" y="1206"/>
                    <a:pt x="3208" y="1206"/>
                    <a:pt x="3211" y="1205"/>
                  </a:cubicBezTo>
                  <a:close/>
                  <a:moveTo>
                    <a:pt x="1878" y="201"/>
                  </a:moveTo>
                  <a:cubicBezTo>
                    <a:pt x="1913" y="201"/>
                    <a:pt x="1950" y="201"/>
                    <a:pt x="1985" y="203"/>
                  </a:cubicBezTo>
                  <a:cubicBezTo>
                    <a:pt x="2127" y="206"/>
                    <a:pt x="2268" y="219"/>
                    <a:pt x="2408" y="241"/>
                  </a:cubicBezTo>
                  <a:cubicBezTo>
                    <a:pt x="2477" y="252"/>
                    <a:pt x="2545" y="264"/>
                    <a:pt x="2614" y="280"/>
                  </a:cubicBezTo>
                  <a:cubicBezTo>
                    <a:pt x="2632" y="283"/>
                    <a:pt x="2649" y="287"/>
                    <a:pt x="2666" y="292"/>
                  </a:cubicBezTo>
                  <a:cubicBezTo>
                    <a:pt x="2672" y="293"/>
                    <a:pt x="2677" y="294"/>
                    <a:pt x="2682" y="296"/>
                  </a:cubicBezTo>
                  <a:lnTo>
                    <a:pt x="2682" y="296"/>
                  </a:lnTo>
                  <a:cubicBezTo>
                    <a:pt x="2676" y="294"/>
                    <a:pt x="2673" y="294"/>
                    <a:pt x="2673" y="294"/>
                  </a:cubicBezTo>
                  <a:lnTo>
                    <a:pt x="2673" y="294"/>
                  </a:lnTo>
                  <a:cubicBezTo>
                    <a:pt x="2673" y="294"/>
                    <a:pt x="2678" y="295"/>
                    <a:pt x="2681" y="296"/>
                  </a:cubicBezTo>
                  <a:cubicBezTo>
                    <a:pt x="2686" y="297"/>
                    <a:pt x="2711" y="303"/>
                    <a:pt x="2712" y="303"/>
                  </a:cubicBezTo>
                  <a:cubicBezTo>
                    <a:pt x="2712" y="303"/>
                    <a:pt x="2709" y="302"/>
                    <a:pt x="2699" y="300"/>
                  </a:cubicBezTo>
                  <a:lnTo>
                    <a:pt x="2699" y="300"/>
                  </a:lnTo>
                  <a:cubicBezTo>
                    <a:pt x="2734" y="308"/>
                    <a:pt x="2769" y="317"/>
                    <a:pt x="2803" y="327"/>
                  </a:cubicBezTo>
                  <a:cubicBezTo>
                    <a:pt x="2939" y="365"/>
                    <a:pt x="3071" y="412"/>
                    <a:pt x="3202" y="466"/>
                  </a:cubicBezTo>
                  <a:cubicBezTo>
                    <a:pt x="3265" y="494"/>
                    <a:pt x="3330" y="524"/>
                    <a:pt x="3394" y="555"/>
                  </a:cubicBezTo>
                  <a:lnTo>
                    <a:pt x="3488" y="605"/>
                  </a:lnTo>
                  <a:cubicBezTo>
                    <a:pt x="3490" y="605"/>
                    <a:pt x="3491" y="606"/>
                    <a:pt x="3492" y="606"/>
                  </a:cubicBezTo>
                  <a:lnTo>
                    <a:pt x="3492" y="606"/>
                  </a:lnTo>
                  <a:cubicBezTo>
                    <a:pt x="3489" y="604"/>
                    <a:pt x="3488" y="604"/>
                    <a:pt x="3488" y="604"/>
                  </a:cubicBezTo>
                  <a:lnTo>
                    <a:pt x="3488" y="604"/>
                  </a:lnTo>
                  <a:cubicBezTo>
                    <a:pt x="3489" y="604"/>
                    <a:pt x="3493" y="606"/>
                    <a:pt x="3495" y="607"/>
                  </a:cubicBezTo>
                  <a:lnTo>
                    <a:pt x="3516" y="619"/>
                  </a:lnTo>
                  <a:lnTo>
                    <a:pt x="3565" y="649"/>
                  </a:lnTo>
                  <a:cubicBezTo>
                    <a:pt x="3684" y="718"/>
                    <a:pt x="3799" y="797"/>
                    <a:pt x="3907" y="882"/>
                  </a:cubicBezTo>
                  <a:lnTo>
                    <a:pt x="3907" y="882"/>
                  </a:lnTo>
                  <a:cubicBezTo>
                    <a:pt x="3882" y="899"/>
                    <a:pt x="3858" y="915"/>
                    <a:pt x="3832" y="930"/>
                  </a:cubicBezTo>
                  <a:lnTo>
                    <a:pt x="3835" y="927"/>
                  </a:lnTo>
                  <a:lnTo>
                    <a:pt x="3835" y="927"/>
                  </a:lnTo>
                  <a:cubicBezTo>
                    <a:pt x="3832" y="930"/>
                    <a:pt x="3828" y="931"/>
                    <a:pt x="3824" y="934"/>
                  </a:cubicBezTo>
                  <a:lnTo>
                    <a:pt x="3805" y="946"/>
                  </a:lnTo>
                  <a:cubicBezTo>
                    <a:pt x="3790" y="954"/>
                    <a:pt x="3775" y="963"/>
                    <a:pt x="3762" y="971"/>
                  </a:cubicBezTo>
                  <a:cubicBezTo>
                    <a:pt x="3734" y="987"/>
                    <a:pt x="3706" y="1002"/>
                    <a:pt x="3676" y="1017"/>
                  </a:cubicBezTo>
                  <a:cubicBezTo>
                    <a:pt x="3564" y="1075"/>
                    <a:pt x="3445" y="1126"/>
                    <a:pt x="3325" y="1168"/>
                  </a:cubicBezTo>
                  <a:cubicBezTo>
                    <a:pt x="3295" y="1179"/>
                    <a:pt x="3264" y="1189"/>
                    <a:pt x="3233" y="1199"/>
                  </a:cubicBezTo>
                  <a:cubicBezTo>
                    <a:pt x="3226" y="1200"/>
                    <a:pt x="3220" y="1203"/>
                    <a:pt x="3214" y="1204"/>
                  </a:cubicBezTo>
                  <a:cubicBezTo>
                    <a:pt x="3213" y="1205"/>
                    <a:pt x="3212" y="1205"/>
                    <a:pt x="3211" y="1205"/>
                  </a:cubicBezTo>
                  <a:lnTo>
                    <a:pt x="3211" y="1205"/>
                  </a:lnTo>
                  <a:cubicBezTo>
                    <a:pt x="3213" y="1205"/>
                    <a:pt x="3214" y="1204"/>
                    <a:pt x="3215" y="1204"/>
                  </a:cubicBezTo>
                  <a:lnTo>
                    <a:pt x="3203" y="1209"/>
                  </a:lnTo>
                  <a:lnTo>
                    <a:pt x="3158" y="1221"/>
                  </a:lnTo>
                  <a:cubicBezTo>
                    <a:pt x="3095" y="1238"/>
                    <a:pt x="3033" y="1254"/>
                    <a:pt x="2969" y="1266"/>
                  </a:cubicBezTo>
                  <a:cubicBezTo>
                    <a:pt x="2845" y="1292"/>
                    <a:pt x="2716" y="1310"/>
                    <a:pt x="2589" y="1321"/>
                  </a:cubicBezTo>
                  <a:cubicBezTo>
                    <a:pt x="2557" y="1324"/>
                    <a:pt x="2524" y="1326"/>
                    <a:pt x="2491" y="1327"/>
                  </a:cubicBezTo>
                  <a:cubicBezTo>
                    <a:pt x="2477" y="1330"/>
                    <a:pt x="2460" y="1330"/>
                    <a:pt x="2445" y="1331"/>
                  </a:cubicBezTo>
                  <a:lnTo>
                    <a:pt x="2411" y="1331"/>
                  </a:lnTo>
                  <a:cubicBezTo>
                    <a:pt x="2395" y="1331"/>
                    <a:pt x="2379" y="1331"/>
                    <a:pt x="2362" y="1331"/>
                  </a:cubicBezTo>
                  <a:cubicBezTo>
                    <a:pt x="2314" y="1331"/>
                    <a:pt x="2265" y="1330"/>
                    <a:pt x="2217" y="1327"/>
                  </a:cubicBezTo>
                  <a:cubicBezTo>
                    <a:pt x="2084" y="1322"/>
                    <a:pt x="1952" y="1310"/>
                    <a:pt x="1820" y="1289"/>
                  </a:cubicBezTo>
                  <a:cubicBezTo>
                    <a:pt x="1753" y="1278"/>
                    <a:pt x="1687" y="1267"/>
                    <a:pt x="1621" y="1253"/>
                  </a:cubicBezTo>
                  <a:cubicBezTo>
                    <a:pt x="1590" y="1245"/>
                    <a:pt x="1558" y="1238"/>
                    <a:pt x="1525" y="1231"/>
                  </a:cubicBezTo>
                  <a:cubicBezTo>
                    <a:pt x="1521" y="1229"/>
                    <a:pt x="1516" y="1227"/>
                    <a:pt x="1512" y="1227"/>
                  </a:cubicBezTo>
                  <a:cubicBezTo>
                    <a:pt x="1505" y="1226"/>
                    <a:pt x="1497" y="1225"/>
                    <a:pt x="1491" y="1222"/>
                  </a:cubicBezTo>
                  <a:cubicBezTo>
                    <a:pt x="1474" y="1218"/>
                    <a:pt x="1457" y="1214"/>
                    <a:pt x="1440" y="1209"/>
                  </a:cubicBezTo>
                  <a:cubicBezTo>
                    <a:pt x="1309" y="1173"/>
                    <a:pt x="1179" y="1130"/>
                    <a:pt x="1052" y="1083"/>
                  </a:cubicBezTo>
                  <a:cubicBezTo>
                    <a:pt x="926" y="1034"/>
                    <a:pt x="804" y="979"/>
                    <a:pt x="682" y="920"/>
                  </a:cubicBezTo>
                  <a:cubicBezTo>
                    <a:pt x="621" y="891"/>
                    <a:pt x="561" y="861"/>
                    <a:pt x="500" y="831"/>
                  </a:cubicBezTo>
                  <a:cubicBezTo>
                    <a:pt x="470" y="816"/>
                    <a:pt x="442" y="800"/>
                    <a:pt x="413" y="784"/>
                  </a:cubicBezTo>
                  <a:cubicBezTo>
                    <a:pt x="409" y="782"/>
                    <a:pt x="405" y="781"/>
                    <a:pt x="401" y="777"/>
                  </a:cubicBezTo>
                  <a:lnTo>
                    <a:pt x="401" y="777"/>
                  </a:lnTo>
                  <a:cubicBezTo>
                    <a:pt x="402" y="778"/>
                    <a:pt x="404" y="779"/>
                    <a:pt x="404" y="779"/>
                  </a:cubicBezTo>
                  <a:cubicBezTo>
                    <a:pt x="405" y="779"/>
                    <a:pt x="404" y="779"/>
                    <a:pt x="401" y="777"/>
                  </a:cubicBezTo>
                  <a:lnTo>
                    <a:pt x="401" y="777"/>
                  </a:lnTo>
                  <a:cubicBezTo>
                    <a:pt x="401" y="777"/>
                    <a:pt x="401" y="777"/>
                    <a:pt x="401" y="777"/>
                  </a:cubicBezTo>
                  <a:cubicBezTo>
                    <a:pt x="391" y="772"/>
                    <a:pt x="380" y="766"/>
                    <a:pt x="371" y="761"/>
                  </a:cubicBezTo>
                  <a:cubicBezTo>
                    <a:pt x="354" y="754"/>
                    <a:pt x="339" y="745"/>
                    <a:pt x="324" y="739"/>
                  </a:cubicBezTo>
                  <a:cubicBezTo>
                    <a:pt x="297" y="725"/>
                    <a:pt x="270" y="713"/>
                    <a:pt x="242" y="699"/>
                  </a:cubicBezTo>
                  <a:lnTo>
                    <a:pt x="242" y="699"/>
                  </a:lnTo>
                  <a:cubicBezTo>
                    <a:pt x="265" y="676"/>
                    <a:pt x="290" y="654"/>
                    <a:pt x="317" y="633"/>
                  </a:cubicBezTo>
                  <a:cubicBezTo>
                    <a:pt x="331" y="622"/>
                    <a:pt x="344" y="613"/>
                    <a:pt x="360" y="604"/>
                  </a:cubicBezTo>
                  <a:cubicBezTo>
                    <a:pt x="371" y="596"/>
                    <a:pt x="384" y="589"/>
                    <a:pt x="396" y="581"/>
                  </a:cubicBezTo>
                  <a:lnTo>
                    <a:pt x="396" y="581"/>
                  </a:lnTo>
                  <a:cubicBezTo>
                    <a:pt x="395" y="582"/>
                    <a:pt x="395" y="582"/>
                    <a:pt x="395" y="582"/>
                  </a:cubicBezTo>
                  <a:cubicBezTo>
                    <a:pt x="396" y="582"/>
                    <a:pt x="399" y="580"/>
                    <a:pt x="406" y="574"/>
                  </a:cubicBezTo>
                  <a:lnTo>
                    <a:pt x="406" y="574"/>
                  </a:lnTo>
                  <a:cubicBezTo>
                    <a:pt x="406" y="574"/>
                    <a:pt x="406" y="574"/>
                    <a:pt x="406" y="574"/>
                  </a:cubicBezTo>
                  <a:lnTo>
                    <a:pt x="406" y="574"/>
                  </a:lnTo>
                  <a:cubicBezTo>
                    <a:pt x="406" y="573"/>
                    <a:pt x="406" y="573"/>
                    <a:pt x="407" y="573"/>
                  </a:cubicBezTo>
                  <a:lnTo>
                    <a:pt x="407" y="573"/>
                  </a:lnTo>
                  <a:cubicBezTo>
                    <a:pt x="407" y="573"/>
                    <a:pt x="406" y="573"/>
                    <a:pt x="406" y="574"/>
                  </a:cubicBezTo>
                  <a:lnTo>
                    <a:pt x="406" y="574"/>
                  </a:lnTo>
                  <a:cubicBezTo>
                    <a:pt x="409" y="572"/>
                    <a:pt x="411" y="570"/>
                    <a:pt x="414" y="569"/>
                  </a:cubicBezTo>
                  <a:cubicBezTo>
                    <a:pt x="423" y="565"/>
                    <a:pt x="431" y="560"/>
                    <a:pt x="438" y="555"/>
                  </a:cubicBezTo>
                  <a:cubicBezTo>
                    <a:pt x="454" y="546"/>
                    <a:pt x="469" y="538"/>
                    <a:pt x="486" y="529"/>
                  </a:cubicBezTo>
                  <a:cubicBezTo>
                    <a:pt x="518" y="513"/>
                    <a:pt x="550" y="497"/>
                    <a:pt x="580" y="483"/>
                  </a:cubicBezTo>
                  <a:cubicBezTo>
                    <a:pt x="645" y="452"/>
                    <a:pt x="710" y="425"/>
                    <a:pt x="776" y="401"/>
                  </a:cubicBezTo>
                  <a:cubicBezTo>
                    <a:pt x="840" y="376"/>
                    <a:pt x="906" y="353"/>
                    <a:pt x="971" y="333"/>
                  </a:cubicBezTo>
                  <a:lnTo>
                    <a:pt x="971" y="333"/>
                  </a:lnTo>
                  <a:cubicBezTo>
                    <a:pt x="971" y="333"/>
                    <a:pt x="972" y="333"/>
                    <a:pt x="972" y="332"/>
                  </a:cubicBezTo>
                  <a:cubicBezTo>
                    <a:pt x="976" y="331"/>
                    <a:pt x="980" y="330"/>
                    <a:pt x="983" y="330"/>
                  </a:cubicBezTo>
                  <a:cubicBezTo>
                    <a:pt x="991" y="327"/>
                    <a:pt x="998" y="326"/>
                    <a:pt x="1006" y="324"/>
                  </a:cubicBezTo>
                  <a:cubicBezTo>
                    <a:pt x="1024" y="318"/>
                    <a:pt x="1040" y="314"/>
                    <a:pt x="1058" y="309"/>
                  </a:cubicBezTo>
                  <a:cubicBezTo>
                    <a:pt x="1093" y="300"/>
                    <a:pt x="1128" y="292"/>
                    <a:pt x="1162" y="283"/>
                  </a:cubicBezTo>
                  <a:cubicBezTo>
                    <a:pt x="1300" y="252"/>
                    <a:pt x="1440" y="228"/>
                    <a:pt x="1582" y="215"/>
                  </a:cubicBezTo>
                  <a:cubicBezTo>
                    <a:pt x="1651" y="208"/>
                    <a:pt x="1722" y="203"/>
                    <a:pt x="1793" y="201"/>
                  </a:cubicBezTo>
                  <a:close/>
                  <a:moveTo>
                    <a:pt x="1889" y="0"/>
                  </a:moveTo>
                  <a:cubicBezTo>
                    <a:pt x="1806" y="0"/>
                    <a:pt x="1722" y="3"/>
                    <a:pt x="1638" y="9"/>
                  </a:cubicBezTo>
                  <a:cubicBezTo>
                    <a:pt x="1344" y="29"/>
                    <a:pt x="1055" y="90"/>
                    <a:pt x="776" y="188"/>
                  </a:cubicBezTo>
                  <a:cubicBezTo>
                    <a:pt x="640" y="236"/>
                    <a:pt x="505" y="292"/>
                    <a:pt x="378" y="360"/>
                  </a:cubicBezTo>
                  <a:cubicBezTo>
                    <a:pt x="238" y="436"/>
                    <a:pt x="85" y="533"/>
                    <a:pt x="19" y="684"/>
                  </a:cubicBezTo>
                  <a:cubicBezTo>
                    <a:pt x="0" y="728"/>
                    <a:pt x="16" y="774"/>
                    <a:pt x="28" y="818"/>
                  </a:cubicBezTo>
                  <a:cubicBezTo>
                    <a:pt x="32" y="830"/>
                    <a:pt x="48" y="839"/>
                    <a:pt x="62" y="839"/>
                  </a:cubicBezTo>
                  <a:cubicBezTo>
                    <a:pt x="67" y="839"/>
                    <a:pt x="72" y="838"/>
                    <a:pt x="76" y="835"/>
                  </a:cubicBezTo>
                  <a:cubicBezTo>
                    <a:pt x="88" y="827"/>
                    <a:pt x="101" y="820"/>
                    <a:pt x="116" y="815"/>
                  </a:cubicBezTo>
                  <a:cubicBezTo>
                    <a:pt x="121" y="812"/>
                    <a:pt x="128" y="810"/>
                    <a:pt x="133" y="808"/>
                  </a:cubicBezTo>
                  <a:cubicBezTo>
                    <a:pt x="153" y="798"/>
                    <a:pt x="166" y="782"/>
                    <a:pt x="178" y="766"/>
                  </a:cubicBezTo>
                  <a:cubicBezTo>
                    <a:pt x="179" y="766"/>
                    <a:pt x="179" y="766"/>
                    <a:pt x="179" y="765"/>
                  </a:cubicBezTo>
                  <a:lnTo>
                    <a:pt x="179" y="765"/>
                  </a:lnTo>
                  <a:cubicBezTo>
                    <a:pt x="181" y="768"/>
                    <a:pt x="184" y="770"/>
                    <a:pt x="186" y="772"/>
                  </a:cubicBezTo>
                  <a:cubicBezTo>
                    <a:pt x="239" y="815"/>
                    <a:pt x="294" y="857"/>
                    <a:pt x="353" y="895"/>
                  </a:cubicBezTo>
                  <a:cubicBezTo>
                    <a:pt x="411" y="930"/>
                    <a:pt x="469" y="964"/>
                    <a:pt x="529" y="997"/>
                  </a:cubicBezTo>
                  <a:cubicBezTo>
                    <a:pt x="546" y="1007"/>
                    <a:pt x="565" y="1017"/>
                    <a:pt x="582" y="1028"/>
                  </a:cubicBezTo>
                  <a:cubicBezTo>
                    <a:pt x="589" y="1032"/>
                    <a:pt x="598" y="1035"/>
                    <a:pt x="604" y="1040"/>
                  </a:cubicBezTo>
                  <a:cubicBezTo>
                    <a:pt x="610" y="1043"/>
                    <a:pt x="612" y="1044"/>
                    <a:pt x="611" y="1044"/>
                  </a:cubicBezTo>
                  <a:cubicBezTo>
                    <a:pt x="611" y="1044"/>
                    <a:pt x="609" y="1043"/>
                    <a:pt x="608" y="1042"/>
                  </a:cubicBezTo>
                  <a:lnTo>
                    <a:pt x="608" y="1042"/>
                  </a:lnTo>
                  <a:cubicBezTo>
                    <a:pt x="615" y="1046"/>
                    <a:pt x="622" y="1050"/>
                    <a:pt x="629" y="1054"/>
                  </a:cubicBezTo>
                  <a:cubicBezTo>
                    <a:pt x="660" y="1070"/>
                    <a:pt x="692" y="1085"/>
                    <a:pt x="724" y="1100"/>
                  </a:cubicBezTo>
                  <a:cubicBezTo>
                    <a:pt x="786" y="1129"/>
                    <a:pt x="847" y="1158"/>
                    <a:pt x="911" y="1184"/>
                  </a:cubicBezTo>
                  <a:cubicBezTo>
                    <a:pt x="1167" y="1291"/>
                    <a:pt x="1435" y="1374"/>
                    <a:pt x="1708" y="1427"/>
                  </a:cubicBezTo>
                  <a:cubicBezTo>
                    <a:pt x="1920" y="1468"/>
                    <a:pt x="2135" y="1489"/>
                    <a:pt x="2350" y="1489"/>
                  </a:cubicBezTo>
                  <a:cubicBezTo>
                    <a:pt x="2408" y="1489"/>
                    <a:pt x="2466" y="1487"/>
                    <a:pt x="2524" y="1484"/>
                  </a:cubicBezTo>
                  <a:cubicBezTo>
                    <a:pt x="2791" y="1471"/>
                    <a:pt x="3053" y="1423"/>
                    <a:pt x="3307" y="1342"/>
                  </a:cubicBezTo>
                  <a:cubicBezTo>
                    <a:pt x="3560" y="1263"/>
                    <a:pt x="3800" y="1147"/>
                    <a:pt x="4020" y="999"/>
                  </a:cubicBezTo>
                  <a:cubicBezTo>
                    <a:pt x="4046" y="980"/>
                    <a:pt x="4074" y="962"/>
                    <a:pt x="4099" y="944"/>
                  </a:cubicBezTo>
                  <a:cubicBezTo>
                    <a:pt x="4121" y="928"/>
                    <a:pt x="4131" y="901"/>
                    <a:pt x="4130" y="875"/>
                  </a:cubicBezTo>
                  <a:cubicBezTo>
                    <a:pt x="4128" y="848"/>
                    <a:pt x="4115" y="827"/>
                    <a:pt x="4096" y="809"/>
                  </a:cubicBezTo>
                  <a:cubicBezTo>
                    <a:pt x="3873" y="616"/>
                    <a:pt x="3624" y="453"/>
                    <a:pt x="3358" y="327"/>
                  </a:cubicBezTo>
                  <a:cubicBezTo>
                    <a:pt x="3092" y="201"/>
                    <a:pt x="2808" y="111"/>
                    <a:pt x="2520" y="57"/>
                  </a:cubicBezTo>
                  <a:cubicBezTo>
                    <a:pt x="2312" y="18"/>
                    <a:pt x="2101" y="0"/>
                    <a:pt x="188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440" bIns="82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189;p40"/>
            <p:cNvSpPr/>
            <p:nvPr/>
          </p:nvSpPr>
          <p:spPr>
            <a:xfrm>
              <a:off x="2893320" y="4134240"/>
              <a:ext cx="302760" cy="24840"/>
            </a:xfrm>
            <a:custGeom>
              <a:avLst/>
              <a:gdLst>
                <a:gd name="textAreaLeft" fmla="*/ 0 w 302760"/>
                <a:gd name="textAreaRight" fmla="*/ 303120 w 30276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2675" h="228">
                  <a:moveTo>
                    <a:pt x="2414" y="0"/>
                  </a:moveTo>
                  <a:cubicBezTo>
                    <a:pt x="2396" y="0"/>
                    <a:pt x="2378" y="1"/>
                    <a:pt x="2360" y="1"/>
                  </a:cubicBezTo>
                  <a:cubicBezTo>
                    <a:pt x="2321" y="2"/>
                    <a:pt x="2280" y="6"/>
                    <a:pt x="2241" y="7"/>
                  </a:cubicBezTo>
                  <a:cubicBezTo>
                    <a:pt x="2162" y="11"/>
                    <a:pt x="2081" y="13"/>
                    <a:pt x="2002" y="19"/>
                  </a:cubicBezTo>
                  <a:cubicBezTo>
                    <a:pt x="1843" y="29"/>
                    <a:pt x="1683" y="39"/>
                    <a:pt x="1525" y="50"/>
                  </a:cubicBezTo>
                  <a:cubicBezTo>
                    <a:pt x="1367" y="61"/>
                    <a:pt x="1208" y="68"/>
                    <a:pt x="1050" y="75"/>
                  </a:cubicBezTo>
                  <a:cubicBezTo>
                    <a:pt x="971" y="79"/>
                    <a:pt x="891" y="83"/>
                    <a:pt x="812" y="85"/>
                  </a:cubicBezTo>
                  <a:lnTo>
                    <a:pt x="692" y="89"/>
                  </a:lnTo>
                  <a:cubicBezTo>
                    <a:pt x="675" y="89"/>
                    <a:pt x="657" y="90"/>
                    <a:pt x="637" y="90"/>
                  </a:cubicBezTo>
                  <a:lnTo>
                    <a:pt x="618" y="90"/>
                  </a:lnTo>
                  <a:cubicBezTo>
                    <a:pt x="604" y="90"/>
                    <a:pt x="590" y="91"/>
                    <a:pt x="576" y="91"/>
                  </a:cubicBezTo>
                  <a:cubicBezTo>
                    <a:pt x="486" y="95"/>
                    <a:pt x="397" y="99"/>
                    <a:pt x="307" y="101"/>
                  </a:cubicBezTo>
                  <a:cubicBezTo>
                    <a:pt x="260" y="102"/>
                    <a:pt x="224" y="106"/>
                    <a:pt x="175" y="111"/>
                  </a:cubicBezTo>
                  <a:cubicBezTo>
                    <a:pt x="130" y="117"/>
                    <a:pt x="86" y="121"/>
                    <a:pt x="40" y="127"/>
                  </a:cubicBezTo>
                  <a:cubicBezTo>
                    <a:pt x="0" y="132"/>
                    <a:pt x="5" y="195"/>
                    <a:pt x="44" y="199"/>
                  </a:cubicBezTo>
                  <a:cubicBezTo>
                    <a:pt x="128" y="209"/>
                    <a:pt x="213" y="222"/>
                    <a:pt x="298" y="223"/>
                  </a:cubicBezTo>
                  <a:lnTo>
                    <a:pt x="549" y="228"/>
                  </a:lnTo>
                  <a:cubicBezTo>
                    <a:pt x="568" y="228"/>
                    <a:pt x="586" y="228"/>
                    <a:pt x="604" y="228"/>
                  </a:cubicBezTo>
                  <a:cubicBezTo>
                    <a:pt x="755" y="228"/>
                    <a:pt x="907" y="224"/>
                    <a:pt x="1058" y="221"/>
                  </a:cubicBezTo>
                  <a:cubicBezTo>
                    <a:pt x="1230" y="217"/>
                    <a:pt x="1404" y="210"/>
                    <a:pt x="1575" y="201"/>
                  </a:cubicBezTo>
                  <a:cubicBezTo>
                    <a:pt x="1744" y="194"/>
                    <a:pt x="1911" y="179"/>
                    <a:pt x="2079" y="164"/>
                  </a:cubicBezTo>
                  <a:cubicBezTo>
                    <a:pt x="2174" y="156"/>
                    <a:pt x="2268" y="142"/>
                    <a:pt x="2363" y="130"/>
                  </a:cubicBezTo>
                  <a:cubicBezTo>
                    <a:pt x="2385" y="128"/>
                    <a:pt x="2409" y="123"/>
                    <a:pt x="2431" y="118"/>
                  </a:cubicBezTo>
                  <a:cubicBezTo>
                    <a:pt x="2455" y="112"/>
                    <a:pt x="2478" y="102"/>
                    <a:pt x="2503" y="99"/>
                  </a:cubicBezTo>
                  <a:cubicBezTo>
                    <a:pt x="2549" y="90"/>
                    <a:pt x="2599" y="85"/>
                    <a:pt x="2645" y="67"/>
                  </a:cubicBezTo>
                  <a:cubicBezTo>
                    <a:pt x="2674" y="55"/>
                    <a:pt x="2663" y="12"/>
                    <a:pt x="2635" y="8"/>
                  </a:cubicBezTo>
                  <a:cubicBezTo>
                    <a:pt x="2619" y="5"/>
                    <a:pt x="2603" y="4"/>
                    <a:pt x="2587" y="4"/>
                  </a:cubicBezTo>
                  <a:cubicBezTo>
                    <a:pt x="2576" y="4"/>
                    <a:pt x="2565" y="5"/>
                    <a:pt x="2554" y="6"/>
                  </a:cubicBezTo>
                  <a:cubicBezTo>
                    <a:pt x="2530" y="6"/>
                    <a:pt x="2507" y="6"/>
                    <a:pt x="2483" y="6"/>
                  </a:cubicBezTo>
                  <a:lnTo>
                    <a:pt x="2483" y="6"/>
                  </a:lnTo>
                  <a:cubicBezTo>
                    <a:pt x="2460" y="1"/>
                    <a:pt x="2437" y="0"/>
                    <a:pt x="241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190;p40"/>
            <p:cNvSpPr/>
            <p:nvPr/>
          </p:nvSpPr>
          <p:spPr>
            <a:xfrm>
              <a:off x="2956320" y="3707640"/>
              <a:ext cx="567720" cy="384840"/>
            </a:xfrm>
            <a:custGeom>
              <a:avLst/>
              <a:gdLst>
                <a:gd name="textAreaLeft" fmla="*/ 0 w 567720"/>
                <a:gd name="textAreaRight" fmla="*/ 568080 w 567720"/>
                <a:gd name="textAreaTop" fmla="*/ 0 h 384840"/>
                <a:gd name="textAreaBottom" fmla="*/ 385200 h 384840"/>
              </a:gdLst>
              <a:ahLst/>
              <a:cxnLst/>
              <a:rect l="textAreaLeft" t="textAreaTop" r="textAreaRight" b="textAreaBottom"/>
              <a:pathLst>
                <a:path w="5016" h="3473">
                  <a:moveTo>
                    <a:pt x="2689" y="2484"/>
                  </a:moveTo>
                  <a:cubicBezTo>
                    <a:pt x="2689" y="2485"/>
                    <a:pt x="2688" y="2485"/>
                    <a:pt x="2687" y="2486"/>
                  </a:cubicBezTo>
                  <a:lnTo>
                    <a:pt x="2687" y="2486"/>
                  </a:lnTo>
                  <a:cubicBezTo>
                    <a:pt x="2688" y="2485"/>
                    <a:pt x="2689" y="2485"/>
                    <a:pt x="2689" y="2484"/>
                  </a:cubicBezTo>
                  <a:close/>
                  <a:moveTo>
                    <a:pt x="4972" y="1"/>
                  </a:moveTo>
                  <a:cubicBezTo>
                    <a:pt x="4963" y="1"/>
                    <a:pt x="4954" y="5"/>
                    <a:pt x="4947" y="16"/>
                  </a:cubicBezTo>
                  <a:cubicBezTo>
                    <a:pt x="4898" y="101"/>
                    <a:pt x="4847" y="189"/>
                    <a:pt x="4796" y="275"/>
                  </a:cubicBezTo>
                  <a:cubicBezTo>
                    <a:pt x="4769" y="318"/>
                    <a:pt x="4741" y="358"/>
                    <a:pt x="4713" y="401"/>
                  </a:cubicBezTo>
                  <a:cubicBezTo>
                    <a:pt x="4686" y="444"/>
                    <a:pt x="4660" y="486"/>
                    <a:pt x="4633" y="530"/>
                  </a:cubicBezTo>
                  <a:cubicBezTo>
                    <a:pt x="4526" y="702"/>
                    <a:pt x="4411" y="869"/>
                    <a:pt x="4288" y="1031"/>
                  </a:cubicBezTo>
                  <a:cubicBezTo>
                    <a:pt x="4167" y="1193"/>
                    <a:pt x="4036" y="1348"/>
                    <a:pt x="3897" y="1496"/>
                  </a:cubicBezTo>
                  <a:cubicBezTo>
                    <a:pt x="3890" y="1505"/>
                    <a:pt x="3881" y="1515"/>
                    <a:pt x="3873" y="1522"/>
                  </a:cubicBezTo>
                  <a:cubicBezTo>
                    <a:pt x="3868" y="1528"/>
                    <a:pt x="3863" y="1533"/>
                    <a:pt x="3858" y="1538"/>
                  </a:cubicBezTo>
                  <a:cubicBezTo>
                    <a:pt x="3858" y="1538"/>
                    <a:pt x="3858" y="1538"/>
                    <a:pt x="3858" y="1538"/>
                  </a:cubicBezTo>
                  <a:lnTo>
                    <a:pt x="3858" y="1538"/>
                  </a:lnTo>
                  <a:cubicBezTo>
                    <a:pt x="3858" y="1538"/>
                    <a:pt x="3858" y="1538"/>
                    <a:pt x="3858" y="1538"/>
                  </a:cubicBezTo>
                  <a:lnTo>
                    <a:pt x="3858" y="1538"/>
                  </a:lnTo>
                  <a:cubicBezTo>
                    <a:pt x="3857" y="1539"/>
                    <a:pt x="3853" y="1543"/>
                    <a:pt x="3853" y="1543"/>
                  </a:cubicBezTo>
                  <a:lnTo>
                    <a:pt x="3853" y="1543"/>
                  </a:lnTo>
                  <a:cubicBezTo>
                    <a:pt x="3855" y="1541"/>
                    <a:pt x="3856" y="1539"/>
                    <a:pt x="3858" y="1538"/>
                  </a:cubicBezTo>
                  <a:lnTo>
                    <a:pt x="3858" y="1538"/>
                  </a:lnTo>
                  <a:cubicBezTo>
                    <a:pt x="3854" y="1542"/>
                    <a:pt x="3853" y="1543"/>
                    <a:pt x="3853" y="1543"/>
                  </a:cubicBezTo>
                  <a:cubicBezTo>
                    <a:pt x="3853" y="1543"/>
                    <a:pt x="3853" y="1543"/>
                    <a:pt x="3853" y="1543"/>
                  </a:cubicBezTo>
                  <a:lnTo>
                    <a:pt x="3853" y="1543"/>
                  </a:lnTo>
                  <a:cubicBezTo>
                    <a:pt x="3837" y="1560"/>
                    <a:pt x="3819" y="1578"/>
                    <a:pt x="3803" y="1595"/>
                  </a:cubicBezTo>
                  <a:cubicBezTo>
                    <a:pt x="3767" y="1631"/>
                    <a:pt x="3732" y="1666"/>
                    <a:pt x="3694" y="1702"/>
                  </a:cubicBezTo>
                  <a:cubicBezTo>
                    <a:pt x="3622" y="1773"/>
                    <a:pt x="3546" y="1841"/>
                    <a:pt x="3470" y="1908"/>
                  </a:cubicBezTo>
                  <a:cubicBezTo>
                    <a:pt x="3317" y="2042"/>
                    <a:pt x="3157" y="2168"/>
                    <a:pt x="2991" y="2284"/>
                  </a:cubicBezTo>
                  <a:cubicBezTo>
                    <a:pt x="2909" y="2344"/>
                    <a:pt x="2825" y="2400"/>
                    <a:pt x="2739" y="2454"/>
                  </a:cubicBezTo>
                  <a:cubicBezTo>
                    <a:pt x="2729" y="2460"/>
                    <a:pt x="2718" y="2466"/>
                    <a:pt x="2709" y="2472"/>
                  </a:cubicBezTo>
                  <a:cubicBezTo>
                    <a:pt x="2706" y="2475"/>
                    <a:pt x="2686" y="2487"/>
                    <a:pt x="2686" y="2487"/>
                  </a:cubicBezTo>
                  <a:cubicBezTo>
                    <a:pt x="2686" y="2487"/>
                    <a:pt x="2686" y="2486"/>
                    <a:pt x="2687" y="2486"/>
                  </a:cubicBezTo>
                  <a:lnTo>
                    <a:pt x="2687" y="2486"/>
                  </a:lnTo>
                  <a:cubicBezTo>
                    <a:pt x="2665" y="2499"/>
                    <a:pt x="2644" y="2512"/>
                    <a:pt x="2620" y="2526"/>
                  </a:cubicBezTo>
                  <a:cubicBezTo>
                    <a:pt x="2576" y="2552"/>
                    <a:pt x="2532" y="2578"/>
                    <a:pt x="2490" y="2603"/>
                  </a:cubicBezTo>
                  <a:cubicBezTo>
                    <a:pt x="2136" y="2802"/>
                    <a:pt x="1765" y="2964"/>
                    <a:pt x="1378" y="3086"/>
                  </a:cubicBezTo>
                  <a:cubicBezTo>
                    <a:pt x="1366" y="3091"/>
                    <a:pt x="1354" y="3094"/>
                    <a:pt x="1340" y="3098"/>
                  </a:cubicBezTo>
                  <a:cubicBezTo>
                    <a:pt x="1337" y="3099"/>
                    <a:pt x="1330" y="3101"/>
                    <a:pt x="1327" y="3103"/>
                  </a:cubicBezTo>
                  <a:cubicBezTo>
                    <a:pt x="1321" y="3104"/>
                    <a:pt x="1319" y="3105"/>
                    <a:pt x="1319" y="3105"/>
                  </a:cubicBezTo>
                  <a:cubicBezTo>
                    <a:pt x="1319" y="3105"/>
                    <a:pt x="1327" y="3103"/>
                    <a:pt x="1327" y="3103"/>
                  </a:cubicBezTo>
                  <a:lnTo>
                    <a:pt x="1327" y="3103"/>
                  </a:lnTo>
                  <a:cubicBezTo>
                    <a:pt x="1327" y="3103"/>
                    <a:pt x="1325" y="3103"/>
                    <a:pt x="1319" y="3105"/>
                  </a:cubicBezTo>
                  <a:cubicBezTo>
                    <a:pt x="1309" y="3109"/>
                    <a:pt x="1296" y="3112"/>
                    <a:pt x="1285" y="3116"/>
                  </a:cubicBezTo>
                  <a:cubicBezTo>
                    <a:pt x="1276" y="3119"/>
                    <a:pt x="1270" y="3121"/>
                    <a:pt x="1262" y="3123"/>
                  </a:cubicBezTo>
                  <a:lnTo>
                    <a:pt x="1262" y="3123"/>
                  </a:lnTo>
                  <a:cubicBezTo>
                    <a:pt x="1257" y="3124"/>
                    <a:pt x="1249" y="3127"/>
                    <a:pt x="1246" y="3127"/>
                  </a:cubicBezTo>
                  <a:cubicBezTo>
                    <a:pt x="1199" y="3141"/>
                    <a:pt x="1150" y="3154"/>
                    <a:pt x="1099" y="3168"/>
                  </a:cubicBezTo>
                  <a:cubicBezTo>
                    <a:pt x="1003" y="3195"/>
                    <a:pt x="904" y="3218"/>
                    <a:pt x="804" y="3239"/>
                  </a:cubicBezTo>
                  <a:cubicBezTo>
                    <a:pt x="706" y="3259"/>
                    <a:pt x="607" y="3277"/>
                    <a:pt x="509" y="3291"/>
                  </a:cubicBezTo>
                  <a:cubicBezTo>
                    <a:pt x="409" y="3307"/>
                    <a:pt x="306" y="3316"/>
                    <a:pt x="207" y="3332"/>
                  </a:cubicBezTo>
                  <a:cubicBezTo>
                    <a:pt x="181" y="3335"/>
                    <a:pt x="157" y="3340"/>
                    <a:pt x="131" y="3344"/>
                  </a:cubicBezTo>
                  <a:cubicBezTo>
                    <a:pt x="103" y="3349"/>
                    <a:pt x="87" y="3355"/>
                    <a:pt x="56" y="3363"/>
                  </a:cubicBezTo>
                  <a:cubicBezTo>
                    <a:pt x="3" y="3377"/>
                    <a:pt x="0" y="3455"/>
                    <a:pt x="63" y="3465"/>
                  </a:cubicBezTo>
                  <a:cubicBezTo>
                    <a:pt x="75" y="3467"/>
                    <a:pt x="88" y="3469"/>
                    <a:pt x="101" y="3470"/>
                  </a:cubicBezTo>
                  <a:cubicBezTo>
                    <a:pt x="102" y="3470"/>
                    <a:pt x="135" y="3473"/>
                    <a:pt x="136" y="3473"/>
                  </a:cubicBezTo>
                  <a:lnTo>
                    <a:pt x="214" y="3473"/>
                  </a:lnTo>
                  <a:cubicBezTo>
                    <a:pt x="270" y="3473"/>
                    <a:pt x="327" y="3466"/>
                    <a:pt x="382" y="3461"/>
                  </a:cubicBezTo>
                  <a:cubicBezTo>
                    <a:pt x="482" y="3450"/>
                    <a:pt x="584" y="3436"/>
                    <a:pt x="683" y="3420"/>
                  </a:cubicBezTo>
                  <a:cubicBezTo>
                    <a:pt x="884" y="3385"/>
                    <a:pt x="1085" y="3341"/>
                    <a:pt x="1283" y="3285"/>
                  </a:cubicBezTo>
                  <a:cubicBezTo>
                    <a:pt x="1679" y="3173"/>
                    <a:pt x="2065" y="3016"/>
                    <a:pt x="2429" y="2823"/>
                  </a:cubicBezTo>
                  <a:cubicBezTo>
                    <a:pt x="2794" y="2627"/>
                    <a:pt x="3141" y="2396"/>
                    <a:pt x="3459" y="2132"/>
                  </a:cubicBezTo>
                  <a:cubicBezTo>
                    <a:pt x="3778" y="1868"/>
                    <a:pt x="4071" y="1571"/>
                    <a:pt x="4329" y="1248"/>
                  </a:cubicBezTo>
                  <a:cubicBezTo>
                    <a:pt x="4456" y="1089"/>
                    <a:pt x="4574" y="923"/>
                    <a:pt x="4680" y="748"/>
                  </a:cubicBezTo>
                  <a:cubicBezTo>
                    <a:pt x="4735" y="658"/>
                    <a:pt x="4791" y="566"/>
                    <a:pt x="4836" y="469"/>
                  </a:cubicBezTo>
                  <a:cubicBezTo>
                    <a:pt x="4858" y="424"/>
                    <a:pt x="4876" y="378"/>
                    <a:pt x="4897" y="331"/>
                  </a:cubicBezTo>
                  <a:cubicBezTo>
                    <a:pt x="4918" y="285"/>
                    <a:pt x="4939" y="239"/>
                    <a:pt x="4956" y="191"/>
                  </a:cubicBezTo>
                  <a:cubicBezTo>
                    <a:pt x="4974" y="143"/>
                    <a:pt x="4990" y="96"/>
                    <a:pt x="5007" y="49"/>
                  </a:cubicBezTo>
                  <a:cubicBezTo>
                    <a:pt x="5015" y="24"/>
                    <a:pt x="4993" y="1"/>
                    <a:pt x="497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191;p40"/>
            <p:cNvSpPr/>
            <p:nvPr/>
          </p:nvSpPr>
          <p:spPr>
            <a:xfrm>
              <a:off x="3305160" y="2370600"/>
              <a:ext cx="608400" cy="1593720"/>
            </a:xfrm>
            <a:custGeom>
              <a:avLst/>
              <a:gdLst>
                <a:gd name="textAreaLeft" fmla="*/ 0 w 608400"/>
                <a:gd name="textAreaRight" fmla="*/ 608760 w 608400"/>
                <a:gd name="textAreaTop" fmla="*/ 0 h 1593720"/>
                <a:gd name="textAreaBottom" fmla="*/ 1594080 h 1593720"/>
              </a:gdLst>
              <a:ahLst/>
              <a:cxnLst/>
              <a:rect l="textAreaLeft" t="textAreaTop" r="textAreaRight" b="textAreaBottom"/>
              <a:pathLst>
                <a:path w="5374" h="14372">
                  <a:moveTo>
                    <a:pt x="3505" y="0"/>
                  </a:moveTo>
                  <a:cubicBezTo>
                    <a:pt x="3460" y="0"/>
                    <a:pt x="3413" y="45"/>
                    <a:pt x="3441" y="90"/>
                  </a:cubicBezTo>
                  <a:cubicBezTo>
                    <a:pt x="3474" y="145"/>
                    <a:pt x="3512" y="200"/>
                    <a:pt x="3534" y="259"/>
                  </a:cubicBezTo>
                  <a:cubicBezTo>
                    <a:pt x="3558" y="324"/>
                    <a:pt x="3579" y="386"/>
                    <a:pt x="3613" y="447"/>
                  </a:cubicBezTo>
                  <a:cubicBezTo>
                    <a:pt x="3678" y="564"/>
                    <a:pt x="3740" y="681"/>
                    <a:pt x="3800" y="798"/>
                  </a:cubicBezTo>
                  <a:cubicBezTo>
                    <a:pt x="3920" y="1033"/>
                    <a:pt x="4041" y="1265"/>
                    <a:pt x="4147" y="1505"/>
                  </a:cubicBezTo>
                  <a:cubicBezTo>
                    <a:pt x="4361" y="1984"/>
                    <a:pt x="4537" y="2481"/>
                    <a:pt x="4673" y="2987"/>
                  </a:cubicBezTo>
                  <a:cubicBezTo>
                    <a:pt x="4947" y="4008"/>
                    <a:pt x="5048" y="5063"/>
                    <a:pt x="5011" y="6118"/>
                  </a:cubicBezTo>
                  <a:cubicBezTo>
                    <a:pt x="4974" y="7164"/>
                    <a:pt x="4794" y="8216"/>
                    <a:pt x="4466" y="9212"/>
                  </a:cubicBezTo>
                  <a:cubicBezTo>
                    <a:pt x="4135" y="10214"/>
                    <a:pt x="3631" y="11165"/>
                    <a:pt x="2988" y="12002"/>
                  </a:cubicBezTo>
                  <a:cubicBezTo>
                    <a:pt x="2313" y="12880"/>
                    <a:pt x="1473" y="13665"/>
                    <a:pt x="446" y="14107"/>
                  </a:cubicBezTo>
                  <a:cubicBezTo>
                    <a:pt x="322" y="14161"/>
                    <a:pt x="196" y="14210"/>
                    <a:pt x="67" y="14254"/>
                  </a:cubicBezTo>
                  <a:cubicBezTo>
                    <a:pt x="0" y="14280"/>
                    <a:pt x="37" y="14371"/>
                    <a:pt x="100" y="14371"/>
                  </a:cubicBezTo>
                  <a:cubicBezTo>
                    <a:pt x="107" y="14371"/>
                    <a:pt x="113" y="14370"/>
                    <a:pt x="120" y="14368"/>
                  </a:cubicBezTo>
                  <a:cubicBezTo>
                    <a:pt x="1204" y="14039"/>
                    <a:pt x="2146" y="13322"/>
                    <a:pt x="2884" y="12476"/>
                  </a:cubicBezTo>
                  <a:cubicBezTo>
                    <a:pt x="3603" y="11654"/>
                    <a:pt x="4169" y="10697"/>
                    <a:pt x="4573" y="9682"/>
                  </a:cubicBezTo>
                  <a:cubicBezTo>
                    <a:pt x="4973" y="8676"/>
                    <a:pt x="5223" y="7621"/>
                    <a:pt x="5298" y="6540"/>
                  </a:cubicBezTo>
                  <a:cubicBezTo>
                    <a:pt x="5374" y="5462"/>
                    <a:pt x="5275" y="4375"/>
                    <a:pt x="5030" y="3322"/>
                  </a:cubicBezTo>
                  <a:cubicBezTo>
                    <a:pt x="4786" y="2272"/>
                    <a:pt x="4393" y="1235"/>
                    <a:pt x="3801" y="331"/>
                  </a:cubicBezTo>
                  <a:cubicBezTo>
                    <a:pt x="3766" y="276"/>
                    <a:pt x="3723" y="231"/>
                    <a:pt x="3675" y="185"/>
                  </a:cubicBezTo>
                  <a:cubicBezTo>
                    <a:pt x="3628" y="137"/>
                    <a:pt x="3590" y="78"/>
                    <a:pt x="3551" y="23"/>
                  </a:cubicBezTo>
                  <a:cubicBezTo>
                    <a:pt x="3539" y="7"/>
                    <a:pt x="3522" y="0"/>
                    <a:pt x="350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192;p40"/>
            <p:cNvSpPr/>
            <p:nvPr/>
          </p:nvSpPr>
          <p:spPr>
            <a:xfrm>
              <a:off x="3870000" y="2507040"/>
              <a:ext cx="140400" cy="74952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49520"/>
                <a:gd name="textAreaBottom" fmla="*/ 749880 h 749520"/>
              </a:gdLst>
              <a:ahLst/>
              <a:cxnLst/>
              <a:rect l="textAreaLeft" t="textAreaTop" r="textAreaRight" b="textAreaBottom"/>
              <a:pathLst>
                <a:path w="1243" h="6761">
                  <a:moveTo>
                    <a:pt x="943" y="0"/>
                  </a:moveTo>
                  <a:cubicBezTo>
                    <a:pt x="932" y="0"/>
                    <a:pt x="922" y="8"/>
                    <a:pt x="924" y="23"/>
                  </a:cubicBezTo>
                  <a:cubicBezTo>
                    <a:pt x="953" y="247"/>
                    <a:pt x="975" y="471"/>
                    <a:pt x="998" y="694"/>
                  </a:cubicBezTo>
                  <a:cubicBezTo>
                    <a:pt x="1021" y="918"/>
                    <a:pt x="1042" y="1142"/>
                    <a:pt x="1054" y="1367"/>
                  </a:cubicBezTo>
                  <a:cubicBezTo>
                    <a:pt x="1080" y="1813"/>
                    <a:pt x="1085" y="2259"/>
                    <a:pt x="1055" y="2706"/>
                  </a:cubicBezTo>
                  <a:cubicBezTo>
                    <a:pt x="1027" y="3153"/>
                    <a:pt x="970" y="3601"/>
                    <a:pt x="884" y="4042"/>
                  </a:cubicBezTo>
                  <a:cubicBezTo>
                    <a:pt x="801" y="4481"/>
                    <a:pt x="685" y="4914"/>
                    <a:pt x="547" y="5338"/>
                  </a:cubicBezTo>
                  <a:cubicBezTo>
                    <a:pt x="477" y="5549"/>
                    <a:pt x="401" y="5760"/>
                    <a:pt x="318" y="5965"/>
                  </a:cubicBezTo>
                  <a:cubicBezTo>
                    <a:pt x="275" y="6069"/>
                    <a:pt x="231" y="6174"/>
                    <a:pt x="187" y="6278"/>
                  </a:cubicBezTo>
                  <a:cubicBezTo>
                    <a:pt x="165" y="6331"/>
                    <a:pt x="139" y="6381"/>
                    <a:pt x="120" y="6435"/>
                  </a:cubicBezTo>
                  <a:cubicBezTo>
                    <a:pt x="102" y="6486"/>
                    <a:pt x="86" y="6537"/>
                    <a:pt x="65" y="6589"/>
                  </a:cubicBezTo>
                  <a:cubicBezTo>
                    <a:pt x="44" y="6640"/>
                    <a:pt x="23" y="6693"/>
                    <a:pt x="5" y="6747"/>
                  </a:cubicBezTo>
                  <a:cubicBezTo>
                    <a:pt x="0" y="6754"/>
                    <a:pt x="5" y="6760"/>
                    <a:pt x="10" y="6760"/>
                  </a:cubicBezTo>
                  <a:cubicBezTo>
                    <a:pt x="13" y="6760"/>
                    <a:pt x="16" y="6759"/>
                    <a:pt x="19" y="6756"/>
                  </a:cubicBezTo>
                  <a:cubicBezTo>
                    <a:pt x="281" y="6390"/>
                    <a:pt x="455" y="5962"/>
                    <a:pt x="613" y="5540"/>
                  </a:cubicBezTo>
                  <a:cubicBezTo>
                    <a:pt x="773" y="5113"/>
                    <a:pt x="901" y="4675"/>
                    <a:pt x="999" y="4229"/>
                  </a:cubicBezTo>
                  <a:cubicBezTo>
                    <a:pt x="1098" y="3785"/>
                    <a:pt x="1166" y="3337"/>
                    <a:pt x="1202" y="2885"/>
                  </a:cubicBezTo>
                  <a:cubicBezTo>
                    <a:pt x="1237" y="2432"/>
                    <a:pt x="1242" y="1976"/>
                    <a:pt x="1218" y="1522"/>
                  </a:cubicBezTo>
                  <a:cubicBezTo>
                    <a:pt x="1193" y="1070"/>
                    <a:pt x="1130" y="616"/>
                    <a:pt x="1009" y="181"/>
                  </a:cubicBezTo>
                  <a:cubicBezTo>
                    <a:pt x="994" y="126"/>
                    <a:pt x="978" y="71"/>
                    <a:pt x="962" y="16"/>
                  </a:cubicBezTo>
                  <a:cubicBezTo>
                    <a:pt x="959" y="5"/>
                    <a:pt x="951" y="0"/>
                    <a:pt x="94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193;p40"/>
            <p:cNvSpPr/>
            <p:nvPr/>
          </p:nvSpPr>
          <p:spPr>
            <a:xfrm>
              <a:off x="3366720" y="1841040"/>
              <a:ext cx="571680" cy="1104120"/>
            </a:xfrm>
            <a:custGeom>
              <a:avLst/>
              <a:gdLst>
                <a:gd name="textAreaLeft" fmla="*/ 0 w 571680"/>
                <a:gd name="textAreaRight" fmla="*/ 572040 w 571680"/>
                <a:gd name="textAreaTop" fmla="*/ 0 h 1104120"/>
                <a:gd name="textAreaBottom" fmla="*/ 1104480 h 1104120"/>
              </a:gdLst>
              <a:ahLst/>
              <a:cxnLst/>
              <a:rect l="textAreaLeft" t="textAreaTop" r="textAreaRight" b="textAreaBottom"/>
              <a:pathLst>
                <a:path w="5049" h="9957">
                  <a:moveTo>
                    <a:pt x="105" y="0"/>
                  </a:moveTo>
                  <a:cubicBezTo>
                    <a:pt x="33" y="0"/>
                    <a:pt x="0" y="113"/>
                    <a:pt x="77" y="149"/>
                  </a:cubicBezTo>
                  <a:cubicBezTo>
                    <a:pt x="382" y="296"/>
                    <a:pt x="678" y="459"/>
                    <a:pt x="953" y="654"/>
                  </a:cubicBezTo>
                  <a:cubicBezTo>
                    <a:pt x="1224" y="846"/>
                    <a:pt x="1480" y="1064"/>
                    <a:pt x="1716" y="1299"/>
                  </a:cubicBezTo>
                  <a:cubicBezTo>
                    <a:pt x="2201" y="1780"/>
                    <a:pt x="2613" y="2334"/>
                    <a:pt x="2964" y="2920"/>
                  </a:cubicBezTo>
                  <a:cubicBezTo>
                    <a:pt x="3326" y="3523"/>
                    <a:pt x="3630" y="4159"/>
                    <a:pt x="3896" y="4810"/>
                  </a:cubicBezTo>
                  <a:cubicBezTo>
                    <a:pt x="4210" y="5577"/>
                    <a:pt x="4474" y="6365"/>
                    <a:pt x="4650" y="7175"/>
                  </a:cubicBezTo>
                  <a:cubicBezTo>
                    <a:pt x="4736" y="7576"/>
                    <a:pt x="4801" y="7982"/>
                    <a:pt x="4836" y="8391"/>
                  </a:cubicBezTo>
                  <a:cubicBezTo>
                    <a:pt x="4870" y="8799"/>
                    <a:pt x="4858" y="9206"/>
                    <a:pt x="4864" y="9614"/>
                  </a:cubicBezTo>
                  <a:cubicBezTo>
                    <a:pt x="4865" y="9719"/>
                    <a:pt x="4876" y="9823"/>
                    <a:pt x="4874" y="9927"/>
                  </a:cubicBezTo>
                  <a:cubicBezTo>
                    <a:pt x="4873" y="9947"/>
                    <a:pt x="4886" y="9956"/>
                    <a:pt x="4900" y="9956"/>
                  </a:cubicBezTo>
                  <a:cubicBezTo>
                    <a:pt x="4912" y="9956"/>
                    <a:pt x="4924" y="9949"/>
                    <a:pt x="4928" y="9933"/>
                  </a:cubicBezTo>
                  <a:cubicBezTo>
                    <a:pt x="4951" y="9827"/>
                    <a:pt x="4982" y="9725"/>
                    <a:pt x="5000" y="9619"/>
                  </a:cubicBezTo>
                  <a:cubicBezTo>
                    <a:pt x="5018" y="9515"/>
                    <a:pt x="5029" y="9416"/>
                    <a:pt x="5034" y="9311"/>
                  </a:cubicBezTo>
                  <a:cubicBezTo>
                    <a:pt x="5048" y="9101"/>
                    <a:pt x="5041" y="8888"/>
                    <a:pt x="5033" y="8679"/>
                  </a:cubicBezTo>
                  <a:cubicBezTo>
                    <a:pt x="5015" y="8262"/>
                    <a:pt x="4966" y="7850"/>
                    <a:pt x="4890" y="7439"/>
                  </a:cubicBezTo>
                  <a:cubicBezTo>
                    <a:pt x="4738" y="6609"/>
                    <a:pt x="4481" y="5799"/>
                    <a:pt x="4170" y="5016"/>
                  </a:cubicBezTo>
                  <a:cubicBezTo>
                    <a:pt x="3902" y="4341"/>
                    <a:pt x="3597" y="3678"/>
                    <a:pt x="3234" y="3047"/>
                  </a:cubicBezTo>
                  <a:cubicBezTo>
                    <a:pt x="2886" y="2441"/>
                    <a:pt x="2485" y="1861"/>
                    <a:pt x="2004" y="1351"/>
                  </a:cubicBezTo>
                  <a:cubicBezTo>
                    <a:pt x="1531" y="849"/>
                    <a:pt x="985" y="418"/>
                    <a:pt x="366" y="111"/>
                  </a:cubicBezTo>
                  <a:cubicBezTo>
                    <a:pt x="289" y="72"/>
                    <a:pt x="212" y="38"/>
                    <a:pt x="132" y="5"/>
                  </a:cubicBezTo>
                  <a:cubicBezTo>
                    <a:pt x="122" y="2"/>
                    <a:pt x="113" y="0"/>
                    <a:pt x="10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194;p40"/>
            <p:cNvSpPr/>
            <p:nvPr/>
          </p:nvSpPr>
          <p:spPr>
            <a:xfrm>
              <a:off x="3607920" y="3116880"/>
              <a:ext cx="177120" cy="473040"/>
            </a:xfrm>
            <a:custGeom>
              <a:avLst/>
              <a:gdLst>
                <a:gd name="textAreaLeft" fmla="*/ 0 w 177120"/>
                <a:gd name="textAreaRight" fmla="*/ 177480 w 177120"/>
                <a:gd name="textAreaTop" fmla="*/ 0 h 473040"/>
                <a:gd name="textAreaBottom" fmla="*/ 473400 h 473040"/>
              </a:gdLst>
              <a:ahLst/>
              <a:cxnLst/>
              <a:rect l="textAreaLeft" t="textAreaTop" r="textAreaRight" b="textAreaBottom"/>
              <a:pathLst>
                <a:path w="1566" h="4268">
                  <a:moveTo>
                    <a:pt x="520" y="587"/>
                  </a:moveTo>
                  <a:lnTo>
                    <a:pt x="520" y="587"/>
                  </a:lnTo>
                  <a:cubicBezTo>
                    <a:pt x="520" y="587"/>
                    <a:pt x="520" y="588"/>
                    <a:pt x="519" y="590"/>
                  </a:cubicBezTo>
                  <a:cubicBezTo>
                    <a:pt x="518" y="590"/>
                    <a:pt x="518" y="591"/>
                    <a:pt x="518" y="591"/>
                  </a:cubicBezTo>
                  <a:lnTo>
                    <a:pt x="518" y="591"/>
                  </a:lnTo>
                  <a:cubicBezTo>
                    <a:pt x="519" y="589"/>
                    <a:pt x="520" y="587"/>
                    <a:pt x="520" y="587"/>
                  </a:cubicBezTo>
                  <a:close/>
                  <a:moveTo>
                    <a:pt x="806" y="152"/>
                  </a:moveTo>
                  <a:cubicBezTo>
                    <a:pt x="937" y="356"/>
                    <a:pt x="1047" y="575"/>
                    <a:pt x="1137" y="802"/>
                  </a:cubicBezTo>
                  <a:cubicBezTo>
                    <a:pt x="1237" y="1050"/>
                    <a:pt x="1313" y="1307"/>
                    <a:pt x="1364" y="1569"/>
                  </a:cubicBezTo>
                  <a:cubicBezTo>
                    <a:pt x="1417" y="1831"/>
                    <a:pt x="1445" y="2099"/>
                    <a:pt x="1449" y="2366"/>
                  </a:cubicBezTo>
                  <a:cubicBezTo>
                    <a:pt x="1451" y="2635"/>
                    <a:pt x="1430" y="2905"/>
                    <a:pt x="1385" y="3169"/>
                  </a:cubicBezTo>
                  <a:cubicBezTo>
                    <a:pt x="1363" y="3300"/>
                    <a:pt x="1336" y="3431"/>
                    <a:pt x="1303" y="3557"/>
                  </a:cubicBezTo>
                  <a:cubicBezTo>
                    <a:pt x="1285" y="3623"/>
                    <a:pt x="1265" y="3687"/>
                    <a:pt x="1246" y="3751"/>
                  </a:cubicBezTo>
                  <a:cubicBezTo>
                    <a:pt x="1235" y="3786"/>
                    <a:pt x="1222" y="3821"/>
                    <a:pt x="1209" y="3855"/>
                  </a:cubicBezTo>
                  <a:lnTo>
                    <a:pt x="1209" y="3855"/>
                  </a:lnTo>
                  <a:cubicBezTo>
                    <a:pt x="1165" y="3679"/>
                    <a:pt x="1126" y="3501"/>
                    <a:pt x="1095" y="3322"/>
                  </a:cubicBezTo>
                  <a:cubicBezTo>
                    <a:pt x="1046" y="3038"/>
                    <a:pt x="1013" y="2751"/>
                    <a:pt x="991" y="2462"/>
                  </a:cubicBezTo>
                  <a:cubicBezTo>
                    <a:pt x="985" y="2382"/>
                    <a:pt x="978" y="2302"/>
                    <a:pt x="971" y="2221"/>
                  </a:cubicBezTo>
                  <a:cubicBezTo>
                    <a:pt x="968" y="2181"/>
                    <a:pt x="966" y="2140"/>
                    <a:pt x="962" y="2100"/>
                  </a:cubicBezTo>
                  <a:cubicBezTo>
                    <a:pt x="961" y="2080"/>
                    <a:pt x="956" y="2059"/>
                    <a:pt x="951" y="2038"/>
                  </a:cubicBezTo>
                  <a:cubicBezTo>
                    <a:pt x="947" y="2020"/>
                    <a:pt x="945" y="2002"/>
                    <a:pt x="940" y="1984"/>
                  </a:cubicBezTo>
                  <a:lnTo>
                    <a:pt x="940" y="1984"/>
                  </a:lnTo>
                  <a:cubicBezTo>
                    <a:pt x="939" y="1948"/>
                    <a:pt x="933" y="1912"/>
                    <a:pt x="934" y="1875"/>
                  </a:cubicBezTo>
                  <a:cubicBezTo>
                    <a:pt x="934" y="1858"/>
                    <a:pt x="920" y="1849"/>
                    <a:pt x="907" y="1849"/>
                  </a:cubicBezTo>
                  <a:cubicBezTo>
                    <a:pt x="896" y="1849"/>
                    <a:pt x="886" y="1856"/>
                    <a:pt x="885" y="1869"/>
                  </a:cubicBezTo>
                  <a:cubicBezTo>
                    <a:pt x="885" y="1888"/>
                    <a:pt x="881" y="1907"/>
                    <a:pt x="879" y="1924"/>
                  </a:cubicBezTo>
                  <a:cubicBezTo>
                    <a:pt x="876" y="1944"/>
                    <a:pt x="876" y="1963"/>
                    <a:pt x="872" y="1982"/>
                  </a:cubicBezTo>
                  <a:cubicBezTo>
                    <a:pt x="865" y="2021"/>
                    <a:pt x="852" y="2056"/>
                    <a:pt x="848" y="2094"/>
                  </a:cubicBezTo>
                  <a:cubicBezTo>
                    <a:pt x="841" y="2170"/>
                    <a:pt x="841" y="2246"/>
                    <a:pt x="839" y="2322"/>
                  </a:cubicBezTo>
                  <a:cubicBezTo>
                    <a:pt x="839" y="2339"/>
                    <a:pt x="837" y="2358"/>
                    <a:pt x="837" y="2377"/>
                  </a:cubicBezTo>
                  <a:lnTo>
                    <a:pt x="837" y="2404"/>
                  </a:lnTo>
                  <a:lnTo>
                    <a:pt x="837" y="2418"/>
                  </a:lnTo>
                  <a:lnTo>
                    <a:pt x="837" y="2433"/>
                  </a:lnTo>
                  <a:lnTo>
                    <a:pt x="837" y="2440"/>
                  </a:lnTo>
                  <a:lnTo>
                    <a:pt x="837" y="2450"/>
                  </a:lnTo>
                  <a:lnTo>
                    <a:pt x="837" y="2462"/>
                  </a:lnTo>
                  <a:cubicBezTo>
                    <a:pt x="837" y="2476"/>
                    <a:pt x="839" y="2489"/>
                    <a:pt x="839" y="2503"/>
                  </a:cubicBezTo>
                  <a:cubicBezTo>
                    <a:pt x="839" y="2521"/>
                    <a:pt x="840" y="2542"/>
                    <a:pt x="840" y="2561"/>
                  </a:cubicBezTo>
                  <a:cubicBezTo>
                    <a:pt x="843" y="2637"/>
                    <a:pt x="846" y="2714"/>
                    <a:pt x="852" y="2789"/>
                  </a:cubicBezTo>
                  <a:cubicBezTo>
                    <a:pt x="880" y="3094"/>
                    <a:pt x="928" y="3396"/>
                    <a:pt x="994" y="3695"/>
                  </a:cubicBezTo>
                  <a:cubicBezTo>
                    <a:pt x="1012" y="3777"/>
                    <a:pt x="1032" y="3860"/>
                    <a:pt x="1054" y="3942"/>
                  </a:cubicBezTo>
                  <a:lnTo>
                    <a:pt x="1054" y="3942"/>
                  </a:lnTo>
                  <a:lnTo>
                    <a:pt x="1045" y="3934"/>
                  </a:lnTo>
                  <a:cubicBezTo>
                    <a:pt x="1038" y="3928"/>
                    <a:pt x="1033" y="3922"/>
                    <a:pt x="1026" y="3916"/>
                  </a:cubicBezTo>
                  <a:cubicBezTo>
                    <a:pt x="1024" y="3915"/>
                    <a:pt x="1021" y="3913"/>
                    <a:pt x="1019" y="3911"/>
                  </a:cubicBezTo>
                  <a:lnTo>
                    <a:pt x="1019" y="3911"/>
                  </a:lnTo>
                  <a:cubicBezTo>
                    <a:pt x="1018" y="3910"/>
                    <a:pt x="1017" y="3909"/>
                    <a:pt x="1016" y="3908"/>
                  </a:cubicBezTo>
                  <a:lnTo>
                    <a:pt x="1016" y="3908"/>
                  </a:lnTo>
                  <a:cubicBezTo>
                    <a:pt x="1016" y="3908"/>
                    <a:pt x="1016" y="3908"/>
                    <a:pt x="1016" y="3908"/>
                  </a:cubicBezTo>
                  <a:cubicBezTo>
                    <a:pt x="989" y="3882"/>
                    <a:pt x="962" y="3856"/>
                    <a:pt x="936" y="3828"/>
                  </a:cubicBezTo>
                  <a:cubicBezTo>
                    <a:pt x="835" y="3722"/>
                    <a:pt x="742" y="3608"/>
                    <a:pt x="658" y="3487"/>
                  </a:cubicBezTo>
                  <a:cubicBezTo>
                    <a:pt x="637" y="3456"/>
                    <a:pt x="616" y="3426"/>
                    <a:pt x="598" y="3395"/>
                  </a:cubicBezTo>
                  <a:cubicBezTo>
                    <a:pt x="593" y="3388"/>
                    <a:pt x="588" y="3379"/>
                    <a:pt x="583" y="3373"/>
                  </a:cubicBezTo>
                  <a:cubicBezTo>
                    <a:pt x="582" y="3370"/>
                    <a:pt x="578" y="3364"/>
                    <a:pt x="578" y="3364"/>
                  </a:cubicBezTo>
                  <a:lnTo>
                    <a:pt x="578" y="3364"/>
                  </a:lnTo>
                  <a:cubicBezTo>
                    <a:pt x="578" y="3364"/>
                    <a:pt x="579" y="3366"/>
                    <a:pt x="582" y="3371"/>
                  </a:cubicBezTo>
                  <a:cubicBezTo>
                    <a:pt x="579" y="3367"/>
                    <a:pt x="578" y="3365"/>
                    <a:pt x="576" y="3360"/>
                  </a:cubicBezTo>
                  <a:cubicBezTo>
                    <a:pt x="566" y="3345"/>
                    <a:pt x="556" y="3329"/>
                    <a:pt x="548" y="3313"/>
                  </a:cubicBezTo>
                  <a:cubicBezTo>
                    <a:pt x="511" y="3250"/>
                    <a:pt x="475" y="3185"/>
                    <a:pt x="444" y="3118"/>
                  </a:cubicBezTo>
                  <a:cubicBezTo>
                    <a:pt x="412" y="3052"/>
                    <a:pt x="381" y="2984"/>
                    <a:pt x="356" y="2917"/>
                  </a:cubicBezTo>
                  <a:cubicBezTo>
                    <a:pt x="342" y="2882"/>
                    <a:pt x="329" y="2847"/>
                    <a:pt x="315" y="2811"/>
                  </a:cubicBezTo>
                  <a:lnTo>
                    <a:pt x="299" y="2762"/>
                  </a:lnTo>
                  <a:cubicBezTo>
                    <a:pt x="297" y="2752"/>
                    <a:pt x="294" y="2744"/>
                    <a:pt x="291" y="2735"/>
                  </a:cubicBezTo>
                  <a:lnTo>
                    <a:pt x="287" y="2722"/>
                  </a:lnTo>
                  <a:cubicBezTo>
                    <a:pt x="287" y="2720"/>
                    <a:pt x="284" y="2710"/>
                    <a:pt x="284" y="2710"/>
                  </a:cubicBezTo>
                  <a:lnTo>
                    <a:pt x="284" y="2710"/>
                  </a:lnTo>
                  <a:cubicBezTo>
                    <a:pt x="284" y="2710"/>
                    <a:pt x="284" y="2711"/>
                    <a:pt x="285" y="2714"/>
                  </a:cubicBezTo>
                  <a:cubicBezTo>
                    <a:pt x="285" y="2717"/>
                    <a:pt x="285" y="2718"/>
                    <a:pt x="285" y="2718"/>
                  </a:cubicBezTo>
                  <a:cubicBezTo>
                    <a:pt x="285" y="2718"/>
                    <a:pt x="283" y="2711"/>
                    <a:pt x="283" y="2708"/>
                  </a:cubicBezTo>
                  <a:lnTo>
                    <a:pt x="279" y="2696"/>
                  </a:lnTo>
                  <a:cubicBezTo>
                    <a:pt x="276" y="2686"/>
                    <a:pt x="274" y="2676"/>
                    <a:pt x="270" y="2669"/>
                  </a:cubicBezTo>
                  <a:cubicBezTo>
                    <a:pt x="265" y="2649"/>
                    <a:pt x="261" y="2631"/>
                    <a:pt x="255" y="2613"/>
                  </a:cubicBezTo>
                  <a:cubicBezTo>
                    <a:pt x="246" y="2576"/>
                    <a:pt x="238" y="2541"/>
                    <a:pt x="231" y="2505"/>
                  </a:cubicBezTo>
                  <a:cubicBezTo>
                    <a:pt x="216" y="2434"/>
                    <a:pt x="203" y="2361"/>
                    <a:pt x="192" y="2290"/>
                  </a:cubicBezTo>
                  <a:cubicBezTo>
                    <a:pt x="183" y="2214"/>
                    <a:pt x="176" y="2138"/>
                    <a:pt x="172" y="2064"/>
                  </a:cubicBezTo>
                  <a:cubicBezTo>
                    <a:pt x="172" y="2055"/>
                    <a:pt x="171" y="2045"/>
                    <a:pt x="171" y="2037"/>
                  </a:cubicBezTo>
                  <a:lnTo>
                    <a:pt x="171" y="2025"/>
                  </a:lnTo>
                  <a:cubicBezTo>
                    <a:pt x="171" y="2004"/>
                    <a:pt x="169" y="1984"/>
                    <a:pt x="169" y="1965"/>
                  </a:cubicBezTo>
                  <a:cubicBezTo>
                    <a:pt x="169" y="1926"/>
                    <a:pt x="169" y="1886"/>
                    <a:pt x="172" y="1847"/>
                  </a:cubicBezTo>
                  <a:cubicBezTo>
                    <a:pt x="177" y="1697"/>
                    <a:pt x="197" y="1545"/>
                    <a:pt x="227" y="1396"/>
                  </a:cubicBezTo>
                  <a:cubicBezTo>
                    <a:pt x="231" y="1377"/>
                    <a:pt x="235" y="1359"/>
                    <a:pt x="239" y="1340"/>
                  </a:cubicBezTo>
                  <a:cubicBezTo>
                    <a:pt x="241" y="1331"/>
                    <a:pt x="243" y="1322"/>
                    <a:pt x="244" y="1313"/>
                  </a:cubicBezTo>
                  <a:lnTo>
                    <a:pt x="248" y="1300"/>
                  </a:lnTo>
                  <a:lnTo>
                    <a:pt x="248" y="1300"/>
                  </a:lnTo>
                  <a:cubicBezTo>
                    <a:pt x="247" y="1302"/>
                    <a:pt x="247" y="1303"/>
                    <a:pt x="247" y="1303"/>
                  </a:cubicBezTo>
                  <a:cubicBezTo>
                    <a:pt x="247" y="1303"/>
                    <a:pt x="248" y="1301"/>
                    <a:pt x="248" y="1297"/>
                  </a:cubicBezTo>
                  <a:lnTo>
                    <a:pt x="248" y="1297"/>
                  </a:lnTo>
                  <a:lnTo>
                    <a:pt x="248" y="1300"/>
                  </a:lnTo>
                  <a:lnTo>
                    <a:pt x="248" y="1300"/>
                  </a:lnTo>
                  <a:cubicBezTo>
                    <a:pt x="248" y="1298"/>
                    <a:pt x="248" y="1297"/>
                    <a:pt x="248" y="1295"/>
                  </a:cubicBezTo>
                  <a:cubicBezTo>
                    <a:pt x="258" y="1257"/>
                    <a:pt x="268" y="1220"/>
                    <a:pt x="277" y="1185"/>
                  </a:cubicBezTo>
                  <a:cubicBezTo>
                    <a:pt x="298" y="1110"/>
                    <a:pt x="323" y="1038"/>
                    <a:pt x="348" y="965"/>
                  </a:cubicBezTo>
                  <a:cubicBezTo>
                    <a:pt x="375" y="894"/>
                    <a:pt x="406" y="824"/>
                    <a:pt x="436" y="755"/>
                  </a:cubicBezTo>
                  <a:cubicBezTo>
                    <a:pt x="453" y="720"/>
                    <a:pt x="469" y="686"/>
                    <a:pt x="486" y="653"/>
                  </a:cubicBezTo>
                  <a:cubicBezTo>
                    <a:pt x="494" y="637"/>
                    <a:pt x="504" y="621"/>
                    <a:pt x="512" y="603"/>
                  </a:cubicBezTo>
                  <a:cubicBezTo>
                    <a:pt x="515" y="599"/>
                    <a:pt x="516" y="595"/>
                    <a:pt x="518" y="591"/>
                  </a:cubicBezTo>
                  <a:lnTo>
                    <a:pt x="518" y="591"/>
                  </a:lnTo>
                  <a:cubicBezTo>
                    <a:pt x="518" y="592"/>
                    <a:pt x="517" y="592"/>
                    <a:pt x="517" y="592"/>
                  </a:cubicBezTo>
                  <a:cubicBezTo>
                    <a:pt x="517" y="592"/>
                    <a:pt x="517" y="591"/>
                    <a:pt x="519" y="589"/>
                  </a:cubicBezTo>
                  <a:lnTo>
                    <a:pt x="535" y="560"/>
                  </a:lnTo>
                  <a:cubicBezTo>
                    <a:pt x="555" y="527"/>
                    <a:pt x="574" y="494"/>
                    <a:pt x="594" y="462"/>
                  </a:cubicBezTo>
                  <a:cubicBezTo>
                    <a:pt x="604" y="446"/>
                    <a:pt x="615" y="431"/>
                    <a:pt x="625" y="414"/>
                  </a:cubicBezTo>
                  <a:cubicBezTo>
                    <a:pt x="625" y="414"/>
                    <a:pt x="634" y="398"/>
                    <a:pt x="634" y="398"/>
                  </a:cubicBezTo>
                  <a:lnTo>
                    <a:pt x="634" y="398"/>
                  </a:lnTo>
                  <a:cubicBezTo>
                    <a:pt x="634" y="398"/>
                    <a:pt x="633" y="399"/>
                    <a:pt x="632" y="402"/>
                  </a:cubicBezTo>
                  <a:cubicBezTo>
                    <a:pt x="634" y="398"/>
                    <a:pt x="636" y="394"/>
                    <a:pt x="638" y="391"/>
                  </a:cubicBezTo>
                  <a:cubicBezTo>
                    <a:pt x="644" y="381"/>
                    <a:pt x="650" y="372"/>
                    <a:pt x="656" y="362"/>
                  </a:cubicBezTo>
                  <a:cubicBezTo>
                    <a:pt x="698" y="298"/>
                    <a:pt x="740" y="236"/>
                    <a:pt x="787" y="177"/>
                  </a:cubicBezTo>
                  <a:cubicBezTo>
                    <a:pt x="793" y="169"/>
                    <a:pt x="800" y="160"/>
                    <a:pt x="806" y="152"/>
                  </a:cubicBezTo>
                  <a:close/>
                  <a:moveTo>
                    <a:pt x="828" y="0"/>
                  </a:moveTo>
                  <a:cubicBezTo>
                    <a:pt x="808" y="0"/>
                    <a:pt x="787" y="11"/>
                    <a:pt x="775" y="24"/>
                  </a:cubicBezTo>
                  <a:cubicBezTo>
                    <a:pt x="721" y="82"/>
                    <a:pt x="670" y="142"/>
                    <a:pt x="621" y="202"/>
                  </a:cubicBezTo>
                  <a:cubicBezTo>
                    <a:pt x="570" y="263"/>
                    <a:pt x="522" y="323"/>
                    <a:pt x="480" y="389"/>
                  </a:cubicBezTo>
                  <a:cubicBezTo>
                    <a:pt x="395" y="523"/>
                    <a:pt x="318" y="666"/>
                    <a:pt x="254" y="813"/>
                  </a:cubicBezTo>
                  <a:cubicBezTo>
                    <a:pt x="129" y="1100"/>
                    <a:pt x="51" y="1411"/>
                    <a:pt x="24" y="1724"/>
                  </a:cubicBezTo>
                  <a:cubicBezTo>
                    <a:pt x="0" y="2034"/>
                    <a:pt x="24" y="2350"/>
                    <a:pt x="104" y="2652"/>
                  </a:cubicBezTo>
                  <a:cubicBezTo>
                    <a:pt x="181" y="2953"/>
                    <a:pt x="304" y="3235"/>
                    <a:pt x="471" y="3498"/>
                  </a:cubicBezTo>
                  <a:cubicBezTo>
                    <a:pt x="634" y="3757"/>
                    <a:pt x="839" y="3989"/>
                    <a:pt x="1075" y="4184"/>
                  </a:cubicBezTo>
                  <a:cubicBezTo>
                    <a:pt x="1104" y="4207"/>
                    <a:pt x="1131" y="4229"/>
                    <a:pt x="1161" y="4251"/>
                  </a:cubicBezTo>
                  <a:cubicBezTo>
                    <a:pt x="1175" y="4262"/>
                    <a:pt x="1193" y="4267"/>
                    <a:pt x="1210" y="4267"/>
                  </a:cubicBezTo>
                  <a:cubicBezTo>
                    <a:pt x="1226" y="4267"/>
                    <a:pt x="1242" y="4263"/>
                    <a:pt x="1257" y="4254"/>
                  </a:cubicBezTo>
                  <a:cubicBezTo>
                    <a:pt x="1282" y="4238"/>
                    <a:pt x="1306" y="4201"/>
                    <a:pt x="1296" y="4168"/>
                  </a:cubicBezTo>
                  <a:cubicBezTo>
                    <a:pt x="1283" y="4125"/>
                    <a:pt x="1271" y="4083"/>
                    <a:pt x="1259" y="4040"/>
                  </a:cubicBezTo>
                  <a:lnTo>
                    <a:pt x="1259" y="4040"/>
                  </a:lnTo>
                  <a:cubicBezTo>
                    <a:pt x="1269" y="4019"/>
                    <a:pt x="1280" y="3998"/>
                    <a:pt x="1291" y="3975"/>
                  </a:cubicBezTo>
                  <a:cubicBezTo>
                    <a:pt x="1304" y="3944"/>
                    <a:pt x="1315" y="3911"/>
                    <a:pt x="1326" y="3878"/>
                  </a:cubicBezTo>
                  <a:cubicBezTo>
                    <a:pt x="1348" y="3813"/>
                    <a:pt x="1369" y="3749"/>
                    <a:pt x="1388" y="3684"/>
                  </a:cubicBezTo>
                  <a:cubicBezTo>
                    <a:pt x="1427" y="3552"/>
                    <a:pt x="1460" y="3417"/>
                    <a:pt x="1487" y="3283"/>
                  </a:cubicBezTo>
                  <a:cubicBezTo>
                    <a:pt x="1539" y="3015"/>
                    <a:pt x="1564" y="2741"/>
                    <a:pt x="1564" y="2470"/>
                  </a:cubicBezTo>
                  <a:cubicBezTo>
                    <a:pt x="1565" y="2193"/>
                    <a:pt x="1540" y="1916"/>
                    <a:pt x="1493" y="1644"/>
                  </a:cubicBezTo>
                  <a:cubicBezTo>
                    <a:pt x="1445" y="1375"/>
                    <a:pt x="1373" y="1109"/>
                    <a:pt x="1279" y="852"/>
                  </a:cubicBezTo>
                  <a:cubicBezTo>
                    <a:pt x="1183" y="595"/>
                    <a:pt x="1062" y="348"/>
                    <a:pt x="923" y="114"/>
                  </a:cubicBezTo>
                  <a:cubicBezTo>
                    <a:pt x="905" y="82"/>
                    <a:pt x="885" y="52"/>
                    <a:pt x="867" y="22"/>
                  </a:cubicBezTo>
                  <a:cubicBezTo>
                    <a:pt x="857" y="6"/>
                    <a:pt x="843" y="0"/>
                    <a:pt x="82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195;p40"/>
            <p:cNvSpPr/>
            <p:nvPr/>
          </p:nvSpPr>
          <p:spPr>
            <a:xfrm>
              <a:off x="3790080" y="3188520"/>
              <a:ext cx="320400" cy="324720"/>
            </a:xfrm>
            <a:custGeom>
              <a:avLst/>
              <a:gdLst>
                <a:gd name="textAreaLeft" fmla="*/ 0 w 320400"/>
                <a:gd name="textAreaRight" fmla="*/ 320760 w 320400"/>
                <a:gd name="textAreaTop" fmla="*/ 0 h 324720"/>
                <a:gd name="textAreaBottom" fmla="*/ 325080 h 324720"/>
              </a:gdLst>
              <a:ahLst/>
              <a:cxnLst/>
              <a:rect l="textAreaLeft" t="textAreaTop" r="textAreaRight" b="textAreaBottom"/>
              <a:pathLst>
                <a:path w="2833" h="2931">
                  <a:moveTo>
                    <a:pt x="2370" y="198"/>
                  </a:moveTo>
                  <a:cubicBezTo>
                    <a:pt x="2370" y="198"/>
                    <a:pt x="2368" y="198"/>
                    <a:pt x="2364" y="200"/>
                  </a:cubicBezTo>
                  <a:lnTo>
                    <a:pt x="2364" y="200"/>
                  </a:lnTo>
                  <a:cubicBezTo>
                    <a:pt x="2367" y="199"/>
                    <a:pt x="2370" y="198"/>
                    <a:pt x="2370" y="198"/>
                  </a:cubicBezTo>
                  <a:close/>
                  <a:moveTo>
                    <a:pt x="1758" y="1959"/>
                  </a:moveTo>
                  <a:lnTo>
                    <a:pt x="1758" y="1959"/>
                  </a:lnTo>
                  <a:cubicBezTo>
                    <a:pt x="1758" y="1959"/>
                    <a:pt x="1757" y="1961"/>
                    <a:pt x="1754" y="1963"/>
                  </a:cubicBezTo>
                  <a:cubicBezTo>
                    <a:pt x="1754" y="1964"/>
                    <a:pt x="1754" y="1964"/>
                    <a:pt x="1754" y="1964"/>
                  </a:cubicBezTo>
                  <a:lnTo>
                    <a:pt x="1754" y="1964"/>
                  </a:lnTo>
                  <a:cubicBezTo>
                    <a:pt x="1756" y="1962"/>
                    <a:pt x="1758" y="1959"/>
                    <a:pt x="1758" y="1959"/>
                  </a:cubicBezTo>
                  <a:close/>
                  <a:moveTo>
                    <a:pt x="1095" y="2499"/>
                  </a:moveTo>
                  <a:cubicBezTo>
                    <a:pt x="1094" y="2499"/>
                    <a:pt x="1093" y="2500"/>
                    <a:pt x="1090" y="2502"/>
                  </a:cubicBezTo>
                  <a:cubicBezTo>
                    <a:pt x="1086" y="2504"/>
                    <a:pt x="1085" y="2505"/>
                    <a:pt x="1085" y="2505"/>
                  </a:cubicBezTo>
                  <a:cubicBezTo>
                    <a:pt x="1085" y="2505"/>
                    <a:pt x="1093" y="2500"/>
                    <a:pt x="1094" y="2499"/>
                  </a:cubicBezTo>
                  <a:cubicBezTo>
                    <a:pt x="1094" y="2499"/>
                    <a:pt x="1095" y="2499"/>
                    <a:pt x="1095" y="2499"/>
                  </a:cubicBezTo>
                  <a:close/>
                  <a:moveTo>
                    <a:pt x="196" y="2695"/>
                  </a:moveTo>
                  <a:cubicBezTo>
                    <a:pt x="197" y="2695"/>
                    <a:pt x="204" y="2698"/>
                    <a:pt x="207" y="2700"/>
                  </a:cubicBezTo>
                  <a:lnTo>
                    <a:pt x="207" y="2700"/>
                  </a:lnTo>
                  <a:lnTo>
                    <a:pt x="203" y="2698"/>
                  </a:lnTo>
                  <a:lnTo>
                    <a:pt x="203" y="2698"/>
                  </a:lnTo>
                  <a:cubicBezTo>
                    <a:pt x="200" y="2697"/>
                    <a:pt x="198" y="2696"/>
                    <a:pt x="196" y="2695"/>
                  </a:cubicBezTo>
                  <a:lnTo>
                    <a:pt x="196" y="2695"/>
                  </a:lnTo>
                  <a:cubicBezTo>
                    <a:pt x="196" y="2695"/>
                    <a:pt x="196" y="2695"/>
                    <a:pt x="196" y="2695"/>
                  </a:cubicBezTo>
                  <a:close/>
                  <a:moveTo>
                    <a:pt x="292" y="2733"/>
                  </a:moveTo>
                  <a:cubicBezTo>
                    <a:pt x="291" y="2733"/>
                    <a:pt x="296" y="2734"/>
                    <a:pt x="300" y="2735"/>
                  </a:cubicBezTo>
                  <a:lnTo>
                    <a:pt x="300" y="2735"/>
                  </a:lnTo>
                  <a:cubicBezTo>
                    <a:pt x="299" y="2734"/>
                    <a:pt x="298" y="2734"/>
                    <a:pt x="297" y="2733"/>
                  </a:cubicBezTo>
                  <a:cubicBezTo>
                    <a:pt x="294" y="2733"/>
                    <a:pt x="292" y="2733"/>
                    <a:pt x="292" y="2733"/>
                  </a:cubicBezTo>
                  <a:close/>
                  <a:moveTo>
                    <a:pt x="300" y="2735"/>
                  </a:moveTo>
                  <a:cubicBezTo>
                    <a:pt x="301" y="2735"/>
                    <a:pt x="302" y="2735"/>
                    <a:pt x="302" y="2735"/>
                  </a:cubicBezTo>
                  <a:lnTo>
                    <a:pt x="302" y="2735"/>
                  </a:lnTo>
                  <a:cubicBezTo>
                    <a:pt x="302" y="2735"/>
                    <a:pt x="301" y="2735"/>
                    <a:pt x="300" y="2735"/>
                  </a:cubicBezTo>
                  <a:close/>
                  <a:moveTo>
                    <a:pt x="2674" y="145"/>
                  </a:moveTo>
                  <a:cubicBezTo>
                    <a:pt x="2667" y="185"/>
                    <a:pt x="2660" y="226"/>
                    <a:pt x="2651" y="266"/>
                  </a:cubicBezTo>
                  <a:cubicBezTo>
                    <a:pt x="2643" y="299"/>
                    <a:pt x="2637" y="332"/>
                    <a:pt x="2629" y="364"/>
                  </a:cubicBezTo>
                  <a:cubicBezTo>
                    <a:pt x="2629" y="365"/>
                    <a:pt x="2629" y="365"/>
                    <a:pt x="2629" y="365"/>
                  </a:cubicBezTo>
                  <a:lnTo>
                    <a:pt x="2629" y="365"/>
                  </a:lnTo>
                  <a:cubicBezTo>
                    <a:pt x="2629" y="365"/>
                    <a:pt x="2629" y="365"/>
                    <a:pt x="2629" y="364"/>
                  </a:cubicBezTo>
                  <a:lnTo>
                    <a:pt x="2629" y="364"/>
                  </a:lnTo>
                  <a:cubicBezTo>
                    <a:pt x="2629" y="366"/>
                    <a:pt x="2628" y="368"/>
                    <a:pt x="2628" y="370"/>
                  </a:cubicBezTo>
                  <a:lnTo>
                    <a:pt x="2628" y="370"/>
                  </a:lnTo>
                  <a:cubicBezTo>
                    <a:pt x="2628" y="369"/>
                    <a:pt x="2628" y="367"/>
                    <a:pt x="2629" y="365"/>
                  </a:cubicBezTo>
                  <a:lnTo>
                    <a:pt x="2629" y="365"/>
                  </a:lnTo>
                  <a:cubicBezTo>
                    <a:pt x="2629" y="366"/>
                    <a:pt x="2627" y="367"/>
                    <a:pt x="2627" y="370"/>
                  </a:cubicBezTo>
                  <a:cubicBezTo>
                    <a:pt x="2627" y="371"/>
                    <a:pt x="2627" y="372"/>
                    <a:pt x="2627" y="373"/>
                  </a:cubicBezTo>
                  <a:lnTo>
                    <a:pt x="2627" y="373"/>
                  </a:lnTo>
                  <a:cubicBezTo>
                    <a:pt x="2626" y="373"/>
                    <a:pt x="2626" y="374"/>
                    <a:pt x="2626" y="374"/>
                  </a:cubicBezTo>
                  <a:cubicBezTo>
                    <a:pt x="2624" y="382"/>
                    <a:pt x="2621" y="391"/>
                    <a:pt x="2619" y="399"/>
                  </a:cubicBezTo>
                  <a:cubicBezTo>
                    <a:pt x="2615" y="415"/>
                    <a:pt x="2610" y="431"/>
                    <a:pt x="2605" y="448"/>
                  </a:cubicBezTo>
                  <a:cubicBezTo>
                    <a:pt x="2570" y="579"/>
                    <a:pt x="2527" y="706"/>
                    <a:pt x="2477" y="832"/>
                  </a:cubicBezTo>
                  <a:cubicBezTo>
                    <a:pt x="2426" y="958"/>
                    <a:pt x="2369" y="1081"/>
                    <a:pt x="2306" y="1200"/>
                  </a:cubicBezTo>
                  <a:cubicBezTo>
                    <a:pt x="2302" y="1209"/>
                    <a:pt x="2298" y="1216"/>
                    <a:pt x="2294" y="1223"/>
                  </a:cubicBezTo>
                  <a:cubicBezTo>
                    <a:pt x="2292" y="1227"/>
                    <a:pt x="2284" y="1241"/>
                    <a:pt x="2284" y="1241"/>
                  </a:cubicBezTo>
                  <a:cubicBezTo>
                    <a:pt x="2284" y="1241"/>
                    <a:pt x="2286" y="1239"/>
                    <a:pt x="2290" y="1232"/>
                  </a:cubicBezTo>
                  <a:lnTo>
                    <a:pt x="2290" y="1232"/>
                  </a:lnTo>
                  <a:cubicBezTo>
                    <a:pt x="2280" y="1247"/>
                    <a:pt x="2273" y="1262"/>
                    <a:pt x="2265" y="1277"/>
                  </a:cubicBezTo>
                  <a:cubicBezTo>
                    <a:pt x="2248" y="1306"/>
                    <a:pt x="2231" y="1335"/>
                    <a:pt x="2214" y="1364"/>
                  </a:cubicBezTo>
                  <a:cubicBezTo>
                    <a:pt x="2179" y="1421"/>
                    <a:pt x="2142" y="1479"/>
                    <a:pt x="2103" y="1535"/>
                  </a:cubicBezTo>
                  <a:cubicBezTo>
                    <a:pt x="2026" y="1646"/>
                    <a:pt x="1943" y="1754"/>
                    <a:pt x="1853" y="1855"/>
                  </a:cubicBezTo>
                  <a:cubicBezTo>
                    <a:pt x="1831" y="1880"/>
                    <a:pt x="1808" y="1906"/>
                    <a:pt x="1786" y="1930"/>
                  </a:cubicBezTo>
                  <a:cubicBezTo>
                    <a:pt x="1775" y="1943"/>
                    <a:pt x="1764" y="1954"/>
                    <a:pt x="1752" y="1967"/>
                  </a:cubicBezTo>
                  <a:cubicBezTo>
                    <a:pt x="1752" y="1967"/>
                    <a:pt x="1752" y="1967"/>
                    <a:pt x="1752" y="1967"/>
                  </a:cubicBezTo>
                  <a:lnTo>
                    <a:pt x="1752" y="1967"/>
                  </a:lnTo>
                  <a:cubicBezTo>
                    <a:pt x="1752" y="1966"/>
                    <a:pt x="1753" y="1965"/>
                    <a:pt x="1754" y="1964"/>
                  </a:cubicBezTo>
                  <a:lnTo>
                    <a:pt x="1754" y="1964"/>
                  </a:lnTo>
                  <a:cubicBezTo>
                    <a:pt x="1751" y="1966"/>
                    <a:pt x="1750" y="1968"/>
                    <a:pt x="1750" y="1968"/>
                  </a:cubicBezTo>
                  <a:cubicBezTo>
                    <a:pt x="1750" y="1968"/>
                    <a:pt x="1750" y="1968"/>
                    <a:pt x="1752" y="1967"/>
                  </a:cubicBezTo>
                  <a:lnTo>
                    <a:pt x="1752" y="1967"/>
                  </a:lnTo>
                  <a:cubicBezTo>
                    <a:pt x="1751" y="1968"/>
                    <a:pt x="1749" y="1969"/>
                    <a:pt x="1747" y="1970"/>
                  </a:cubicBezTo>
                  <a:cubicBezTo>
                    <a:pt x="1741" y="1978"/>
                    <a:pt x="1734" y="1985"/>
                    <a:pt x="1725" y="1992"/>
                  </a:cubicBezTo>
                  <a:cubicBezTo>
                    <a:pt x="1679" y="2040"/>
                    <a:pt x="1630" y="2088"/>
                    <a:pt x="1580" y="2133"/>
                  </a:cubicBezTo>
                  <a:cubicBezTo>
                    <a:pt x="1479" y="2225"/>
                    <a:pt x="1373" y="2309"/>
                    <a:pt x="1262" y="2387"/>
                  </a:cubicBezTo>
                  <a:cubicBezTo>
                    <a:pt x="1207" y="2426"/>
                    <a:pt x="1151" y="2464"/>
                    <a:pt x="1095" y="2499"/>
                  </a:cubicBezTo>
                  <a:lnTo>
                    <a:pt x="1095" y="2499"/>
                  </a:lnTo>
                  <a:cubicBezTo>
                    <a:pt x="1095" y="2499"/>
                    <a:pt x="1095" y="2498"/>
                    <a:pt x="1096" y="2498"/>
                  </a:cubicBezTo>
                  <a:lnTo>
                    <a:pt x="1096" y="2498"/>
                  </a:lnTo>
                  <a:cubicBezTo>
                    <a:pt x="1096" y="2498"/>
                    <a:pt x="1088" y="2503"/>
                    <a:pt x="1086" y="2505"/>
                  </a:cubicBezTo>
                  <a:cubicBezTo>
                    <a:pt x="1079" y="2508"/>
                    <a:pt x="1072" y="2513"/>
                    <a:pt x="1066" y="2517"/>
                  </a:cubicBezTo>
                  <a:cubicBezTo>
                    <a:pt x="1051" y="2527"/>
                    <a:pt x="1035" y="2534"/>
                    <a:pt x="1020" y="2544"/>
                  </a:cubicBezTo>
                  <a:cubicBezTo>
                    <a:pt x="991" y="2561"/>
                    <a:pt x="963" y="2577"/>
                    <a:pt x="934" y="2593"/>
                  </a:cubicBezTo>
                  <a:cubicBezTo>
                    <a:pt x="872" y="2626"/>
                    <a:pt x="807" y="2655"/>
                    <a:pt x="741" y="2682"/>
                  </a:cubicBezTo>
                  <a:lnTo>
                    <a:pt x="696" y="2698"/>
                  </a:lnTo>
                  <a:cubicBezTo>
                    <a:pt x="688" y="2700"/>
                    <a:pt x="680" y="2704"/>
                    <a:pt x="670" y="2706"/>
                  </a:cubicBezTo>
                  <a:cubicBezTo>
                    <a:pt x="668" y="2707"/>
                    <a:pt x="665" y="2708"/>
                    <a:pt x="663" y="2708"/>
                  </a:cubicBezTo>
                  <a:lnTo>
                    <a:pt x="663" y="2708"/>
                  </a:lnTo>
                  <a:cubicBezTo>
                    <a:pt x="668" y="2706"/>
                    <a:pt x="674" y="2704"/>
                    <a:pt x="674" y="2704"/>
                  </a:cubicBezTo>
                  <a:lnTo>
                    <a:pt x="674" y="2704"/>
                  </a:lnTo>
                  <a:cubicBezTo>
                    <a:pt x="674" y="2704"/>
                    <a:pt x="670" y="2705"/>
                    <a:pt x="660" y="2709"/>
                  </a:cubicBezTo>
                  <a:cubicBezTo>
                    <a:pt x="661" y="2709"/>
                    <a:pt x="662" y="2709"/>
                    <a:pt x="663" y="2708"/>
                  </a:cubicBezTo>
                  <a:lnTo>
                    <a:pt x="663" y="2708"/>
                  </a:lnTo>
                  <a:cubicBezTo>
                    <a:pt x="662" y="2709"/>
                    <a:pt x="662" y="2709"/>
                    <a:pt x="661" y="2709"/>
                  </a:cubicBezTo>
                  <a:cubicBezTo>
                    <a:pt x="627" y="2719"/>
                    <a:pt x="593" y="2727"/>
                    <a:pt x="559" y="2733"/>
                  </a:cubicBezTo>
                  <a:cubicBezTo>
                    <a:pt x="524" y="2741"/>
                    <a:pt x="490" y="2744"/>
                    <a:pt x="456" y="2746"/>
                  </a:cubicBezTo>
                  <a:cubicBezTo>
                    <a:pt x="452" y="2746"/>
                    <a:pt x="448" y="2746"/>
                    <a:pt x="443" y="2747"/>
                  </a:cubicBezTo>
                  <a:lnTo>
                    <a:pt x="443" y="2747"/>
                  </a:lnTo>
                  <a:cubicBezTo>
                    <a:pt x="448" y="2746"/>
                    <a:pt x="449" y="2746"/>
                    <a:pt x="449" y="2746"/>
                  </a:cubicBezTo>
                  <a:lnTo>
                    <a:pt x="449" y="2746"/>
                  </a:lnTo>
                  <a:cubicBezTo>
                    <a:pt x="449" y="2746"/>
                    <a:pt x="434" y="2748"/>
                    <a:pt x="430" y="2748"/>
                  </a:cubicBezTo>
                  <a:cubicBezTo>
                    <a:pt x="413" y="2748"/>
                    <a:pt x="397" y="2746"/>
                    <a:pt x="380" y="2746"/>
                  </a:cubicBezTo>
                  <a:cubicBezTo>
                    <a:pt x="364" y="2744"/>
                    <a:pt x="347" y="2743"/>
                    <a:pt x="331" y="2741"/>
                  </a:cubicBezTo>
                  <a:cubicBezTo>
                    <a:pt x="324" y="2739"/>
                    <a:pt x="315" y="2738"/>
                    <a:pt x="309" y="2737"/>
                  </a:cubicBezTo>
                  <a:cubicBezTo>
                    <a:pt x="306" y="2736"/>
                    <a:pt x="304" y="2736"/>
                    <a:pt x="302" y="2735"/>
                  </a:cubicBezTo>
                  <a:lnTo>
                    <a:pt x="302" y="2735"/>
                  </a:lnTo>
                  <a:cubicBezTo>
                    <a:pt x="305" y="2736"/>
                    <a:pt x="306" y="2736"/>
                    <a:pt x="306" y="2736"/>
                  </a:cubicBezTo>
                  <a:cubicBezTo>
                    <a:pt x="305" y="2736"/>
                    <a:pt x="304" y="2736"/>
                    <a:pt x="301" y="2735"/>
                  </a:cubicBezTo>
                  <a:cubicBezTo>
                    <a:pt x="275" y="2728"/>
                    <a:pt x="250" y="2720"/>
                    <a:pt x="226" y="2709"/>
                  </a:cubicBezTo>
                  <a:lnTo>
                    <a:pt x="226" y="2709"/>
                  </a:lnTo>
                  <a:cubicBezTo>
                    <a:pt x="254" y="2676"/>
                    <a:pt x="282" y="2643"/>
                    <a:pt x="312" y="2611"/>
                  </a:cubicBezTo>
                  <a:cubicBezTo>
                    <a:pt x="336" y="2584"/>
                    <a:pt x="361" y="2559"/>
                    <a:pt x="387" y="2531"/>
                  </a:cubicBezTo>
                  <a:cubicBezTo>
                    <a:pt x="400" y="2517"/>
                    <a:pt x="412" y="2505"/>
                    <a:pt x="425" y="2491"/>
                  </a:cubicBezTo>
                  <a:lnTo>
                    <a:pt x="434" y="2483"/>
                  </a:lnTo>
                  <a:lnTo>
                    <a:pt x="434" y="2483"/>
                  </a:lnTo>
                  <a:lnTo>
                    <a:pt x="431" y="2485"/>
                  </a:lnTo>
                  <a:cubicBezTo>
                    <a:pt x="438" y="2478"/>
                    <a:pt x="445" y="2471"/>
                    <a:pt x="451" y="2463"/>
                  </a:cubicBezTo>
                  <a:cubicBezTo>
                    <a:pt x="555" y="2357"/>
                    <a:pt x="661" y="2252"/>
                    <a:pt x="770" y="2150"/>
                  </a:cubicBezTo>
                  <a:cubicBezTo>
                    <a:pt x="879" y="2049"/>
                    <a:pt x="990" y="1950"/>
                    <a:pt x="1104" y="1853"/>
                  </a:cubicBezTo>
                  <a:cubicBezTo>
                    <a:pt x="1218" y="1757"/>
                    <a:pt x="1331" y="1660"/>
                    <a:pt x="1449" y="1568"/>
                  </a:cubicBezTo>
                  <a:cubicBezTo>
                    <a:pt x="1479" y="1543"/>
                    <a:pt x="1512" y="1518"/>
                    <a:pt x="1543" y="1490"/>
                  </a:cubicBezTo>
                  <a:lnTo>
                    <a:pt x="1638" y="1403"/>
                  </a:lnTo>
                  <a:lnTo>
                    <a:pt x="1729" y="1321"/>
                  </a:lnTo>
                  <a:lnTo>
                    <a:pt x="1774" y="1280"/>
                  </a:lnTo>
                  <a:cubicBezTo>
                    <a:pt x="1790" y="1265"/>
                    <a:pt x="1807" y="1249"/>
                    <a:pt x="1824" y="1236"/>
                  </a:cubicBezTo>
                  <a:cubicBezTo>
                    <a:pt x="1842" y="1223"/>
                    <a:pt x="1842" y="1196"/>
                    <a:pt x="1830" y="1182"/>
                  </a:cubicBezTo>
                  <a:cubicBezTo>
                    <a:pt x="1823" y="1171"/>
                    <a:pt x="1812" y="1167"/>
                    <a:pt x="1801" y="1167"/>
                  </a:cubicBezTo>
                  <a:cubicBezTo>
                    <a:pt x="1792" y="1167"/>
                    <a:pt x="1783" y="1170"/>
                    <a:pt x="1775" y="1176"/>
                  </a:cubicBezTo>
                  <a:cubicBezTo>
                    <a:pt x="1762" y="1186"/>
                    <a:pt x="1745" y="1190"/>
                    <a:pt x="1730" y="1199"/>
                  </a:cubicBezTo>
                  <a:cubicBezTo>
                    <a:pt x="1713" y="1209"/>
                    <a:pt x="1696" y="1217"/>
                    <a:pt x="1679" y="1227"/>
                  </a:cubicBezTo>
                  <a:lnTo>
                    <a:pt x="1633" y="1251"/>
                  </a:lnTo>
                  <a:cubicBezTo>
                    <a:pt x="1611" y="1264"/>
                    <a:pt x="1595" y="1273"/>
                    <a:pt x="1581" y="1281"/>
                  </a:cubicBezTo>
                  <a:cubicBezTo>
                    <a:pt x="1515" y="1321"/>
                    <a:pt x="1443" y="1358"/>
                    <a:pt x="1381" y="1406"/>
                  </a:cubicBezTo>
                  <a:cubicBezTo>
                    <a:pt x="1260" y="1495"/>
                    <a:pt x="1141" y="1585"/>
                    <a:pt x="1027" y="1682"/>
                  </a:cubicBezTo>
                  <a:cubicBezTo>
                    <a:pt x="798" y="1876"/>
                    <a:pt x="581" y="2081"/>
                    <a:pt x="374" y="2296"/>
                  </a:cubicBezTo>
                  <a:cubicBezTo>
                    <a:pt x="305" y="2367"/>
                    <a:pt x="238" y="2438"/>
                    <a:pt x="172" y="2511"/>
                  </a:cubicBezTo>
                  <a:lnTo>
                    <a:pt x="172" y="2511"/>
                  </a:lnTo>
                  <a:cubicBezTo>
                    <a:pt x="181" y="2497"/>
                    <a:pt x="189" y="2483"/>
                    <a:pt x="198" y="2469"/>
                  </a:cubicBezTo>
                  <a:cubicBezTo>
                    <a:pt x="215" y="2440"/>
                    <a:pt x="231" y="2408"/>
                    <a:pt x="246" y="2376"/>
                  </a:cubicBezTo>
                  <a:cubicBezTo>
                    <a:pt x="303" y="2260"/>
                    <a:pt x="359" y="2157"/>
                    <a:pt x="423" y="2047"/>
                  </a:cubicBezTo>
                  <a:cubicBezTo>
                    <a:pt x="554" y="1826"/>
                    <a:pt x="699" y="1618"/>
                    <a:pt x="858" y="1415"/>
                  </a:cubicBezTo>
                  <a:cubicBezTo>
                    <a:pt x="936" y="1316"/>
                    <a:pt x="1020" y="1218"/>
                    <a:pt x="1105" y="1124"/>
                  </a:cubicBezTo>
                  <a:cubicBezTo>
                    <a:pt x="1127" y="1101"/>
                    <a:pt x="1149" y="1077"/>
                    <a:pt x="1171" y="1053"/>
                  </a:cubicBezTo>
                  <a:cubicBezTo>
                    <a:pt x="1172" y="1051"/>
                    <a:pt x="1181" y="1042"/>
                    <a:pt x="1182" y="1042"/>
                  </a:cubicBezTo>
                  <a:lnTo>
                    <a:pt x="1182" y="1042"/>
                  </a:lnTo>
                  <a:cubicBezTo>
                    <a:pt x="1182" y="1042"/>
                    <a:pt x="1182" y="1043"/>
                    <a:pt x="1180" y="1045"/>
                  </a:cubicBezTo>
                  <a:lnTo>
                    <a:pt x="1196" y="1029"/>
                  </a:lnTo>
                  <a:cubicBezTo>
                    <a:pt x="1208" y="1017"/>
                    <a:pt x="1219" y="1004"/>
                    <a:pt x="1231" y="992"/>
                  </a:cubicBezTo>
                  <a:cubicBezTo>
                    <a:pt x="1276" y="947"/>
                    <a:pt x="1322" y="902"/>
                    <a:pt x="1367" y="859"/>
                  </a:cubicBezTo>
                  <a:cubicBezTo>
                    <a:pt x="1461" y="771"/>
                    <a:pt x="1558" y="684"/>
                    <a:pt x="1658" y="605"/>
                  </a:cubicBezTo>
                  <a:cubicBezTo>
                    <a:pt x="1708" y="564"/>
                    <a:pt x="1758" y="526"/>
                    <a:pt x="1810" y="490"/>
                  </a:cubicBezTo>
                  <a:cubicBezTo>
                    <a:pt x="1837" y="470"/>
                    <a:pt x="1864" y="451"/>
                    <a:pt x="1891" y="433"/>
                  </a:cubicBezTo>
                  <a:cubicBezTo>
                    <a:pt x="1904" y="425"/>
                    <a:pt x="1918" y="416"/>
                    <a:pt x="1930" y="408"/>
                  </a:cubicBezTo>
                  <a:cubicBezTo>
                    <a:pt x="1937" y="404"/>
                    <a:pt x="1944" y="400"/>
                    <a:pt x="1949" y="396"/>
                  </a:cubicBezTo>
                  <a:cubicBezTo>
                    <a:pt x="1955" y="393"/>
                    <a:pt x="1959" y="391"/>
                    <a:pt x="1965" y="386"/>
                  </a:cubicBezTo>
                  <a:cubicBezTo>
                    <a:pt x="2075" y="321"/>
                    <a:pt x="2190" y="262"/>
                    <a:pt x="2311" y="218"/>
                  </a:cubicBezTo>
                  <a:cubicBezTo>
                    <a:pt x="2324" y="213"/>
                    <a:pt x="2339" y="210"/>
                    <a:pt x="2352" y="204"/>
                  </a:cubicBezTo>
                  <a:cubicBezTo>
                    <a:pt x="2357" y="202"/>
                    <a:pt x="2359" y="201"/>
                    <a:pt x="2363" y="200"/>
                  </a:cubicBezTo>
                  <a:cubicBezTo>
                    <a:pt x="2364" y="200"/>
                    <a:pt x="2364" y="200"/>
                    <a:pt x="2364" y="200"/>
                  </a:cubicBezTo>
                  <a:lnTo>
                    <a:pt x="2364" y="200"/>
                  </a:lnTo>
                  <a:cubicBezTo>
                    <a:pt x="2363" y="200"/>
                    <a:pt x="2363" y="200"/>
                    <a:pt x="2362" y="200"/>
                  </a:cubicBezTo>
                  <a:cubicBezTo>
                    <a:pt x="2367" y="198"/>
                    <a:pt x="2371" y="197"/>
                    <a:pt x="2374" y="196"/>
                  </a:cubicBezTo>
                  <a:lnTo>
                    <a:pt x="2374" y="196"/>
                  </a:lnTo>
                  <a:cubicBezTo>
                    <a:pt x="2374" y="196"/>
                    <a:pt x="2373" y="196"/>
                    <a:pt x="2373" y="196"/>
                  </a:cubicBezTo>
                  <a:cubicBezTo>
                    <a:pt x="2374" y="196"/>
                    <a:pt x="2374" y="196"/>
                    <a:pt x="2375" y="196"/>
                  </a:cubicBezTo>
                  <a:lnTo>
                    <a:pt x="2375" y="196"/>
                  </a:lnTo>
                  <a:cubicBezTo>
                    <a:pt x="2375" y="196"/>
                    <a:pt x="2374" y="196"/>
                    <a:pt x="2374" y="196"/>
                  </a:cubicBezTo>
                  <a:lnTo>
                    <a:pt x="2374" y="196"/>
                  </a:lnTo>
                  <a:cubicBezTo>
                    <a:pt x="2375" y="196"/>
                    <a:pt x="2376" y="196"/>
                    <a:pt x="2377" y="195"/>
                  </a:cubicBezTo>
                  <a:lnTo>
                    <a:pt x="2377" y="195"/>
                  </a:lnTo>
                  <a:cubicBezTo>
                    <a:pt x="2376" y="195"/>
                    <a:pt x="2376" y="196"/>
                    <a:pt x="2375" y="196"/>
                  </a:cubicBezTo>
                  <a:lnTo>
                    <a:pt x="2375" y="196"/>
                  </a:lnTo>
                  <a:cubicBezTo>
                    <a:pt x="2376" y="196"/>
                    <a:pt x="2377" y="195"/>
                    <a:pt x="2377" y="195"/>
                  </a:cubicBezTo>
                  <a:lnTo>
                    <a:pt x="2377" y="195"/>
                  </a:lnTo>
                  <a:cubicBezTo>
                    <a:pt x="2381" y="194"/>
                    <a:pt x="2386" y="194"/>
                    <a:pt x="2390" y="193"/>
                  </a:cubicBezTo>
                  <a:cubicBezTo>
                    <a:pt x="2420" y="184"/>
                    <a:pt x="2451" y="177"/>
                    <a:pt x="2483" y="169"/>
                  </a:cubicBezTo>
                  <a:cubicBezTo>
                    <a:pt x="2545" y="157"/>
                    <a:pt x="2608" y="147"/>
                    <a:pt x="2671" y="145"/>
                  </a:cubicBezTo>
                  <a:cubicBezTo>
                    <a:pt x="2672" y="145"/>
                    <a:pt x="2673" y="145"/>
                    <a:pt x="2674" y="145"/>
                  </a:cubicBezTo>
                  <a:close/>
                  <a:moveTo>
                    <a:pt x="2742" y="1"/>
                  </a:moveTo>
                  <a:cubicBezTo>
                    <a:pt x="2480" y="1"/>
                    <a:pt x="2226" y="81"/>
                    <a:pt x="1998" y="206"/>
                  </a:cubicBezTo>
                  <a:cubicBezTo>
                    <a:pt x="1763" y="336"/>
                    <a:pt x="1553" y="503"/>
                    <a:pt x="1356" y="684"/>
                  </a:cubicBezTo>
                  <a:cubicBezTo>
                    <a:pt x="1163" y="863"/>
                    <a:pt x="982" y="1055"/>
                    <a:pt x="817" y="1260"/>
                  </a:cubicBezTo>
                  <a:cubicBezTo>
                    <a:pt x="654" y="1462"/>
                    <a:pt x="507" y="1677"/>
                    <a:pt x="378" y="1902"/>
                  </a:cubicBezTo>
                  <a:cubicBezTo>
                    <a:pt x="312" y="2016"/>
                    <a:pt x="249" y="2133"/>
                    <a:pt x="192" y="2252"/>
                  </a:cubicBezTo>
                  <a:cubicBezTo>
                    <a:pt x="178" y="2281"/>
                    <a:pt x="165" y="2309"/>
                    <a:pt x="151" y="2340"/>
                  </a:cubicBezTo>
                  <a:cubicBezTo>
                    <a:pt x="144" y="2353"/>
                    <a:pt x="138" y="2368"/>
                    <a:pt x="132" y="2381"/>
                  </a:cubicBezTo>
                  <a:cubicBezTo>
                    <a:pt x="129" y="2387"/>
                    <a:pt x="125" y="2395"/>
                    <a:pt x="122" y="2402"/>
                  </a:cubicBezTo>
                  <a:cubicBezTo>
                    <a:pt x="118" y="2411"/>
                    <a:pt x="115" y="2420"/>
                    <a:pt x="112" y="2429"/>
                  </a:cubicBezTo>
                  <a:cubicBezTo>
                    <a:pt x="103" y="2461"/>
                    <a:pt x="95" y="2491"/>
                    <a:pt x="84" y="2522"/>
                  </a:cubicBezTo>
                  <a:cubicBezTo>
                    <a:pt x="73" y="2552"/>
                    <a:pt x="61" y="2583"/>
                    <a:pt x="51" y="2612"/>
                  </a:cubicBezTo>
                  <a:cubicBezTo>
                    <a:pt x="46" y="2628"/>
                    <a:pt x="41" y="2644"/>
                    <a:pt x="38" y="2661"/>
                  </a:cubicBezTo>
                  <a:lnTo>
                    <a:pt x="38" y="2661"/>
                  </a:lnTo>
                  <a:cubicBezTo>
                    <a:pt x="32" y="2667"/>
                    <a:pt x="26" y="2673"/>
                    <a:pt x="21" y="2679"/>
                  </a:cubicBezTo>
                  <a:cubicBezTo>
                    <a:pt x="7" y="2694"/>
                    <a:pt x="0" y="2726"/>
                    <a:pt x="5" y="2746"/>
                  </a:cubicBezTo>
                  <a:cubicBezTo>
                    <a:pt x="10" y="2770"/>
                    <a:pt x="21" y="2787"/>
                    <a:pt x="39" y="2802"/>
                  </a:cubicBezTo>
                  <a:cubicBezTo>
                    <a:pt x="150" y="2895"/>
                    <a:pt x="282" y="2930"/>
                    <a:pt x="418" y="2930"/>
                  </a:cubicBezTo>
                  <a:cubicBezTo>
                    <a:pt x="580" y="2930"/>
                    <a:pt x="748" y="2880"/>
                    <a:pt x="892" y="2815"/>
                  </a:cubicBezTo>
                  <a:cubicBezTo>
                    <a:pt x="1024" y="2756"/>
                    <a:pt x="1148" y="2679"/>
                    <a:pt x="1269" y="2599"/>
                  </a:cubicBezTo>
                  <a:cubicBezTo>
                    <a:pt x="1384" y="2522"/>
                    <a:pt x="1494" y="2440"/>
                    <a:pt x="1598" y="2349"/>
                  </a:cubicBezTo>
                  <a:cubicBezTo>
                    <a:pt x="1812" y="2166"/>
                    <a:pt x="2005" y="1957"/>
                    <a:pt x="2171" y="1728"/>
                  </a:cubicBezTo>
                  <a:cubicBezTo>
                    <a:pt x="2338" y="1501"/>
                    <a:pt x="2478" y="1254"/>
                    <a:pt x="2587" y="993"/>
                  </a:cubicBezTo>
                  <a:cubicBezTo>
                    <a:pt x="2696" y="735"/>
                    <a:pt x="2772" y="460"/>
                    <a:pt x="2814" y="183"/>
                  </a:cubicBezTo>
                  <a:cubicBezTo>
                    <a:pt x="2819" y="149"/>
                    <a:pt x="2824" y="114"/>
                    <a:pt x="2828" y="80"/>
                  </a:cubicBezTo>
                  <a:cubicBezTo>
                    <a:pt x="2832" y="43"/>
                    <a:pt x="2802" y="1"/>
                    <a:pt x="2763" y="1"/>
                  </a:cubicBezTo>
                  <a:cubicBezTo>
                    <a:pt x="2756" y="1"/>
                    <a:pt x="2749" y="1"/>
                    <a:pt x="274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196;p40"/>
            <p:cNvSpPr/>
            <p:nvPr/>
          </p:nvSpPr>
          <p:spPr>
            <a:xfrm>
              <a:off x="3660120" y="2730240"/>
              <a:ext cx="231840" cy="322920"/>
            </a:xfrm>
            <a:custGeom>
              <a:avLst/>
              <a:gdLst>
                <a:gd name="textAreaLeft" fmla="*/ 0 w 231840"/>
                <a:gd name="textAreaRight" fmla="*/ 232200 w 231840"/>
                <a:gd name="textAreaTop" fmla="*/ 0 h 322920"/>
                <a:gd name="textAreaBottom" fmla="*/ 323280 h 322920"/>
              </a:gdLst>
              <a:ahLst/>
              <a:cxnLst/>
              <a:rect l="textAreaLeft" t="textAreaTop" r="textAreaRight" b="textAreaBottom"/>
              <a:pathLst>
                <a:path w="2049" h="2916">
                  <a:moveTo>
                    <a:pt x="1490" y="1141"/>
                  </a:moveTo>
                  <a:lnTo>
                    <a:pt x="1490" y="1141"/>
                  </a:lnTo>
                  <a:cubicBezTo>
                    <a:pt x="1490" y="1141"/>
                    <a:pt x="1490" y="1142"/>
                    <a:pt x="1491" y="1143"/>
                  </a:cubicBezTo>
                  <a:cubicBezTo>
                    <a:pt x="1490" y="1142"/>
                    <a:pt x="1490" y="1141"/>
                    <a:pt x="1490" y="1141"/>
                  </a:cubicBezTo>
                  <a:close/>
                  <a:moveTo>
                    <a:pt x="842" y="2267"/>
                  </a:moveTo>
                  <a:cubicBezTo>
                    <a:pt x="842" y="2268"/>
                    <a:pt x="843" y="2269"/>
                    <a:pt x="844" y="2269"/>
                  </a:cubicBezTo>
                  <a:lnTo>
                    <a:pt x="844" y="2269"/>
                  </a:lnTo>
                  <a:cubicBezTo>
                    <a:pt x="843" y="2269"/>
                    <a:pt x="842" y="2268"/>
                    <a:pt x="842" y="2267"/>
                  </a:cubicBezTo>
                  <a:close/>
                  <a:moveTo>
                    <a:pt x="1624" y="2710"/>
                  </a:moveTo>
                  <a:cubicBezTo>
                    <a:pt x="1624" y="2710"/>
                    <a:pt x="1629" y="2711"/>
                    <a:pt x="1632" y="2712"/>
                  </a:cubicBezTo>
                  <a:lnTo>
                    <a:pt x="1632" y="2712"/>
                  </a:lnTo>
                  <a:cubicBezTo>
                    <a:pt x="1631" y="2712"/>
                    <a:pt x="1629" y="2711"/>
                    <a:pt x="1628" y="2711"/>
                  </a:cubicBezTo>
                  <a:cubicBezTo>
                    <a:pt x="1625" y="2710"/>
                    <a:pt x="1624" y="2710"/>
                    <a:pt x="1624" y="2710"/>
                  </a:cubicBezTo>
                  <a:close/>
                  <a:moveTo>
                    <a:pt x="137" y="1"/>
                  </a:moveTo>
                  <a:cubicBezTo>
                    <a:pt x="94" y="1"/>
                    <a:pt x="60" y="36"/>
                    <a:pt x="54" y="79"/>
                  </a:cubicBezTo>
                  <a:cubicBezTo>
                    <a:pt x="13" y="343"/>
                    <a:pt x="1" y="612"/>
                    <a:pt x="23" y="878"/>
                  </a:cubicBezTo>
                  <a:cubicBezTo>
                    <a:pt x="45" y="1143"/>
                    <a:pt x="106" y="1405"/>
                    <a:pt x="208" y="1651"/>
                  </a:cubicBezTo>
                  <a:cubicBezTo>
                    <a:pt x="303" y="1882"/>
                    <a:pt x="434" y="2097"/>
                    <a:pt x="602" y="2283"/>
                  </a:cubicBezTo>
                  <a:cubicBezTo>
                    <a:pt x="767" y="2464"/>
                    <a:pt x="959" y="2613"/>
                    <a:pt x="1176" y="2725"/>
                  </a:cubicBezTo>
                  <a:cubicBezTo>
                    <a:pt x="1383" y="2832"/>
                    <a:pt x="1614" y="2899"/>
                    <a:pt x="1847" y="2913"/>
                  </a:cubicBezTo>
                  <a:cubicBezTo>
                    <a:pt x="1876" y="2914"/>
                    <a:pt x="1904" y="2915"/>
                    <a:pt x="1932" y="2915"/>
                  </a:cubicBezTo>
                  <a:cubicBezTo>
                    <a:pt x="1966" y="2915"/>
                    <a:pt x="1995" y="2904"/>
                    <a:pt x="2014" y="2873"/>
                  </a:cubicBezTo>
                  <a:cubicBezTo>
                    <a:pt x="2030" y="2844"/>
                    <a:pt x="2026" y="2809"/>
                    <a:pt x="2005" y="2781"/>
                  </a:cubicBezTo>
                  <a:cubicBezTo>
                    <a:pt x="1844" y="2573"/>
                    <a:pt x="1690" y="2360"/>
                    <a:pt x="1539" y="2144"/>
                  </a:cubicBezTo>
                  <a:cubicBezTo>
                    <a:pt x="1466" y="2036"/>
                    <a:pt x="1391" y="1927"/>
                    <a:pt x="1318" y="1816"/>
                  </a:cubicBezTo>
                  <a:cubicBezTo>
                    <a:pt x="1246" y="1706"/>
                    <a:pt x="1173" y="1597"/>
                    <a:pt x="1100" y="1488"/>
                  </a:cubicBezTo>
                  <a:cubicBezTo>
                    <a:pt x="1060" y="1427"/>
                    <a:pt x="1021" y="1367"/>
                    <a:pt x="977" y="1310"/>
                  </a:cubicBezTo>
                  <a:cubicBezTo>
                    <a:pt x="955" y="1281"/>
                    <a:pt x="933" y="1250"/>
                    <a:pt x="911" y="1222"/>
                  </a:cubicBezTo>
                  <a:cubicBezTo>
                    <a:pt x="892" y="1196"/>
                    <a:pt x="869" y="1164"/>
                    <a:pt x="844" y="1141"/>
                  </a:cubicBezTo>
                  <a:lnTo>
                    <a:pt x="844" y="1141"/>
                  </a:lnTo>
                  <a:cubicBezTo>
                    <a:pt x="836" y="1129"/>
                    <a:pt x="824" y="1121"/>
                    <a:pt x="810" y="1121"/>
                  </a:cubicBezTo>
                  <a:cubicBezTo>
                    <a:pt x="805" y="1121"/>
                    <a:pt x="800" y="1122"/>
                    <a:pt x="796" y="1124"/>
                  </a:cubicBezTo>
                  <a:cubicBezTo>
                    <a:pt x="779" y="1131"/>
                    <a:pt x="768" y="1155"/>
                    <a:pt x="778" y="1172"/>
                  </a:cubicBezTo>
                  <a:cubicBezTo>
                    <a:pt x="786" y="1186"/>
                    <a:pt x="790" y="1202"/>
                    <a:pt x="796" y="1217"/>
                  </a:cubicBezTo>
                  <a:cubicBezTo>
                    <a:pt x="801" y="1233"/>
                    <a:pt x="808" y="1248"/>
                    <a:pt x="814" y="1261"/>
                  </a:cubicBezTo>
                  <a:cubicBezTo>
                    <a:pt x="829" y="1292"/>
                    <a:pt x="844" y="1322"/>
                    <a:pt x="858" y="1353"/>
                  </a:cubicBezTo>
                  <a:cubicBezTo>
                    <a:pt x="873" y="1381"/>
                    <a:pt x="888" y="1410"/>
                    <a:pt x="902" y="1438"/>
                  </a:cubicBezTo>
                  <a:cubicBezTo>
                    <a:pt x="911" y="1452"/>
                    <a:pt x="918" y="1468"/>
                    <a:pt x="925" y="1481"/>
                  </a:cubicBezTo>
                  <a:cubicBezTo>
                    <a:pt x="928" y="1486"/>
                    <a:pt x="941" y="1508"/>
                    <a:pt x="941" y="1508"/>
                  </a:cubicBezTo>
                  <a:cubicBezTo>
                    <a:pt x="941" y="1508"/>
                    <a:pt x="941" y="1507"/>
                    <a:pt x="941" y="1506"/>
                  </a:cubicBezTo>
                  <a:cubicBezTo>
                    <a:pt x="940" y="1504"/>
                    <a:pt x="939" y="1504"/>
                    <a:pt x="939" y="1504"/>
                  </a:cubicBezTo>
                  <a:lnTo>
                    <a:pt x="939" y="1504"/>
                  </a:lnTo>
                  <a:cubicBezTo>
                    <a:pt x="940" y="1504"/>
                    <a:pt x="944" y="1510"/>
                    <a:pt x="945" y="1512"/>
                  </a:cubicBezTo>
                  <a:cubicBezTo>
                    <a:pt x="947" y="1515"/>
                    <a:pt x="951" y="1521"/>
                    <a:pt x="953" y="1525"/>
                  </a:cubicBezTo>
                  <a:cubicBezTo>
                    <a:pt x="1023" y="1641"/>
                    <a:pt x="1093" y="1759"/>
                    <a:pt x="1167" y="1872"/>
                  </a:cubicBezTo>
                  <a:cubicBezTo>
                    <a:pt x="1312" y="2092"/>
                    <a:pt x="1462" y="2308"/>
                    <a:pt x="1615" y="2523"/>
                  </a:cubicBezTo>
                  <a:cubicBezTo>
                    <a:pt x="1666" y="2595"/>
                    <a:pt x="1716" y="2666"/>
                    <a:pt x="1768" y="2737"/>
                  </a:cubicBezTo>
                  <a:lnTo>
                    <a:pt x="1768" y="2737"/>
                  </a:lnTo>
                  <a:cubicBezTo>
                    <a:pt x="1744" y="2733"/>
                    <a:pt x="1721" y="2730"/>
                    <a:pt x="1698" y="2726"/>
                  </a:cubicBezTo>
                  <a:cubicBezTo>
                    <a:pt x="1685" y="2723"/>
                    <a:pt x="1671" y="2721"/>
                    <a:pt x="1659" y="2718"/>
                  </a:cubicBezTo>
                  <a:lnTo>
                    <a:pt x="1638" y="2714"/>
                  </a:lnTo>
                  <a:cubicBezTo>
                    <a:pt x="1637" y="2714"/>
                    <a:pt x="1637" y="2713"/>
                    <a:pt x="1636" y="2713"/>
                  </a:cubicBezTo>
                  <a:lnTo>
                    <a:pt x="1636" y="2713"/>
                  </a:lnTo>
                  <a:cubicBezTo>
                    <a:pt x="1636" y="2713"/>
                    <a:pt x="1636" y="2713"/>
                    <a:pt x="1636" y="2713"/>
                  </a:cubicBezTo>
                  <a:cubicBezTo>
                    <a:pt x="1636" y="2713"/>
                    <a:pt x="1635" y="2713"/>
                    <a:pt x="1634" y="2712"/>
                  </a:cubicBezTo>
                  <a:cubicBezTo>
                    <a:pt x="1526" y="2685"/>
                    <a:pt x="1419" y="2646"/>
                    <a:pt x="1318" y="2599"/>
                  </a:cubicBezTo>
                  <a:lnTo>
                    <a:pt x="1244" y="2562"/>
                  </a:lnTo>
                  <a:cubicBezTo>
                    <a:pt x="1238" y="2558"/>
                    <a:pt x="1232" y="2555"/>
                    <a:pt x="1226" y="2552"/>
                  </a:cubicBezTo>
                  <a:lnTo>
                    <a:pt x="1226" y="2552"/>
                  </a:lnTo>
                  <a:cubicBezTo>
                    <a:pt x="1235" y="2556"/>
                    <a:pt x="1238" y="2557"/>
                    <a:pt x="1238" y="2557"/>
                  </a:cubicBezTo>
                  <a:cubicBezTo>
                    <a:pt x="1239" y="2557"/>
                    <a:pt x="1228" y="2552"/>
                    <a:pt x="1224" y="2551"/>
                  </a:cubicBezTo>
                  <a:cubicBezTo>
                    <a:pt x="1211" y="2544"/>
                    <a:pt x="1198" y="2535"/>
                    <a:pt x="1186" y="2529"/>
                  </a:cubicBezTo>
                  <a:cubicBezTo>
                    <a:pt x="1137" y="2500"/>
                    <a:pt x="1090" y="2468"/>
                    <a:pt x="1045" y="2435"/>
                  </a:cubicBezTo>
                  <a:cubicBezTo>
                    <a:pt x="999" y="2402"/>
                    <a:pt x="953" y="2366"/>
                    <a:pt x="911" y="2330"/>
                  </a:cubicBezTo>
                  <a:cubicBezTo>
                    <a:pt x="890" y="2311"/>
                    <a:pt x="869" y="2293"/>
                    <a:pt x="848" y="2273"/>
                  </a:cubicBezTo>
                  <a:cubicBezTo>
                    <a:pt x="847" y="2272"/>
                    <a:pt x="846" y="2271"/>
                    <a:pt x="844" y="2270"/>
                  </a:cubicBezTo>
                  <a:lnTo>
                    <a:pt x="844" y="2270"/>
                  </a:lnTo>
                  <a:lnTo>
                    <a:pt x="831" y="2256"/>
                  </a:lnTo>
                  <a:lnTo>
                    <a:pt x="799" y="2226"/>
                  </a:lnTo>
                  <a:cubicBezTo>
                    <a:pt x="720" y="2144"/>
                    <a:pt x="647" y="2055"/>
                    <a:pt x="583" y="1961"/>
                  </a:cubicBezTo>
                  <a:cubicBezTo>
                    <a:pt x="568" y="1939"/>
                    <a:pt x="553" y="1917"/>
                    <a:pt x="540" y="1896"/>
                  </a:cubicBezTo>
                  <a:lnTo>
                    <a:pt x="540" y="1896"/>
                  </a:lnTo>
                  <a:cubicBezTo>
                    <a:pt x="540" y="1896"/>
                    <a:pt x="540" y="1896"/>
                    <a:pt x="540" y="1896"/>
                  </a:cubicBezTo>
                  <a:cubicBezTo>
                    <a:pt x="540" y="1896"/>
                    <a:pt x="538" y="1893"/>
                    <a:pt x="532" y="1883"/>
                  </a:cubicBezTo>
                  <a:lnTo>
                    <a:pt x="532" y="1883"/>
                  </a:lnTo>
                  <a:cubicBezTo>
                    <a:pt x="533" y="1886"/>
                    <a:pt x="535" y="1888"/>
                    <a:pt x="538" y="1892"/>
                  </a:cubicBezTo>
                  <a:cubicBezTo>
                    <a:pt x="538" y="1893"/>
                    <a:pt x="539" y="1894"/>
                    <a:pt x="540" y="1896"/>
                  </a:cubicBezTo>
                  <a:lnTo>
                    <a:pt x="540" y="1896"/>
                  </a:lnTo>
                  <a:cubicBezTo>
                    <a:pt x="539" y="1895"/>
                    <a:pt x="537" y="1892"/>
                    <a:pt x="535" y="1890"/>
                  </a:cubicBezTo>
                  <a:cubicBezTo>
                    <a:pt x="532" y="1884"/>
                    <a:pt x="529" y="1877"/>
                    <a:pt x="524" y="1872"/>
                  </a:cubicBezTo>
                  <a:cubicBezTo>
                    <a:pt x="517" y="1859"/>
                    <a:pt x="508" y="1844"/>
                    <a:pt x="501" y="1831"/>
                  </a:cubicBezTo>
                  <a:cubicBezTo>
                    <a:pt x="470" y="1774"/>
                    <a:pt x="441" y="1717"/>
                    <a:pt x="414" y="1659"/>
                  </a:cubicBezTo>
                  <a:cubicBezTo>
                    <a:pt x="387" y="1602"/>
                    <a:pt x="364" y="1542"/>
                    <a:pt x="342" y="1484"/>
                  </a:cubicBezTo>
                  <a:cubicBezTo>
                    <a:pt x="331" y="1454"/>
                    <a:pt x="321" y="1424"/>
                    <a:pt x="313" y="1392"/>
                  </a:cubicBezTo>
                  <a:cubicBezTo>
                    <a:pt x="312" y="1389"/>
                    <a:pt x="311" y="1385"/>
                    <a:pt x="310" y="1382"/>
                  </a:cubicBezTo>
                  <a:lnTo>
                    <a:pt x="310" y="1382"/>
                  </a:lnTo>
                  <a:cubicBezTo>
                    <a:pt x="310" y="1384"/>
                    <a:pt x="310" y="1384"/>
                    <a:pt x="310" y="1384"/>
                  </a:cubicBezTo>
                  <a:cubicBezTo>
                    <a:pt x="310" y="1384"/>
                    <a:pt x="310" y="1381"/>
                    <a:pt x="307" y="1372"/>
                  </a:cubicBezTo>
                  <a:lnTo>
                    <a:pt x="307" y="1372"/>
                  </a:lnTo>
                  <a:cubicBezTo>
                    <a:pt x="308" y="1375"/>
                    <a:pt x="309" y="1379"/>
                    <a:pt x="310" y="1382"/>
                  </a:cubicBezTo>
                  <a:lnTo>
                    <a:pt x="310" y="1382"/>
                  </a:lnTo>
                  <a:cubicBezTo>
                    <a:pt x="308" y="1379"/>
                    <a:pt x="306" y="1371"/>
                    <a:pt x="305" y="1367"/>
                  </a:cubicBezTo>
                  <a:cubicBezTo>
                    <a:pt x="299" y="1350"/>
                    <a:pt x="296" y="1333"/>
                    <a:pt x="292" y="1316"/>
                  </a:cubicBezTo>
                  <a:cubicBezTo>
                    <a:pt x="259" y="1194"/>
                    <a:pt x="236" y="1068"/>
                    <a:pt x="219" y="943"/>
                  </a:cubicBezTo>
                  <a:cubicBezTo>
                    <a:pt x="210" y="878"/>
                    <a:pt x="204" y="813"/>
                    <a:pt x="199" y="750"/>
                  </a:cubicBezTo>
                  <a:cubicBezTo>
                    <a:pt x="198" y="718"/>
                    <a:pt x="195" y="686"/>
                    <a:pt x="195" y="654"/>
                  </a:cubicBezTo>
                  <a:lnTo>
                    <a:pt x="195" y="649"/>
                  </a:lnTo>
                  <a:cubicBezTo>
                    <a:pt x="195" y="651"/>
                    <a:pt x="196" y="656"/>
                    <a:pt x="196" y="656"/>
                  </a:cubicBezTo>
                  <a:cubicBezTo>
                    <a:pt x="197" y="656"/>
                    <a:pt x="197" y="652"/>
                    <a:pt x="195" y="642"/>
                  </a:cubicBezTo>
                  <a:lnTo>
                    <a:pt x="195" y="626"/>
                  </a:lnTo>
                  <a:lnTo>
                    <a:pt x="195" y="575"/>
                  </a:lnTo>
                  <a:cubicBezTo>
                    <a:pt x="195" y="445"/>
                    <a:pt x="203" y="317"/>
                    <a:pt x="217" y="190"/>
                  </a:cubicBezTo>
                  <a:cubicBezTo>
                    <a:pt x="217" y="188"/>
                    <a:pt x="217" y="187"/>
                    <a:pt x="217" y="186"/>
                  </a:cubicBezTo>
                  <a:lnTo>
                    <a:pt x="217" y="186"/>
                  </a:lnTo>
                  <a:cubicBezTo>
                    <a:pt x="238" y="190"/>
                    <a:pt x="259" y="194"/>
                    <a:pt x="280" y="198"/>
                  </a:cubicBezTo>
                  <a:cubicBezTo>
                    <a:pt x="281" y="200"/>
                    <a:pt x="290" y="202"/>
                    <a:pt x="291" y="202"/>
                  </a:cubicBezTo>
                  <a:cubicBezTo>
                    <a:pt x="291" y="202"/>
                    <a:pt x="290" y="202"/>
                    <a:pt x="286" y="201"/>
                  </a:cubicBezTo>
                  <a:cubicBezTo>
                    <a:pt x="282" y="199"/>
                    <a:pt x="280" y="199"/>
                    <a:pt x="281" y="199"/>
                  </a:cubicBezTo>
                  <a:cubicBezTo>
                    <a:pt x="282" y="199"/>
                    <a:pt x="294" y="202"/>
                    <a:pt x="296" y="203"/>
                  </a:cubicBezTo>
                  <a:cubicBezTo>
                    <a:pt x="308" y="206"/>
                    <a:pt x="319" y="209"/>
                    <a:pt x="331" y="213"/>
                  </a:cubicBezTo>
                  <a:cubicBezTo>
                    <a:pt x="354" y="219"/>
                    <a:pt x="376" y="227"/>
                    <a:pt x="400" y="233"/>
                  </a:cubicBezTo>
                  <a:cubicBezTo>
                    <a:pt x="492" y="263"/>
                    <a:pt x="582" y="302"/>
                    <a:pt x="667" y="347"/>
                  </a:cubicBezTo>
                  <a:cubicBezTo>
                    <a:pt x="672" y="350"/>
                    <a:pt x="677" y="352"/>
                    <a:pt x="681" y="354"/>
                  </a:cubicBezTo>
                  <a:cubicBezTo>
                    <a:pt x="682" y="355"/>
                    <a:pt x="683" y="355"/>
                    <a:pt x="684" y="355"/>
                  </a:cubicBezTo>
                  <a:lnTo>
                    <a:pt x="684" y="355"/>
                  </a:lnTo>
                  <a:cubicBezTo>
                    <a:pt x="686" y="357"/>
                    <a:pt x="688" y="358"/>
                    <a:pt x="690" y="359"/>
                  </a:cubicBezTo>
                  <a:lnTo>
                    <a:pt x="690" y="359"/>
                  </a:lnTo>
                  <a:cubicBezTo>
                    <a:pt x="688" y="358"/>
                    <a:pt x="685" y="356"/>
                    <a:pt x="684" y="355"/>
                  </a:cubicBezTo>
                  <a:lnTo>
                    <a:pt x="684" y="355"/>
                  </a:lnTo>
                  <a:cubicBezTo>
                    <a:pt x="685" y="356"/>
                    <a:pt x="687" y="357"/>
                    <a:pt x="688" y="358"/>
                  </a:cubicBezTo>
                  <a:cubicBezTo>
                    <a:pt x="691" y="359"/>
                    <a:pt x="692" y="360"/>
                    <a:pt x="693" y="361"/>
                  </a:cubicBezTo>
                  <a:lnTo>
                    <a:pt x="693" y="361"/>
                  </a:lnTo>
                  <a:cubicBezTo>
                    <a:pt x="692" y="360"/>
                    <a:pt x="691" y="360"/>
                    <a:pt x="690" y="359"/>
                  </a:cubicBezTo>
                  <a:lnTo>
                    <a:pt x="690" y="359"/>
                  </a:lnTo>
                  <a:cubicBezTo>
                    <a:pt x="692" y="360"/>
                    <a:pt x="693" y="361"/>
                    <a:pt x="693" y="361"/>
                  </a:cubicBezTo>
                  <a:cubicBezTo>
                    <a:pt x="693" y="361"/>
                    <a:pt x="693" y="361"/>
                    <a:pt x="693" y="361"/>
                  </a:cubicBezTo>
                  <a:lnTo>
                    <a:pt x="693" y="361"/>
                  </a:lnTo>
                  <a:cubicBezTo>
                    <a:pt x="701" y="365"/>
                    <a:pt x="709" y="369"/>
                    <a:pt x="717" y="373"/>
                  </a:cubicBezTo>
                  <a:lnTo>
                    <a:pt x="779" y="410"/>
                  </a:lnTo>
                  <a:cubicBezTo>
                    <a:pt x="820" y="437"/>
                    <a:pt x="862" y="464"/>
                    <a:pt x="900" y="493"/>
                  </a:cubicBezTo>
                  <a:cubicBezTo>
                    <a:pt x="938" y="521"/>
                    <a:pt x="977" y="552"/>
                    <a:pt x="1013" y="582"/>
                  </a:cubicBezTo>
                  <a:cubicBezTo>
                    <a:pt x="1033" y="598"/>
                    <a:pt x="1052" y="615"/>
                    <a:pt x="1070" y="631"/>
                  </a:cubicBezTo>
                  <a:cubicBezTo>
                    <a:pt x="1078" y="640"/>
                    <a:pt x="1087" y="647"/>
                    <a:pt x="1096" y="654"/>
                  </a:cubicBezTo>
                  <a:cubicBezTo>
                    <a:pt x="1096" y="654"/>
                    <a:pt x="1096" y="654"/>
                    <a:pt x="1096" y="654"/>
                  </a:cubicBezTo>
                  <a:lnTo>
                    <a:pt x="1096" y="654"/>
                  </a:lnTo>
                  <a:cubicBezTo>
                    <a:pt x="1101" y="659"/>
                    <a:pt x="1105" y="663"/>
                    <a:pt x="1110" y="668"/>
                  </a:cubicBezTo>
                  <a:lnTo>
                    <a:pt x="1115" y="674"/>
                  </a:lnTo>
                  <a:cubicBezTo>
                    <a:pt x="1116" y="674"/>
                    <a:pt x="1116" y="674"/>
                    <a:pt x="1116" y="674"/>
                  </a:cubicBezTo>
                  <a:lnTo>
                    <a:pt x="1116" y="674"/>
                  </a:lnTo>
                  <a:cubicBezTo>
                    <a:pt x="1260" y="815"/>
                    <a:pt x="1384" y="972"/>
                    <a:pt x="1490" y="1141"/>
                  </a:cubicBezTo>
                  <a:lnTo>
                    <a:pt x="1490" y="1141"/>
                  </a:lnTo>
                  <a:cubicBezTo>
                    <a:pt x="1489" y="1140"/>
                    <a:pt x="1489" y="1140"/>
                    <a:pt x="1489" y="1140"/>
                  </a:cubicBezTo>
                  <a:lnTo>
                    <a:pt x="1489" y="1140"/>
                  </a:lnTo>
                  <a:cubicBezTo>
                    <a:pt x="1489" y="1140"/>
                    <a:pt x="1494" y="1147"/>
                    <a:pt x="1495" y="1148"/>
                  </a:cubicBezTo>
                  <a:cubicBezTo>
                    <a:pt x="1500" y="1154"/>
                    <a:pt x="1502" y="1161"/>
                    <a:pt x="1506" y="1167"/>
                  </a:cubicBezTo>
                  <a:cubicBezTo>
                    <a:pt x="1513" y="1179"/>
                    <a:pt x="1521" y="1191"/>
                    <a:pt x="1528" y="1202"/>
                  </a:cubicBezTo>
                  <a:cubicBezTo>
                    <a:pt x="1542" y="1225"/>
                    <a:pt x="1556" y="1249"/>
                    <a:pt x="1568" y="1273"/>
                  </a:cubicBezTo>
                  <a:cubicBezTo>
                    <a:pt x="1594" y="1322"/>
                    <a:pt x="1620" y="1371"/>
                    <a:pt x="1643" y="1421"/>
                  </a:cubicBezTo>
                  <a:cubicBezTo>
                    <a:pt x="1691" y="1519"/>
                    <a:pt x="1737" y="1618"/>
                    <a:pt x="1776" y="1721"/>
                  </a:cubicBezTo>
                  <a:cubicBezTo>
                    <a:pt x="1817" y="1824"/>
                    <a:pt x="1853" y="1928"/>
                    <a:pt x="1885" y="2036"/>
                  </a:cubicBezTo>
                  <a:cubicBezTo>
                    <a:pt x="1917" y="2140"/>
                    <a:pt x="1951" y="2243"/>
                    <a:pt x="1978" y="2349"/>
                  </a:cubicBezTo>
                  <a:cubicBezTo>
                    <a:pt x="1985" y="2375"/>
                    <a:pt x="1993" y="2400"/>
                    <a:pt x="1999" y="2428"/>
                  </a:cubicBezTo>
                  <a:cubicBezTo>
                    <a:pt x="2001" y="2443"/>
                    <a:pt x="2012" y="2450"/>
                    <a:pt x="2022" y="2450"/>
                  </a:cubicBezTo>
                  <a:cubicBezTo>
                    <a:pt x="2035" y="2450"/>
                    <a:pt x="2049" y="2439"/>
                    <a:pt x="2047" y="2420"/>
                  </a:cubicBezTo>
                  <a:cubicBezTo>
                    <a:pt x="2027" y="2310"/>
                    <a:pt x="2008" y="2200"/>
                    <a:pt x="1984" y="2090"/>
                  </a:cubicBezTo>
                  <a:cubicBezTo>
                    <a:pt x="1961" y="1980"/>
                    <a:pt x="1928" y="1869"/>
                    <a:pt x="1895" y="1760"/>
                  </a:cubicBezTo>
                  <a:cubicBezTo>
                    <a:pt x="1829" y="1546"/>
                    <a:pt x="1747" y="1336"/>
                    <a:pt x="1638" y="1139"/>
                  </a:cubicBezTo>
                  <a:cubicBezTo>
                    <a:pt x="1537" y="953"/>
                    <a:pt x="1416" y="777"/>
                    <a:pt x="1272" y="621"/>
                  </a:cubicBezTo>
                  <a:cubicBezTo>
                    <a:pt x="1133" y="472"/>
                    <a:pt x="976" y="340"/>
                    <a:pt x="800" y="237"/>
                  </a:cubicBezTo>
                  <a:cubicBezTo>
                    <a:pt x="620" y="131"/>
                    <a:pt x="428" y="54"/>
                    <a:pt x="224" y="14"/>
                  </a:cubicBezTo>
                  <a:lnTo>
                    <a:pt x="149" y="2"/>
                  </a:lnTo>
                  <a:cubicBezTo>
                    <a:pt x="145" y="1"/>
                    <a:pt x="141" y="1"/>
                    <a:pt x="13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197;p40"/>
            <p:cNvSpPr/>
            <p:nvPr/>
          </p:nvSpPr>
          <p:spPr>
            <a:xfrm>
              <a:off x="3699360" y="2603520"/>
              <a:ext cx="168120" cy="301680"/>
            </a:xfrm>
            <a:custGeom>
              <a:avLst/>
              <a:gdLst>
                <a:gd name="textAreaLeft" fmla="*/ 0 w 168120"/>
                <a:gd name="textAreaRight" fmla="*/ 168480 w 168120"/>
                <a:gd name="textAreaTop" fmla="*/ 0 h 301680"/>
                <a:gd name="textAreaBottom" fmla="*/ 302040 h 301680"/>
              </a:gdLst>
              <a:ahLst/>
              <a:cxnLst/>
              <a:rect l="textAreaLeft" t="textAreaTop" r="textAreaRight" b="textAreaBottom"/>
              <a:pathLst>
                <a:path w="1489" h="2724">
                  <a:moveTo>
                    <a:pt x="158" y="300"/>
                  </a:moveTo>
                  <a:cubicBezTo>
                    <a:pt x="158" y="300"/>
                    <a:pt x="158" y="301"/>
                    <a:pt x="159" y="301"/>
                  </a:cubicBezTo>
                  <a:lnTo>
                    <a:pt x="159" y="301"/>
                  </a:lnTo>
                  <a:cubicBezTo>
                    <a:pt x="158" y="301"/>
                    <a:pt x="158" y="300"/>
                    <a:pt x="158" y="300"/>
                  </a:cubicBezTo>
                  <a:close/>
                  <a:moveTo>
                    <a:pt x="31" y="1"/>
                  </a:moveTo>
                  <a:cubicBezTo>
                    <a:pt x="14" y="1"/>
                    <a:pt x="1" y="16"/>
                    <a:pt x="7" y="36"/>
                  </a:cubicBezTo>
                  <a:cubicBezTo>
                    <a:pt x="20" y="72"/>
                    <a:pt x="42" y="107"/>
                    <a:pt x="63" y="140"/>
                  </a:cubicBezTo>
                  <a:lnTo>
                    <a:pt x="63" y="140"/>
                  </a:lnTo>
                  <a:cubicBezTo>
                    <a:pt x="80" y="187"/>
                    <a:pt x="112" y="229"/>
                    <a:pt x="140" y="272"/>
                  </a:cubicBezTo>
                  <a:cubicBezTo>
                    <a:pt x="147" y="280"/>
                    <a:pt x="153" y="291"/>
                    <a:pt x="159" y="301"/>
                  </a:cubicBezTo>
                  <a:cubicBezTo>
                    <a:pt x="162" y="305"/>
                    <a:pt x="163" y="307"/>
                    <a:pt x="163" y="307"/>
                  </a:cubicBezTo>
                  <a:cubicBezTo>
                    <a:pt x="163" y="307"/>
                    <a:pt x="160" y="303"/>
                    <a:pt x="159" y="301"/>
                  </a:cubicBezTo>
                  <a:lnTo>
                    <a:pt x="159" y="301"/>
                  </a:lnTo>
                  <a:cubicBezTo>
                    <a:pt x="161" y="305"/>
                    <a:pt x="164" y="314"/>
                    <a:pt x="164" y="316"/>
                  </a:cubicBezTo>
                  <a:cubicBezTo>
                    <a:pt x="179" y="343"/>
                    <a:pt x="200" y="366"/>
                    <a:pt x="217" y="390"/>
                  </a:cubicBezTo>
                  <a:cubicBezTo>
                    <a:pt x="276" y="467"/>
                    <a:pt x="332" y="546"/>
                    <a:pt x="387" y="625"/>
                  </a:cubicBezTo>
                  <a:cubicBezTo>
                    <a:pt x="441" y="703"/>
                    <a:pt x="496" y="782"/>
                    <a:pt x="548" y="860"/>
                  </a:cubicBezTo>
                  <a:cubicBezTo>
                    <a:pt x="574" y="900"/>
                    <a:pt x="600" y="939"/>
                    <a:pt x="625" y="980"/>
                  </a:cubicBezTo>
                  <a:cubicBezTo>
                    <a:pt x="637" y="1000"/>
                    <a:pt x="650" y="1020"/>
                    <a:pt x="663" y="1040"/>
                  </a:cubicBezTo>
                  <a:cubicBezTo>
                    <a:pt x="666" y="1046"/>
                    <a:pt x="670" y="1049"/>
                    <a:pt x="673" y="1055"/>
                  </a:cubicBezTo>
                  <a:cubicBezTo>
                    <a:pt x="673" y="1056"/>
                    <a:pt x="675" y="1059"/>
                    <a:pt x="676" y="1061"/>
                  </a:cubicBezTo>
                  <a:lnTo>
                    <a:pt x="676" y="1061"/>
                  </a:lnTo>
                  <a:cubicBezTo>
                    <a:pt x="676" y="1060"/>
                    <a:pt x="676" y="1060"/>
                    <a:pt x="675" y="1059"/>
                  </a:cubicBezTo>
                  <a:lnTo>
                    <a:pt x="675" y="1059"/>
                  </a:lnTo>
                  <a:cubicBezTo>
                    <a:pt x="682" y="1071"/>
                    <a:pt x="690" y="1082"/>
                    <a:pt x="697" y="1095"/>
                  </a:cubicBezTo>
                  <a:cubicBezTo>
                    <a:pt x="896" y="1423"/>
                    <a:pt x="1070" y="1766"/>
                    <a:pt x="1216" y="2120"/>
                  </a:cubicBezTo>
                  <a:cubicBezTo>
                    <a:pt x="1257" y="2219"/>
                    <a:pt x="1293" y="2320"/>
                    <a:pt x="1333" y="2419"/>
                  </a:cubicBezTo>
                  <a:cubicBezTo>
                    <a:pt x="1353" y="2468"/>
                    <a:pt x="1372" y="2517"/>
                    <a:pt x="1390" y="2567"/>
                  </a:cubicBezTo>
                  <a:cubicBezTo>
                    <a:pt x="1410" y="2617"/>
                    <a:pt x="1437" y="2666"/>
                    <a:pt x="1460" y="2716"/>
                  </a:cubicBezTo>
                  <a:cubicBezTo>
                    <a:pt x="1464" y="2721"/>
                    <a:pt x="1469" y="2723"/>
                    <a:pt x="1474" y="2723"/>
                  </a:cubicBezTo>
                  <a:cubicBezTo>
                    <a:pt x="1481" y="2723"/>
                    <a:pt x="1489" y="2718"/>
                    <a:pt x="1487" y="2710"/>
                  </a:cubicBezTo>
                  <a:cubicBezTo>
                    <a:pt x="1484" y="2685"/>
                    <a:pt x="1481" y="2662"/>
                    <a:pt x="1477" y="2639"/>
                  </a:cubicBezTo>
                  <a:cubicBezTo>
                    <a:pt x="1473" y="2613"/>
                    <a:pt x="1471" y="2588"/>
                    <a:pt x="1466" y="2564"/>
                  </a:cubicBezTo>
                  <a:cubicBezTo>
                    <a:pt x="1455" y="2519"/>
                    <a:pt x="1443" y="2472"/>
                    <a:pt x="1431" y="2426"/>
                  </a:cubicBezTo>
                  <a:cubicBezTo>
                    <a:pt x="1404" y="2331"/>
                    <a:pt x="1372" y="2237"/>
                    <a:pt x="1338" y="2145"/>
                  </a:cubicBezTo>
                  <a:cubicBezTo>
                    <a:pt x="1272" y="1963"/>
                    <a:pt x="1200" y="1783"/>
                    <a:pt x="1120" y="1606"/>
                  </a:cubicBezTo>
                  <a:cubicBezTo>
                    <a:pt x="1042" y="1431"/>
                    <a:pt x="955" y="1260"/>
                    <a:pt x="864" y="1091"/>
                  </a:cubicBezTo>
                  <a:cubicBezTo>
                    <a:pt x="768" y="917"/>
                    <a:pt x="668" y="745"/>
                    <a:pt x="558" y="581"/>
                  </a:cubicBezTo>
                  <a:cubicBezTo>
                    <a:pt x="496" y="492"/>
                    <a:pt x="432" y="403"/>
                    <a:pt x="368" y="317"/>
                  </a:cubicBezTo>
                  <a:cubicBezTo>
                    <a:pt x="353" y="296"/>
                    <a:pt x="338" y="275"/>
                    <a:pt x="321" y="255"/>
                  </a:cubicBezTo>
                  <a:cubicBezTo>
                    <a:pt x="309" y="240"/>
                    <a:pt x="296" y="228"/>
                    <a:pt x="283" y="215"/>
                  </a:cubicBezTo>
                  <a:cubicBezTo>
                    <a:pt x="281" y="214"/>
                    <a:pt x="277" y="211"/>
                    <a:pt x="274" y="209"/>
                  </a:cubicBezTo>
                  <a:lnTo>
                    <a:pt x="274" y="209"/>
                  </a:lnTo>
                  <a:cubicBezTo>
                    <a:pt x="270" y="205"/>
                    <a:pt x="266" y="201"/>
                    <a:pt x="262" y="196"/>
                  </a:cubicBezTo>
                  <a:cubicBezTo>
                    <a:pt x="225" y="158"/>
                    <a:pt x="189" y="112"/>
                    <a:pt x="145" y="83"/>
                  </a:cubicBezTo>
                  <a:lnTo>
                    <a:pt x="145" y="83"/>
                  </a:lnTo>
                  <a:cubicBezTo>
                    <a:pt x="114" y="54"/>
                    <a:pt x="81" y="26"/>
                    <a:pt x="46" y="5"/>
                  </a:cubicBezTo>
                  <a:cubicBezTo>
                    <a:pt x="41" y="2"/>
                    <a:pt x="36" y="1"/>
                    <a:pt x="3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198;p40"/>
            <p:cNvSpPr/>
            <p:nvPr/>
          </p:nvSpPr>
          <p:spPr>
            <a:xfrm>
              <a:off x="3659040" y="2568240"/>
              <a:ext cx="42840" cy="4860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383" h="440">
                  <a:moveTo>
                    <a:pt x="196" y="1"/>
                  </a:moveTo>
                  <a:cubicBezTo>
                    <a:pt x="181" y="1"/>
                    <a:pt x="166" y="2"/>
                    <a:pt x="151" y="2"/>
                  </a:cubicBezTo>
                  <a:cubicBezTo>
                    <a:pt x="127" y="5"/>
                    <a:pt x="108" y="13"/>
                    <a:pt x="89" y="27"/>
                  </a:cubicBezTo>
                  <a:cubicBezTo>
                    <a:pt x="76" y="34"/>
                    <a:pt x="65" y="43"/>
                    <a:pt x="55" y="55"/>
                  </a:cubicBezTo>
                  <a:cubicBezTo>
                    <a:pt x="38" y="70"/>
                    <a:pt x="26" y="88"/>
                    <a:pt x="17" y="110"/>
                  </a:cubicBezTo>
                  <a:cubicBezTo>
                    <a:pt x="1" y="146"/>
                    <a:pt x="1" y="184"/>
                    <a:pt x="6" y="221"/>
                  </a:cubicBezTo>
                  <a:lnTo>
                    <a:pt x="6" y="221"/>
                  </a:lnTo>
                  <a:cubicBezTo>
                    <a:pt x="5" y="225"/>
                    <a:pt x="4" y="227"/>
                    <a:pt x="4" y="232"/>
                  </a:cubicBezTo>
                  <a:cubicBezTo>
                    <a:pt x="4" y="246"/>
                    <a:pt x="3" y="260"/>
                    <a:pt x="6" y="274"/>
                  </a:cubicBezTo>
                  <a:cubicBezTo>
                    <a:pt x="13" y="301"/>
                    <a:pt x="20" y="315"/>
                    <a:pt x="32" y="336"/>
                  </a:cubicBezTo>
                  <a:lnTo>
                    <a:pt x="32" y="336"/>
                  </a:lnTo>
                  <a:cubicBezTo>
                    <a:pt x="34" y="341"/>
                    <a:pt x="35" y="346"/>
                    <a:pt x="37" y="350"/>
                  </a:cubicBezTo>
                  <a:cubicBezTo>
                    <a:pt x="44" y="368"/>
                    <a:pt x="55" y="383"/>
                    <a:pt x="70" y="395"/>
                  </a:cubicBezTo>
                  <a:cubicBezTo>
                    <a:pt x="78" y="405"/>
                    <a:pt x="88" y="413"/>
                    <a:pt x="100" y="417"/>
                  </a:cubicBezTo>
                  <a:cubicBezTo>
                    <a:pt x="116" y="428"/>
                    <a:pt x="135" y="434"/>
                    <a:pt x="155" y="435"/>
                  </a:cubicBezTo>
                  <a:cubicBezTo>
                    <a:pt x="155" y="435"/>
                    <a:pt x="156" y="435"/>
                    <a:pt x="157" y="435"/>
                  </a:cubicBezTo>
                  <a:lnTo>
                    <a:pt x="157" y="435"/>
                  </a:lnTo>
                  <a:cubicBezTo>
                    <a:pt x="167" y="438"/>
                    <a:pt x="178" y="440"/>
                    <a:pt x="189" y="440"/>
                  </a:cubicBezTo>
                  <a:cubicBezTo>
                    <a:pt x="201" y="440"/>
                    <a:pt x="213" y="438"/>
                    <a:pt x="225" y="435"/>
                  </a:cubicBezTo>
                  <a:lnTo>
                    <a:pt x="225" y="435"/>
                  </a:lnTo>
                  <a:cubicBezTo>
                    <a:pt x="237" y="433"/>
                    <a:pt x="249" y="431"/>
                    <a:pt x="261" y="426"/>
                  </a:cubicBezTo>
                  <a:cubicBezTo>
                    <a:pt x="262" y="424"/>
                    <a:pt x="263" y="424"/>
                    <a:pt x="266" y="423"/>
                  </a:cubicBezTo>
                  <a:cubicBezTo>
                    <a:pt x="279" y="414"/>
                    <a:pt x="295" y="405"/>
                    <a:pt x="305" y="391"/>
                  </a:cubicBezTo>
                  <a:cubicBezTo>
                    <a:pt x="307" y="388"/>
                    <a:pt x="309" y="385"/>
                    <a:pt x="311" y="382"/>
                  </a:cubicBezTo>
                  <a:lnTo>
                    <a:pt x="311" y="382"/>
                  </a:lnTo>
                  <a:cubicBezTo>
                    <a:pt x="323" y="372"/>
                    <a:pt x="333" y="362"/>
                    <a:pt x="343" y="350"/>
                  </a:cubicBezTo>
                  <a:cubicBezTo>
                    <a:pt x="349" y="343"/>
                    <a:pt x="351" y="336"/>
                    <a:pt x="356" y="329"/>
                  </a:cubicBezTo>
                  <a:cubicBezTo>
                    <a:pt x="360" y="323"/>
                    <a:pt x="363" y="315"/>
                    <a:pt x="367" y="308"/>
                  </a:cubicBezTo>
                  <a:cubicBezTo>
                    <a:pt x="372" y="293"/>
                    <a:pt x="376" y="277"/>
                    <a:pt x="379" y="262"/>
                  </a:cubicBezTo>
                  <a:cubicBezTo>
                    <a:pt x="380" y="257"/>
                    <a:pt x="380" y="251"/>
                    <a:pt x="382" y="246"/>
                  </a:cubicBezTo>
                  <a:cubicBezTo>
                    <a:pt x="382" y="236"/>
                    <a:pt x="382" y="225"/>
                    <a:pt x="381" y="214"/>
                  </a:cubicBezTo>
                  <a:lnTo>
                    <a:pt x="381" y="214"/>
                  </a:lnTo>
                  <a:cubicBezTo>
                    <a:pt x="382" y="200"/>
                    <a:pt x="382" y="187"/>
                    <a:pt x="379" y="172"/>
                  </a:cubicBezTo>
                  <a:cubicBezTo>
                    <a:pt x="376" y="158"/>
                    <a:pt x="371" y="143"/>
                    <a:pt x="365" y="127"/>
                  </a:cubicBezTo>
                  <a:cubicBezTo>
                    <a:pt x="363" y="123"/>
                    <a:pt x="362" y="121"/>
                    <a:pt x="361" y="116"/>
                  </a:cubicBezTo>
                  <a:cubicBezTo>
                    <a:pt x="345" y="87"/>
                    <a:pt x="327" y="60"/>
                    <a:pt x="297" y="39"/>
                  </a:cubicBezTo>
                  <a:cubicBezTo>
                    <a:pt x="291" y="34"/>
                    <a:pt x="281" y="30"/>
                    <a:pt x="274" y="27"/>
                  </a:cubicBezTo>
                  <a:cubicBezTo>
                    <a:pt x="268" y="23"/>
                    <a:pt x="259" y="17"/>
                    <a:pt x="251" y="15"/>
                  </a:cubicBezTo>
                  <a:cubicBezTo>
                    <a:pt x="234" y="8"/>
                    <a:pt x="214" y="5"/>
                    <a:pt x="19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199;p40"/>
            <p:cNvSpPr/>
            <p:nvPr/>
          </p:nvSpPr>
          <p:spPr>
            <a:xfrm>
              <a:off x="3692880" y="2262600"/>
              <a:ext cx="50760" cy="12816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128160"/>
                <a:gd name="textAreaBottom" fmla="*/ 128520 h 128160"/>
              </a:gdLst>
              <a:ahLst/>
              <a:cxnLst/>
              <a:rect l="textAreaLeft" t="textAreaTop" r="textAreaRight" b="textAreaBottom"/>
              <a:pathLst>
                <a:path w="450" h="1160">
                  <a:moveTo>
                    <a:pt x="344" y="255"/>
                  </a:moveTo>
                  <a:cubicBezTo>
                    <a:pt x="343" y="256"/>
                    <a:pt x="343" y="257"/>
                    <a:pt x="342" y="258"/>
                  </a:cubicBezTo>
                  <a:lnTo>
                    <a:pt x="342" y="258"/>
                  </a:lnTo>
                  <a:cubicBezTo>
                    <a:pt x="343" y="257"/>
                    <a:pt x="343" y="256"/>
                    <a:pt x="344" y="255"/>
                  </a:cubicBezTo>
                  <a:close/>
                  <a:moveTo>
                    <a:pt x="185" y="661"/>
                  </a:moveTo>
                  <a:cubicBezTo>
                    <a:pt x="185" y="663"/>
                    <a:pt x="184" y="665"/>
                    <a:pt x="184" y="667"/>
                  </a:cubicBezTo>
                  <a:lnTo>
                    <a:pt x="184" y="667"/>
                  </a:lnTo>
                  <a:cubicBezTo>
                    <a:pt x="183" y="669"/>
                    <a:pt x="183" y="670"/>
                    <a:pt x="183" y="672"/>
                  </a:cubicBezTo>
                  <a:lnTo>
                    <a:pt x="183" y="672"/>
                  </a:lnTo>
                  <a:cubicBezTo>
                    <a:pt x="183" y="668"/>
                    <a:pt x="184" y="665"/>
                    <a:pt x="185" y="661"/>
                  </a:cubicBezTo>
                  <a:close/>
                  <a:moveTo>
                    <a:pt x="171" y="711"/>
                  </a:moveTo>
                  <a:lnTo>
                    <a:pt x="171" y="711"/>
                  </a:lnTo>
                  <a:cubicBezTo>
                    <a:pt x="171" y="713"/>
                    <a:pt x="170" y="715"/>
                    <a:pt x="170" y="717"/>
                  </a:cubicBezTo>
                  <a:lnTo>
                    <a:pt x="170" y="717"/>
                  </a:lnTo>
                  <a:cubicBezTo>
                    <a:pt x="170" y="716"/>
                    <a:pt x="170" y="714"/>
                    <a:pt x="170" y="713"/>
                  </a:cubicBezTo>
                  <a:lnTo>
                    <a:pt x="170" y="713"/>
                  </a:lnTo>
                  <a:cubicBezTo>
                    <a:pt x="171" y="712"/>
                    <a:pt x="171" y="712"/>
                    <a:pt x="171" y="711"/>
                  </a:cubicBezTo>
                  <a:close/>
                  <a:moveTo>
                    <a:pt x="96" y="892"/>
                  </a:moveTo>
                  <a:cubicBezTo>
                    <a:pt x="96" y="892"/>
                    <a:pt x="96" y="894"/>
                    <a:pt x="95" y="895"/>
                  </a:cubicBezTo>
                  <a:lnTo>
                    <a:pt x="95" y="895"/>
                  </a:lnTo>
                  <a:cubicBezTo>
                    <a:pt x="95" y="896"/>
                    <a:pt x="94" y="896"/>
                    <a:pt x="94" y="897"/>
                  </a:cubicBezTo>
                  <a:lnTo>
                    <a:pt x="94" y="897"/>
                  </a:lnTo>
                  <a:cubicBezTo>
                    <a:pt x="96" y="894"/>
                    <a:pt x="96" y="892"/>
                    <a:pt x="96" y="892"/>
                  </a:cubicBezTo>
                  <a:close/>
                  <a:moveTo>
                    <a:pt x="46" y="976"/>
                  </a:moveTo>
                  <a:cubicBezTo>
                    <a:pt x="46" y="976"/>
                    <a:pt x="46" y="977"/>
                    <a:pt x="45" y="978"/>
                  </a:cubicBezTo>
                  <a:lnTo>
                    <a:pt x="45" y="978"/>
                  </a:lnTo>
                  <a:cubicBezTo>
                    <a:pt x="46" y="977"/>
                    <a:pt x="46" y="977"/>
                    <a:pt x="46" y="976"/>
                  </a:cubicBezTo>
                  <a:close/>
                  <a:moveTo>
                    <a:pt x="45" y="978"/>
                  </a:moveTo>
                  <a:cubicBezTo>
                    <a:pt x="44" y="980"/>
                    <a:pt x="44" y="981"/>
                    <a:pt x="43" y="983"/>
                  </a:cubicBezTo>
                  <a:lnTo>
                    <a:pt x="43" y="983"/>
                  </a:lnTo>
                  <a:cubicBezTo>
                    <a:pt x="43" y="982"/>
                    <a:pt x="44" y="981"/>
                    <a:pt x="45" y="979"/>
                  </a:cubicBezTo>
                  <a:cubicBezTo>
                    <a:pt x="45" y="979"/>
                    <a:pt x="45" y="978"/>
                    <a:pt x="45" y="978"/>
                  </a:cubicBezTo>
                  <a:close/>
                  <a:moveTo>
                    <a:pt x="296" y="1"/>
                  </a:moveTo>
                  <a:cubicBezTo>
                    <a:pt x="260" y="1"/>
                    <a:pt x="225" y="17"/>
                    <a:pt x="204" y="47"/>
                  </a:cubicBezTo>
                  <a:cubicBezTo>
                    <a:pt x="164" y="106"/>
                    <a:pt x="127" y="169"/>
                    <a:pt x="99" y="235"/>
                  </a:cubicBezTo>
                  <a:cubicBezTo>
                    <a:pt x="87" y="263"/>
                    <a:pt x="76" y="293"/>
                    <a:pt x="67" y="321"/>
                  </a:cubicBezTo>
                  <a:cubicBezTo>
                    <a:pt x="61" y="337"/>
                    <a:pt x="57" y="353"/>
                    <a:pt x="53" y="368"/>
                  </a:cubicBezTo>
                  <a:cubicBezTo>
                    <a:pt x="49" y="383"/>
                    <a:pt x="43" y="398"/>
                    <a:pt x="42" y="414"/>
                  </a:cubicBezTo>
                  <a:cubicBezTo>
                    <a:pt x="41" y="424"/>
                    <a:pt x="41" y="434"/>
                    <a:pt x="43" y="444"/>
                  </a:cubicBezTo>
                  <a:lnTo>
                    <a:pt x="43" y="444"/>
                  </a:lnTo>
                  <a:cubicBezTo>
                    <a:pt x="36" y="482"/>
                    <a:pt x="31" y="521"/>
                    <a:pt x="28" y="560"/>
                  </a:cubicBezTo>
                  <a:cubicBezTo>
                    <a:pt x="27" y="581"/>
                    <a:pt x="26" y="603"/>
                    <a:pt x="26" y="625"/>
                  </a:cubicBezTo>
                  <a:cubicBezTo>
                    <a:pt x="26" y="640"/>
                    <a:pt x="26" y="655"/>
                    <a:pt x="27" y="670"/>
                  </a:cubicBezTo>
                  <a:cubicBezTo>
                    <a:pt x="28" y="682"/>
                    <a:pt x="32" y="693"/>
                    <a:pt x="38" y="704"/>
                  </a:cubicBezTo>
                  <a:lnTo>
                    <a:pt x="38" y="704"/>
                  </a:lnTo>
                  <a:cubicBezTo>
                    <a:pt x="40" y="737"/>
                    <a:pt x="45" y="770"/>
                    <a:pt x="50" y="804"/>
                  </a:cubicBezTo>
                  <a:cubicBezTo>
                    <a:pt x="57" y="843"/>
                    <a:pt x="67" y="878"/>
                    <a:pt x="82" y="916"/>
                  </a:cubicBezTo>
                  <a:cubicBezTo>
                    <a:pt x="82" y="916"/>
                    <a:pt x="82" y="917"/>
                    <a:pt x="83" y="917"/>
                  </a:cubicBezTo>
                  <a:lnTo>
                    <a:pt x="83" y="917"/>
                  </a:lnTo>
                  <a:lnTo>
                    <a:pt x="79" y="923"/>
                  </a:lnTo>
                  <a:cubicBezTo>
                    <a:pt x="70" y="937"/>
                    <a:pt x="60" y="952"/>
                    <a:pt x="51" y="967"/>
                  </a:cubicBezTo>
                  <a:cubicBezTo>
                    <a:pt x="50" y="970"/>
                    <a:pt x="48" y="973"/>
                    <a:pt x="46" y="976"/>
                  </a:cubicBezTo>
                  <a:lnTo>
                    <a:pt x="46" y="976"/>
                  </a:lnTo>
                  <a:cubicBezTo>
                    <a:pt x="47" y="976"/>
                    <a:pt x="47" y="976"/>
                    <a:pt x="47" y="976"/>
                  </a:cubicBezTo>
                  <a:lnTo>
                    <a:pt x="47" y="976"/>
                  </a:lnTo>
                  <a:cubicBezTo>
                    <a:pt x="46" y="976"/>
                    <a:pt x="43" y="980"/>
                    <a:pt x="39" y="989"/>
                  </a:cubicBezTo>
                  <a:cubicBezTo>
                    <a:pt x="40" y="987"/>
                    <a:pt x="41" y="985"/>
                    <a:pt x="43" y="983"/>
                  </a:cubicBezTo>
                  <a:lnTo>
                    <a:pt x="43" y="983"/>
                  </a:lnTo>
                  <a:cubicBezTo>
                    <a:pt x="41" y="986"/>
                    <a:pt x="39" y="988"/>
                    <a:pt x="38" y="991"/>
                  </a:cubicBezTo>
                  <a:cubicBezTo>
                    <a:pt x="34" y="1000"/>
                    <a:pt x="28" y="1007"/>
                    <a:pt x="24" y="1014"/>
                  </a:cubicBezTo>
                  <a:cubicBezTo>
                    <a:pt x="1" y="1055"/>
                    <a:pt x="1" y="1101"/>
                    <a:pt x="35" y="1134"/>
                  </a:cubicBezTo>
                  <a:cubicBezTo>
                    <a:pt x="53" y="1150"/>
                    <a:pt x="79" y="1160"/>
                    <a:pt x="104" y="1160"/>
                  </a:cubicBezTo>
                  <a:cubicBezTo>
                    <a:pt x="124" y="1160"/>
                    <a:pt x="143" y="1154"/>
                    <a:pt x="158" y="1140"/>
                  </a:cubicBezTo>
                  <a:cubicBezTo>
                    <a:pt x="186" y="1112"/>
                    <a:pt x="213" y="1084"/>
                    <a:pt x="236" y="1051"/>
                  </a:cubicBezTo>
                  <a:cubicBezTo>
                    <a:pt x="254" y="1023"/>
                    <a:pt x="272" y="993"/>
                    <a:pt x="289" y="965"/>
                  </a:cubicBezTo>
                  <a:cubicBezTo>
                    <a:pt x="326" y="900"/>
                    <a:pt x="358" y="833"/>
                    <a:pt x="383" y="763"/>
                  </a:cubicBezTo>
                  <a:cubicBezTo>
                    <a:pt x="434" y="622"/>
                    <a:pt x="450" y="474"/>
                    <a:pt x="444" y="323"/>
                  </a:cubicBezTo>
                  <a:cubicBezTo>
                    <a:pt x="441" y="246"/>
                    <a:pt x="429" y="170"/>
                    <a:pt x="410" y="96"/>
                  </a:cubicBezTo>
                  <a:cubicBezTo>
                    <a:pt x="397" y="51"/>
                    <a:pt x="372" y="16"/>
                    <a:pt x="324" y="4"/>
                  </a:cubicBezTo>
                  <a:cubicBezTo>
                    <a:pt x="314" y="2"/>
                    <a:pt x="305" y="1"/>
                    <a:pt x="29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080" bIns="64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200;p40"/>
            <p:cNvSpPr/>
            <p:nvPr/>
          </p:nvSpPr>
          <p:spPr>
            <a:xfrm>
              <a:off x="3642480" y="2250720"/>
              <a:ext cx="81360" cy="15408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722" h="1393">
                  <a:moveTo>
                    <a:pt x="280" y="74"/>
                  </a:moveTo>
                  <a:lnTo>
                    <a:pt x="280" y="74"/>
                  </a:lnTo>
                  <a:cubicBezTo>
                    <a:pt x="285" y="84"/>
                    <a:pt x="291" y="93"/>
                    <a:pt x="296" y="102"/>
                  </a:cubicBezTo>
                  <a:lnTo>
                    <a:pt x="296" y="102"/>
                  </a:lnTo>
                  <a:cubicBezTo>
                    <a:pt x="291" y="93"/>
                    <a:pt x="285" y="85"/>
                    <a:pt x="280" y="76"/>
                  </a:cubicBezTo>
                  <a:lnTo>
                    <a:pt x="280" y="76"/>
                  </a:lnTo>
                  <a:lnTo>
                    <a:pt x="281" y="77"/>
                  </a:lnTo>
                  <a:cubicBezTo>
                    <a:pt x="280" y="76"/>
                    <a:pt x="280" y="75"/>
                    <a:pt x="280" y="74"/>
                  </a:cubicBezTo>
                  <a:close/>
                  <a:moveTo>
                    <a:pt x="156" y="0"/>
                  </a:moveTo>
                  <a:cubicBezTo>
                    <a:pt x="132" y="0"/>
                    <a:pt x="108" y="9"/>
                    <a:pt x="91" y="26"/>
                  </a:cubicBezTo>
                  <a:lnTo>
                    <a:pt x="91" y="26"/>
                  </a:lnTo>
                  <a:cubicBezTo>
                    <a:pt x="81" y="32"/>
                    <a:pt x="71" y="40"/>
                    <a:pt x="62" y="48"/>
                  </a:cubicBezTo>
                  <a:cubicBezTo>
                    <a:pt x="44" y="67"/>
                    <a:pt x="34" y="87"/>
                    <a:pt x="28" y="111"/>
                  </a:cubicBezTo>
                  <a:lnTo>
                    <a:pt x="28" y="111"/>
                  </a:lnTo>
                  <a:cubicBezTo>
                    <a:pt x="17" y="129"/>
                    <a:pt x="9" y="150"/>
                    <a:pt x="6" y="174"/>
                  </a:cubicBezTo>
                  <a:cubicBezTo>
                    <a:pt x="5" y="181"/>
                    <a:pt x="5" y="188"/>
                    <a:pt x="5" y="197"/>
                  </a:cubicBezTo>
                  <a:cubicBezTo>
                    <a:pt x="3" y="212"/>
                    <a:pt x="3" y="229"/>
                    <a:pt x="2" y="243"/>
                  </a:cubicBezTo>
                  <a:cubicBezTo>
                    <a:pt x="1" y="291"/>
                    <a:pt x="2" y="338"/>
                    <a:pt x="5" y="384"/>
                  </a:cubicBezTo>
                  <a:cubicBezTo>
                    <a:pt x="7" y="417"/>
                    <a:pt x="14" y="449"/>
                    <a:pt x="20" y="481"/>
                  </a:cubicBezTo>
                  <a:cubicBezTo>
                    <a:pt x="25" y="511"/>
                    <a:pt x="31" y="543"/>
                    <a:pt x="39" y="574"/>
                  </a:cubicBezTo>
                  <a:cubicBezTo>
                    <a:pt x="60" y="652"/>
                    <a:pt x="83" y="730"/>
                    <a:pt x="110" y="807"/>
                  </a:cubicBezTo>
                  <a:cubicBezTo>
                    <a:pt x="129" y="869"/>
                    <a:pt x="155" y="929"/>
                    <a:pt x="181" y="990"/>
                  </a:cubicBezTo>
                  <a:cubicBezTo>
                    <a:pt x="195" y="1025"/>
                    <a:pt x="211" y="1058"/>
                    <a:pt x="227" y="1091"/>
                  </a:cubicBezTo>
                  <a:cubicBezTo>
                    <a:pt x="236" y="1105"/>
                    <a:pt x="242" y="1121"/>
                    <a:pt x="250" y="1137"/>
                  </a:cubicBezTo>
                  <a:cubicBezTo>
                    <a:pt x="255" y="1146"/>
                    <a:pt x="259" y="1153"/>
                    <a:pt x="264" y="1161"/>
                  </a:cubicBezTo>
                  <a:cubicBezTo>
                    <a:pt x="288" y="1202"/>
                    <a:pt x="282" y="1197"/>
                    <a:pt x="297" y="1214"/>
                  </a:cubicBezTo>
                  <a:cubicBezTo>
                    <a:pt x="304" y="1221"/>
                    <a:pt x="311" y="1227"/>
                    <a:pt x="318" y="1234"/>
                  </a:cubicBezTo>
                  <a:lnTo>
                    <a:pt x="318" y="1234"/>
                  </a:lnTo>
                  <a:cubicBezTo>
                    <a:pt x="328" y="1249"/>
                    <a:pt x="339" y="1264"/>
                    <a:pt x="349" y="1279"/>
                  </a:cubicBezTo>
                  <a:cubicBezTo>
                    <a:pt x="371" y="1309"/>
                    <a:pt x="402" y="1334"/>
                    <a:pt x="430" y="1357"/>
                  </a:cubicBezTo>
                  <a:cubicBezTo>
                    <a:pt x="460" y="1382"/>
                    <a:pt x="496" y="1392"/>
                    <a:pt x="533" y="1392"/>
                  </a:cubicBezTo>
                  <a:cubicBezTo>
                    <a:pt x="546" y="1392"/>
                    <a:pt x="560" y="1391"/>
                    <a:pt x="573" y="1388"/>
                  </a:cubicBezTo>
                  <a:lnTo>
                    <a:pt x="573" y="1388"/>
                  </a:lnTo>
                  <a:cubicBezTo>
                    <a:pt x="575" y="1388"/>
                    <a:pt x="577" y="1388"/>
                    <a:pt x="579" y="1388"/>
                  </a:cubicBezTo>
                  <a:cubicBezTo>
                    <a:pt x="598" y="1385"/>
                    <a:pt x="615" y="1378"/>
                    <a:pt x="631" y="1367"/>
                  </a:cubicBezTo>
                  <a:cubicBezTo>
                    <a:pt x="641" y="1361"/>
                    <a:pt x="651" y="1354"/>
                    <a:pt x="660" y="1345"/>
                  </a:cubicBezTo>
                  <a:lnTo>
                    <a:pt x="660" y="1345"/>
                  </a:lnTo>
                  <a:cubicBezTo>
                    <a:pt x="705" y="1306"/>
                    <a:pt x="722" y="1243"/>
                    <a:pt x="715" y="1185"/>
                  </a:cubicBezTo>
                  <a:cubicBezTo>
                    <a:pt x="709" y="1144"/>
                    <a:pt x="700" y="1110"/>
                    <a:pt x="687" y="1072"/>
                  </a:cubicBezTo>
                  <a:lnTo>
                    <a:pt x="681" y="1054"/>
                  </a:lnTo>
                  <a:lnTo>
                    <a:pt x="681" y="1054"/>
                  </a:lnTo>
                  <a:cubicBezTo>
                    <a:pt x="680" y="1048"/>
                    <a:pt x="679" y="1042"/>
                    <a:pt x="678" y="1037"/>
                  </a:cubicBezTo>
                  <a:cubicBezTo>
                    <a:pt x="675" y="1013"/>
                    <a:pt x="665" y="990"/>
                    <a:pt x="656" y="968"/>
                  </a:cubicBezTo>
                  <a:cubicBezTo>
                    <a:pt x="650" y="951"/>
                    <a:pt x="643" y="936"/>
                    <a:pt x="635" y="919"/>
                  </a:cubicBezTo>
                  <a:cubicBezTo>
                    <a:pt x="621" y="891"/>
                    <a:pt x="609" y="862"/>
                    <a:pt x="596" y="834"/>
                  </a:cubicBezTo>
                  <a:cubicBezTo>
                    <a:pt x="572" y="774"/>
                    <a:pt x="550" y="714"/>
                    <a:pt x="525" y="654"/>
                  </a:cubicBezTo>
                  <a:cubicBezTo>
                    <a:pt x="502" y="594"/>
                    <a:pt x="480" y="535"/>
                    <a:pt x="459" y="475"/>
                  </a:cubicBezTo>
                  <a:cubicBezTo>
                    <a:pt x="439" y="414"/>
                    <a:pt x="415" y="356"/>
                    <a:pt x="395" y="293"/>
                  </a:cubicBezTo>
                  <a:cubicBezTo>
                    <a:pt x="384" y="260"/>
                    <a:pt x="369" y="227"/>
                    <a:pt x="353" y="197"/>
                  </a:cubicBezTo>
                  <a:cubicBezTo>
                    <a:pt x="346" y="180"/>
                    <a:pt x="338" y="164"/>
                    <a:pt x="330" y="148"/>
                  </a:cubicBezTo>
                  <a:cubicBezTo>
                    <a:pt x="328" y="142"/>
                    <a:pt x="324" y="133"/>
                    <a:pt x="320" y="126"/>
                  </a:cubicBezTo>
                  <a:cubicBezTo>
                    <a:pt x="308" y="101"/>
                    <a:pt x="292" y="80"/>
                    <a:pt x="272" y="63"/>
                  </a:cubicBezTo>
                  <a:lnTo>
                    <a:pt x="272" y="63"/>
                  </a:lnTo>
                  <a:cubicBezTo>
                    <a:pt x="251" y="33"/>
                    <a:pt x="219" y="11"/>
                    <a:pt x="183" y="4"/>
                  </a:cubicBezTo>
                  <a:lnTo>
                    <a:pt x="183" y="4"/>
                  </a:lnTo>
                  <a:cubicBezTo>
                    <a:pt x="174" y="2"/>
                    <a:pt x="165" y="0"/>
                    <a:pt x="15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201;p40"/>
            <p:cNvSpPr/>
            <p:nvPr/>
          </p:nvSpPr>
          <p:spPr>
            <a:xfrm>
              <a:off x="3575520" y="2292840"/>
              <a:ext cx="122760" cy="95040"/>
            </a:xfrm>
            <a:custGeom>
              <a:avLst/>
              <a:gdLst>
                <a:gd name="textAreaLeft" fmla="*/ 0 w 122760"/>
                <a:gd name="textAreaRight" fmla="*/ 123120 w 122760"/>
                <a:gd name="textAreaTop" fmla="*/ 0 h 95040"/>
                <a:gd name="textAreaBottom" fmla="*/ 95400 h 95040"/>
              </a:gdLst>
              <a:ahLst/>
              <a:cxnLst/>
              <a:rect l="textAreaLeft" t="textAreaTop" r="textAreaRight" b="textAreaBottom"/>
              <a:pathLst>
                <a:path w="1088" h="859">
                  <a:moveTo>
                    <a:pt x="341" y="203"/>
                  </a:moveTo>
                  <a:lnTo>
                    <a:pt x="341" y="203"/>
                  </a:lnTo>
                  <a:cubicBezTo>
                    <a:pt x="346" y="207"/>
                    <a:pt x="350" y="212"/>
                    <a:pt x="354" y="216"/>
                  </a:cubicBezTo>
                  <a:cubicBezTo>
                    <a:pt x="350" y="212"/>
                    <a:pt x="345" y="207"/>
                    <a:pt x="341" y="203"/>
                  </a:cubicBezTo>
                  <a:close/>
                  <a:moveTo>
                    <a:pt x="34" y="237"/>
                  </a:moveTo>
                  <a:cubicBezTo>
                    <a:pt x="34" y="238"/>
                    <a:pt x="34" y="238"/>
                    <a:pt x="34" y="239"/>
                  </a:cubicBezTo>
                  <a:lnTo>
                    <a:pt x="34" y="239"/>
                  </a:lnTo>
                  <a:cubicBezTo>
                    <a:pt x="34" y="238"/>
                    <a:pt x="34" y="238"/>
                    <a:pt x="34" y="237"/>
                  </a:cubicBezTo>
                  <a:close/>
                  <a:moveTo>
                    <a:pt x="651" y="434"/>
                  </a:moveTo>
                  <a:cubicBezTo>
                    <a:pt x="654" y="436"/>
                    <a:pt x="658" y="438"/>
                    <a:pt x="661" y="439"/>
                  </a:cubicBezTo>
                  <a:lnTo>
                    <a:pt x="661" y="439"/>
                  </a:lnTo>
                  <a:cubicBezTo>
                    <a:pt x="658" y="438"/>
                    <a:pt x="654" y="436"/>
                    <a:pt x="651" y="434"/>
                  </a:cubicBezTo>
                  <a:close/>
                  <a:moveTo>
                    <a:pt x="742" y="481"/>
                  </a:moveTo>
                  <a:cubicBezTo>
                    <a:pt x="748" y="484"/>
                    <a:pt x="753" y="487"/>
                    <a:pt x="759" y="491"/>
                  </a:cubicBezTo>
                  <a:lnTo>
                    <a:pt x="759" y="491"/>
                  </a:lnTo>
                  <a:cubicBezTo>
                    <a:pt x="753" y="487"/>
                    <a:pt x="748" y="484"/>
                    <a:pt x="742" y="481"/>
                  </a:cubicBezTo>
                  <a:close/>
                  <a:moveTo>
                    <a:pt x="88" y="0"/>
                  </a:moveTo>
                  <a:cubicBezTo>
                    <a:pt x="73" y="0"/>
                    <a:pt x="58" y="4"/>
                    <a:pt x="47" y="11"/>
                  </a:cubicBezTo>
                  <a:cubicBezTo>
                    <a:pt x="25" y="20"/>
                    <a:pt x="14" y="42"/>
                    <a:pt x="14" y="69"/>
                  </a:cubicBezTo>
                  <a:lnTo>
                    <a:pt x="14" y="69"/>
                  </a:lnTo>
                  <a:cubicBezTo>
                    <a:pt x="3" y="92"/>
                    <a:pt x="0" y="117"/>
                    <a:pt x="7" y="142"/>
                  </a:cubicBezTo>
                  <a:cubicBezTo>
                    <a:pt x="9" y="149"/>
                    <a:pt x="12" y="156"/>
                    <a:pt x="14" y="163"/>
                  </a:cubicBezTo>
                  <a:lnTo>
                    <a:pt x="14" y="163"/>
                  </a:lnTo>
                  <a:cubicBezTo>
                    <a:pt x="13" y="170"/>
                    <a:pt x="13" y="176"/>
                    <a:pt x="14" y="182"/>
                  </a:cubicBezTo>
                  <a:cubicBezTo>
                    <a:pt x="16" y="199"/>
                    <a:pt x="23" y="214"/>
                    <a:pt x="28" y="231"/>
                  </a:cubicBezTo>
                  <a:cubicBezTo>
                    <a:pt x="31" y="239"/>
                    <a:pt x="34" y="247"/>
                    <a:pt x="37" y="254"/>
                  </a:cubicBezTo>
                  <a:lnTo>
                    <a:pt x="37" y="254"/>
                  </a:lnTo>
                  <a:cubicBezTo>
                    <a:pt x="40" y="269"/>
                    <a:pt x="44" y="284"/>
                    <a:pt x="52" y="298"/>
                  </a:cubicBezTo>
                  <a:lnTo>
                    <a:pt x="69" y="327"/>
                  </a:lnTo>
                  <a:cubicBezTo>
                    <a:pt x="79" y="345"/>
                    <a:pt x="90" y="363"/>
                    <a:pt x="102" y="380"/>
                  </a:cubicBezTo>
                  <a:lnTo>
                    <a:pt x="102" y="380"/>
                  </a:lnTo>
                  <a:cubicBezTo>
                    <a:pt x="125" y="433"/>
                    <a:pt x="168" y="480"/>
                    <a:pt x="208" y="523"/>
                  </a:cubicBezTo>
                  <a:cubicBezTo>
                    <a:pt x="250" y="570"/>
                    <a:pt x="296" y="613"/>
                    <a:pt x="346" y="652"/>
                  </a:cubicBezTo>
                  <a:cubicBezTo>
                    <a:pt x="384" y="683"/>
                    <a:pt x="425" y="711"/>
                    <a:pt x="467" y="734"/>
                  </a:cubicBezTo>
                  <a:cubicBezTo>
                    <a:pt x="524" y="764"/>
                    <a:pt x="578" y="795"/>
                    <a:pt x="639" y="814"/>
                  </a:cubicBezTo>
                  <a:cubicBezTo>
                    <a:pt x="677" y="827"/>
                    <a:pt x="717" y="836"/>
                    <a:pt x="755" y="845"/>
                  </a:cubicBezTo>
                  <a:cubicBezTo>
                    <a:pt x="769" y="848"/>
                    <a:pt x="783" y="851"/>
                    <a:pt x="797" y="854"/>
                  </a:cubicBezTo>
                  <a:cubicBezTo>
                    <a:pt x="808" y="856"/>
                    <a:pt x="819" y="858"/>
                    <a:pt x="831" y="858"/>
                  </a:cubicBezTo>
                  <a:cubicBezTo>
                    <a:pt x="838" y="858"/>
                    <a:pt x="846" y="857"/>
                    <a:pt x="854" y="856"/>
                  </a:cubicBezTo>
                  <a:cubicBezTo>
                    <a:pt x="857" y="855"/>
                    <a:pt x="861" y="854"/>
                    <a:pt x="865" y="853"/>
                  </a:cubicBezTo>
                  <a:lnTo>
                    <a:pt x="865" y="853"/>
                  </a:lnTo>
                  <a:cubicBezTo>
                    <a:pt x="877" y="853"/>
                    <a:pt x="889" y="852"/>
                    <a:pt x="900" y="851"/>
                  </a:cubicBezTo>
                  <a:cubicBezTo>
                    <a:pt x="922" y="851"/>
                    <a:pt x="944" y="851"/>
                    <a:pt x="964" y="849"/>
                  </a:cubicBezTo>
                  <a:cubicBezTo>
                    <a:pt x="979" y="846"/>
                    <a:pt x="995" y="842"/>
                    <a:pt x="1008" y="837"/>
                  </a:cubicBezTo>
                  <a:cubicBezTo>
                    <a:pt x="1031" y="826"/>
                    <a:pt x="1045" y="811"/>
                    <a:pt x="1057" y="792"/>
                  </a:cubicBezTo>
                  <a:lnTo>
                    <a:pt x="1057" y="792"/>
                  </a:lnTo>
                  <a:cubicBezTo>
                    <a:pt x="1070" y="780"/>
                    <a:pt x="1080" y="766"/>
                    <a:pt x="1084" y="748"/>
                  </a:cubicBezTo>
                  <a:cubicBezTo>
                    <a:pt x="1088" y="731"/>
                    <a:pt x="1084" y="718"/>
                    <a:pt x="1078" y="703"/>
                  </a:cubicBezTo>
                  <a:cubicBezTo>
                    <a:pt x="1077" y="700"/>
                    <a:pt x="1077" y="699"/>
                    <a:pt x="1077" y="699"/>
                  </a:cubicBezTo>
                  <a:lnTo>
                    <a:pt x="1077" y="699"/>
                  </a:lnTo>
                  <a:cubicBezTo>
                    <a:pt x="1076" y="699"/>
                    <a:pt x="1082" y="718"/>
                    <a:pt x="1082" y="718"/>
                  </a:cubicBezTo>
                  <a:cubicBezTo>
                    <a:pt x="1082" y="718"/>
                    <a:pt x="1081" y="715"/>
                    <a:pt x="1078" y="706"/>
                  </a:cubicBezTo>
                  <a:cubicBezTo>
                    <a:pt x="1076" y="700"/>
                    <a:pt x="1074" y="695"/>
                    <a:pt x="1072" y="690"/>
                  </a:cubicBezTo>
                  <a:lnTo>
                    <a:pt x="1072" y="690"/>
                  </a:lnTo>
                  <a:cubicBezTo>
                    <a:pt x="1067" y="675"/>
                    <a:pt x="1060" y="662"/>
                    <a:pt x="1050" y="650"/>
                  </a:cubicBezTo>
                  <a:cubicBezTo>
                    <a:pt x="1033" y="630"/>
                    <a:pt x="1017" y="623"/>
                    <a:pt x="995" y="610"/>
                  </a:cubicBezTo>
                  <a:cubicBezTo>
                    <a:pt x="984" y="604"/>
                    <a:pt x="973" y="599"/>
                    <a:pt x="961" y="593"/>
                  </a:cubicBezTo>
                  <a:cubicBezTo>
                    <a:pt x="951" y="589"/>
                    <a:pt x="941" y="584"/>
                    <a:pt x="931" y="580"/>
                  </a:cubicBezTo>
                  <a:lnTo>
                    <a:pt x="931" y="580"/>
                  </a:lnTo>
                  <a:cubicBezTo>
                    <a:pt x="914" y="564"/>
                    <a:pt x="893" y="552"/>
                    <a:pt x="869" y="543"/>
                  </a:cubicBezTo>
                  <a:cubicBezTo>
                    <a:pt x="854" y="537"/>
                    <a:pt x="840" y="531"/>
                    <a:pt x="825" y="524"/>
                  </a:cubicBezTo>
                  <a:cubicBezTo>
                    <a:pt x="803" y="513"/>
                    <a:pt x="781" y="502"/>
                    <a:pt x="759" y="491"/>
                  </a:cubicBezTo>
                  <a:lnTo>
                    <a:pt x="759" y="491"/>
                  </a:lnTo>
                  <a:cubicBezTo>
                    <a:pt x="763" y="493"/>
                    <a:pt x="767" y="495"/>
                    <a:pt x="771" y="498"/>
                  </a:cubicBezTo>
                  <a:lnTo>
                    <a:pt x="771" y="498"/>
                  </a:lnTo>
                  <a:cubicBezTo>
                    <a:pt x="743" y="482"/>
                    <a:pt x="713" y="467"/>
                    <a:pt x="684" y="452"/>
                  </a:cubicBezTo>
                  <a:lnTo>
                    <a:pt x="684" y="452"/>
                  </a:lnTo>
                  <a:cubicBezTo>
                    <a:pt x="570" y="389"/>
                    <a:pt x="460" y="312"/>
                    <a:pt x="365" y="222"/>
                  </a:cubicBezTo>
                  <a:lnTo>
                    <a:pt x="365" y="222"/>
                  </a:lnTo>
                  <a:cubicBezTo>
                    <a:pt x="357" y="213"/>
                    <a:pt x="348" y="204"/>
                    <a:pt x="338" y="197"/>
                  </a:cubicBezTo>
                  <a:lnTo>
                    <a:pt x="331" y="192"/>
                  </a:lnTo>
                  <a:lnTo>
                    <a:pt x="331" y="192"/>
                  </a:lnTo>
                  <a:cubicBezTo>
                    <a:pt x="325" y="186"/>
                    <a:pt x="319" y="179"/>
                    <a:pt x="313" y="173"/>
                  </a:cubicBezTo>
                  <a:cubicBezTo>
                    <a:pt x="305" y="165"/>
                    <a:pt x="298" y="157"/>
                    <a:pt x="292" y="151"/>
                  </a:cubicBezTo>
                  <a:cubicBezTo>
                    <a:pt x="279" y="136"/>
                    <a:pt x="267" y="125"/>
                    <a:pt x="254" y="116"/>
                  </a:cubicBezTo>
                  <a:lnTo>
                    <a:pt x="254" y="116"/>
                  </a:lnTo>
                  <a:cubicBezTo>
                    <a:pt x="238" y="98"/>
                    <a:pt x="221" y="79"/>
                    <a:pt x="201" y="66"/>
                  </a:cubicBezTo>
                  <a:lnTo>
                    <a:pt x="201" y="66"/>
                  </a:lnTo>
                  <a:cubicBezTo>
                    <a:pt x="199" y="64"/>
                    <a:pt x="197" y="62"/>
                    <a:pt x="195" y="59"/>
                  </a:cubicBezTo>
                  <a:cubicBezTo>
                    <a:pt x="177" y="38"/>
                    <a:pt x="156" y="22"/>
                    <a:pt x="131" y="17"/>
                  </a:cubicBezTo>
                  <a:lnTo>
                    <a:pt x="131" y="17"/>
                  </a:lnTo>
                  <a:cubicBezTo>
                    <a:pt x="130" y="16"/>
                    <a:pt x="129" y="15"/>
                    <a:pt x="128" y="14"/>
                  </a:cubicBezTo>
                  <a:cubicBezTo>
                    <a:pt x="118" y="4"/>
                    <a:pt x="103" y="0"/>
                    <a:pt x="8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202;p40"/>
            <p:cNvSpPr/>
            <p:nvPr/>
          </p:nvSpPr>
          <p:spPr>
            <a:xfrm>
              <a:off x="3577680" y="2372040"/>
              <a:ext cx="149760" cy="51840"/>
            </a:xfrm>
            <a:custGeom>
              <a:avLst/>
              <a:gdLst>
                <a:gd name="textAreaLeft" fmla="*/ 0 w 149760"/>
                <a:gd name="textAreaRight" fmla="*/ 150120 w 14976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1324" h="472">
                  <a:moveTo>
                    <a:pt x="763" y="39"/>
                  </a:moveTo>
                  <a:lnTo>
                    <a:pt x="739" y="40"/>
                  </a:lnTo>
                  <a:lnTo>
                    <a:pt x="739" y="40"/>
                  </a:lnTo>
                  <a:cubicBezTo>
                    <a:pt x="747" y="40"/>
                    <a:pt x="755" y="39"/>
                    <a:pt x="763" y="39"/>
                  </a:cubicBezTo>
                  <a:close/>
                  <a:moveTo>
                    <a:pt x="688" y="43"/>
                  </a:moveTo>
                  <a:cubicBezTo>
                    <a:pt x="680" y="43"/>
                    <a:pt x="673" y="43"/>
                    <a:pt x="665" y="43"/>
                  </a:cubicBezTo>
                  <a:lnTo>
                    <a:pt x="665" y="43"/>
                  </a:lnTo>
                  <a:cubicBezTo>
                    <a:pt x="673" y="43"/>
                    <a:pt x="680" y="43"/>
                    <a:pt x="688" y="43"/>
                  </a:cubicBezTo>
                  <a:close/>
                  <a:moveTo>
                    <a:pt x="1251" y="44"/>
                  </a:moveTo>
                  <a:cubicBezTo>
                    <a:pt x="1251" y="44"/>
                    <a:pt x="1251" y="44"/>
                    <a:pt x="1251" y="44"/>
                  </a:cubicBezTo>
                  <a:cubicBezTo>
                    <a:pt x="1251" y="44"/>
                    <a:pt x="1251" y="44"/>
                    <a:pt x="1251" y="44"/>
                  </a:cubicBezTo>
                  <a:close/>
                  <a:moveTo>
                    <a:pt x="90" y="271"/>
                  </a:moveTo>
                  <a:cubicBezTo>
                    <a:pt x="91" y="271"/>
                    <a:pt x="91" y="272"/>
                    <a:pt x="92" y="272"/>
                  </a:cubicBezTo>
                  <a:cubicBezTo>
                    <a:pt x="91" y="272"/>
                    <a:pt x="91" y="271"/>
                    <a:pt x="90" y="271"/>
                  </a:cubicBezTo>
                  <a:close/>
                  <a:moveTo>
                    <a:pt x="1095" y="0"/>
                  </a:moveTo>
                  <a:cubicBezTo>
                    <a:pt x="1087" y="0"/>
                    <a:pt x="1078" y="0"/>
                    <a:pt x="1070" y="1"/>
                  </a:cubicBezTo>
                  <a:lnTo>
                    <a:pt x="1037" y="5"/>
                  </a:lnTo>
                  <a:cubicBezTo>
                    <a:pt x="1030" y="6"/>
                    <a:pt x="1023" y="7"/>
                    <a:pt x="1015" y="8"/>
                  </a:cubicBezTo>
                  <a:lnTo>
                    <a:pt x="1015" y="8"/>
                  </a:lnTo>
                  <a:cubicBezTo>
                    <a:pt x="1005" y="7"/>
                    <a:pt x="995" y="6"/>
                    <a:pt x="985" y="6"/>
                  </a:cubicBezTo>
                  <a:cubicBezTo>
                    <a:pt x="972" y="6"/>
                    <a:pt x="959" y="7"/>
                    <a:pt x="946" y="10"/>
                  </a:cubicBezTo>
                  <a:cubicBezTo>
                    <a:pt x="935" y="12"/>
                    <a:pt x="924" y="14"/>
                    <a:pt x="913" y="16"/>
                  </a:cubicBezTo>
                  <a:lnTo>
                    <a:pt x="844" y="28"/>
                  </a:lnTo>
                  <a:cubicBezTo>
                    <a:pt x="800" y="36"/>
                    <a:pt x="756" y="38"/>
                    <a:pt x="712" y="41"/>
                  </a:cubicBezTo>
                  <a:lnTo>
                    <a:pt x="712" y="41"/>
                  </a:lnTo>
                  <a:lnTo>
                    <a:pt x="651" y="43"/>
                  </a:lnTo>
                  <a:lnTo>
                    <a:pt x="651" y="43"/>
                  </a:lnTo>
                  <a:cubicBezTo>
                    <a:pt x="579" y="43"/>
                    <a:pt x="506" y="37"/>
                    <a:pt x="434" y="31"/>
                  </a:cubicBezTo>
                  <a:cubicBezTo>
                    <a:pt x="394" y="26"/>
                    <a:pt x="353" y="20"/>
                    <a:pt x="312" y="14"/>
                  </a:cubicBezTo>
                  <a:cubicBezTo>
                    <a:pt x="291" y="11"/>
                    <a:pt x="273" y="10"/>
                    <a:pt x="252" y="9"/>
                  </a:cubicBezTo>
                  <a:cubicBezTo>
                    <a:pt x="241" y="9"/>
                    <a:pt x="230" y="6"/>
                    <a:pt x="219" y="6"/>
                  </a:cubicBezTo>
                  <a:cubicBezTo>
                    <a:pt x="215" y="6"/>
                    <a:pt x="211" y="6"/>
                    <a:pt x="207" y="6"/>
                  </a:cubicBezTo>
                  <a:cubicBezTo>
                    <a:pt x="195" y="6"/>
                    <a:pt x="183" y="7"/>
                    <a:pt x="172" y="8"/>
                  </a:cubicBezTo>
                  <a:lnTo>
                    <a:pt x="172" y="8"/>
                  </a:lnTo>
                  <a:cubicBezTo>
                    <a:pt x="167" y="8"/>
                    <a:pt x="163" y="8"/>
                    <a:pt x="158" y="8"/>
                  </a:cubicBezTo>
                  <a:cubicBezTo>
                    <a:pt x="152" y="8"/>
                    <a:pt x="145" y="8"/>
                    <a:pt x="138" y="10"/>
                  </a:cubicBezTo>
                  <a:cubicBezTo>
                    <a:pt x="126" y="12"/>
                    <a:pt x="110" y="16"/>
                    <a:pt x="99" y="22"/>
                  </a:cubicBezTo>
                  <a:cubicBezTo>
                    <a:pt x="97" y="23"/>
                    <a:pt x="94" y="25"/>
                    <a:pt x="91" y="26"/>
                  </a:cubicBezTo>
                  <a:lnTo>
                    <a:pt x="91" y="26"/>
                  </a:lnTo>
                  <a:cubicBezTo>
                    <a:pt x="61" y="31"/>
                    <a:pt x="35" y="47"/>
                    <a:pt x="18" y="76"/>
                  </a:cubicBezTo>
                  <a:cubicBezTo>
                    <a:pt x="0" y="106"/>
                    <a:pt x="3" y="147"/>
                    <a:pt x="25" y="179"/>
                  </a:cubicBezTo>
                  <a:lnTo>
                    <a:pt x="25" y="179"/>
                  </a:lnTo>
                  <a:cubicBezTo>
                    <a:pt x="30" y="199"/>
                    <a:pt x="39" y="219"/>
                    <a:pt x="53" y="236"/>
                  </a:cubicBezTo>
                  <a:cubicBezTo>
                    <a:pt x="55" y="239"/>
                    <a:pt x="58" y="242"/>
                    <a:pt x="61" y="245"/>
                  </a:cubicBezTo>
                  <a:lnTo>
                    <a:pt x="61" y="245"/>
                  </a:lnTo>
                  <a:cubicBezTo>
                    <a:pt x="82" y="277"/>
                    <a:pt x="116" y="304"/>
                    <a:pt x="146" y="324"/>
                  </a:cubicBezTo>
                  <a:cubicBezTo>
                    <a:pt x="181" y="348"/>
                    <a:pt x="218" y="368"/>
                    <a:pt x="256" y="386"/>
                  </a:cubicBezTo>
                  <a:cubicBezTo>
                    <a:pt x="322" y="417"/>
                    <a:pt x="398" y="434"/>
                    <a:pt x="467" y="449"/>
                  </a:cubicBezTo>
                  <a:cubicBezTo>
                    <a:pt x="541" y="465"/>
                    <a:pt x="615" y="472"/>
                    <a:pt x="690" y="472"/>
                  </a:cubicBezTo>
                  <a:cubicBezTo>
                    <a:pt x="747" y="472"/>
                    <a:pt x="804" y="468"/>
                    <a:pt x="860" y="460"/>
                  </a:cubicBezTo>
                  <a:cubicBezTo>
                    <a:pt x="890" y="456"/>
                    <a:pt x="922" y="450"/>
                    <a:pt x="953" y="444"/>
                  </a:cubicBezTo>
                  <a:cubicBezTo>
                    <a:pt x="967" y="440"/>
                    <a:pt x="983" y="437"/>
                    <a:pt x="999" y="433"/>
                  </a:cubicBezTo>
                  <a:cubicBezTo>
                    <a:pt x="1005" y="431"/>
                    <a:pt x="1014" y="428"/>
                    <a:pt x="1021" y="427"/>
                  </a:cubicBezTo>
                  <a:cubicBezTo>
                    <a:pt x="1038" y="422"/>
                    <a:pt x="1055" y="416"/>
                    <a:pt x="1073" y="411"/>
                  </a:cubicBezTo>
                  <a:cubicBezTo>
                    <a:pt x="1087" y="401"/>
                    <a:pt x="1102" y="392"/>
                    <a:pt x="1118" y="383"/>
                  </a:cubicBezTo>
                  <a:lnTo>
                    <a:pt x="1118" y="383"/>
                  </a:lnTo>
                  <a:cubicBezTo>
                    <a:pt x="1128" y="378"/>
                    <a:pt x="1137" y="373"/>
                    <a:pt x="1147" y="368"/>
                  </a:cubicBezTo>
                  <a:cubicBezTo>
                    <a:pt x="1169" y="356"/>
                    <a:pt x="1191" y="344"/>
                    <a:pt x="1212" y="328"/>
                  </a:cubicBezTo>
                  <a:cubicBezTo>
                    <a:pt x="1235" y="312"/>
                    <a:pt x="1257" y="284"/>
                    <a:pt x="1270" y="254"/>
                  </a:cubicBezTo>
                  <a:lnTo>
                    <a:pt x="1270" y="254"/>
                  </a:lnTo>
                  <a:cubicBezTo>
                    <a:pt x="1275" y="248"/>
                    <a:pt x="1279" y="243"/>
                    <a:pt x="1283" y="237"/>
                  </a:cubicBezTo>
                  <a:cubicBezTo>
                    <a:pt x="1301" y="214"/>
                    <a:pt x="1310" y="188"/>
                    <a:pt x="1312" y="160"/>
                  </a:cubicBezTo>
                  <a:lnTo>
                    <a:pt x="1312" y="160"/>
                  </a:lnTo>
                  <a:cubicBezTo>
                    <a:pt x="1322" y="135"/>
                    <a:pt x="1324" y="107"/>
                    <a:pt x="1309" y="83"/>
                  </a:cubicBezTo>
                  <a:cubicBezTo>
                    <a:pt x="1298" y="65"/>
                    <a:pt x="1282" y="55"/>
                    <a:pt x="1264" y="48"/>
                  </a:cubicBezTo>
                  <a:lnTo>
                    <a:pt x="1264" y="48"/>
                  </a:lnTo>
                  <a:cubicBezTo>
                    <a:pt x="1242" y="31"/>
                    <a:pt x="1217" y="20"/>
                    <a:pt x="1185" y="16"/>
                  </a:cubicBezTo>
                  <a:cubicBezTo>
                    <a:pt x="1181" y="16"/>
                    <a:pt x="1176" y="16"/>
                    <a:pt x="1172" y="15"/>
                  </a:cubicBezTo>
                  <a:lnTo>
                    <a:pt x="1172" y="15"/>
                  </a:lnTo>
                  <a:cubicBezTo>
                    <a:pt x="1171" y="15"/>
                    <a:pt x="1171" y="14"/>
                    <a:pt x="1170" y="14"/>
                  </a:cubicBezTo>
                  <a:cubicBezTo>
                    <a:pt x="1146" y="3"/>
                    <a:pt x="1121" y="0"/>
                    <a:pt x="109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203;p40"/>
            <p:cNvSpPr/>
            <p:nvPr/>
          </p:nvSpPr>
          <p:spPr>
            <a:xfrm>
              <a:off x="3627000" y="2377440"/>
              <a:ext cx="87120" cy="10512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105120"/>
                <a:gd name="textAreaBottom" fmla="*/ 105480 h 105120"/>
              </a:gdLst>
              <a:ahLst/>
              <a:cxnLst/>
              <a:rect l="textAreaLeft" t="textAreaTop" r="textAreaRight" b="textAreaBottom"/>
              <a:pathLst>
                <a:path w="771" h="951">
                  <a:moveTo>
                    <a:pt x="712" y="281"/>
                  </a:moveTo>
                  <a:lnTo>
                    <a:pt x="712" y="281"/>
                  </a:lnTo>
                  <a:cubicBezTo>
                    <a:pt x="711" y="285"/>
                    <a:pt x="710" y="289"/>
                    <a:pt x="709" y="293"/>
                  </a:cubicBezTo>
                  <a:lnTo>
                    <a:pt x="709" y="293"/>
                  </a:lnTo>
                  <a:cubicBezTo>
                    <a:pt x="710" y="289"/>
                    <a:pt x="711" y="285"/>
                    <a:pt x="712" y="281"/>
                  </a:cubicBezTo>
                  <a:close/>
                  <a:moveTo>
                    <a:pt x="384" y="326"/>
                  </a:moveTo>
                  <a:lnTo>
                    <a:pt x="384" y="326"/>
                  </a:lnTo>
                  <a:cubicBezTo>
                    <a:pt x="383" y="327"/>
                    <a:pt x="382" y="328"/>
                    <a:pt x="381" y="328"/>
                  </a:cubicBezTo>
                  <a:cubicBezTo>
                    <a:pt x="382" y="328"/>
                    <a:pt x="383" y="327"/>
                    <a:pt x="384" y="326"/>
                  </a:cubicBezTo>
                  <a:close/>
                  <a:moveTo>
                    <a:pt x="712" y="0"/>
                  </a:moveTo>
                  <a:cubicBezTo>
                    <a:pt x="709" y="0"/>
                    <a:pt x="706" y="1"/>
                    <a:pt x="703" y="1"/>
                  </a:cubicBezTo>
                  <a:cubicBezTo>
                    <a:pt x="676" y="7"/>
                    <a:pt x="656" y="24"/>
                    <a:pt x="638" y="45"/>
                  </a:cubicBezTo>
                  <a:cubicBezTo>
                    <a:pt x="633" y="52"/>
                    <a:pt x="627" y="57"/>
                    <a:pt x="621" y="65"/>
                  </a:cubicBezTo>
                  <a:cubicBezTo>
                    <a:pt x="620" y="66"/>
                    <a:pt x="619" y="67"/>
                    <a:pt x="618" y="68"/>
                  </a:cubicBezTo>
                  <a:lnTo>
                    <a:pt x="618" y="68"/>
                  </a:lnTo>
                  <a:cubicBezTo>
                    <a:pt x="609" y="71"/>
                    <a:pt x="601" y="76"/>
                    <a:pt x="595" y="82"/>
                  </a:cubicBezTo>
                  <a:cubicBezTo>
                    <a:pt x="585" y="90"/>
                    <a:pt x="578" y="100"/>
                    <a:pt x="569" y="110"/>
                  </a:cubicBezTo>
                  <a:cubicBezTo>
                    <a:pt x="562" y="120"/>
                    <a:pt x="553" y="129"/>
                    <a:pt x="546" y="138"/>
                  </a:cubicBezTo>
                  <a:cubicBezTo>
                    <a:pt x="532" y="156"/>
                    <a:pt x="519" y="172"/>
                    <a:pt x="506" y="189"/>
                  </a:cubicBezTo>
                  <a:lnTo>
                    <a:pt x="506" y="189"/>
                  </a:lnTo>
                  <a:cubicBezTo>
                    <a:pt x="483" y="211"/>
                    <a:pt x="461" y="236"/>
                    <a:pt x="441" y="260"/>
                  </a:cubicBezTo>
                  <a:cubicBezTo>
                    <a:pt x="427" y="276"/>
                    <a:pt x="413" y="293"/>
                    <a:pt x="399" y="309"/>
                  </a:cubicBezTo>
                  <a:lnTo>
                    <a:pt x="399" y="309"/>
                  </a:lnTo>
                  <a:cubicBezTo>
                    <a:pt x="356" y="347"/>
                    <a:pt x="322" y="395"/>
                    <a:pt x="284" y="438"/>
                  </a:cubicBezTo>
                  <a:cubicBezTo>
                    <a:pt x="257" y="469"/>
                    <a:pt x="231" y="498"/>
                    <a:pt x="204" y="527"/>
                  </a:cubicBezTo>
                  <a:lnTo>
                    <a:pt x="204" y="527"/>
                  </a:lnTo>
                  <a:cubicBezTo>
                    <a:pt x="206" y="525"/>
                    <a:pt x="208" y="523"/>
                    <a:pt x="210" y="521"/>
                  </a:cubicBezTo>
                  <a:lnTo>
                    <a:pt x="210" y="521"/>
                  </a:lnTo>
                  <a:cubicBezTo>
                    <a:pt x="207" y="523"/>
                    <a:pt x="205" y="526"/>
                    <a:pt x="202" y="529"/>
                  </a:cubicBezTo>
                  <a:lnTo>
                    <a:pt x="202" y="529"/>
                  </a:lnTo>
                  <a:cubicBezTo>
                    <a:pt x="203" y="528"/>
                    <a:pt x="203" y="527"/>
                    <a:pt x="204" y="527"/>
                  </a:cubicBezTo>
                  <a:lnTo>
                    <a:pt x="204" y="527"/>
                  </a:lnTo>
                  <a:cubicBezTo>
                    <a:pt x="202" y="528"/>
                    <a:pt x="200" y="530"/>
                    <a:pt x="199" y="532"/>
                  </a:cubicBezTo>
                  <a:lnTo>
                    <a:pt x="199" y="532"/>
                  </a:lnTo>
                  <a:cubicBezTo>
                    <a:pt x="200" y="531"/>
                    <a:pt x="201" y="530"/>
                    <a:pt x="202" y="529"/>
                  </a:cubicBezTo>
                  <a:lnTo>
                    <a:pt x="202" y="529"/>
                  </a:lnTo>
                  <a:cubicBezTo>
                    <a:pt x="195" y="536"/>
                    <a:pt x="188" y="543"/>
                    <a:pt x="182" y="550"/>
                  </a:cubicBezTo>
                  <a:cubicBezTo>
                    <a:pt x="187" y="544"/>
                    <a:pt x="193" y="538"/>
                    <a:pt x="199" y="532"/>
                  </a:cubicBezTo>
                  <a:lnTo>
                    <a:pt x="199" y="532"/>
                  </a:lnTo>
                  <a:cubicBezTo>
                    <a:pt x="177" y="552"/>
                    <a:pt x="156" y="574"/>
                    <a:pt x="135" y="595"/>
                  </a:cubicBezTo>
                  <a:cubicBezTo>
                    <a:pt x="122" y="612"/>
                    <a:pt x="110" y="630"/>
                    <a:pt x="96" y="648"/>
                  </a:cubicBezTo>
                  <a:cubicBezTo>
                    <a:pt x="83" y="666"/>
                    <a:pt x="70" y="682"/>
                    <a:pt x="56" y="700"/>
                  </a:cubicBezTo>
                  <a:cubicBezTo>
                    <a:pt x="31" y="733"/>
                    <a:pt x="11" y="768"/>
                    <a:pt x="8" y="807"/>
                  </a:cubicBezTo>
                  <a:lnTo>
                    <a:pt x="8" y="807"/>
                  </a:lnTo>
                  <a:cubicBezTo>
                    <a:pt x="1" y="830"/>
                    <a:pt x="1" y="851"/>
                    <a:pt x="5" y="871"/>
                  </a:cubicBezTo>
                  <a:lnTo>
                    <a:pt x="5" y="871"/>
                  </a:lnTo>
                  <a:cubicBezTo>
                    <a:pt x="5" y="892"/>
                    <a:pt x="15" y="913"/>
                    <a:pt x="29" y="927"/>
                  </a:cubicBezTo>
                  <a:cubicBezTo>
                    <a:pt x="39" y="935"/>
                    <a:pt x="51" y="939"/>
                    <a:pt x="64" y="940"/>
                  </a:cubicBezTo>
                  <a:lnTo>
                    <a:pt x="64" y="940"/>
                  </a:lnTo>
                  <a:cubicBezTo>
                    <a:pt x="78" y="947"/>
                    <a:pt x="93" y="951"/>
                    <a:pt x="109" y="951"/>
                  </a:cubicBezTo>
                  <a:cubicBezTo>
                    <a:pt x="115" y="951"/>
                    <a:pt x="121" y="950"/>
                    <a:pt x="127" y="949"/>
                  </a:cubicBezTo>
                  <a:cubicBezTo>
                    <a:pt x="130" y="948"/>
                    <a:pt x="132" y="947"/>
                    <a:pt x="135" y="947"/>
                  </a:cubicBezTo>
                  <a:lnTo>
                    <a:pt x="135" y="947"/>
                  </a:lnTo>
                  <a:cubicBezTo>
                    <a:pt x="138" y="947"/>
                    <a:pt x="141" y="947"/>
                    <a:pt x="144" y="947"/>
                  </a:cubicBezTo>
                  <a:cubicBezTo>
                    <a:pt x="165" y="947"/>
                    <a:pt x="185" y="943"/>
                    <a:pt x="205" y="935"/>
                  </a:cubicBezTo>
                  <a:cubicBezTo>
                    <a:pt x="227" y="927"/>
                    <a:pt x="245" y="911"/>
                    <a:pt x="265" y="897"/>
                  </a:cubicBezTo>
                  <a:cubicBezTo>
                    <a:pt x="284" y="884"/>
                    <a:pt x="305" y="870"/>
                    <a:pt x="324" y="857"/>
                  </a:cubicBezTo>
                  <a:cubicBezTo>
                    <a:pt x="354" y="833"/>
                    <a:pt x="380" y="809"/>
                    <a:pt x="407" y="782"/>
                  </a:cubicBezTo>
                  <a:cubicBezTo>
                    <a:pt x="423" y="764"/>
                    <a:pt x="440" y="746"/>
                    <a:pt x="456" y="726"/>
                  </a:cubicBezTo>
                  <a:cubicBezTo>
                    <a:pt x="487" y="689"/>
                    <a:pt x="518" y="650"/>
                    <a:pt x="545" y="611"/>
                  </a:cubicBezTo>
                  <a:cubicBezTo>
                    <a:pt x="558" y="590"/>
                    <a:pt x="574" y="570"/>
                    <a:pt x="588" y="549"/>
                  </a:cubicBezTo>
                  <a:cubicBezTo>
                    <a:pt x="595" y="539"/>
                    <a:pt x="600" y="529"/>
                    <a:pt x="607" y="521"/>
                  </a:cubicBezTo>
                  <a:cubicBezTo>
                    <a:pt x="619" y="500"/>
                    <a:pt x="627" y="479"/>
                    <a:pt x="638" y="458"/>
                  </a:cubicBezTo>
                  <a:cubicBezTo>
                    <a:pt x="651" y="434"/>
                    <a:pt x="663" y="411"/>
                    <a:pt x="676" y="386"/>
                  </a:cubicBezTo>
                  <a:cubicBezTo>
                    <a:pt x="681" y="374"/>
                    <a:pt x="688" y="359"/>
                    <a:pt x="693" y="347"/>
                  </a:cubicBezTo>
                  <a:cubicBezTo>
                    <a:pt x="699" y="336"/>
                    <a:pt x="702" y="323"/>
                    <a:pt x="705" y="311"/>
                  </a:cubicBezTo>
                  <a:lnTo>
                    <a:pt x="705" y="311"/>
                  </a:lnTo>
                  <a:cubicBezTo>
                    <a:pt x="715" y="289"/>
                    <a:pt x="723" y="264"/>
                    <a:pt x="733" y="242"/>
                  </a:cubicBezTo>
                  <a:cubicBezTo>
                    <a:pt x="737" y="231"/>
                    <a:pt x="742" y="219"/>
                    <a:pt x="745" y="205"/>
                  </a:cubicBezTo>
                  <a:cubicBezTo>
                    <a:pt x="749" y="193"/>
                    <a:pt x="754" y="181"/>
                    <a:pt x="755" y="169"/>
                  </a:cubicBezTo>
                  <a:cubicBezTo>
                    <a:pt x="757" y="158"/>
                    <a:pt x="755" y="147"/>
                    <a:pt x="752" y="135"/>
                  </a:cubicBezTo>
                  <a:lnTo>
                    <a:pt x="752" y="135"/>
                  </a:lnTo>
                  <a:cubicBezTo>
                    <a:pt x="760" y="101"/>
                    <a:pt x="770" y="60"/>
                    <a:pt x="755" y="29"/>
                  </a:cubicBezTo>
                  <a:cubicBezTo>
                    <a:pt x="746" y="12"/>
                    <a:pt x="730" y="0"/>
                    <a:pt x="71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2560" bIns="52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204;p40"/>
            <p:cNvSpPr/>
            <p:nvPr/>
          </p:nvSpPr>
          <p:spPr>
            <a:xfrm>
              <a:off x="3703680" y="2340000"/>
              <a:ext cx="80280" cy="66600"/>
            </a:xfrm>
            <a:custGeom>
              <a:avLst/>
              <a:gdLst>
                <a:gd name="textAreaLeft" fmla="*/ 0 w 80280"/>
                <a:gd name="textAreaRight" fmla="*/ 80640 w 80280"/>
                <a:gd name="textAreaTop" fmla="*/ 0 h 66600"/>
                <a:gd name="textAreaBottom" fmla="*/ 66960 h 66600"/>
              </a:gdLst>
              <a:ahLst/>
              <a:cxnLst/>
              <a:rect l="textAreaLeft" t="textAreaTop" r="textAreaRight" b="textAreaBottom"/>
              <a:pathLst>
                <a:path w="713" h="604">
                  <a:moveTo>
                    <a:pt x="169" y="284"/>
                  </a:moveTo>
                  <a:cubicBezTo>
                    <a:pt x="167" y="286"/>
                    <a:pt x="165" y="287"/>
                    <a:pt x="164" y="288"/>
                  </a:cubicBezTo>
                  <a:lnTo>
                    <a:pt x="164" y="288"/>
                  </a:lnTo>
                  <a:cubicBezTo>
                    <a:pt x="165" y="287"/>
                    <a:pt x="167" y="285"/>
                    <a:pt x="169" y="284"/>
                  </a:cubicBezTo>
                  <a:close/>
                  <a:moveTo>
                    <a:pt x="158" y="291"/>
                  </a:moveTo>
                  <a:lnTo>
                    <a:pt x="158" y="291"/>
                  </a:lnTo>
                  <a:cubicBezTo>
                    <a:pt x="157" y="292"/>
                    <a:pt x="156" y="292"/>
                    <a:pt x="156" y="293"/>
                  </a:cubicBezTo>
                  <a:lnTo>
                    <a:pt x="156" y="293"/>
                  </a:lnTo>
                  <a:cubicBezTo>
                    <a:pt x="156" y="292"/>
                    <a:pt x="157" y="292"/>
                    <a:pt x="158" y="291"/>
                  </a:cubicBezTo>
                  <a:close/>
                  <a:moveTo>
                    <a:pt x="652" y="1"/>
                  </a:moveTo>
                  <a:cubicBezTo>
                    <a:pt x="642" y="1"/>
                    <a:pt x="632" y="3"/>
                    <a:pt x="622" y="7"/>
                  </a:cubicBezTo>
                  <a:lnTo>
                    <a:pt x="622" y="7"/>
                  </a:lnTo>
                  <a:cubicBezTo>
                    <a:pt x="621" y="7"/>
                    <a:pt x="619" y="7"/>
                    <a:pt x="618" y="7"/>
                  </a:cubicBezTo>
                  <a:cubicBezTo>
                    <a:pt x="600" y="7"/>
                    <a:pt x="583" y="11"/>
                    <a:pt x="565" y="21"/>
                  </a:cubicBezTo>
                  <a:cubicBezTo>
                    <a:pt x="559" y="24"/>
                    <a:pt x="554" y="27"/>
                    <a:pt x="549" y="30"/>
                  </a:cubicBezTo>
                  <a:lnTo>
                    <a:pt x="549" y="30"/>
                  </a:lnTo>
                  <a:cubicBezTo>
                    <a:pt x="532" y="33"/>
                    <a:pt x="515" y="39"/>
                    <a:pt x="499" y="48"/>
                  </a:cubicBezTo>
                  <a:cubicBezTo>
                    <a:pt x="477" y="63"/>
                    <a:pt x="450" y="74"/>
                    <a:pt x="431" y="90"/>
                  </a:cubicBezTo>
                  <a:cubicBezTo>
                    <a:pt x="412" y="104"/>
                    <a:pt x="395" y="118"/>
                    <a:pt x="377" y="131"/>
                  </a:cubicBezTo>
                  <a:lnTo>
                    <a:pt x="377" y="131"/>
                  </a:lnTo>
                  <a:cubicBezTo>
                    <a:pt x="372" y="134"/>
                    <a:pt x="367" y="137"/>
                    <a:pt x="361" y="141"/>
                  </a:cubicBezTo>
                  <a:cubicBezTo>
                    <a:pt x="349" y="147"/>
                    <a:pt x="341" y="154"/>
                    <a:pt x="330" y="163"/>
                  </a:cubicBezTo>
                  <a:cubicBezTo>
                    <a:pt x="322" y="169"/>
                    <a:pt x="313" y="176"/>
                    <a:pt x="304" y="183"/>
                  </a:cubicBezTo>
                  <a:cubicBezTo>
                    <a:pt x="285" y="197"/>
                    <a:pt x="265" y="211"/>
                    <a:pt x="247" y="225"/>
                  </a:cubicBezTo>
                  <a:cubicBezTo>
                    <a:pt x="219" y="248"/>
                    <a:pt x="191" y="269"/>
                    <a:pt x="161" y="289"/>
                  </a:cubicBezTo>
                  <a:lnTo>
                    <a:pt x="161" y="289"/>
                  </a:lnTo>
                  <a:cubicBezTo>
                    <a:pt x="152" y="295"/>
                    <a:pt x="143" y="300"/>
                    <a:pt x="134" y="306"/>
                  </a:cubicBezTo>
                  <a:lnTo>
                    <a:pt x="134" y="306"/>
                  </a:lnTo>
                  <a:cubicBezTo>
                    <a:pt x="134" y="306"/>
                    <a:pt x="134" y="306"/>
                    <a:pt x="134" y="306"/>
                  </a:cubicBezTo>
                  <a:cubicBezTo>
                    <a:pt x="134" y="306"/>
                    <a:pt x="134" y="306"/>
                    <a:pt x="134" y="306"/>
                  </a:cubicBezTo>
                  <a:lnTo>
                    <a:pt x="134" y="306"/>
                  </a:lnTo>
                  <a:cubicBezTo>
                    <a:pt x="127" y="311"/>
                    <a:pt x="121" y="317"/>
                    <a:pt x="114" y="324"/>
                  </a:cubicBezTo>
                  <a:cubicBezTo>
                    <a:pt x="111" y="327"/>
                    <a:pt x="108" y="331"/>
                    <a:pt x="104" y="335"/>
                  </a:cubicBezTo>
                  <a:lnTo>
                    <a:pt x="104" y="335"/>
                  </a:lnTo>
                  <a:cubicBezTo>
                    <a:pt x="104" y="336"/>
                    <a:pt x="103" y="336"/>
                    <a:pt x="102" y="337"/>
                  </a:cubicBezTo>
                  <a:cubicBezTo>
                    <a:pt x="82" y="355"/>
                    <a:pt x="64" y="376"/>
                    <a:pt x="53" y="399"/>
                  </a:cubicBezTo>
                  <a:lnTo>
                    <a:pt x="53" y="399"/>
                  </a:lnTo>
                  <a:cubicBezTo>
                    <a:pt x="53" y="400"/>
                    <a:pt x="53" y="400"/>
                    <a:pt x="53" y="400"/>
                  </a:cubicBezTo>
                  <a:cubicBezTo>
                    <a:pt x="17" y="430"/>
                    <a:pt x="0" y="486"/>
                    <a:pt x="21" y="530"/>
                  </a:cubicBezTo>
                  <a:cubicBezTo>
                    <a:pt x="29" y="547"/>
                    <a:pt x="42" y="562"/>
                    <a:pt x="55" y="573"/>
                  </a:cubicBezTo>
                  <a:cubicBezTo>
                    <a:pt x="77" y="587"/>
                    <a:pt x="102" y="591"/>
                    <a:pt x="127" y="591"/>
                  </a:cubicBezTo>
                  <a:lnTo>
                    <a:pt x="127" y="591"/>
                  </a:lnTo>
                  <a:cubicBezTo>
                    <a:pt x="146" y="600"/>
                    <a:pt x="168" y="603"/>
                    <a:pt x="189" y="603"/>
                  </a:cubicBezTo>
                  <a:cubicBezTo>
                    <a:pt x="200" y="603"/>
                    <a:pt x="211" y="602"/>
                    <a:pt x="222" y="601"/>
                  </a:cubicBezTo>
                  <a:cubicBezTo>
                    <a:pt x="226" y="600"/>
                    <a:pt x="230" y="599"/>
                    <a:pt x="234" y="598"/>
                  </a:cubicBezTo>
                  <a:lnTo>
                    <a:pt x="234" y="598"/>
                  </a:lnTo>
                  <a:cubicBezTo>
                    <a:pt x="275" y="597"/>
                    <a:pt x="315" y="576"/>
                    <a:pt x="352" y="558"/>
                  </a:cubicBezTo>
                  <a:cubicBezTo>
                    <a:pt x="375" y="546"/>
                    <a:pt x="399" y="534"/>
                    <a:pt x="421" y="521"/>
                  </a:cubicBezTo>
                  <a:cubicBezTo>
                    <a:pt x="454" y="501"/>
                    <a:pt x="484" y="481"/>
                    <a:pt x="515" y="456"/>
                  </a:cubicBezTo>
                  <a:cubicBezTo>
                    <a:pt x="545" y="432"/>
                    <a:pt x="576" y="406"/>
                    <a:pt x="597" y="374"/>
                  </a:cubicBezTo>
                  <a:lnTo>
                    <a:pt x="597" y="374"/>
                  </a:lnTo>
                  <a:cubicBezTo>
                    <a:pt x="617" y="352"/>
                    <a:pt x="637" y="328"/>
                    <a:pt x="654" y="302"/>
                  </a:cubicBezTo>
                  <a:cubicBezTo>
                    <a:pt x="669" y="280"/>
                    <a:pt x="679" y="256"/>
                    <a:pt x="689" y="233"/>
                  </a:cubicBezTo>
                  <a:cubicBezTo>
                    <a:pt x="698" y="207"/>
                    <a:pt x="706" y="177"/>
                    <a:pt x="704" y="148"/>
                  </a:cubicBezTo>
                  <a:lnTo>
                    <a:pt x="704" y="148"/>
                  </a:lnTo>
                  <a:cubicBezTo>
                    <a:pt x="705" y="145"/>
                    <a:pt x="705" y="142"/>
                    <a:pt x="706" y="139"/>
                  </a:cubicBezTo>
                  <a:cubicBezTo>
                    <a:pt x="708" y="130"/>
                    <a:pt x="712" y="120"/>
                    <a:pt x="712" y="109"/>
                  </a:cubicBezTo>
                  <a:cubicBezTo>
                    <a:pt x="712" y="90"/>
                    <a:pt x="710" y="73"/>
                    <a:pt x="703" y="58"/>
                  </a:cubicBezTo>
                  <a:lnTo>
                    <a:pt x="703" y="58"/>
                  </a:lnTo>
                  <a:cubicBezTo>
                    <a:pt x="702" y="40"/>
                    <a:pt x="697" y="23"/>
                    <a:pt x="681" y="10"/>
                  </a:cubicBezTo>
                  <a:cubicBezTo>
                    <a:pt x="672" y="3"/>
                    <a:pt x="662" y="1"/>
                    <a:pt x="65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205;p40"/>
            <p:cNvSpPr/>
            <p:nvPr/>
          </p:nvSpPr>
          <p:spPr>
            <a:xfrm>
              <a:off x="3915000" y="2431800"/>
              <a:ext cx="82800" cy="10188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735" h="922">
                  <a:moveTo>
                    <a:pt x="31" y="1"/>
                  </a:moveTo>
                  <a:cubicBezTo>
                    <a:pt x="26" y="1"/>
                    <a:pt x="17" y="4"/>
                    <a:pt x="16" y="12"/>
                  </a:cubicBezTo>
                  <a:lnTo>
                    <a:pt x="16" y="22"/>
                  </a:lnTo>
                  <a:cubicBezTo>
                    <a:pt x="15" y="27"/>
                    <a:pt x="16" y="25"/>
                    <a:pt x="12" y="31"/>
                  </a:cubicBezTo>
                  <a:cubicBezTo>
                    <a:pt x="4" y="46"/>
                    <a:pt x="1" y="58"/>
                    <a:pt x="4" y="75"/>
                  </a:cubicBezTo>
                  <a:cubicBezTo>
                    <a:pt x="5" y="80"/>
                    <a:pt x="5" y="88"/>
                    <a:pt x="6" y="93"/>
                  </a:cubicBezTo>
                  <a:cubicBezTo>
                    <a:pt x="7" y="94"/>
                    <a:pt x="7" y="95"/>
                    <a:pt x="7" y="95"/>
                  </a:cubicBezTo>
                  <a:lnTo>
                    <a:pt x="7" y="95"/>
                  </a:lnTo>
                  <a:cubicBezTo>
                    <a:pt x="7" y="96"/>
                    <a:pt x="8" y="97"/>
                    <a:pt x="8" y="99"/>
                  </a:cubicBezTo>
                  <a:cubicBezTo>
                    <a:pt x="8" y="110"/>
                    <a:pt x="12" y="120"/>
                    <a:pt x="15" y="131"/>
                  </a:cubicBezTo>
                  <a:cubicBezTo>
                    <a:pt x="21" y="145"/>
                    <a:pt x="24" y="159"/>
                    <a:pt x="30" y="174"/>
                  </a:cubicBezTo>
                  <a:cubicBezTo>
                    <a:pt x="31" y="176"/>
                    <a:pt x="32" y="178"/>
                    <a:pt x="33" y="181"/>
                  </a:cubicBezTo>
                  <a:lnTo>
                    <a:pt x="33" y="181"/>
                  </a:lnTo>
                  <a:cubicBezTo>
                    <a:pt x="33" y="181"/>
                    <a:pt x="33" y="181"/>
                    <a:pt x="33" y="181"/>
                  </a:cubicBezTo>
                  <a:cubicBezTo>
                    <a:pt x="34" y="195"/>
                    <a:pt x="39" y="209"/>
                    <a:pt x="46" y="221"/>
                  </a:cubicBezTo>
                  <a:cubicBezTo>
                    <a:pt x="73" y="278"/>
                    <a:pt x="101" y="334"/>
                    <a:pt x="135" y="385"/>
                  </a:cubicBezTo>
                  <a:cubicBezTo>
                    <a:pt x="171" y="445"/>
                    <a:pt x="209" y="504"/>
                    <a:pt x="248" y="561"/>
                  </a:cubicBezTo>
                  <a:cubicBezTo>
                    <a:pt x="285" y="614"/>
                    <a:pt x="325" y="663"/>
                    <a:pt x="368" y="712"/>
                  </a:cubicBezTo>
                  <a:cubicBezTo>
                    <a:pt x="391" y="739"/>
                    <a:pt x="416" y="764"/>
                    <a:pt x="440" y="791"/>
                  </a:cubicBezTo>
                  <a:cubicBezTo>
                    <a:pt x="471" y="823"/>
                    <a:pt x="500" y="858"/>
                    <a:pt x="539" y="879"/>
                  </a:cubicBezTo>
                  <a:lnTo>
                    <a:pt x="539" y="879"/>
                  </a:lnTo>
                  <a:cubicBezTo>
                    <a:pt x="562" y="897"/>
                    <a:pt x="585" y="910"/>
                    <a:pt x="614" y="917"/>
                  </a:cubicBezTo>
                  <a:cubicBezTo>
                    <a:pt x="630" y="921"/>
                    <a:pt x="647" y="921"/>
                    <a:pt x="664" y="921"/>
                  </a:cubicBezTo>
                  <a:cubicBezTo>
                    <a:pt x="671" y="921"/>
                    <a:pt x="678" y="921"/>
                    <a:pt x="685" y="921"/>
                  </a:cubicBezTo>
                  <a:cubicBezTo>
                    <a:pt x="708" y="920"/>
                    <a:pt x="735" y="893"/>
                    <a:pt x="735" y="869"/>
                  </a:cubicBezTo>
                  <a:cubicBezTo>
                    <a:pt x="735" y="846"/>
                    <a:pt x="735" y="819"/>
                    <a:pt x="727" y="797"/>
                  </a:cubicBezTo>
                  <a:cubicBezTo>
                    <a:pt x="721" y="781"/>
                    <a:pt x="718" y="768"/>
                    <a:pt x="708" y="753"/>
                  </a:cubicBezTo>
                  <a:cubicBezTo>
                    <a:pt x="703" y="747"/>
                    <a:pt x="699" y="740"/>
                    <a:pt x="694" y="734"/>
                  </a:cubicBezTo>
                  <a:lnTo>
                    <a:pt x="694" y="734"/>
                  </a:lnTo>
                  <a:cubicBezTo>
                    <a:pt x="679" y="702"/>
                    <a:pt x="651" y="677"/>
                    <a:pt x="627" y="651"/>
                  </a:cubicBezTo>
                  <a:cubicBezTo>
                    <a:pt x="606" y="627"/>
                    <a:pt x="586" y="605"/>
                    <a:pt x="565" y="582"/>
                  </a:cubicBezTo>
                  <a:cubicBezTo>
                    <a:pt x="526" y="537"/>
                    <a:pt x="487" y="489"/>
                    <a:pt x="447" y="443"/>
                  </a:cubicBezTo>
                  <a:cubicBezTo>
                    <a:pt x="367" y="350"/>
                    <a:pt x="291" y="254"/>
                    <a:pt x="215" y="157"/>
                  </a:cubicBezTo>
                  <a:cubicBezTo>
                    <a:pt x="204" y="143"/>
                    <a:pt x="194" y="130"/>
                    <a:pt x="183" y="116"/>
                  </a:cubicBezTo>
                  <a:cubicBezTo>
                    <a:pt x="179" y="111"/>
                    <a:pt x="171" y="107"/>
                    <a:pt x="166" y="103"/>
                  </a:cubicBezTo>
                  <a:lnTo>
                    <a:pt x="166" y="103"/>
                  </a:lnTo>
                  <a:lnTo>
                    <a:pt x="164" y="99"/>
                  </a:lnTo>
                  <a:lnTo>
                    <a:pt x="164" y="99"/>
                  </a:lnTo>
                  <a:cubicBezTo>
                    <a:pt x="164" y="99"/>
                    <a:pt x="164" y="99"/>
                    <a:pt x="164" y="99"/>
                  </a:cubicBezTo>
                  <a:cubicBezTo>
                    <a:pt x="159" y="92"/>
                    <a:pt x="153" y="87"/>
                    <a:pt x="148" y="81"/>
                  </a:cubicBezTo>
                  <a:cubicBezTo>
                    <a:pt x="134" y="65"/>
                    <a:pt x="121" y="49"/>
                    <a:pt x="104" y="36"/>
                  </a:cubicBezTo>
                  <a:cubicBezTo>
                    <a:pt x="99" y="32"/>
                    <a:pt x="93" y="26"/>
                    <a:pt x="88" y="21"/>
                  </a:cubicBezTo>
                  <a:cubicBezTo>
                    <a:pt x="76" y="11"/>
                    <a:pt x="65" y="8"/>
                    <a:pt x="51" y="8"/>
                  </a:cubicBezTo>
                  <a:cubicBezTo>
                    <a:pt x="49" y="8"/>
                    <a:pt x="46" y="8"/>
                    <a:pt x="44" y="8"/>
                  </a:cubicBezTo>
                  <a:lnTo>
                    <a:pt x="44" y="8"/>
                  </a:lnTo>
                  <a:cubicBezTo>
                    <a:pt x="40" y="6"/>
                    <a:pt x="37" y="4"/>
                    <a:pt x="33" y="1"/>
                  </a:cubicBezTo>
                  <a:cubicBezTo>
                    <a:pt x="32" y="1"/>
                    <a:pt x="32" y="1"/>
                    <a:pt x="3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120" bIns="51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206;p40"/>
            <p:cNvSpPr/>
            <p:nvPr/>
          </p:nvSpPr>
          <p:spPr>
            <a:xfrm>
              <a:off x="3959280" y="2405520"/>
              <a:ext cx="49320" cy="13824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138240"/>
                <a:gd name="textAreaBottom" fmla="*/ 138600 h 138240"/>
              </a:gdLst>
              <a:ahLst/>
              <a:cxnLst/>
              <a:rect l="textAreaLeft" t="textAreaTop" r="textAreaRight" b="textAreaBottom"/>
              <a:pathLst>
                <a:path w="439" h="1248">
                  <a:moveTo>
                    <a:pt x="414" y="1057"/>
                  </a:moveTo>
                  <a:cubicBezTo>
                    <a:pt x="413" y="1058"/>
                    <a:pt x="413" y="1060"/>
                    <a:pt x="413" y="1062"/>
                  </a:cubicBezTo>
                  <a:cubicBezTo>
                    <a:pt x="413" y="1061"/>
                    <a:pt x="413" y="1059"/>
                    <a:pt x="414" y="1057"/>
                  </a:cubicBezTo>
                  <a:lnTo>
                    <a:pt x="414" y="1057"/>
                  </a:lnTo>
                  <a:cubicBezTo>
                    <a:pt x="414" y="1057"/>
                    <a:pt x="414" y="1057"/>
                    <a:pt x="414" y="1057"/>
                  </a:cubicBezTo>
                  <a:close/>
                  <a:moveTo>
                    <a:pt x="394" y="1093"/>
                  </a:moveTo>
                  <a:lnTo>
                    <a:pt x="394" y="1093"/>
                  </a:lnTo>
                  <a:cubicBezTo>
                    <a:pt x="393" y="1095"/>
                    <a:pt x="392" y="1097"/>
                    <a:pt x="391" y="1099"/>
                  </a:cubicBezTo>
                  <a:cubicBezTo>
                    <a:pt x="392" y="1097"/>
                    <a:pt x="393" y="1095"/>
                    <a:pt x="394" y="1093"/>
                  </a:cubicBezTo>
                  <a:close/>
                  <a:moveTo>
                    <a:pt x="165" y="0"/>
                  </a:moveTo>
                  <a:cubicBezTo>
                    <a:pt x="159" y="0"/>
                    <a:pt x="154" y="1"/>
                    <a:pt x="148" y="2"/>
                  </a:cubicBezTo>
                  <a:cubicBezTo>
                    <a:pt x="89" y="18"/>
                    <a:pt x="51" y="60"/>
                    <a:pt x="41" y="116"/>
                  </a:cubicBezTo>
                  <a:cubicBezTo>
                    <a:pt x="37" y="147"/>
                    <a:pt x="31" y="176"/>
                    <a:pt x="26" y="206"/>
                  </a:cubicBezTo>
                  <a:lnTo>
                    <a:pt x="26" y="206"/>
                  </a:lnTo>
                  <a:cubicBezTo>
                    <a:pt x="25" y="208"/>
                    <a:pt x="25" y="210"/>
                    <a:pt x="24" y="213"/>
                  </a:cubicBezTo>
                  <a:cubicBezTo>
                    <a:pt x="17" y="230"/>
                    <a:pt x="14" y="249"/>
                    <a:pt x="12" y="269"/>
                  </a:cubicBezTo>
                  <a:cubicBezTo>
                    <a:pt x="11" y="272"/>
                    <a:pt x="11" y="275"/>
                    <a:pt x="11" y="278"/>
                  </a:cubicBezTo>
                  <a:lnTo>
                    <a:pt x="11" y="278"/>
                  </a:lnTo>
                  <a:cubicBezTo>
                    <a:pt x="4" y="298"/>
                    <a:pt x="1" y="319"/>
                    <a:pt x="1" y="341"/>
                  </a:cubicBezTo>
                  <a:lnTo>
                    <a:pt x="1" y="383"/>
                  </a:lnTo>
                  <a:cubicBezTo>
                    <a:pt x="1" y="412"/>
                    <a:pt x="1" y="439"/>
                    <a:pt x="2" y="468"/>
                  </a:cubicBezTo>
                  <a:cubicBezTo>
                    <a:pt x="2" y="526"/>
                    <a:pt x="3" y="583"/>
                    <a:pt x="5" y="641"/>
                  </a:cubicBezTo>
                  <a:cubicBezTo>
                    <a:pt x="6" y="686"/>
                    <a:pt x="7" y="731"/>
                    <a:pt x="8" y="775"/>
                  </a:cubicBezTo>
                  <a:cubicBezTo>
                    <a:pt x="11" y="804"/>
                    <a:pt x="11" y="833"/>
                    <a:pt x="16" y="861"/>
                  </a:cubicBezTo>
                  <a:cubicBezTo>
                    <a:pt x="22" y="889"/>
                    <a:pt x="27" y="918"/>
                    <a:pt x="30" y="949"/>
                  </a:cubicBezTo>
                  <a:cubicBezTo>
                    <a:pt x="34" y="962"/>
                    <a:pt x="36" y="976"/>
                    <a:pt x="38" y="988"/>
                  </a:cubicBezTo>
                  <a:cubicBezTo>
                    <a:pt x="44" y="1024"/>
                    <a:pt x="57" y="1058"/>
                    <a:pt x="78" y="1088"/>
                  </a:cubicBezTo>
                  <a:lnTo>
                    <a:pt x="78" y="1088"/>
                  </a:lnTo>
                  <a:cubicBezTo>
                    <a:pt x="83" y="1102"/>
                    <a:pt x="88" y="1115"/>
                    <a:pt x="95" y="1128"/>
                  </a:cubicBezTo>
                  <a:cubicBezTo>
                    <a:pt x="106" y="1147"/>
                    <a:pt x="116" y="1166"/>
                    <a:pt x="129" y="1182"/>
                  </a:cubicBezTo>
                  <a:cubicBezTo>
                    <a:pt x="152" y="1215"/>
                    <a:pt x="185" y="1232"/>
                    <a:pt x="222" y="1241"/>
                  </a:cubicBezTo>
                  <a:lnTo>
                    <a:pt x="222" y="1241"/>
                  </a:lnTo>
                  <a:cubicBezTo>
                    <a:pt x="233" y="1245"/>
                    <a:pt x="244" y="1247"/>
                    <a:pt x="256" y="1247"/>
                  </a:cubicBezTo>
                  <a:cubicBezTo>
                    <a:pt x="260" y="1247"/>
                    <a:pt x="264" y="1247"/>
                    <a:pt x="269" y="1246"/>
                  </a:cubicBezTo>
                  <a:cubicBezTo>
                    <a:pt x="280" y="1244"/>
                    <a:pt x="289" y="1240"/>
                    <a:pt x="298" y="1235"/>
                  </a:cubicBezTo>
                  <a:lnTo>
                    <a:pt x="298" y="1235"/>
                  </a:lnTo>
                  <a:cubicBezTo>
                    <a:pt x="379" y="1204"/>
                    <a:pt x="402" y="1125"/>
                    <a:pt x="418" y="1049"/>
                  </a:cubicBezTo>
                  <a:lnTo>
                    <a:pt x="418" y="1049"/>
                  </a:lnTo>
                  <a:cubicBezTo>
                    <a:pt x="428" y="1027"/>
                    <a:pt x="435" y="1003"/>
                    <a:pt x="436" y="974"/>
                  </a:cubicBezTo>
                  <a:lnTo>
                    <a:pt x="436" y="933"/>
                  </a:lnTo>
                  <a:cubicBezTo>
                    <a:pt x="436" y="905"/>
                    <a:pt x="436" y="877"/>
                    <a:pt x="437" y="848"/>
                  </a:cubicBezTo>
                  <a:cubicBezTo>
                    <a:pt x="439" y="772"/>
                    <a:pt x="428" y="698"/>
                    <a:pt x="418" y="625"/>
                  </a:cubicBezTo>
                  <a:cubicBezTo>
                    <a:pt x="409" y="567"/>
                    <a:pt x="402" y="511"/>
                    <a:pt x="392" y="455"/>
                  </a:cubicBezTo>
                  <a:cubicBezTo>
                    <a:pt x="387" y="427"/>
                    <a:pt x="382" y="396"/>
                    <a:pt x="379" y="368"/>
                  </a:cubicBezTo>
                  <a:cubicBezTo>
                    <a:pt x="372" y="324"/>
                    <a:pt x="366" y="277"/>
                    <a:pt x="344" y="238"/>
                  </a:cubicBezTo>
                  <a:lnTo>
                    <a:pt x="344" y="238"/>
                  </a:lnTo>
                  <a:cubicBezTo>
                    <a:pt x="341" y="231"/>
                    <a:pt x="339" y="223"/>
                    <a:pt x="337" y="215"/>
                  </a:cubicBezTo>
                  <a:cubicBezTo>
                    <a:pt x="332" y="200"/>
                    <a:pt x="325" y="185"/>
                    <a:pt x="315" y="171"/>
                  </a:cubicBezTo>
                  <a:lnTo>
                    <a:pt x="315" y="171"/>
                  </a:lnTo>
                  <a:lnTo>
                    <a:pt x="281" y="73"/>
                  </a:lnTo>
                  <a:cubicBezTo>
                    <a:pt x="272" y="49"/>
                    <a:pt x="249" y="29"/>
                    <a:pt x="227" y="17"/>
                  </a:cubicBezTo>
                  <a:cubicBezTo>
                    <a:pt x="209" y="8"/>
                    <a:pt x="187" y="0"/>
                    <a:pt x="16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9120" bIns="69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207;p40"/>
            <p:cNvSpPr/>
            <p:nvPr/>
          </p:nvSpPr>
          <p:spPr>
            <a:xfrm>
              <a:off x="3969720" y="2428560"/>
              <a:ext cx="82440" cy="113040"/>
            </a:xfrm>
            <a:custGeom>
              <a:avLst/>
              <a:gdLst>
                <a:gd name="textAreaLeft" fmla="*/ 0 w 82440"/>
                <a:gd name="textAreaRight" fmla="*/ 82800 w 8244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731" h="1023">
                  <a:moveTo>
                    <a:pt x="696" y="464"/>
                  </a:moveTo>
                  <a:cubicBezTo>
                    <a:pt x="695" y="471"/>
                    <a:pt x="693" y="478"/>
                    <a:pt x="691" y="486"/>
                  </a:cubicBezTo>
                  <a:cubicBezTo>
                    <a:pt x="693" y="478"/>
                    <a:pt x="695" y="471"/>
                    <a:pt x="696" y="464"/>
                  </a:cubicBezTo>
                  <a:close/>
                  <a:moveTo>
                    <a:pt x="631" y="0"/>
                  </a:moveTo>
                  <a:cubicBezTo>
                    <a:pt x="617" y="0"/>
                    <a:pt x="604" y="9"/>
                    <a:pt x="596" y="26"/>
                  </a:cubicBezTo>
                  <a:cubicBezTo>
                    <a:pt x="589" y="42"/>
                    <a:pt x="582" y="59"/>
                    <a:pt x="575" y="75"/>
                  </a:cubicBezTo>
                  <a:lnTo>
                    <a:pt x="575" y="75"/>
                  </a:lnTo>
                  <a:cubicBezTo>
                    <a:pt x="567" y="80"/>
                    <a:pt x="561" y="86"/>
                    <a:pt x="555" y="94"/>
                  </a:cubicBezTo>
                  <a:cubicBezTo>
                    <a:pt x="550" y="99"/>
                    <a:pt x="545" y="110"/>
                    <a:pt x="541" y="118"/>
                  </a:cubicBezTo>
                  <a:lnTo>
                    <a:pt x="541" y="118"/>
                  </a:lnTo>
                  <a:cubicBezTo>
                    <a:pt x="537" y="122"/>
                    <a:pt x="534" y="126"/>
                    <a:pt x="533" y="126"/>
                  </a:cubicBezTo>
                  <a:cubicBezTo>
                    <a:pt x="533" y="126"/>
                    <a:pt x="533" y="125"/>
                    <a:pt x="534" y="125"/>
                  </a:cubicBezTo>
                  <a:lnTo>
                    <a:pt x="534" y="125"/>
                  </a:lnTo>
                  <a:cubicBezTo>
                    <a:pt x="532" y="127"/>
                    <a:pt x="530" y="130"/>
                    <a:pt x="529" y="133"/>
                  </a:cubicBezTo>
                  <a:lnTo>
                    <a:pt x="529" y="133"/>
                  </a:lnTo>
                  <a:cubicBezTo>
                    <a:pt x="507" y="147"/>
                    <a:pt x="492" y="166"/>
                    <a:pt x="482" y="192"/>
                  </a:cubicBezTo>
                  <a:cubicBezTo>
                    <a:pt x="476" y="206"/>
                    <a:pt x="469" y="220"/>
                    <a:pt x="462" y="234"/>
                  </a:cubicBezTo>
                  <a:lnTo>
                    <a:pt x="462" y="234"/>
                  </a:lnTo>
                  <a:cubicBezTo>
                    <a:pt x="456" y="240"/>
                    <a:pt x="451" y="246"/>
                    <a:pt x="446" y="252"/>
                  </a:cubicBezTo>
                  <a:cubicBezTo>
                    <a:pt x="440" y="259"/>
                    <a:pt x="437" y="267"/>
                    <a:pt x="433" y="275"/>
                  </a:cubicBezTo>
                  <a:cubicBezTo>
                    <a:pt x="423" y="290"/>
                    <a:pt x="413" y="306"/>
                    <a:pt x="404" y="319"/>
                  </a:cubicBezTo>
                  <a:cubicBezTo>
                    <a:pt x="394" y="333"/>
                    <a:pt x="383" y="345"/>
                    <a:pt x="373" y="358"/>
                  </a:cubicBezTo>
                  <a:cubicBezTo>
                    <a:pt x="368" y="367"/>
                    <a:pt x="362" y="375"/>
                    <a:pt x="356" y="384"/>
                  </a:cubicBezTo>
                  <a:lnTo>
                    <a:pt x="356" y="384"/>
                  </a:lnTo>
                  <a:cubicBezTo>
                    <a:pt x="328" y="410"/>
                    <a:pt x="307" y="447"/>
                    <a:pt x="285" y="477"/>
                  </a:cubicBezTo>
                  <a:cubicBezTo>
                    <a:pt x="264" y="503"/>
                    <a:pt x="241" y="526"/>
                    <a:pt x="221" y="553"/>
                  </a:cubicBezTo>
                  <a:cubicBezTo>
                    <a:pt x="202" y="577"/>
                    <a:pt x="185" y="603"/>
                    <a:pt x="164" y="628"/>
                  </a:cubicBezTo>
                  <a:cubicBezTo>
                    <a:pt x="153" y="641"/>
                    <a:pt x="143" y="653"/>
                    <a:pt x="132" y="665"/>
                  </a:cubicBezTo>
                  <a:cubicBezTo>
                    <a:pt x="116" y="683"/>
                    <a:pt x="103" y="705"/>
                    <a:pt x="94" y="729"/>
                  </a:cubicBezTo>
                  <a:lnTo>
                    <a:pt x="94" y="729"/>
                  </a:lnTo>
                  <a:cubicBezTo>
                    <a:pt x="87" y="739"/>
                    <a:pt x="79" y="749"/>
                    <a:pt x="71" y="760"/>
                  </a:cubicBezTo>
                  <a:cubicBezTo>
                    <a:pt x="65" y="771"/>
                    <a:pt x="56" y="782"/>
                    <a:pt x="50" y="793"/>
                  </a:cubicBezTo>
                  <a:cubicBezTo>
                    <a:pt x="37" y="813"/>
                    <a:pt x="26" y="831"/>
                    <a:pt x="21" y="853"/>
                  </a:cubicBezTo>
                  <a:cubicBezTo>
                    <a:pt x="20" y="859"/>
                    <a:pt x="18" y="865"/>
                    <a:pt x="17" y="872"/>
                  </a:cubicBezTo>
                  <a:lnTo>
                    <a:pt x="17" y="872"/>
                  </a:lnTo>
                  <a:cubicBezTo>
                    <a:pt x="10" y="887"/>
                    <a:pt x="4" y="903"/>
                    <a:pt x="3" y="922"/>
                  </a:cubicBezTo>
                  <a:cubicBezTo>
                    <a:pt x="0" y="960"/>
                    <a:pt x="21" y="990"/>
                    <a:pt x="54" y="1006"/>
                  </a:cubicBezTo>
                  <a:cubicBezTo>
                    <a:pt x="69" y="1014"/>
                    <a:pt x="85" y="1017"/>
                    <a:pt x="102" y="1017"/>
                  </a:cubicBezTo>
                  <a:cubicBezTo>
                    <a:pt x="105" y="1017"/>
                    <a:pt x="109" y="1016"/>
                    <a:pt x="112" y="1016"/>
                  </a:cubicBezTo>
                  <a:lnTo>
                    <a:pt x="112" y="1016"/>
                  </a:lnTo>
                  <a:cubicBezTo>
                    <a:pt x="126" y="1020"/>
                    <a:pt x="139" y="1022"/>
                    <a:pt x="153" y="1022"/>
                  </a:cubicBezTo>
                  <a:cubicBezTo>
                    <a:pt x="181" y="1022"/>
                    <a:pt x="210" y="1014"/>
                    <a:pt x="239" y="1004"/>
                  </a:cubicBezTo>
                  <a:lnTo>
                    <a:pt x="239" y="1004"/>
                  </a:lnTo>
                  <a:cubicBezTo>
                    <a:pt x="236" y="1005"/>
                    <a:pt x="232" y="1006"/>
                    <a:pt x="229" y="1007"/>
                  </a:cubicBezTo>
                  <a:lnTo>
                    <a:pt x="229" y="1007"/>
                  </a:lnTo>
                  <a:cubicBezTo>
                    <a:pt x="255" y="998"/>
                    <a:pt x="280" y="988"/>
                    <a:pt x="304" y="977"/>
                  </a:cubicBezTo>
                  <a:lnTo>
                    <a:pt x="304" y="977"/>
                  </a:lnTo>
                  <a:cubicBezTo>
                    <a:pt x="341" y="968"/>
                    <a:pt x="374" y="951"/>
                    <a:pt x="404" y="927"/>
                  </a:cubicBezTo>
                  <a:cubicBezTo>
                    <a:pt x="416" y="916"/>
                    <a:pt x="428" y="906"/>
                    <a:pt x="440" y="895"/>
                  </a:cubicBezTo>
                  <a:cubicBezTo>
                    <a:pt x="477" y="863"/>
                    <a:pt x="512" y="828"/>
                    <a:pt x="544" y="792"/>
                  </a:cubicBezTo>
                  <a:cubicBezTo>
                    <a:pt x="565" y="768"/>
                    <a:pt x="581" y="737"/>
                    <a:pt x="597" y="710"/>
                  </a:cubicBezTo>
                  <a:cubicBezTo>
                    <a:pt x="614" y="682"/>
                    <a:pt x="629" y="654"/>
                    <a:pt x="644" y="626"/>
                  </a:cubicBezTo>
                  <a:cubicBezTo>
                    <a:pt x="656" y="604"/>
                    <a:pt x="666" y="581"/>
                    <a:pt x="671" y="556"/>
                  </a:cubicBezTo>
                  <a:lnTo>
                    <a:pt x="671" y="556"/>
                  </a:lnTo>
                  <a:cubicBezTo>
                    <a:pt x="674" y="548"/>
                    <a:pt x="676" y="541"/>
                    <a:pt x="679" y="533"/>
                  </a:cubicBezTo>
                  <a:cubicBezTo>
                    <a:pt x="689" y="504"/>
                    <a:pt x="695" y="475"/>
                    <a:pt x="701" y="445"/>
                  </a:cubicBezTo>
                  <a:lnTo>
                    <a:pt x="701" y="445"/>
                  </a:lnTo>
                  <a:cubicBezTo>
                    <a:pt x="706" y="428"/>
                    <a:pt x="710" y="409"/>
                    <a:pt x="713" y="391"/>
                  </a:cubicBezTo>
                  <a:cubicBezTo>
                    <a:pt x="718" y="370"/>
                    <a:pt x="719" y="348"/>
                    <a:pt x="717" y="326"/>
                  </a:cubicBezTo>
                  <a:lnTo>
                    <a:pt x="717" y="326"/>
                  </a:lnTo>
                  <a:cubicBezTo>
                    <a:pt x="721" y="302"/>
                    <a:pt x="725" y="278"/>
                    <a:pt x="727" y="254"/>
                  </a:cubicBezTo>
                  <a:cubicBezTo>
                    <a:pt x="730" y="226"/>
                    <a:pt x="724" y="199"/>
                    <a:pt x="709" y="176"/>
                  </a:cubicBezTo>
                  <a:lnTo>
                    <a:pt x="709" y="176"/>
                  </a:lnTo>
                  <a:cubicBezTo>
                    <a:pt x="708" y="167"/>
                    <a:pt x="706" y="159"/>
                    <a:pt x="703" y="151"/>
                  </a:cubicBezTo>
                  <a:lnTo>
                    <a:pt x="703" y="151"/>
                  </a:lnTo>
                  <a:cubicBezTo>
                    <a:pt x="703" y="147"/>
                    <a:pt x="702" y="142"/>
                    <a:pt x="702" y="138"/>
                  </a:cubicBezTo>
                  <a:cubicBezTo>
                    <a:pt x="699" y="124"/>
                    <a:pt x="694" y="111"/>
                    <a:pt x="686" y="99"/>
                  </a:cubicBezTo>
                  <a:lnTo>
                    <a:pt x="686" y="99"/>
                  </a:lnTo>
                  <a:cubicBezTo>
                    <a:pt x="683" y="79"/>
                    <a:pt x="680" y="59"/>
                    <a:pt x="674" y="39"/>
                  </a:cubicBezTo>
                  <a:cubicBezTo>
                    <a:pt x="669" y="14"/>
                    <a:pt x="650" y="0"/>
                    <a:pt x="63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520" bIns="56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208;p40"/>
            <p:cNvSpPr/>
            <p:nvPr/>
          </p:nvSpPr>
          <p:spPr>
            <a:xfrm>
              <a:off x="3893040" y="2494800"/>
              <a:ext cx="120600" cy="61560"/>
            </a:xfrm>
            <a:custGeom>
              <a:avLst/>
              <a:gdLst>
                <a:gd name="textAreaLeft" fmla="*/ 0 w 120600"/>
                <a:gd name="textAreaRight" fmla="*/ 120960 w 12060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1069" h="557">
                  <a:moveTo>
                    <a:pt x="582" y="102"/>
                  </a:moveTo>
                  <a:cubicBezTo>
                    <a:pt x="594" y="104"/>
                    <a:pt x="605" y="106"/>
                    <a:pt x="616" y="109"/>
                  </a:cubicBezTo>
                  <a:lnTo>
                    <a:pt x="616" y="109"/>
                  </a:lnTo>
                  <a:cubicBezTo>
                    <a:pt x="605" y="107"/>
                    <a:pt x="594" y="104"/>
                    <a:pt x="582" y="102"/>
                  </a:cubicBezTo>
                  <a:close/>
                  <a:moveTo>
                    <a:pt x="775" y="148"/>
                  </a:moveTo>
                  <a:lnTo>
                    <a:pt x="819" y="158"/>
                  </a:lnTo>
                  <a:lnTo>
                    <a:pt x="819" y="158"/>
                  </a:lnTo>
                  <a:cubicBezTo>
                    <a:pt x="818" y="158"/>
                    <a:pt x="817" y="158"/>
                    <a:pt x="816" y="158"/>
                  </a:cubicBezTo>
                  <a:cubicBezTo>
                    <a:pt x="802" y="154"/>
                    <a:pt x="789" y="152"/>
                    <a:pt x="775" y="148"/>
                  </a:cubicBezTo>
                  <a:close/>
                  <a:moveTo>
                    <a:pt x="56" y="257"/>
                  </a:moveTo>
                  <a:lnTo>
                    <a:pt x="56" y="257"/>
                  </a:lnTo>
                  <a:cubicBezTo>
                    <a:pt x="56" y="257"/>
                    <a:pt x="56" y="257"/>
                    <a:pt x="56" y="258"/>
                  </a:cubicBezTo>
                  <a:cubicBezTo>
                    <a:pt x="56" y="257"/>
                    <a:pt x="56" y="257"/>
                    <a:pt x="56" y="257"/>
                  </a:cubicBezTo>
                  <a:close/>
                  <a:moveTo>
                    <a:pt x="980" y="427"/>
                  </a:moveTo>
                  <a:cubicBezTo>
                    <a:pt x="980" y="427"/>
                    <a:pt x="979" y="427"/>
                    <a:pt x="979" y="428"/>
                  </a:cubicBezTo>
                  <a:lnTo>
                    <a:pt x="979" y="428"/>
                  </a:lnTo>
                  <a:cubicBezTo>
                    <a:pt x="979" y="427"/>
                    <a:pt x="980" y="427"/>
                    <a:pt x="980" y="427"/>
                  </a:cubicBezTo>
                  <a:close/>
                  <a:moveTo>
                    <a:pt x="233" y="0"/>
                  </a:moveTo>
                  <a:cubicBezTo>
                    <a:pt x="222" y="0"/>
                    <a:pt x="212" y="1"/>
                    <a:pt x="202" y="4"/>
                  </a:cubicBezTo>
                  <a:cubicBezTo>
                    <a:pt x="201" y="4"/>
                    <a:pt x="200" y="5"/>
                    <a:pt x="198" y="5"/>
                  </a:cubicBezTo>
                  <a:lnTo>
                    <a:pt x="198" y="5"/>
                  </a:lnTo>
                  <a:cubicBezTo>
                    <a:pt x="179" y="5"/>
                    <a:pt x="161" y="7"/>
                    <a:pt x="143" y="12"/>
                  </a:cubicBezTo>
                  <a:lnTo>
                    <a:pt x="143" y="12"/>
                  </a:lnTo>
                  <a:cubicBezTo>
                    <a:pt x="142" y="12"/>
                    <a:pt x="140" y="11"/>
                    <a:pt x="138" y="11"/>
                  </a:cubicBezTo>
                  <a:cubicBezTo>
                    <a:pt x="134" y="10"/>
                    <a:pt x="131" y="10"/>
                    <a:pt x="127" y="10"/>
                  </a:cubicBezTo>
                  <a:cubicBezTo>
                    <a:pt x="111" y="10"/>
                    <a:pt x="91" y="15"/>
                    <a:pt x="79" y="20"/>
                  </a:cubicBezTo>
                  <a:cubicBezTo>
                    <a:pt x="55" y="31"/>
                    <a:pt x="38" y="49"/>
                    <a:pt x="27" y="70"/>
                  </a:cubicBezTo>
                  <a:cubicBezTo>
                    <a:pt x="1" y="111"/>
                    <a:pt x="3" y="158"/>
                    <a:pt x="28" y="194"/>
                  </a:cubicBezTo>
                  <a:lnTo>
                    <a:pt x="28" y="194"/>
                  </a:lnTo>
                  <a:cubicBezTo>
                    <a:pt x="32" y="216"/>
                    <a:pt x="42" y="237"/>
                    <a:pt x="54" y="257"/>
                  </a:cubicBezTo>
                  <a:lnTo>
                    <a:pt x="54" y="257"/>
                  </a:lnTo>
                  <a:cubicBezTo>
                    <a:pt x="61" y="275"/>
                    <a:pt x="70" y="292"/>
                    <a:pt x="84" y="309"/>
                  </a:cubicBezTo>
                  <a:cubicBezTo>
                    <a:pt x="96" y="324"/>
                    <a:pt x="111" y="338"/>
                    <a:pt x="127" y="350"/>
                  </a:cubicBezTo>
                  <a:cubicBezTo>
                    <a:pt x="139" y="359"/>
                    <a:pt x="149" y="365"/>
                    <a:pt x="162" y="373"/>
                  </a:cubicBezTo>
                  <a:cubicBezTo>
                    <a:pt x="196" y="397"/>
                    <a:pt x="230" y="420"/>
                    <a:pt x="267" y="438"/>
                  </a:cubicBezTo>
                  <a:cubicBezTo>
                    <a:pt x="313" y="461"/>
                    <a:pt x="363" y="482"/>
                    <a:pt x="412" y="498"/>
                  </a:cubicBezTo>
                  <a:cubicBezTo>
                    <a:pt x="478" y="520"/>
                    <a:pt x="547" y="537"/>
                    <a:pt x="615" y="551"/>
                  </a:cubicBezTo>
                  <a:cubicBezTo>
                    <a:pt x="642" y="556"/>
                    <a:pt x="667" y="556"/>
                    <a:pt x="692" y="556"/>
                  </a:cubicBezTo>
                  <a:cubicBezTo>
                    <a:pt x="703" y="557"/>
                    <a:pt x="714" y="557"/>
                    <a:pt x="725" y="557"/>
                  </a:cubicBezTo>
                  <a:cubicBezTo>
                    <a:pt x="758" y="557"/>
                    <a:pt x="791" y="556"/>
                    <a:pt x="824" y="553"/>
                  </a:cubicBezTo>
                  <a:cubicBezTo>
                    <a:pt x="848" y="549"/>
                    <a:pt x="869" y="542"/>
                    <a:pt x="889" y="531"/>
                  </a:cubicBezTo>
                  <a:lnTo>
                    <a:pt x="889" y="531"/>
                  </a:lnTo>
                  <a:cubicBezTo>
                    <a:pt x="906" y="527"/>
                    <a:pt x="923" y="522"/>
                    <a:pt x="939" y="516"/>
                  </a:cubicBezTo>
                  <a:cubicBezTo>
                    <a:pt x="949" y="512"/>
                    <a:pt x="960" y="509"/>
                    <a:pt x="970" y="504"/>
                  </a:cubicBezTo>
                  <a:cubicBezTo>
                    <a:pt x="991" y="494"/>
                    <a:pt x="1005" y="482"/>
                    <a:pt x="1021" y="465"/>
                  </a:cubicBezTo>
                  <a:cubicBezTo>
                    <a:pt x="1041" y="444"/>
                    <a:pt x="1052" y="423"/>
                    <a:pt x="1058" y="397"/>
                  </a:cubicBezTo>
                  <a:lnTo>
                    <a:pt x="1058" y="397"/>
                  </a:lnTo>
                  <a:cubicBezTo>
                    <a:pt x="1065" y="381"/>
                    <a:pt x="1069" y="364"/>
                    <a:pt x="1065" y="344"/>
                  </a:cubicBezTo>
                  <a:cubicBezTo>
                    <a:pt x="1064" y="342"/>
                    <a:pt x="1064" y="340"/>
                    <a:pt x="1063" y="338"/>
                  </a:cubicBezTo>
                  <a:lnTo>
                    <a:pt x="1063" y="338"/>
                  </a:lnTo>
                  <a:cubicBezTo>
                    <a:pt x="1060" y="314"/>
                    <a:pt x="1046" y="284"/>
                    <a:pt x="1032" y="268"/>
                  </a:cubicBezTo>
                  <a:cubicBezTo>
                    <a:pt x="1013" y="246"/>
                    <a:pt x="992" y="230"/>
                    <a:pt x="965" y="218"/>
                  </a:cubicBezTo>
                  <a:cubicBezTo>
                    <a:pt x="955" y="214"/>
                    <a:pt x="945" y="209"/>
                    <a:pt x="937" y="206"/>
                  </a:cubicBezTo>
                  <a:cubicBezTo>
                    <a:pt x="930" y="202"/>
                    <a:pt x="923" y="199"/>
                    <a:pt x="915" y="197"/>
                  </a:cubicBezTo>
                  <a:lnTo>
                    <a:pt x="915" y="197"/>
                  </a:lnTo>
                  <a:cubicBezTo>
                    <a:pt x="908" y="191"/>
                    <a:pt x="899" y="186"/>
                    <a:pt x="890" y="182"/>
                  </a:cubicBezTo>
                  <a:cubicBezTo>
                    <a:pt x="869" y="168"/>
                    <a:pt x="846" y="160"/>
                    <a:pt x="821" y="158"/>
                  </a:cubicBezTo>
                  <a:lnTo>
                    <a:pt x="821" y="158"/>
                  </a:lnTo>
                  <a:cubicBezTo>
                    <a:pt x="774" y="146"/>
                    <a:pt x="728" y="131"/>
                    <a:pt x="681" y="121"/>
                  </a:cubicBezTo>
                  <a:cubicBezTo>
                    <a:pt x="660" y="118"/>
                    <a:pt x="638" y="114"/>
                    <a:pt x="617" y="109"/>
                  </a:cubicBezTo>
                  <a:lnTo>
                    <a:pt x="617" y="109"/>
                  </a:lnTo>
                  <a:cubicBezTo>
                    <a:pt x="583" y="101"/>
                    <a:pt x="551" y="92"/>
                    <a:pt x="519" y="82"/>
                  </a:cubicBezTo>
                  <a:cubicBezTo>
                    <a:pt x="499" y="76"/>
                    <a:pt x="480" y="71"/>
                    <a:pt x="462" y="64"/>
                  </a:cubicBezTo>
                  <a:cubicBezTo>
                    <a:pt x="451" y="60"/>
                    <a:pt x="442" y="58"/>
                    <a:pt x="431" y="53"/>
                  </a:cubicBezTo>
                  <a:cubicBezTo>
                    <a:pt x="414" y="47"/>
                    <a:pt x="397" y="42"/>
                    <a:pt x="379" y="39"/>
                  </a:cubicBezTo>
                  <a:lnTo>
                    <a:pt x="379" y="39"/>
                  </a:lnTo>
                  <a:lnTo>
                    <a:pt x="339" y="26"/>
                  </a:lnTo>
                  <a:cubicBezTo>
                    <a:pt x="329" y="22"/>
                    <a:pt x="318" y="19"/>
                    <a:pt x="308" y="15"/>
                  </a:cubicBezTo>
                  <a:cubicBezTo>
                    <a:pt x="284" y="7"/>
                    <a:pt x="258" y="0"/>
                    <a:pt x="23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209;p40"/>
            <p:cNvSpPr/>
            <p:nvPr/>
          </p:nvSpPr>
          <p:spPr>
            <a:xfrm>
              <a:off x="3917520" y="2530440"/>
              <a:ext cx="71640" cy="8748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637" h="793">
                  <a:moveTo>
                    <a:pt x="133" y="625"/>
                  </a:moveTo>
                  <a:cubicBezTo>
                    <a:pt x="133" y="625"/>
                    <a:pt x="131" y="628"/>
                    <a:pt x="130" y="630"/>
                  </a:cubicBezTo>
                  <a:lnTo>
                    <a:pt x="130" y="630"/>
                  </a:lnTo>
                  <a:cubicBezTo>
                    <a:pt x="130" y="629"/>
                    <a:pt x="131" y="628"/>
                    <a:pt x="132" y="628"/>
                  </a:cubicBezTo>
                  <a:cubicBezTo>
                    <a:pt x="133" y="626"/>
                    <a:pt x="133" y="625"/>
                    <a:pt x="133" y="625"/>
                  </a:cubicBezTo>
                  <a:close/>
                  <a:moveTo>
                    <a:pt x="130" y="630"/>
                  </a:moveTo>
                  <a:cubicBezTo>
                    <a:pt x="130" y="630"/>
                    <a:pt x="129" y="631"/>
                    <a:pt x="129" y="631"/>
                  </a:cubicBezTo>
                  <a:lnTo>
                    <a:pt x="129" y="631"/>
                  </a:lnTo>
                  <a:lnTo>
                    <a:pt x="129" y="631"/>
                  </a:lnTo>
                  <a:cubicBezTo>
                    <a:pt x="130" y="631"/>
                    <a:pt x="130" y="630"/>
                    <a:pt x="130" y="630"/>
                  </a:cubicBezTo>
                  <a:close/>
                  <a:moveTo>
                    <a:pt x="593" y="0"/>
                  </a:moveTo>
                  <a:cubicBezTo>
                    <a:pt x="582" y="0"/>
                    <a:pt x="571" y="4"/>
                    <a:pt x="564" y="14"/>
                  </a:cubicBezTo>
                  <a:cubicBezTo>
                    <a:pt x="545" y="40"/>
                    <a:pt x="534" y="69"/>
                    <a:pt x="520" y="98"/>
                  </a:cubicBezTo>
                  <a:cubicBezTo>
                    <a:pt x="511" y="119"/>
                    <a:pt x="500" y="140"/>
                    <a:pt x="489" y="161"/>
                  </a:cubicBezTo>
                  <a:lnTo>
                    <a:pt x="489" y="161"/>
                  </a:lnTo>
                  <a:cubicBezTo>
                    <a:pt x="456" y="197"/>
                    <a:pt x="434" y="246"/>
                    <a:pt x="406" y="287"/>
                  </a:cubicBezTo>
                  <a:cubicBezTo>
                    <a:pt x="378" y="331"/>
                    <a:pt x="347" y="374"/>
                    <a:pt x="314" y="414"/>
                  </a:cubicBezTo>
                  <a:cubicBezTo>
                    <a:pt x="297" y="435"/>
                    <a:pt x="281" y="455"/>
                    <a:pt x="265" y="475"/>
                  </a:cubicBezTo>
                  <a:lnTo>
                    <a:pt x="240" y="505"/>
                  </a:lnTo>
                  <a:cubicBezTo>
                    <a:pt x="236" y="508"/>
                    <a:pt x="232" y="513"/>
                    <a:pt x="228" y="518"/>
                  </a:cubicBezTo>
                  <a:cubicBezTo>
                    <a:pt x="226" y="520"/>
                    <a:pt x="216" y="530"/>
                    <a:pt x="216" y="530"/>
                  </a:cubicBezTo>
                  <a:cubicBezTo>
                    <a:pt x="216" y="530"/>
                    <a:pt x="217" y="529"/>
                    <a:pt x="219" y="526"/>
                  </a:cubicBezTo>
                  <a:cubicBezTo>
                    <a:pt x="222" y="524"/>
                    <a:pt x="223" y="522"/>
                    <a:pt x="223" y="522"/>
                  </a:cubicBezTo>
                  <a:lnTo>
                    <a:pt x="223" y="522"/>
                  </a:lnTo>
                  <a:cubicBezTo>
                    <a:pt x="223" y="522"/>
                    <a:pt x="214" y="531"/>
                    <a:pt x="213" y="533"/>
                  </a:cubicBezTo>
                  <a:cubicBezTo>
                    <a:pt x="204" y="541"/>
                    <a:pt x="195" y="551"/>
                    <a:pt x="187" y="561"/>
                  </a:cubicBezTo>
                  <a:lnTo>
                    <a:pt x="162" y="589"/>
                  </a:lnTo>
                  <a:cubicBezTo>
                    <a:pt x="149" y="603"/>
                    <a:pt x="140" y="614"/>
                    <a:pt x="131" y="631"/>
                  </a:cubicBezTo>
                  <a:lnTo>
                    <a:pt x="127" y="636"/>
                  </a:lnTo>
                  <a:lnTo>
                    <a:pt x="126" y="637"/>
                  </a:lnTo>
                  <a:cubicBezTo>
                    <a:pt x="127" y="635"/>
                    <a:pt x="128" y="633"/>
                    <a:pt x="129" y="631"/>
                  </a:cubicBezTo>
                  <a:lnTo>
                    <a:pt x="129" y="631"/>
                  </a:lnTo>
                  <a:lnTo>
                    <a:pt x="120" y="640"/>
                  </a:lnTo>
                  <a:cubicBezTo>
                    <a:pt x="96" y="664"/>
                    <a:pt x="66" y="684"/>
                    <a:pt x="50" y="713"/>
                  </a:cubicBezTo>
                  <a:cubicBezTo>
                    <a:pt x="50" y="713"/>
                    <a:pt x="50" y="713"/>
                    <a:pt x="50" y="713"/>
                  </a:cubicBezTo>
                  <a:lnTo>
                    <a:pt x="50" y="713"/>
                  </a:lnTo>
                  <a:cubicBezTo>
                    <a:pt x="50" y="714"/>
                    <a:pt x="50" y="714"/>
                    <a:pt x="49" y="714"/>
                  </a:cubicBezTo>
                  <a:cubicBezTo>
                    <a:pt x="48" y="715"/>
                    <a:pt x="47" y="719"/>
                    <a:pt x="44" y="720"/>
                  </a:cubicBezTo>
                  <a:cubicBezTo>
                    <a:pt x="38" y="725"/>
                    <a:pt x="33" y="731"/>
                    <a:pt x="27" y="737"/>
                  </a:cubicBezTo>
                  <a:cubicBezTo>
                    <a:pt x="20" y="748"/>
                    <a:pt x="12" y="760"/>
                    <a:pt x="4" y="771"/>
                  </a:cubicBezTo>
                  <a:cubicBezTo>
                    <a:pt x="1" y="781"/>
                    <a:pt x="5" y="792"/>
                    <a:pt x="15" y="792"/>
                  </a:cubicBezTo>
                  <a:cubicBezTo>
                    <a:pt x="28" y="792"/>
                    <a:pt x="44" y="792"/>
                    <a:pt x="58" y="791"/>
                  </a:cubicBezTo>
                  <a:cubicBezTo>
                    <a:pt x="66" y="791"/>
                    <a:pt x="73" y="788"/>
                    <a:pt x="81" y="787"/>
                  </a:cubicBezTo>
                  <a:cubicBezTo>
                    <a:pt x="83" y="786"/>
                    <a:pt x="88" y="786"/>
                    <a:pt x="90" y="785"/>
                  </a:cubicBezTo>
                  <a:cubicBezTo>
                    <a:pt x="92" y="783"/>
                    <a:pt x="94" y="783"/>
                    <a:pt x="94" y="782"/>
                  </a:cubicBezTo>
                  <a:lnTo>
                    <a:pt x="94" y="782"/>
                  </a:lnTo>
                  <a:cubicBezTo>
                    <a:pt x="94" y="782"/>
                    <a:pt x="95" y="782"/>
                    <a:pt x="95" y="782"/>
                  </a:cubicBezTo>
                  <a:cubicBezTo>
                    <a:pt x="97" y="783"/>
                    <a:pt x="99" y="783"/>
                    <a:pt x="101" y="783"/>
                  </a:cubicBezTo>
                  <a:cubicBezTo>
                    <a:pt x="120" y="783"/>
                    <a:pt x="139" y="773"/>
                    <a:pt x="155" y="764"/>
                  </a:cubicBezTo>
                  <a:cubicBezTo>
                    <a:pt x="170" y="757"/>
                    <a:pt x="185" y="748"/>
                    <a:pt x="201" y="741"/>
                  </a:cubicBezTo>
                  <a:cubicBezTo>
                    <a:pt x="204" y="738"/>
                    <a:pt x="209" y="736"/>
                    <a:pt x="212" y="735"/>
                  </a:cubicBezTo>
                  <a:cubicBezTo>
                    <a:pt x="213" y="734"/>
                    <a:pt x="213" y="734"/>
                    <a:pt x="213" y="734"/>
                  </a:cubicBezTo>
                  <a:lnTo>
                    <a:pt x="213" y="734"/>
                  </a:lnTo>
                  <a:cubicBezTo>
                    <a:pt x="223" y="730"/>
                    <a:pt x="233" y="729"/>
                    <a:pt x="241" y="722"/>
                  </a:cubicBezTo>
                  <a:cubicBezTo>
                    <a:pt x="261" y="712"/>
                    <a:pt x="280" y="699"/>
                    <a:pt x="297" y="687"/>
                  </a:cubicBezTo>
                  <a:cubicBezTo>
                    <a:pt x="325" y="669"/>
                    <a:pt x="349" y="645"/>
                    <a:pt x="372" y="622"/>
                  </a:cubicBezTo>
                  <a:cubicBezTo>
                    <a:pt x="423" y="571"/>
                    <a:pt x="468" y="517"/>
                    <a:pt x="506" y="456"/>
                  </a:cubicBezTo>
                  <a:cubicBezTo>
                    <a:pt x="545" y="396"/>
                    <a:pt x="575" y="331"/>
                    <a:pt x="597" y="264"/>
                  </a:cubicBezTo>
                  <a:cubicBezTo>
                    <a:pt x="602" y="252"/>
                    <a:pt x="605" y="238"/>
                    <a:pt x="607" y="226"/>
                  </a:cubicBezTo>
                  <a:lnTo>
                    <a:pt x="607" y="220"/>
                  </a:lnTo>
                  <a:cubicBezTo>
                    <a:pt x="608" y="217"/>
                    <a:pt x="608" y="215"/>
                    <a:pt x="607" y="215"/>
                  </a:cubicBezTo>
                  <a:cubicBezTo>
                    <a:pt x="607" y="215"/>
                    <a:pt x="606" y="217"/>
                    <a:pt x="605" y="219"/>
                  </a:cubicBezTo>
                  <a:cubicBezTo>
                    <a:pt x="605" y="221"/>
                    <a:pt x="604" y="222"/>
                    <a:pt x="604" y="222"/>
                  </a:cubicBezTo>
                  <a:cubicBezTo>
                    <a:pt x="604" y="222"/>
                    <a:pt x="604" y="220"/>
                    <a:pt x="605" y="217"/>
                  </a:cubicBezTo>
                  <a:cubicBezTo>
                    <a:pt x="607" y="215"/>
                    <a:pt x="607" y="210"/>
                    <a:pt x="608" y="208"/>
                  </a:cubicBezTo>
                  <a:cubicBezTo>
                    <a:pt x="614" y="187"/>
                    <a:pt x="618" y="167"/>
                    <a:pt x="621" y="148"/>
                  </a:cubicBezTo>
                  <a:cubicBezTo>
                    <a:pt x="630" y="109"/>
                    <a:pt x="637" y="71"/>
                    <a:pt x="630" y="30"/>
                  </a:cubicBezTo>
                  <a:cubicBezTo>
                    <a:pt x="627" y="11"/>
                    <a:pt x="610" y="0"/>
                    <a:pt x="59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920" bIns="43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210;p40"/>
            <p:cNvSpPr/>
            <p:nvPr/>
          </p:nvSpPr>
          <p:spPr>
            <a:xfrm>
              <a:off x="3966120" y="2525040"/>
              <a:ext cx="102240" cy="9180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91800"/>
                <a:gd name="textAreaBottom" fmla="*/ 92160 h 91800"/>
              </a:gdLst>
              <a:ahLst/>
              <a:cxnLst/>
              <a:rect l="textAreaLeft" t="textAreaTop" r="textAreaRight" b="textAreaBottom"/>
              <a:pathLst>
                <a:path w="905" h="832">
                  <a:moveTo>
                    <a:pt x="174" y="16"/>
                  </a:moveTo>
                  <a:lnTo>
                    <a:pt x="174" y="16"/>
                  </a:lnTo>
                  <a:cubicBezTo>
                    <a:pt x="174" y="16"/>
                    <a:pt x="174" y="16"/>
                    <a:pt x="174" y="16"/>
                  </a:cubicBezTo>
                  <a:lnTo>
                    <a:pt x="174" y="16"/>
                  </a:lnTo>
                  <a:cubicBezTo>
                    <a:pt x="174" y="16"/>
                    <a:pt x="174" y="16"/>
                    <a:pt x="173" y="16"/>
                  </a:cubicBezTo>
                  <a:lnTo>
                    <a:pt x="173" y="16"/>
                  </a:lnTo>
                  <a:cubicBezTo>
                    <a:pt x="174" y="16"/>
                    <a:pt x="174" y="16"/>
                    <a:pt x="174" y="16"/>
                  </a:cubicBezTo>
                  <a:close/>
                  <a:moveTo>
                    <a:pt x="42" y="120"/>
                  </a:moveTo>
                  <a:lnTo>
                    <a:pt x="42" y="120"/>
                  </a:lnTo>
                  <a:cubicBezTo>
                    <a:pt x="41" y="124"/>
                    <a:pt x="40" y="128"/>
                    <a:pt x="39" y="133"/>
                  </a:cubicBezTo>
                  <a:lnTo>
                    <a:pt x="39" y="133"/>
                  </a:lnTo>
                  <a:cubicBezTo>
                    <a:pt x="40" y="128"/>
                    <a:pt x="41" y="124"/>
                    <a:pt x="42" y="120"/>
                  </a:cubicBezTo>
                  <a:close/>
                  <a:moveTo>
                    <a:pt x="669" y="813"/>
                  </a:moveTo>
                  <a:lnTo>
                    <a:pt x="669" y="813"/>
                  </a:lnTo>
                  <a:cubicBezTo>
                    <a:pt x="671" y="813"/>
                    <a:pt x="672" y="814"/>
                    <a:pt x="674" y="814"/>
                  </a:cubicBezTo>
                  <a:lnTo>
                    <a:pt x="674" y="814"/>
                  </a:lnTo>
                  <a:cubicBezTo>
                    <a:pt x="672" y="814"/>
                    <a:pt x="671" y="813"/>
                    <a:pt x="669" y="813"/>
                  </a:cubicBezTo>
                  <a:close/>
                  <a:moveTo>
                    <a:pt x="164" y="0"/>
                  </a:moveTo>
                  <a:cubicBezTo>
                    <a:pt x="123" y="0"/>
                    <a:pt x="84" y="17"/>
                    <a:pt x="55" y="47"/>
                  </a:cubicBezTo>
                  <a:cubicBezTo>
                    <a:pt x="15" y="87"/>
                    <a:pt x="0" y="154"/>
                    <a:pt x="25" y="208"/>
                  </a:cubicBezTo>
                  <a:cubicBezTo>
                    <a:pt x="28" y="212"/>
                    <a:pt x="30" y="217"/>
                    <a:pt x="32" y="221"/>
                  </a:cubicBezTo>
                  <a:lnTo>
                    <a:pt x="32" y="221"/>
                  </a:lnTo>
                  <a:cubicBezTo>
                    <a:pt x="35" y="234"/>
                    <a:pt x="39" y="247"/>
                    <a:pt x="44" y="259"/>
                  </a:cubicBezTo>
                  <a:cubicBezTo>
                    <a:pt x="54" y="280"/>
                    <a:pt x="64" y="292"/>
                    <a:pt x="77" y="309"/>
                  </a:cubicBezTo>
                  <a:cubicBezTo>
                    <a:pt x="87" y="322"/>
                    <a:pt x="98" y="334"/>
                    <a:pt x="108" y="345"/>
                  </a:cubicBezTo>
                  <a:cubicBezTo>
                    <a:pt x="129" y="369"/>
                    <a:pt x="147" y="393"/>
                    <a:pt x="168" y="417"/>
                  </a:cubicBezTo>
                  <a:cubicBezTo>
                    <a:pt x="189" y="443"/>
                    <a:pt x="208" y="466"/>
                    <a:pt x="230" y="489"/>
                  </a:cubicBezTo>
                  <a:cubicBezTo>
                    <a:pt x="263" y="523"/>
                    <a:pt x="296" y="558"/>
                    <a:pt x="332" y="591"/>
                  </a:cubicBezTo>
                  <a:cubicBezTo>
                    <a:pt x="355" y="613"/>
                    <a:pt x="378" y="635"/>
                    <a:pt x="401" y="655"/>
                  </a:cubicBezTo>
                  <a:cubicBezTo>
                    <a:pt x="425" y="677"/>
                    <a:pt x="447" y="702"/>
                    <a:pt x="472" y="718"/>
                  </a:cubicBezTo>
                  <a:cubicBezTo>
                    <a:pt x="511" y="745"/>
                    <a:pt x="554" y="764"/>
                    <a:pt x="595" y="789"/>
                  </a:cubicBezTo>
                  <a:lnTo>
                    <a:pt x="632" y="808"/>
                  </a:lnTo>
                  <a:cubicBezTo>
                    <a:pt x="655" y="821"/>
                    <a:pt x="685" y="828"/>
                    <a:pt x="714" y="828"/>
                  </a:cubicBezTo>
                  <a:cubicBezTo>
                    <a:pt x="716" y="828"/>
                    <a:pt x="719" y="828"/>
                    <a:pt x="721" y="828"/>
                  </a:cubicBezTo>
                  <a:lnTo>
                    <a:pt x="721" y="828"/>
                  </a:lnTo>
                  <a:cubicBezTo>
                    <a:pt x="727" y="829"/>
                    <a:pt x="733" y="830"/>
                    <a:pt x="739" y="830"/>
                  </a:cubicBezTo>
                  <a:cubicBezTo>
                    <a:pt x="745" y="831"/>
                    <a:pt x="752" y="831"/>
                    <a:pt x="758" y="831"/>
                  </a:cubicBezTo>
                  <a:cubicBezTo>
                    <a:pt x="772" y="831"/>
                    <a:pt x="786" y="830"/>
                    <a:pt x="801" y="829"/>
                  </a:cubicBezTo>
                  <a:cubicBezTo>
                    <a:pt x="827" y="827"/>
                    <a:pt x="852" y="810"/>
                    <a:pt x="869" y="792"/>
                  </a:cubicBezTo>
                  <a:cubicBezTo>
                    <a:pt x="888" y="774"/>
                    <a:pt x="904" y="746"/>
                    <a:pt x="904" y="719"/>
                  </a:cubicBezTo>
                  <a:cubicBezTo>
                    <a:pt x="904" y="698"/>
                    <a:pt x="904" y="680"/>
                    <a:pt x="901" y="659"/>
                  </a:cubicBezTo>
                  <a:cubicBezTo>
                    <a:pt x="900" y="650"/>
                    <a:pt x="898" y="641"/>
                    <a:pt x="895" y="633"/>
                  </a:cubicBezTo>
                  <a:lnTo>
                    <a:pt x="895" y="633"/>
                  </a:lnTo>
                  <a:cubicBezTo>
                    <a:pt x="895" y="628"/>
                    <a:pt x="894" y="623"/>
                    <a:pt x="893" y="618"/>
                  </a:cubicBezTo>
                  <a:cubicBezTo>
                    <a:pt x="888" y="582"/>
                    <a:pt x="871" y="556"/>
                    <a:pt x="851" y="527"/>
                  </a:cubicBezTo>
                  <a:cubicBezTo>
                    <a:pt x="844" y="514"/>
                    <a:pt x="834" y="501"/>
                    <a:pt x="826" y="488"/>
                  </a:cubicBezTo>
                  <a:cubicBezTo>
                    <a:pt x="807" y="461"/>
                    <a:pt x="790" y="435"/>
                    <a:pt x="771" y="411"/>
                  </a:cubicBezTo>
                  <a:cubicBezTo>
                    <a:pt x="742" y="373"/>
                    <a:pt x="701" y="344"/>
                    <a:pt x="667" y="312"/>
                  </a:cubicBezTo>
                  <a:cubicBezTo>
                    <a:pt x="643" y="291"/>
                    <a:pt x="619" y="269"/>
                    <a:pt x="595" y="248"/>
                  </a:cubicBezTo>
                  <a:cubicBezTo>
                    <a:pt x="571" y="228"/>
                    <a:pt x="547" y="208"/>
                    <a:pt x="521" y="188"/>
                  </a:cubicBezTo>
                  <a:cubicBezTo>
                    <a:pt x="497" y="169"/>
                    <a:pt x="470" y="152"/>
                    <a:pt x="443" y="133"/>
                  </a:cubicBezTo>
                  <a:lnTo>
                    <a:pt x="365" y="80"/>
                  </a:lnTo>
                  <a:lnTo>
                    <a:pt x="327" y="55"/>
                  </a:lnTo>
                  <a:cubicBezTo>
                    <a:pt x="310" y="43"/>
                    <a:pt x="293" y="32"/>
                    <a:pt x="273" y="23"/>
                  </a:cubicBezTo>
                  <a:cubicBezTo>
                    <a:pt x="256" y="16"/>
                    <a:pt x="239" y="13"/>
                    <a:pt x="222" y="12"/>
                  </a:cubicBezTo>
                  <a:lnTo>
                    <a:pt x="222" y="12"/>
                  </a:lnTo>
                  <a:cubicBezTo>
                    <a:pt x="220" y="11"/>
                    <a:pt x="219" y="11"/>
                    <a:pt x="217" y="10"/>
                  </a:cubicBezTo>
                  <a:cubicBezTo>
                    <a:pt x="199" y="4"/>
                    <a:pt x="181" y="0"/>
                    <a:pt x="16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080" bIns="46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211;p40"/>
            <p:cNvSpPr/>
            <p:nvPr/>
          </p:nvSpPr>
          <p:spPr>
            <a:xfrm>
              <a:off x="3288600" y="1764000"/>
              <a:ext cx="109080" cy="9864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967" h="893">
                  <a:moveTo>
                    <a:pt x="268" y="34"/>
                  </a:moveTo>
                  <a:lnTo>
                    <a:pt x="268" y="34"/>
                  </a:lnTo>
                  <a:cubicBezTo>
                    <a:pt x="279" y="36"/>
                    <a:pt x="291" y="39"/>
                    <a:pt x="302" y="41"/>
                  </a:cubicBezTo>
                  <a:lnTo>
                    <a:pt x="302" y="41"/>
                  </a:lnTo>
                  <a:cubicBezTo>
                    <a:pt x="291" y="39"/>
                    <a:pt x="279" y="37"/>
                    <a:pt x="268" y="34"/>
                  </a:cubicBezTo>
                  <a:close/>
                  <a:moveTo>
                    <a:pt x="313" y="44"/>
                  </a:moveTo>
                  <a:lnTo>
                    <a:pt x="313" y="44"/>
                  </a:lnTo>
                  <a:cubicBezTo>
                    <a:pt x="313" y="44"/>
                    <a:pt x="314" y="45"/>
                    <a:pt x="314" y="45"/>
                  </a:cubicBezTo>
                  <a:cubicBezTo>
                    <a:pt x="314" y="45"/>
                    <a:pt x="313" y="44"/>
                    <a:pt x="313" y="44"/>
                  </a:cubicBezTo>
                  <a:close/>
                  <a:moveTo>
                    <a:pt x="121" y="316"/>
                  </a:moveTo>
                  <a:cubicBezTo>
                    <a:pt x="127" y="322"/>
                    <a:pt x="133" y="328"/>
                    <a:pt x="140" y="335"/>
                  </a:cubicBezTo>
                  <a:cubicBezTo>
                    <a:pt x="133" y="329"/>
                    <a:pt x="127" y="322"/>
                    <a:pt x="121" y="316"/>
                  </a:cubicBezTo>
                  <a:close/>
                  <a:moveTo>
                    <a:pt x="241" y="436"/>
                  </a:moveTo>
                  <a:lnTo>
                    <a:pt x="241" y="436"/>
                  </a:lnTo>
                  <a:cubicBezTo>
                    <a:pt x="244" y="439"/>
                    <a:pt x="247" y="442"/>
                    <a:pt x="251" y="446"/>
                  </a:cubicBezTo>
                  <a:cubicBezTo>
                    <a:pt x="247" y="442"/>
                    <a:pt x="244" y="439"/>
                    <a:pt x="241" y="436"/>
                  </a:cubicBezTo>
                  <a:close/>
                  <a:moveTo>
                    <a:pt x="352" y="540"/>
                  </a:moveTo>
                  <a:lnTo>
                    <a:pt x="353" y="541"/>
                  </a:lnTo>
                  <a:cubicBezTo>
                    <a:pt x="352" y="541"/>
                    <a:pt x="352" y="541"/>
                    <a:pt x="352" y="540"/>
                  </a:cubicBezTo>
                  <a:close/>
                  <a:moveTo>
                    <a:pt x="174" y="1"/>
                  </a:moveTo>
                  <a:cubicBezTo>
                    <a:pt x="159" y="1"/>
                    <a:pt x="144" y="3"/>
                    <a:pt x="131" y="7"/>
                  </a:cubicBezTo>
                  <a:lnTo>
                    <a:pt x="131" y="7"/>
                  </a:lnTo>
                  <a:cubicBezTo>
                    <a:pt x="128" y="7"/>
                    <a:pt x="125" y="7"/>
                    <a:pt x="123" y="7"/>
                  </a:cubicBezTo>
                  <a:cubicBezTo>
                    <a:pt x="80" y="7"/>
                    <a:pt x="41" y="32"/>
                    <a:pt x="21" y="68"/>
                  </a:cubicBezTo>
                  <a:cubicBezTo>
                    <a:pt x="0" y="104"/>
                    <a:pt x="2" y="145"/>
                    <a:pt x="21" y="181"/>
                  </a:cubicBezTo>
                  <a:lnTo>
                    <a:pt x="21" y="181"/>
                  </a:lnTo>
                  <a:cubicBezTo>
                    <a:pt x="23" y="195"/>
                    <a:pt x="27" y="208"/>
                    <a:pt x="34" y="222"/>
                  </a:cubicBezTo>
                  <a:cubicBezTo>
                    <a:pt x="47" y="248"/>
                    <a:pt x="64" y="265"/>
                    <a:pt x="86" y="285"/>
                  </a:cubicBezTo>
                  <a:cubicBezTo>
                    <a:pt x="90" y="287"/>
                    <a:pt x="93" y="292"/>
                    <a:pt x="97" y="294"/>
                  </a:cubicBezTo>
                  <a:cubicBezTo>
                    <a:pt x="101" y="298"/>
                    <a:pt x="106" y="302"/>
                    <a:pt x="110" y="306"/>
                  </a:cubicBezTo>
                  <a:lnTo>
                    <a:pt x="110" y="306"/>
                  </a:lnTo>
                  <a:cubicBezTo>
                    <a:pt x="119" y="316"/>
                    <a:pt x="124" y="326"/>
                    <a:pt x="131" y="336"/>
                  </a:cubicBezTo>
                  <a:cubicBezTo>
                    <a:pt x="146" y="354"/>
                    <a:pt x="173" y="374"/>
                    <a:pt x="191" y="391"/>
                  </a:cubicBezTo>
                  <a:cubicBezTo>
                    <a:pt x="204" y="401"/>
                    <a:pt x="216" y="413"/>
                    <a:pt x="228" y="424"/>
                  </a:cubicBezTo>
                  <a:lnTo>
                    <a:pt x="228" y="424"/>
                  </a:lnTo>
                  <a:cubicBezTo>
                    <a:pt x="242" y="439"/>
                    <a:pt x="255" y="454"/>
                    <a:pt x="272" y="468"/>
                  </a:cubicBezTo>
                  <a:cubicBezTo>
                    <a:pt x="281" y="475"/>
                    <a:pt x="290" y="484"/>
                    <a:pt x="299" y="492"/>
                  </a:cubicBezTo>
                  <a:lnTo>
                    <a:pt x="316" y="508"/>
                  </a:lnTo>
                  <a:lnTo>
                    <a:pt x="316" y="508"/>
                  </a:lnTo>
                  <a:cubicBezTo>
                    <a:pt x="316" y="507"/>
                    <a:pt x="315" y="507"/>
                    <a:pt x="314" y="506"/>
                  </a:cubicBezTo>
                  <a:lnTo>
                    <a:pt x="314" y="506"/>
                  </a:lnTo>
                  <a:cubicBezTo>
                    <a:pt x="345" y="536"/>
                    <a:pt x="377" y="567"/>
                    <a:pt x="408" y="599"/>
                  </a:cubicBezTo>
                  <a:cubicBezTo>
                    <a:pt x="422" y="615"/>
                    <a:pt x="436" y="629"/>
                    <a:pt x="452" y="644"/>
                  </a:cubicBezTo>
                  <a:cubicBezTo>
                    <a:pt x="473" y="666"/>
                    <a:pt x="495" y="685"/>
                    <a:pt x="517" y="704"/>
                  </a:cubicBezTo>
                  <a:lnTo>
                    <a:pt x="517" y="704"/>
                  </a:lnTo>
                  <a:cubicBezTo>
                    <a:pt x="527" y="714"/>
                    <a:pt x="538" y="724"/>
                    <a:pt x="548" y="734"/>
                  </a:cubicBezTo>
                  <a:lnTo>
                    <a:pt x="574" y="760"/>
                  </a:lnTo>
                  <a:cubicBezTo>
                    <a:pt x="586" y="772"/>
                    <a:pt x="598" y="783"/>
                    <a:pt x="611" y="795"/>
                  </a:cubicBezTo>
                  <a:cubicBezTo>
                    <a:pt x="620" y="800"/>
                    <a:pt x="628" y="806"/>
                    <a:pt x="638" y="810"/>
                  </a:cubicBezTo>
                  <a:cubicBezTo>
                    <a:pt x="650" y="817"/>
                    <a:pt x="663" y="822"/>
                    <a:pt x="675" y="826"/>
                  </a:cubicBezTo>
                  <a:lnTo>
                    <a:pt x="675" y="826"/>
                  </a:lnTo>
                  <a:cubicBezTo>
                    <a:pt x="679" y="829"/>
                    <a:pt x="682" y="831"/>
                    <a:pt x="686" y="833"/>
                  </a:cubicBezTo>
                  <a:cubicBezTo>
                    <a:pt x="704" y="846"/>
                    <a:pt x="722" y="855"/>
                    <a:pt x="740" y="865"/>
                  </a:cubicBezTo>
                  <a:cubicBezTo>
                    <a:pt x="756" y="873"/>
                    <a:pt x="774" y="878"/>
                    <a:pt x="792" y="879"/>
                  </a:cubicBezTo>
                  <a:lnTo>
                    <a:pt x="792" y="879"/>
                  </a:lnTo>
                  <a:cubicBezTo>
                    <a:pt x="793" y="880"/>
                    <a:pt x="793" y="880"/>
                    <a:pt x="794" y="880"/>
                  </a:cubicBezTo>
                  <a:cubicBezTo>
                    <a:pt x="810" y="886"/>
                    <a:pt x="826" y="888"/>
                    <a:pt x="841" y="891"/>
                  </a:cubicBezTo>
                  <a:cubicBezTo>
                    <a:pt x="846" y="892"/>
                    <a:pt x="850" y="892"/>
                    <a:pt x="854" y="892"/>
                  </a:cubicBezTo>
                  <a:cubicBezTo>
                    <a:pt x="906" y="892"/>
                    <a:pt x="948" y="849"/>
                    <a:pt x="957" y="798"/>
                  </a:cubicBezTo>
                  <a:cubicBezTo>
                    <a:pt x="958" y="785"/>
                    <a:pt x="959" y="773"/>
                    <a:pt x="958" y="761"/>
                  </a:cubicBezTo>
                  <a:lnTo>
                    <a:pt x="958" y="761"/>
                  </a:lnTo>
                  <a:cubicBezTo>
                    <a:pt x="967" y="714"/>
                    <a:pt x="952" y="666"/>
                    <a:pt x="933" y="620"/>
                  </a:cubicBezTo>
                  <a:lnTo>
                    <a:pt x="933" y="620"/>
                  </a:lnTo>
                  <a:cubicBezTo>
                    <a:pt x="933" y="615"/>
                    <a:pt x="932" y="611"/>
                    <a:pt x="932" y="606"/>
                  </a:cubicBezTo>
                  <a:cubicBezTo>
                    <a:pt x="927" y="572"/>
                    <a:pt x="908" y="535"/>
                    <a:pt x="888" y="507"/>
                  </a:cubicBezTo>
                  <a:cubicBezTo>
                    <a:pt x="881" y="497"/>
                    <a:pt x="874" y="489"/>
                    <a:pt x="867" y="480"/>
                  </a:cubicBezTo>
                  <a:cubicBezTo>
                    <a:pt x="854" y="463"/>
                    <a:pt x="841" y="447"/>
                    <a:pt x="827" y="430"/>
                  </a:cubicBezTo>
                  <a:cubicBezTo>
                    <a:pt x="812" y="413"/>
                    <a:pt x="800" y="392"/>
                    <a:pt x="783" y="376"/>
                  </a:cubicBezTo>
                  <a:cubicBezTo>
                    <a:pt x="756" y="350"/>
                    <a:pt x="728" y="323"/>
                    <a:pt x="700" y="298"/>
                  </a:cubicBezTo>
                  <a:cubicBezTo>
                    <a:pt x="667" y="270"/>
                    <a:pt x="633" y="240"/>
                    <a:pt x="598" y="215"/>
                  </a:cubicBezTo>
                  <a:cubicBezTo>
                    <a:pt x="556" y="182"/>
                    <a:pt x="514" y="149"/>
                    <a:pt x="467" y="123"/>
                  </a:cubicBezTo>
                  <a:lnTo>
                    <a:pt x="467" y="123"/>
                  </a:lnTo>
                  <a:cubicBezTo>
                    <a:pt x="451" y="114"/>
                    <a:pt x="436" y="106"/>
                    <a:pt x="421" y="96"/>
                  </a:cubicBezTo>
                  <a:cubicBezTo>
                    <a:pt x="409" y="90"/>
                    <a:pt x="398" y="83"/>
                    <a:pt x="386" y="75"/>
                  </a:cubicBezTo>
                  <a:cubicBezTo>
                    <a:pt x="366" y="64"/>
                    <a:pt x="351" y="54"/>
                    <a:pt x="331" y="48"/>
                  </a:cubicBezTo>
                  <a:cubicBezTo>
                    <a:pt x="323" y="46"/>
                    <a:pt x="315" y="44"/>
                    <a:pt x="307" y="42"/>
                  </a:cubicBezTo>
                  <a:lnTo>
                    <a:pt x="307" y="42"/>
                  </a:lnTo>
                  <a:cubicBezTo>
                    <a:pt x="290" y="37"/>
                    <a:pt x="275" y="28"/>
                    <a:pt x="259" y="21"/>
                  </a:cubicBezTo>
                  <a:cubicBezTo>
                    <a:pt x="244" y="14"/>
                    <a:pt x="232" y="10"/>
                    <a:pt x="216" y="6"/>
                  </a:cubicBezTo>
                  <a:cubicBezTo>
                    <a:pt x="202" y="3"/>
                    <a:pt x="187" y="1"/>
                    <a:pt x="17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212;p40"/>
            <p:cNvSpPr/>
            <p:nvPr/>
          </p:nvSpPr>
          <p:spPr>
            <a:xfrm>
              <a:off x="3358440" y="1764000"/>
              <a:ext cx="53280" cy="10800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08000"/>
                <a:gd name="textAreaBottom" fmla="*/ 108360 h 108000"/>
              </a:gdLst>
              <a:ahLst/>
              <a:cxnLst/>
              <a:rect l="textAreaLeft" t="textAreaTop" r="textAreaRight" b="textAreaBottom"/>
              <a:pathLst>
                <a:path w="474" h="978">
                  <a:moveTo>
                    <a:pt x="163" y="755"/>
                  </a:moveTo>
                  <a:lnTo>
                    <a:pt x="163" y="755"/>
                  </a:lnTo>
                  <a:cubicBezTo>
                    <a:pt x="165" y="762"/>
                    <a:pt x="167" y="768"/>
                    <a:pt x="169" y="774"/>
                  </a:cubicBezTo>
                  <a:lnTo>
                    <a:pt x="169" y="774"/>
                  </a:lnTo>
                  <a:cubicBezTo>
                    <a:pt x="167" y="768"/>
                    <a:pt x="165" y="762"/>
                    <a:pt x="163" y="755"/>
                  </a:cubicBezTo>
                  <a:close/>
                  <a:moveTo>
                    <a:pt x="100" y="1"/>
                  </a:moveTo>
                  <a:cubicBezTo>
                    <a:pt x="88" y="1"/>
                    <a:pt x="76" y="3"/>
                    <a:pt x="65" y="8"/>
                  </a:cubicBezTo>
                  <a:cubicBezTo>
                    <a:pt x="60" y="14"/>
                    <a:pt x="54" y="17"/>
                    <a:pt x="50" y="21"/>
                  </a:cubicBezTo>
                  <a:lnTo>
                    <a:pt x="48" y="24"/>
                  </a:lnTo>
                  <a:cubicBezTo>
                    <a:pt x="32" y="40"/>
                    <a:pt x="15" y="63"/>
                    <a:pt x="14" y="87"/>
                  </a:cubicBezTo>
                  <a:lnTo>
                    <a:pt x="14" y="87"/>
                  </a:lnTo>
                  <a:cubicBezTo>
                    <a:pt x="4" y="111"/>
                    <a:pt x="0" y="136"/>
                    <a:pt x="4" y="162"/>
                  </a:cubicBezTo>
                  <a:cubicBezTo>
                    <a:pt x="4" y="166"/>
                    <a:pt x="5" y="170"/>
                    <a:pt x="6" y="174"/>
                  </a:cubicBezTo>
                  <a:lnTo>
                    <a:pt x="6" y="174"/>
                  </a:lnTo>
                  <a:cubicBezTo>
                    <a:pt x="5" y="193"/>
                    <a:pt x="7" y="212"/>
                    <a:pt x="12" y="230"/>
                  </a:cubicBezTo>
                  <a:cubicBezTo>
                    <a:pt x="16" y="243"/>
                    <a:pt x="20" y="258"/>
                    <a:pt x="26" y="271"/>
                  </a:cubicBezTo>
                  <a:lnTo>
                    <a:pt x="32" y="289"/>
                  </a:lnTo>
                  <a:lnTo>
                    <a:pt x="32" y="289"/>
                  </a:lnTo>
                  <a:cubicBezTo>
                    <a:pt x="32" y="294"/>
                    <a:pt x="32" y="299"/>
                    <a:pt x="32" y="304"/>
                  </a:cubicBezTo>
                  <a:cubicBezTo>
                    <a:pt x="33" y="320"/>
                    <a:pt x="39" y="335"/>
                    <a:pt x="44" y="350"/>
                  </a:cubicBezTo>
                  <a:lnTo>
                    <a:pt x="44" y="350"/>
                  </a:lnTo>
                  <a:cubicBezTo>
                    <a:pt x="54" y="389"/>
                    <a:pt x="62" y="428"/>
                    <a:pt x="72" y="468"/>
                  </a:cubicBezTo>
                  <a:cubicBezTo>
                    <a:pt x="80" y="492"/>
                    <a:pt x="83" y="515"/>
                    <a:pt x="89" y="540"/>
                  </a:cubicBezTo>
                  <a:cubicBezTo>
                    <a:pt x="94" y="565"/>
                    <a:pt x="103" y="589"/>
                    <a:pt x="111" y="614"/>
                  </a:cubicBezTo>
                  <a:lnTo>
                    <a:pt x="111" y="614"/>
                  </a:lnTo>
                  <a:cubicBezTo>
                    <a:pt x="111" y="611"/>
                    <a:pt x="110" y="609"/>
                    <a:pt x="109" y="607"/>
                  </a:cubicBezTo>
                  <a:lnTo>
                    <a:pt x="109" y="607"/>
                  </a:lnTo>
                  <a:cubicBezTo>
                    <a:pt x="110" y="610"/>
                    <a:pt x="112" y="614"/>
                    <a:pt x="113" y="617"/>
                  </a:cubicBezTo>
                  <a:lnTo>
                    <a:pt x="113" y="617"/>
                  </a:lnTo>
                  <a:cubicBezTo>
                    <a:pt x="112" y="616"/>
                    <a:pt x="112" y="615"/>
                    <a:pt x="111" y="614"/>
                  </a:cubicBezTo>
                  <a:lnTo>
                    <a:pt x="111" y="614"/>
                  </a:lnTo>
                  <a:cubicBezTo>
                    <a:pt x="112" y="617"/>
                    <a:pt x="113" y="621"/>
                    <a:pt x="115" y="624"/>
                  </a:cubicBezTo>
                  <a:lnTo>
                    <a:pt x="115" y="624"/>
                  </a:lnTo>
                  <a:cubicBezTo>
                    <a:pt x="114" y="622"/>
                    <a:pt x="113" y="619"/>
                    <a:pt x="113" y="617"/>
                  </a:cubicBezTo>
                  <a:lnTo>
                    <a:pt x="113" y="617"/>
                  </a:lnTo>
                  <a:cubicBezTo>
                    <a:pt x="116" y="629"/>
                    <a:pt x="120" y="640"/>
                    <a:pt x="124" y="652"/>
                  </a:cubicBezTo>
                  <a:cubicBezTo>
                    <a:pt x="121" y="643"/>
                    <a:pt x="118" y="634"/>
                    <a:pt x="115" y="624"/>
                  </a:cubicBezTo>
                  <a:lnTo>
                    <a:pt x="115" y="624"/>
                  </a:lnTo>
                  <a:cubicBezTo>
                    <a:pt x="121" y="645"/>
                    <a:pt x="126" y="667"/>
                    <a:pt x="131" y="688"/>
                  </a:cubicBezTo>
                  <a:cubicBezTo>
                    <a:pt x="137" y="712"/>
                    <a:pt x="146" y="738"/>
                    <a:pt x="153" y="762"/>
                  </a:cubicBezTo>
                  <a:cubicBezTo>
                    <a:pt x="158" y="778"/>
                    <a:pt x="167" y="792"/>
                    <a:pt x="177" y="805"/>
                  </a:cubicBezTo>
                  <a:lnTo>
                    <a:pt x="177" y="805"/>
                  </a:lnTo>
                  <a:cubicBezTo>
                    <a:pt x="180" y="814"/>
                    <a:pt x="182" y="823"/>
                    <a:pt x="185" y="832"/>
                  </a:cubicBezTo>
                  <a:cubicBezTo>
                    <a:pt x="193" y="861"/>
                    <a:pt x="198" y="887"/>
                    <a:pt x="218" y="910"/>
                  </a:cubicBezTo>
                  <a:cubicBezTo>
                    <a:pt x="222" y="915"/>
                    <a:pt x="225" y="920"/>
                    <a:pt x="229" y="924"/>
                  </a:cubicBezTo>
                  <a:lnTo>
                    <a:pt x="229" y="924"/>
                  </a:lnTo>
                  <a:cubicBezTo>
                    <a:pt x="235" y="934"/>
                    <a:pt x="242" y="944"/>
                    <a:pt x="249" y="954"/>
                  </a:cubicBezTo>
                  <a:cubicBezTo>
                    <a:pt x="261" y="969"/>
                    <a:pt x="280" y="977"/>
                    <a:pt x="299" y="977"/>
                  </a:cubicBezTo>
                  <a:cubicBezTo>
                    <a:pt x="313" y="977"/>
                    <a:pt x="327" y="973"/>
                    <a:pt x="338" y="964"/>
                  </a:cubicBezTo>
                  <a:cubicBezTo>
                    <a:pt x="346" y="957"/>
                    <a:pt x="355" y="949"/>
                    <a:pt x="362" y="940"/>
                  </a:cubicBezTo>
                  <a:lnTo>
                    <a:pt x="362" y="940"/>
                  </a:lnTo>
                  <a:cubicBezTo>
                    <a:pt x="393" y="920"/>
                    <a:pt x="413" y="883"/>
                    <a:pt x="423" y="851"/>
                  </a:cubicBezTo>
                  <a:cubicBezTo>
                    <a:pt x="430" y="832"/>
                    <a:pt x="435" y="813"/>
                    <a:pt x="440" y="794"/>
                  </a:cubicBezTo>
                  <a:lnTo>
                    <a:pt x="440" y="794"/>
                  </a:lnTo>
                  <a:cubicBezTo>
                    <a:pt x="453" y="771"/>
                    <a:pt x="461" y="750"/>
                    <a:pt x="466" y="721"/>
                  </a:cubicBezTo>
                  <a:cubicBezTo>
                    <a:pt x="468" y="708"/>
                    <a:pt x="471" y="695"/>
                    <a:pt x="472" y="682"/>
                  </a:cubicBezTo>
                  <a:cubicBezTo>
                    <a:pt x="473" y="656"/>
                    <a:pt x="473" y="632"/>
                    <a:pt x="473" y="609"/>
                  </a:cubicBezTo>
                  <a:cubicBezTo>
                    <a:pt x="473" y="569"/>
                    <a:pt x="474" y="525"/>
                    <a:pt x="467" y="485"/>
                  </a:cubicBezTo>
                  <a:cubicBezTo>
                    <a:pt x="463" y="461"/>
                    <a:pt x="455" y="435"/>
                    <a:pt x="447" y="409"/>
                  </a:cubicBezTo>
                  <a:cubicBezTo>
                    <a:pt x="434" y="370"/>
                    <a:pt x="423" y="335"/>
                    <a:pt x="406" y="296"/>
                  </a:cubicBezTo>
                  <a:cubicBezTo>
                    <a:pt x="395" y="272"/>
                    <a:pt x="384" y="249"/>
                    <a:pt x="372" y="226"/>
                  </a:cubicBezTo>
                  <a:cubicBezTo>
                    <a:pt x="359" y="204"/>
                    <a:pt x="347" y="181"/>
                    <a:pt x="330" y="162"/>
                  </a:cubicBezTo>
                  <a:cubicBezTo>
                    <a:pt x="320" y="153"/>
                    <a:pt x="315" y="142"/>
                    <a:pt x="307" y="131"/>
                  </a:cubicBezTo>
                  <a:cubicBezTo>
                    <a:pt x="300" y="121"/>
                    <a:pt x="292" y="110"/>
                    <a:pt x="285" y="99"/>
                  </a:cubicBezTo>
                  <a:cubicBezTo>
                    <a:pt x="270" y="78"/>
                    <a:pt x="252" y="62"/>
                    <a:pt x="231" y="50"/>
                  </a:cubicBezTo>
                  <a:lnTo>
                    <a:pt x="231" y="50"/>
                  </a:lnTo>
                  <a:cubicBezTo>
                    <a:pt x="225" y="44"/>
                    <a:pt x="218" y="39"/>
                    <a:pt x="210" y="34"/>
                  </a:cubicBezTo>
                  <a:cubicBezTo>
                    <a:pt x="186" y="15"/>
                    <a:pt x="159" y="7"/>
                    <a:pt x="131" y="6"/>
                  </a:cubicBezTo>
                  <a:lnTo>
                    <a:pt x="131" y="6"/>
                  </a:lnTo>
                  <a:cubicBezTo>
                    <a:pt x="121" y="3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0" bIns="54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213;p40"/>
            <p:cNvSpPr/>
            <p:nvPr/>
          </p:nvSpPr>
          <p:spPr>
            <a:xfrm>
              <a:off x="3384000" y="1780920"/>
              <a:ext cx="63360" cy="9216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564" h="835">
                  <a:moveTo>
                    <a:pt x="149" y="447"/>
                  </a:moveTo>
                  <a:lnTo>
                    <a:pt x="149" y="447"/>
                  </a:lnTo>
                  <a:cubicBezTo>
                    <a:pt x="149" y="447"/>
                    <a:pt x="149" y="447"/>
                    <a:pt x="149" y="447"/>
                  </a:cubicBezTo>
                  <a:lnTo>
                    <a:pt x="149" y="447"/>
                  </a:lnTo>
                  <a:cubicBezTo>
                    <a:pt x="145" y="456"/>
                    <a:pt x="140" y="464"/>
                    <a:pt x="136" y="471"/>
                  </a:cubicBezTo>
                  <a:cubicBezTo>
                    <a:pt x="140" y="463"/>
                    <a:pt x="145" y="455"/>
                    <a:pt x="149" y="447"/>
                  </a:cubicBezTo>
                  <a:close/>
                  <a:moveTo>
                    <a:pt x="170" y="799"/>
                  </a:moveTo>
                  <a:cubicBezTo>
                    <a:pt x="167" y="801"/>
                    <a:pt x="164" y="802"/>
                    <a:pt x="163" y="803"/>
                  </a:cubicBezTo>
                  <a:cubicBezTo>
                    <a:pt x="165" y="802"/>
                    <a:pt x="167" y="801"/>
                    <a:pt x="170" y="799"/>
                  </a:cubicBezTo>
                  <a:close/>
                  <a:moveTo>
                    <a:pt x="495" y="0"/>
                  </a:moveTo>
                  <a:cubicBezTo>
                    <a:pt x="488" y="0"/>
                    <a:pt x="480" y="3"/>
                    <a:pt x="475" y="10"/>
                  </a:cubicBezTo>
                  <a:cubicBezTo>
                    <a:pt x="472" y="15"/>
                    <a:pt x="468" y="20"/>
                    <a:pt x="464" y="25"/>
                  </a:cubicBezTo>
                  <a:lnTo>
                    <a:pt x="464" y="25"/>
                  </a:lnTo>
                  <a:cubicBezTo>
                    <a:pt x="437" y="37"/>
                    <a:pt x="417" y="65"/>
                    <a:pt x="400" y="91"/>
                  </a:cubicBezTo>
                  <a:lnTo>
                    <a:pt x="400" y="91"/>
                  </a:lnTo>
                  <a:cubicBezTo>
                    <a:pt x="379" y="105"/>
                    <a:pt x="367" y="126"/>
                    <a:pt x="351" y="146"/>
                  </a:cubicBezTo>
                  <a:lnTo>
                    <a:pt x="351" y="146"/>
                  </a:lnTo>
                  <a:cubicBezTo>
                    <a:pt x="338" y="156"/>
                    <a:pt x="327" y="166"/>
                    <a:pt x="318" y="181"/>
                  </a:cubicBezTo>
                  <a:cubicBezTo>
                    <a:pt x="312" y="192"/>
                    <a:pt x="304" y="202"/>
                    <a:pt x="297" y="213"/>
                  </a:cubicBezTo>
                  <a:cubicBezTo>
                    <a:pt x="284" y="234"/>
                    <a:pt x="269" y="253"/>
                    <a:pt x="253" y="273"/>
                  </a:cubicBezTo>
                  <a:cubicBezTo>
                    <a:pt x="237" y="291"/>
                    <a:pt x="220" y="309"/>
                    <a:pt x="207" y="330"/>
                  </a:cubicBezTo>
                  <a:cubicBezTo>
                    <a:pt x="200" y="341"/>
                    <a:pt x="192" y="352"/>
                    <a:pt x="185" y="362"/>
                  </a:cubicBezTo>
                  <a:cubicBezTo>
                    <a:pt x="175" y="377"/>
                    <a:pt x="164" y="393"/>
                    <a:pt x="159" y="411"/>
                  </a:cubicBezTo>
                  <a:cubicBezTo>
                    <a:pt x="154" y="422"/>
                    <a:pt x="151" y="433"/>
                    <a:pt x="149" y="444"/>
                  </a:cubicBezTo>
                  <a:lnTo>
                    <a:pt x="149" y="444"/>
                  </a:lnTo>
                  <a:cubicBezTo>
                    <a:pt x="128" y="483"/>
                    <a:pt x="104" y="519"/>
                    <a:pt x="85" y="558"/>
                  </a:cubicBezTo>
                  <a:cubicBezTo>
                    <a:pt x="78" y="572"/>
                    <a:pt x="70" y="588"/>
                    <a:pt x="61" y="603"/>
                  </a:cubicBezTo>
                  <a:cubicBezTo>
                    <a:pt x="58" y="611"/>
                    <a:pt x="53" y="619"/>
                    <a:pt x="51" y="626"/>
                  </a:cubicBezTo>
                  <a:cubicBezTo>
                    <a:pt x="48" y="637"/>
                    <a:pt x="46" y="647"/>
                    <a:pt x="45" y="657"/>
                  </a:cubicBezTo>
                  <a:lnTo>
                    <a:pt x="45" y="657"/>
                  </a:lnTo>
                  <a:cubicBezTo>
                    <a:pt x="41" y="662"/>
                    <a:pt x="38" y="668"/>
                    <a:pt x="34" y="673"/>
                  </a:cubicBezTo>
                  <a:cubicBezTo>
                    <a:pt x="28" y="681"/>
                    <a:pt x="23" y="690"/>
                    <a:pt x="17" y="699"/>
                  </a:cubicBezTo>
                  <a:cubicBezTo>
                    <a:pt x="5" y="721"/>
                    <a:pt x="1" y="737"/>
                    <a:pt x="3" y="763"/>
                  </a:cubicBezTo>
                  <a:lnTo>
                    <a:pt x="3" y="773"/>
                  </a:lnTo>
                  <a:cubicBezTo>
                    <a:pt x="4" y="806"/>
                    <a:pt x="37" y="828"/>
                    <a:pt x="66" y="833"/>
                  </a:cubicBezTo>
                  <a:cubicBezTo>
                    <a:pt x="71" y="834"/>
                    <a:pt x="77" y="834"/>
                    <a:pt x="82" y="834"/>
                  </a:cubicBezTo>
                  <a:cubicBezTo>
                    <a:pt x="107" y="834"/>
                    <a:pt x="128" y="824"/>
                    <a:pt x="150" y="811"/>
                  </a:cubicBezTo>
                  <a:cubicBezTo>
                    <a:pt x="159" y="806"/>
                    <a:pt x="166" y="801"/>
                    <a:pt x="174" y="796"/>
                  </a:cubicBezTo>
                  <a:lnTo>
                    <a:pt x="174" y="796"/>
                  </a:lnTo>
                  <a:cubicBezTo>
                    <a:pt x="173" y="798"/>
                    <a:pt x="171" y="798"/>
                    <a:pt x="170" y="799"/>
                  </a:cubicBezTo>
                  <a:lnTo>
                    <a:pt x="170" y="799"/>
                  </a:lnTo>
                  <a:cubicBezTo>
                    <a:pt x="172" y="798"/>
                    <a:pt x="175" y="797"/>
                    <a:pt x="176" y="795"/>
                  </a:cubicBezTo>
                  <a:lnTo>
                    <a:pt x="184" y="791"/>
                  </a:lnTo>
                  <a:lnTo>
                    <a:pt x="184" y="791"/>
                  </a:lnTo>
                  <a:cubicBezTo>
                    <a:pt x="197" y="789"/>
                    <a:pt x="210" y="785"/>
                    <a:pt x="223" y="779"/>
                  </a:cubicBezTo>
                  <a:cubicBezTo>
                    <a:pt x="240" y="769"/>
                    <a:pt x="257" y="758"/>
                    <a:pt x="273" y="747"/>
                  </a:cubicBezTo>
                  <a:cubicBezTo>
                    <a:pt x="291" y="734"/>
                    <a:pt x="309" y="722"/>
                    <a:pt x="327" y="705"/>
                  </a:cubicBezTo>
                  <a:cubicBezTo>
                    <a:pt x="355" y="675"/>
                    <a:pt x="383" y="645"/>
                    <a:pt x="410" y="614"/>
                  </a:cubicBezTo>
                  <a:lnTo>
                    <a:pt x="410" y="614"/>
                  </a:lnTo>
                  <a:cubicBezTo>
                    <a:pt x="427" y="603"/>
                    <a:pt x="442" y="589"/>
                    <a:pt x="455" y="574"/>
                  </a:cubicBezTo>
                  <a:cubicBezTo>
                    <a:pt x="470" y="557"/>
                    <a:pt x="477" y="536"/>
                    <a:pt x="487" y="519"/>
                  </a:cubicBezTo>
                  <a:cubicBezTo>
                    <a:pt x="494" y="504"/>
                    <a:pt x="503" y="491"/>
                    <a:pt x="509" y="476"/>
                  </a:cubicBezTo>
                  <a:cubicBezTo>
                    <a:pt x="515" y="461"/>
                    <a:pt x="517" y="447"/>
                    <a:pt x="521" y="433"/>
                  </a:cubicBezTo>
                  <a:cubicBezTo>
                    <a:pt x="528" y="405"/>
                    <a:pt x="536" y="378"/>
                    <a:pt x="541" y="351"/>
                  </a:cubicBezTo>
                  <a:lnTo>
                    <a:pt x="541" y="351"/>
                  </a:lnTo>
                  <a:cubicBezTo>
                    <a:pt x="541" y="352"/>
                    <a:pt x="540" y="353"/>
                    <a:pt x="540" y="355"/>
                  </a:cubicBezTo>
                  <a:lnTo>
                    <a:pt x="540" y="355"/>
                  </a:lnTo>
                  <a:cubicBezTo>
                    <a:pt x="545" y="336"/>
                    <a:pt x="549" y="317"/>
                    <a:pt x="553" y="299"/>
                  </a:cubicBezTo>
                  <a:cubicBezTo>
                    <a:pt x="559" y="273"/>
                    <a:pt x="564" y="248"/>
                    <a:pt x="558" y="222"/>
                  </a:cubicBezTo>
                  <a:lnTo>
                    <a:pt x="558" y="222"/>
                  </a:lnTo>
                  <a:cubicBezTo>
                    <a:pt x="558" y="216"/>
                    <a:pt x="559" y="210"/>
                    <a:pt x="559" y="203"/>
                  </a:cubicBezTo>
                  <a:lnTo>
                    <a:pt x="559" y="185"/>
                  </a:lnTo>
                  <a:cubicBezTo>
                    <a:pt x="559" y="165"/>
                    <a:pt x="556" y="149"/>
                    <a:pt x="549" y="134"/>
                  </a:cubicBezTo>
                  <a:lnTo>
                    <a:pt x="549" y="134"/>
                  </a:lnTo>
                  <a:cubicBezTo>
                    <a:pt x="549" y="130"/>
                    <a:pt x="549" y="126"/>
                    <a:pt x="549" y="122"/>
                  </a:cubicBezTo>
                  <a:cubicBezTo>
                    <a:pt x="550" y="122"/>
                    <a:pt x="548" y="98"/>
                    <a:pt x="548" y="95"/>
                  </a:cubicBezTo>
                  <a:cubicBezTo>
                    <a:pt x="543" y="72"/>
                    <a:pt x="539" y="52"/>
                    <a:pt x="525" y="34"/>
                  </a:cubicBezTo>
                  <a:lnTo>
                    <a:pt x="525" y="34"/>
                  </a:lnTo>
                  <a:cubicBezTo>
                    <a:pt x="524" y="29"/>
                    <a:pt x="523" y="23"/>
                    <a:pt x="521" y="18"/>
                  </a:cubicBezTo>
                  <a:cubicBezTo>
                    <a:pt x="517" y="7"/>
                    <a:pt x="506" y="0"/>
                    <a:pt x="49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080" bIns="46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214;p40"/>
            <p:cNvSpPr/>
            <p:nvPr/>
          </p:nvSpPr>
          <p:spPr>
            <a:xfrm>
              <a:off x="3262680" y="1838160"/>
              <a:ext cx="137880" cy="50040"/>
            </a:xfrm>
            <a:custGeom>
              <a:avLst/>
              <a:gdLst>
                <a:gd name="textAreaLeft" fmla="*/ 0 w 137880"/>
                <a:gd name="textAreaRight" fmla="*/ 138240 w 137880"/>
                <a:gd name="textAreaTop" fmla="*/ 0 h 50040"/>
                <a:gd name="textAreaBottom" fmla="*/ 50400 h 50040"/>
              </a:gdLst>
              <a:ahLst/>
              <a:cxnLst/>
              <a:rect l="textAreaLeft" t="textAreaTop" r="textAreaRight" b="textAreaBottom"/>
              <a:pathLst>
                <a:path w="1219" h="455">
                  <a:moveTo>
                    <a:pt x="975" y="26"/>
                  </a:moveTo>
                  <a:lnTo>
                    <a:pt x="955" y="26"/>
                  </a:lnTo>
                  <a:lnTo>
                    <a:pt x="955" y="26"/>
                  </a:lnTo>
                  <a:cubicBezTo>
                    <a:pt x="962" y="26"/>
                    <a:pt x="968" y="26"/>
                    <a:pt x="975" y="26"/>
                  </a:cubicBezTo>
                  <a:close/>
                  <a:moveTo>
                    <a:pt x="653" y="27"/>
                  </a:moveTo>
                  <a:cubicBezTo>
                    <a:pt x="646" y="27"/>
                    <a:pt x="640" y="27"/>
                    <a:pt x="633" y="27"/>
                  </a:cubicBezTo>
                  <a:lnTo>
                    <a:pt x="633" y="27"/>
                  </a:lnTo>
                  <a:cubicBezTo>
                    <a:pt x="640" y="27"/>
                    <a:pt x="647" y="27"/>
                    <a:pt x="653" y="27"/>
                  </a:cubicBezTo>
                  <a:close/>
                  <a:moveTo>
                    <a:pt x="1142" y="77"/>
                  </a:moveTo>
                  <a:cubicBezTo>
                    <a:pt x="1142" y="77"/>
                    <a:pt x="1143" y="77"/>
                    <a:pt x="1144" y="77"/>
                  </a:cubicBezTo>
                  <a:lnTo>
                    <a:pt x="1144" y="77"/>
                  </a:lnTo>
                  <a:cubicBezTo>
                    <a:pt x="1143" y="77"/>
                    <a:pt x="1142" y="77"/>
                    <a:pt x="1142" y="77"/>
                  </a:cubicBezTo>
                  <a:close/>
                  <a:moveTo>
                    <a:pt x="189" y="0"/>
                  </a:moveTo>
                  <a:cubicBezTo>
                    <a:pt x="179" y="0"/>
                    <a:pt x="170" y="1"/>
                    <a:pt x="160" y="1"/>
                  </a:cubicBezTo>
                  <a:cubicBezTo>
                    <a:pt x="128" y="7"/>
                    <a:pt x="98" y="21"/>
                    <a:pt x="74" y="43"/>
                  </a:cubicBezTo>
                  <a:lnTo>
                    <a:pt x="74" y="43"/>
                  </a:lnTo>
                  <a:cubicBezTo>
                    <a:pt x="60" y="45"/>
                    <a:pt x="46" y="51"/>
                    <a:pt x="35" y="61"/>
                  </a:cubicBezTo>
                  <a:lnTo>
                    <a:pt x="35" y="61"/>
                  </a:lnTo>
                  <a:cubicBezTo>
                    <a:pt x="22" y="64"/>
                    <a:pt x="10" y="75"/>
                    <a:pt x="5" y="87"/>
                  </a:cubicBezTo>
                  <a:cubicBezTo>
                    <a:pt x="1" y="100"/>
                    <a:pt x="2" y="113"/>
                    <a:pt x="8" y="124"/>
                  </a:cubicBezTo>
                  <a:lnTo>
                    <a:pt x="8" y="124"/>
                  </a:lnTo>
                  <a:cubicBezTo>
                    <a:pt x="7" y="140"/>
                    <a:pt x="11" y="155"/>
                    <a:pt x="20" y="169"/>
                  </a:cubicBezTo>
                  <a:lnTo>
                    <a:pt x="20" y="169"/>
                  </a:lnTo>
                  <a:cubicBezTo>
                    <a:pt x="22" y="283"/>
                    <a:pt x="148" y="335"/>
                    <a:pt x="240" y="379"/>
                  </a:cubicBezTo>
                  <a:cubicBezTo>
                    <a:pt x="307" y="412"/>
                    <a:pt x="384" y="428"/>
                    <a:pt x="459" y="439"/>
                  </a:cubicBezTo>
                  <a:cubicBezTo>
                    <a:pt x="512" y="447"/>
                    <a:pt x="568" y="454"/>
                    <a:pt x="621" y="454"/>
                  </a:cubicBezTo>
                  <a:cubicBezTo>
                    <a:pt x="625" y="454"/>
                    <a:pt x="629" y="454"/>
                    <a:pt x="633" y="454"/>
                  </a:cubicBezTo>
                  <a:cubicBezTo>
                    <a:pt x="680" y="452"/>
                    <a:pt x="726" y="454"/>
                    <a:pt x="772" y="444"/>
                  </a:cubicBezTo>
                  <a:cubicBezTo>
                    <a:pt x="802" y="439"/>
                    <a:pt x="830" y="432"/>
                    <a:pt x="861" y="424"/>
                  </a:cubicBezTo>
                  <a:cubicBezTo>
                    <a:pt x="906" y="414"/>
                    <a:pt x="953" y="401"/>
                    <a:pt x="995" y="384"/>
                  </a:cubicBezTo>
                  <a:cubicBezTo>
                    <a:pt x="1010" y="377"/>
                    <a:pt x="1026" y="372"/>
                    <a:pt x="1039" y="365"/>
                  </a:cubicBezTo>
                  <a:cubicBezTo>
                    <a:pt x="1056" y="355"/>
                    <a:pt x="1075" y="344"/>
                    <a:pt x="1092" y="332"/>
                  </a:cubicBezTo>
                  <a:cubicBezTo>
                    <a:pt x="1103" y="323"/>
                    <a:pt x="1118" y="308"/>
                    <a:pt x="1126" y="297"/>
                  </a:cubicBezTo>
                  <a:cubicBezTo>
                    <a:pt x="1134" y="286"/>
                    <a:pt x="1140" y="275"/>
                    <a:pt x="1144" y="264"/>
                  </a:cubicBezTo>
                  <a:lnTo>
                    <a:pt x="1144" y="264"/>
                  </a:lnTo>
                  <a:cubicBezTo>
                    <a:pt x="1150" y="255"/>
                    <a:pt x="1155" y="246"/>
                    <a:pt x="1160" y="236"/>
                  </a:cubicBezTo>
                  <a:lnTo>
                    <a:pt x="1160" y="236"/>
                  </a:lnTo>
                  <a:cubicBezTo>
                    <a:pt x="1167" y="229"/>
                    <a:pt x="1175" y="222"/>
                    <a:pt x="1180" y="215"/>
                  </a:cubicBezTo>
                  <a:cubicBezTo>
                    <a:pt x="1187" y="206"/>
                    <a:pt x="1193" y="195"/>
                    <a:pt x="1198" y="186"/>
                  </a:cubicBezTo>
                  <a:lnTo>
                    <a:pt x="1198" y="186"/>
                  </a:lnTo>
                  <a:cubicBezTo>
                    <a:pt x="1195" y="193"/>
                    <a:pt x="1194" y="195"/>
                    <a:pt x="1194" y="195"/>
                  </a:cubicBezTo>
                  <a:cubicBezTo>
                    <a:pt x="1194" y="195"/>
                    <a:pt x="1200" y="185"/>
                    <a:pt x="1202" y="182"/>
                  </a:cubicBezTo>
                  <a:cubicBezTo>
                    <a:pt x="1216" y="163"/>
                    <a:pt x="1219" y="140"/>
                    <a:pt x="1209" y="118"/>
                  </a:cubicBezTo>
                  <a:cubicBezTo>
                    <a:pt x="1199" y="95"/>
                    <a:pt x="1180" y="85"/>
                    <a:pt x="1157" y="81"/>
                  </a:cubicBezTo>
                  <a:cubicBezTo>
                    <a:pt x="1154" y="79"/>
                    <a:pt x="1150" y="78"/>
                    <a:pt x="1148" y="77"/>
                  </a:cubicBezTo>
                  <a:lnTo>
                    <a:pt x="1148" y="77"/>
                  </a:lnTo>
                  <a:cubicBezTo>
                    <a:pt x="1149" y="78"/>
                    <a:pt x="1151" y="78"/>
                    <a:pt x="1153" y="78"/>
                  </a:cubicBezTo>
                  <a:cubicBezTo>
                    <a:pt x="1150" y="75"/>
                    <a:pt x="1117" y="71"/>
                    <a:pt x="1119" y="71"/>
                  </a:cubicBezTo>
                  <a:cubicBezTo>
                    <a:pt x="1120" y="71"/>
                    <a:pt x="1120" y="71"/>
                    <a:pt x="1121" y="71"/>
                  </a:cubicBezTo>
                  <a:cubicBezTo>
                    <a:pt x="1118" y="70"/>
                    <a:pt x="1114" y="70"/>
                    <a:pt x="1110" y="69"/>
                  </a:cubicBezTo>
                  <a:lnTo>
                    <a:pt x="1110" y="69"/>
                  </a:lnTo>
                  <a:cubicBezTo>
                    <a:pt x="1102" y="64"/>
                    <a:pt x="1093" y="59"/>
                    <a:pt x="1084" y="56"/>
                  </a:cubicBezTo>
                  <a:lnTo>
                    <a:pt x="1084" y="56"/>
                  </a:lnTo>
                  <a:cubicBezTo>
                    <a:pt x="1074" y="48"/>
                    <a:pt x="1063" y="43"/>
                    <a:pt x="1052" y="39"/>
                  </a:cubicBezTo>
                  <a:cubicBezTo>
                    <a:pt x="1036" y="33"/>
                    <a:pt x="1016" y="29"/>
                    <a:pt x="999" y="27"/>
                  </a:cubicBezTo>
                  <a:cubicBezTo>
                    <a:pt x="991" y="25"/>
                    <a:pt x="983" y="25"/>
                    <a:pt x="975" y="25"/>
                  </a:cubicBezTo>
                  <a:cubicBezTo>
                    <a:pt x="963" y="25"/>
                    <a:pt x="951" y="26"/>
                    <a:pt x="940" y="26"/>
                  </a:cubicBezTo>
                  <a:lnTo>
                    <a:pt x="940" y="26"/>
                  </a:lnTo>
                  <a:lnTo>
                    <a:pt x="868" y="28"/>
                  </a:lnTo>
                  <a:lnTo>
                    <a:pt x="868" y="28"/>
                  </a:lnTo>
                  <a:cubicBezTo>
                    <a:pt x="859" y="28"/>
                    <a:pt x="850" y="28"/>
                    <a:pt x="842" y="28"/>
                  </a:cubicBezTo>
                  <a:lnTo>
                    <a:pt x="842" y="28"/>
                  </a:lnTo>
                  <a:lnTo>
                    <a:pt x="868" y="28"/>
                  </a:lnTo>
                  <a:lnTo>
                    <a:pt x="868" y="28"/>
                  </a:lnTo>
                  <a:cubicBezTo>
                    <a:pt x="858" y="28"/>
                    <a:pt x="848" y="28"/>
                    <a:pt x="839" y="28"/>
                  </a:cubicBezTo>
                  <a:lnTo>
                    <a:pt x="839" y="28"/>
                  </a:lnTo>
                  <a:cubicBezTo>
                    <a:pt x="840" y="28"/>
                    <a:pt x="841" y="28"/>
                    <a:pt x="842" y="28"/>
                  </a:cubicBezTo>
                  <a:lnTo>
                    <a:pt x="842" y="28"/>
                  </a:lnTo>
                  <a:lnTo>
                    <a:pt x="836" y="28"/>
                  </a:lnTo>
                  <a:lnTo>
                    <a:pt x="836" y="28"/>
                  </a:lnTo>
                  <a:cubicBezTo>
                    <a:pt x="831" y="29"/>
                    <a:pt x="827" y="29"/>
                    <a:pt x="822" y="29"/>
                  </a:cubicBezTo>
                  <a:cubicBezTo>
                    <a:pt x="801" y="29"/>
                    <a:pt x="780" y="28"/>
                    <a:pt x="758" y="27"/>
                  </a:cubicBezTo>
                  <a:cubicBezTo>
                    <a:pt x="738" y="26"/>
                    <a:pt x="718" y="25"/>
                    <a:pt x="698" y="25"/>
                  </a:cubicBezTo>
                  <a:cubicBezTo>
                    <a:pt x="671" y="25"/>
                    <a:pt x="643" y="26"/>
                    <a:pt x="616" y="27"/>
                  </a:cubicBezTo>
                  <a:lnTo>
                    <a:pt x="616" y="27"/>
                  </a:lnTo>
                  <a:cubicBezTo>
                    <a:pt x="546" y="26"/>
                    <a:pt x="477" y="19"/>
                    <a:pt x="407" y="15"/>
                  </a:cubicBezTo>
                  <a:cubicBezTo>
                    <a:pt x="368" y="11"/>
                    <a:pt x="328" y="10"/>
                    <a:pt x="289" y="6"/>
                  </a:cubicBezTo>
                  <a:cubicBezTo>
                    <a:pt x="268" y="5"/>
                    <a:pt x="248" y="1"/>
                    <a:pt x="228" y="1"/>
                  </a:cubicBezTo>
                  <a:cubicBezTo>
                    <a:pt x="216" y="1"/>
                    <a:pt x="202" y="0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215;p40"/>
            <p:cNvSpPr/>
            <p:nvPr/>
          </p:nvSpPr>
          <p:spPr>
            <a:xfrm>
              <a:off x="3314520" y="1841040"/>
              <a:ext cx="88560" cy="1180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784" h="1067">
                  <a:moveTo>
                    <a:pt x="762" y="140"/>
                  </a:moveTo>
                  <a:cubicBezTo>
                    <a:pt x="762" y="141"/>
                    <a:pt x="763" y="142"/>
                    <a:pt x="763" y="143"/>
                  </a:cubicBezTo>
                  <a:lnTo>
                    <a:pt x="763" y="143"/>
                  </a:lnTo>
                  <a:cubicBezTo>
                    <a:pt x="762" y="143"/>
                    <a:pt x="762" y="142"/>
                    <a:pt x="762" y="140"/>
                  </a:cubicBezTo>
                  <a:close/>
                  <a:moveTo>
                    <a:pt x="416" y="401"/>
                  </a:moveTo>
                  <a:cubicBezTo>
                    <a:pt x="414" y="404"/>
                    <a:pt x="412" y="407"/>
                    <a:pt x="411" y="411"/>
                  </a:cubicBezTo>
                  <a:cubicBezTo>
                    <a:pt x="412" y="407"/>
                    <a:pt x="414" y="404"/>
                    <a:pt x="416" y="401"/>
                  </a:cubicBezTo>
                  <a:close/>
                  <a:moveTo>
                    <a:pt x="189" y="717"/>
                  </a:moveTo>
                  <a:cubicBezTo>
                    <a:pt x="185" y="721"/>
                    <a:pt x="181" y="725"/>
                    <a:pt x="177" y="729"/>
                  </a:cubicBezTo>
                  <a:lnTo>
                    <a:pt x="177" y="729"/>
                  </a:lnTo>
                  <a:cubicBezTo>
                    <a:pt x="181" y="725"/>
                    <a:pt x="185" y="721"/>
                    <a:pt x="189" y="717"/>
                  </a:cubicBezTo>
                  <a:close/>
                  <a:moveTo>
                    <a:pt x="176" y="729"/>
                  </a:moveTo>
                  <a:lnTo>
                    <a:pt x="176" y="729"/>
                  </a:lnTo>
                  <a:cubicBezTo>
                    <a:pt x="171" y="735"/>
                    <a:pt x="166" y="740"/>
                    <a:pt x="161" y="746"/>
                  </a:cubicBezTo>
                  <a:cubicBezTo>
                    <a:pt x="166" y="740"/>
                    <a:pt x="171" y="735"/>
                    <a:pt x="176" y="729"/>
                  </a:cubicBezTo>
                  <a:close/>
                  <a:moveTo>
                    <a:pt x="150" y="762"/>
                  </a:moveTo>
                  <a:cubicBezTo>
                    <a:pt x="150" y="762"/>
                    <a:pt x="150" y="762"/>
                    <a:pt x="150" y="763"/>
                  </a:cubicBezTo>
                  <a:lnTo>
                    <a:pt x="150" y="763"/>
                  </a:lnTo>
                  <a:cubicBezTo>
                    <a:pt x="150" y="762"/>
                    <a:pt x="150" y="762"/>
                    <a:pt x="150" y="762"/>
                  </a:cubicBezTo>
                  <a:close/>
                  <a:moveTo>
                    <a:pt x="141" y="776"/>
                  </a:moveTo>
                  <a:cubicBezTo>
                    <a:pt x="138" y="783"/>
                    <a:pt x="135" y="790"/>
                    <a:pt x="130" y="796"/>
                  </a:cubicBezTo>
                  <a:cubicBezTo>
                    <a:pt x="134" y="790"/>
                    <a:pt x="138" y="783"/>
                    <a:pt x="141" y="776"/>
                  </a:cubicBezTo>
                  <a:close/>
                  <a:moveTo>
                    <a:pt x="109" y="822"/>
                  </a:moveTo>
                  <a:cubicBezTo>
                    <a:pt x="104" y="827"/>
                    <a:pt x="99" y="832"/>
                    <a:pt x="94" y="837"/>
                  </a:cubicBezTo>
                  <a:lnTo>
                    <a:pt x="94" y="837"/>
                  </a:lnTo>
                  <a:cubicBezTo>
                    <a:pt x="98" y="832"/>
                    <a:pt x="103" y="827"/>
                    <a:pt x="109" y="822"/>
                  </a:cubicBezTo>
                  <a:close/>
                  <a:moveTo>
                    <a:pt x="92" y="837"/>
                  </a:moveTo>
                  <a:lnTo>
                    <a:pt x="92" y="837"/>
                  </a:lnTo>
                  <a:cubicBezTo>
                    <a:pt x="92" y="838"/>
                    <a:pt x="91" y="839"/>
                    <a:pt x="90" y="840"/>
                  </a:cubicBezTo>
                  <a:lnTo>
                    <a:pt x="90" y="840"/>
                  </a:lnTo>
                  <a:cubicBezTo>
                    <a:pt x="90" y="840"/>
                    <a:pt x="90" y="840"/>
                    <a:pt x="90" y="840"/>
                  </a:cubicBezTo>
                  <a:lnTo>
                    <a:pt x="90" y="840"/>
                  </a:lnTo>
                  <a:cubicBezTo>
                    <a:pt x="91" y="839"/>
                    <a:pt x="91" y="838"/>
                    <a:pt x="92" y="837"/>
                  </a:cubicBezTo>
                  <a:close/>
                  <a:moveTo>
                    <a:pt x="87" y="844"/>
                  </a:moveTo>
                  <a:cubicBezTo>
                    <a:pt x="87" y="844"/>
                    <a:pt x="87" y="844"/>
                    <a:pt x="87" y="844"/>
                  </a:cubicBezTo>
                  <a:lnTo>
                    <a:pt x="87" y="844"/>
                  </a:lnTo>
                  <a:cubicBezTo>
                    <a:pt x="87" y="844"/>
                    <a:pt x="87" y="844"/>
                    <a:pt x="87" y="844"/>
                  </a:cubicBezTo>
                  <a:cubicBezTo>
                    <a:pt x="87" y="844"/>
                    <a:pt x="87" y="844"/>
                    <a:pt x="87" y="844"/>
                  </a:cubicBezTo>
                  <a:close/>
                  <a:moveTo>
                    <a:pt x="340" y="988"/>
                  </a:moveTo>
                  <a:cubicBezTo>
                    <a:pt x="339" y="989"/>
                    <a:pt x="337" y="989"/>
                    <a:pt x="336" y="990"/>
                  </a:cubicBezTo>
                  <a:lnTo>
                    <a:pt x="336" y="990"/>
                  </a:lnTo>
                  <a:cubicBezTo>
                    <a:pt x="337" y="989"/>
                    <a:pt x="339" y="989"/>
                    <a:pt x="340" y="988"/>
                  </a:cubicBezTo>
                  <a:close/>
                  <a:moveTo>
                    <a:pt x="242" y="1028"/>
                  </a:moveTo>
                  <a:cubicBezTo>
                    <a:pt x="238" y="1029"/>
                    <a:pt x="233" y="1031"/>
                    <a:pt x="228" y="1033"/>
                  </a:cubicBezTo>
                  <a:lnTo>
                    <a:pt x="228" y="1033"/>
                  </a:lnTo>
                  <a:cubicBezTo>
                    <a:pt x="233" y="1031"/>
                    <a:pt x="238" y="1029"/>
                    <a:pt x="242" y="1028"/>
                  </a:cubicBezTo>
                  <a:close/>
                  <a:moveTo>
                    <a:pt x="679" y="1"/>
                  </a:moveTo>
                  <a:cubicBezTo>
                    <a:pt x="670" y="1"/>
                    <a:pt x="660" y="4"/>
                    <a:pt x="651" y="11"/>
                  </a:cubicBezTo>
                  <a:cubicBezTo>
                    <a:pt x="637" y="22"/>
                    <a:pt x="630" y="36"/>
                    <a:pt x="621" y="50"/>
                  </a:cubicBezTo>
                  <a:lnTo>
                    <a:pt x="619" y="56"/>
                  </a:lnTo>
                  <a:lnTo>
                    <a:pt x="619" y="56"/>
                  </a:lnTo>
                  <a:cubicBezTo>
                    <a:pt x="619" y="56"/>
                    <a:pt x="619" y="56"/>
                    <a:pt x="619" y="56"/>
                  </a:cubicBezTo>
                  <a:lnTo>
                    <a:pt x="619" y="56"/>
                  </a:lnTo>
                  <a:cubicBezTo>
                    <a:pt x="617" y="61"/>
                    <a:pt x="615" y="63"/>
                    <a:pt x="615" y="63"/>
                  </a:cubicBezTo>
                  <a:cubicBezTo>
                    <a:pt x="615" y="63"/>
                    <a:pt x="616" y="62"/>
                    <a:pt x="618" y="59"/>
                  </a:cubicBezTo>
                  <a:lnTo>
                    <a:pt x="619" y="56"/>
                  </a:lnTo>
                  <a:lnTo>
                    <a:pt x="619" y="56"/>
                  </a:lnTo>
                  <a:cubicBezTo>
                    <a:pt x="619" y="61"/>
                    <a:pt x="613" y="67"/>
                    <a:pt x="610" y="70"/>
                  </a:cubicBezTo>
                  <a:cubicBezTo>
                    <a:pt x="601" y="83"/>
                    <a:pt x="593" y="99"/>
                    <a:pt x="583" y="112"/>
                  </a:cubicBezTo>
                  <a:lnTo>
                    <a:pt x="583" y="112"/>
                  </a:lnTo>
                  <a:cubicBezTo>
                    <a:pt x="571" y="124"/>
                    <a:pt x="559" y="135"/>
                    <a:pt x="550" y="151"/>
                  </a:cubicBezTo>
                  <a:cubicBezTo>
                    <a:pt x="543" y="163"/>
                    <a:pt x="538" y="176"/>
                    <a:pt x="532" y="188"/>
                  </a:cubicBezTo>
                  <a:cubicBezTo>
                    <a:pt x="531" y="192"/>
                    <a:pt x="529" y="196"/>
                    <a:pt x="527" y="200"/>
                  </a:cubicBezTo>
                  <a:lnTo>
                    <a:pt x="527" y="200"/>
                  </a:lnTo>
                  <a:cubicBezTo>
                    <a:pt x="523" y="204"/>
                    <a:pt x="519" y="209"/>
                    <a:pt x="515" y="214"/>
                  </a:cubicBezTo>
                  <a:cubicBezTo>
                    <a:pt x="504" y="229"/>
                    <a:pt x="495" y="247"/>
                    <a:pt x="487" y="263"/>
                  </a:cubicBezTo>
                  <a:cubicBezTo>
                    <a:pt x="485" y="269"/>
                    <a:pt x="482" y="274"/>
                    <a:pt x="480" y="279"/>
                  </a:cubicBezTo>
                  <a:lnTo>
                    <a:pt x="480" y="279"/>
                  </a:lnTo>
                  <a:cubicBezTo>
                    <a:pt x="478" y="282"/>
                    <a:pt x="476" y="286"/>
                    <a:pt x="474" y="289"/>
                  </a:cubicBezTo>
                  <a:lnTo>
                    <a:pt x="474" y="289"/>
                  </a:lnTo>
                  <a:cubicBezTo>
                    <a:pt x="471" y="295"/>
                    <a:pt x="468" y="300"/>
                    <a:pt x="465" y="305"/>
                  </a:cubicBezTo>
                  <a:cubicBezTo>
                    <a:pt x="467" y="303"/>
                    <a:pt x="468" y="300"/>
                    <a:pt x="470" y="298"/>
                  </a:cubicBezTo>
                  <a:lnTo>
                    <a:pt x="470" y="298"/>
                  </a:lnTo>
                  <a:cubicBezTo>
                    <a:pt x="456" y="323"/>
                    <a:pt x="444" y="348"/>
                    <a:pt x="431" y="373"/>
                  </a:cubicBezTo>
                  <a:lnTo>
                    <a:pt x="431" y="373"/>
                  </a:lnTo>
                  <a:cubicBezTo>
                    <a:pt x="431" y="373"/>
                    <a:pt x="431" y="372"/>
                    <a:pt x="431" y="372"/>
                  </a:cubicBezTo>
                  <a:lnTo>
                    <a:pt x="431" y="372"/>
                  </a:lnTo>
                  <a:cubicBezTo>
                    <a:pt x="427" y="379"/>
                    <a:pt x="421" y="386"/>
                    <a:pt x="416" y="393"/>
                  </a:cubicBezTo>
                  <a:cubicBezTo>
                    <a:pt x="408" y="405"/>
                    <a:pt x="401" y="418"/>
                    <a:pt x="394" y="430"/>
                  </a:cubicBezTo>
                  <a:lnTo>
                    <a:pt x="394" y="430"/>
                  </a:lnTo>
                  <a:cubicBezTo>
                    <a:pt x="363" y="484"/>
                    <a:pt x="328" y="534"/>
                    <a:pt x="293" y="585"/>
                  </a:cubicBezTo>
                  <a:cubicBezTo>
                    <a:pt x="257" y="635"/>
                    <a:pt x="218" y="684"/>
                    <a:pt x="177" y="729"/>
                  </a:cubicBezTo>
                  <a:lnTo>
                    <a:pt x="177" y="729"/>
                  </a:lnTo>
                  <a:cubicBezTo>
                    <a:pt x="168" y="737"/>
                    <a:pt x="160" y="745"/>
                    <a:pt x="154" y="754"/>
                  </a:cubicBezTo>
                  <a:cubicBezTo>
                    <a:pt x="150" y="759"/>
                    <a:pt x="148" y="764"/>
                    <a:pt x="145" y="769"/>
                  </a:cubicBezTo>
                  <a:lnTo>
                    <a:pt x="145" y="769"/>
                  </a:lnTo>
                  <a:cubicBezTo>
                    <a:pt x="137" y="780"/>
                    <a:pt x="127" y="790"/>
                    <a:pt x="118" y="800"/>
                  </a:cubicBezTo>
                  <a:cubicBezTo>
                    <a:pt x="113" y="806"/>
                    <a:pt x="109" y="811"/>
                    <a:pt x="103" y="817"/>
                  </a:cubicBezTo>
                  <a:cubicBezTo>
                    <a:pt x="96" y="825"/>
                    <a:pt x="92" y="834"/>
                    <a:pt x="87" y="843"/>
                  </a:cubicBezTo>
                  <a:lnTo>
                    <a:pt x="87" y="843"/>
                  </a:lnTo>
                  <a:cubicBezTo>
                    <a:pt x="76" y="854"/>
                    <a:pt x="64" y="865"/>
                    <a:pt x="53" y="875"/>
                  </a:cubicBezTo>
                  <a:cubicBezTo>
                    <a:pt x="20" y="904"/>
                    <a:pt x="0" y="956"/>
                    <a:pt x="19" y="999"/>
                  </a:cubicBezTo>
                  <a:lnTo>
                    <a:pt x="19" y="999"/>
                  </a:lnTo>
                  <a:cubicBezTo>
                    <a:pt x="23" y="1016"/>
                    <a:pt x="32" y="1032"/>
                    <a:pt x="47" y="1039"/>
                  </a:cubicBezTo>
                  <a:lnTo>
                    <a:pt x="47" y="1039"/>
                  </a:lnTo>
                  <a:cubicBezTo>
                    <a:pt x="61" y="1052"/>
                    <a:pt x="80" y="1060"/>
                    <a:pt x="98" y="1064"/>
                  </a:cubicBezTo>
                  <a:cubicBezTo>
                    <a:pt x="107" y="1066"/>
                    <a:pt x="116" y="1067"/>
                    <a:pt x="124" y="1067"/>
                  </a:cubicBezTo>
                  <a:cubicBezTo>
                    <a:pt x="139" y="1067"/>
                    <a:pt x="153" y="1064"/>
                    <a:pt x="168" y="1058"/>
                  </a:cubicBezTo>
                  <a:cubicBezTo>
                    <a:pt x="184" y="1052"/>
                    <a:pt x="202" y="1044"/>
                    <a:pt x="219" y="1037"/>
                  </a:cubicBezTo>
                  <a:lnTo>
                    <a:pt x="219" y="1037"/>
                  </a:lnTo>
                  <a:cubicBezTo>
                    <a:pt x="220" y="1037"/>
                    <a:pt x="221" y="1037"/>
                    <a:pt x="223" y="1037"/>
                  </a:cubicBezTo>
                  <a:cubicBezTo>
                    <a:pt x="222" y="1037"/>
                    <a:pt x="221" y="1037"/>
                    <a:pt x="221" y="1037"/>
                  </a:cubicBezTo>
                  <a:lnTo>
                    <a:pt x="221" y="1037"/>
                  </a:lnTo>
                  <a:cubicBezTo>
                    <a:pt x="237" y="1035"/>
                    <a:pt x="253" y="1032"/>
                    <a:pt x="269" y="1024"/>
                  </a:cubicBezTo>
                  <a:lnTo>
                    <a:pt x="294" y="1012"/>
                  </a:lnTo>
                  <a:cubicBezTo>
                    <a:pt x="307" y="1005"/>
                    <a:pt x="321" y="996"/>
                    <a:pt x="336" y="990"/>
                  </a:cubicBezTo>
                  <a:lnTo>
                    <a:pt x="336" y="990"/>
                  </a:lnTo>
                  <a:cubicBezTo>
                    <a:pt x="325" y="994"/>
                    <a:pt x="314" y="997"/>
                    <a:pt x="302" y="999"/>
                  </a:cubicBezTo>
                  <a:cubicBezTo>
                    <a:pt x="326" y="993"/>
                    <a:pt x="345" y="987"/>
                    <a:pt x="365" y="973"/>
                  </a:cubicBezTo>
                  <a:cubicBezTo>
                    <a:pt x="375" y="968"/>
                    <a:pt x="383" y="963"/>
                    <a:pt x="393" y="955"/>
                  </a:cubicBezTo>
                  <a:cubicBezTo>
                    <a:pt x="403" y="949"/>
                    <a:pt x="412" y="942"/>
                    <a:pt x="421" y="933"/>
                  </a:cubicBezTo>
                  <a:cubicBezTo>
                    <a:pt x="441" y="918"/>
                    <a:pt x="459" y="904"/>
                    <a:pt x="476" y="888"/>
                  </a:cubicBezTo>
                  <a:cubicBezTo>
                    <a:pt x="520" y="850"/>
                    <a:pt x="560" y="805"/>
                    <a:pt x="597" y="760"/>
                  </a:cubicBezTo>
                  <a:cubicBezTo>
                    <a:pt x="627" y="724"/>
                    <a:pt x="651" y="681"/>
                    <a:pt x="673" y="641"/>
                  </a:cubicBezTo>
                  <a:cubicBezTo>
                    <a:pt x="689" y="612"/>
                    <a:pt x="713" y="579"/>
                    <a:pt x="720" y="543"/>
                  </a:cubicBezTo>
                  <a:cubicBezTo>
                    <a:pt x="727" y="521"/>
                    <a:pt x="737" y="502"/>
                    <a:pt x="745" y="479"/>
                  </a:cubicBezTo>
                  <a:cubicBezTo>
                    <a:pt x="759" y="444"/>
                    <a:pt x="767" y="406"/>
                    <a:pt x="774" y="369"/>
                  </a:cubicBezTo>
                  <a:cubicBezTo>
                    <a:pt x="777" y="356"/>
                    <a:pt x="778" y="344"/>
                    <a:pt x="781" y="329"/>
                  </a:cubicBezTo>
                  <a:cubicBezTo>
                    <a:pt x="784" y="313"/>
                    <a:pt x="784" y="294"/>
                    <a:pt x="781" y="278"/>
                  </a:cubicBezTo>
                  <a:cubicBezTo>
                    <a:pt x="780" y="275"/>
                    <a:pt x="780" y="273"/>
                    <a:pt x="780" y="271"/>
                  </a:cubicBezTo>
                  <a:lnTo>
                    <a:pt x="780" y="271"/>
                  </a:lnTo>
                  <a:cubicBezTo>
                    <a:pt x="780" y="263"/>
                    <a:pt x="781" y="254"/>
                    <a:pt x="781" y="246"/>
                  </a:cubicBezTo>
                  <a:cubicBezTo>
                    <a:pt x="783" y="228"/>
                    <a:pt x="784" y="206"/>
                    <a:pt x="781" y="190"/>
                  </a:cubicBezTo>
                  <a:cubicBezTo>
                    <a:pt x="778" y="177"/>
                    <a:pt x="774" y="163"/>
                    <a:pt x="767" y="151"/>
                  </a:cubicBezTo>
                  <a:cubicBezTo>
                    <a:pt x="767" y="151"/>
                    <a:pt x="766" y="150"/>
                    <a:pt x="766" y="149"/>
                  </a:cubicBezTo>
                  <a:lnTo>
                    <a:pt x="766" y="149"/>
                  </a:lnTo>
                  <a:cubicBezTo>
                    <a:pt x="761" y="127"/>
                    <a:pt x="754" y="104"/>
                    <a:pt x="745" y="84"/>
                  </a:cubicBezTo>
                  <a:cubicBezTo>
                    <a:pt x="744" y="81"/>
                    <a:pt x="744" y="80"/>
                    <a:pt x="743" y="77"/>
                  </a:cubicBezTo>
                  <a:lnTo>
                    <a:pt x="743" y="77"/>
                  </a:lnTo>
                  <a:cubicBezTo>
                    <a:pt x="742" y="75"/>
                    <a:pt x="741" y="72"/>
                    <a:pt x="740" y="69"/>
                  </a:cubicBezTo>
                  <a:cubicBezTo>
                    <a:pt x="739" y="64"/>
                    <a:pt x="737" y="59"/>
                    <a:pt x="736" y="54"/>
                  </a:cubicBezTo>
                  <a:cubicBezTo>
                    <a:pt x="731" y="39"/>
                    <a:pt x="726" y="27"/>
                    <a:pt x="717" y="17"/>
                  </a:cubicBezTo>
                  <a:cubicBezTo>
                    <a:pt x="706" y="7"/>
                    <a:pt x="693" y="1"/>
                    <a:pt x="679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9040" bIns="59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216;p40"/>
            <p:cNvSpPr/>
            <p:nvPr/>
          </p:nvSpPr>
          <p:spPr>
            <a:xfrm>
              <a:off x="3393720" y="1856520"/>
              <a:ext cx="53280" cy="12636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474" h="1143">
                  <a:moveTo>
                    <a:pt x="19" y="34"/>
                  </a:moveTo>
                  <a:lnTo>
                    <a:pt x="19" y="34"/>
                  </a:lnTo>
                  <a:cubicBezTo>
                    <a:pt x="19" y="34"/>
                    <a:pt x="18" y="35"/>
                    <a:pt x="18" y="36"/>
                  </a:cubicBezTo>
                  <a:lnTo>
                    <a:pt x="18" y="36"/>
                  </a:lnTo>
                  <a:cubicBezTo>
                    <a:pt x="18" y="36"/>
                    <a:pt x="18" y="35"/>
                    <a:pt x="18" y="35"/>
                  </a:cubicBezTo>
                  <a:lnTo>
                    <a:pt x="19" y="34"/>
                  </a:lnTo>
                  <a:close/>
                  <a:moveTo>
                    <a:pt x="147" y="850"/>
                  </a:moveTo>
                  <a:cubicBezTo>
                    <a:pt x="148" y="853"/>
                    <a:pt x="149" y="857"/>
                    <a:pt x="150" y="860"/>
                  </a:cubicBezTo>
                  <a:lnTo>
                    <a:pt x="150" y="860"/>
                  </a:lnTo>
                  <a:cubicBezTo>
                    <a:pt x="149" y="857"/>
                    <a:pt x="148" y="854"/>
                    <a:pt x="147" y="850"/>
                  </a:cubicBezTo>
                  <a:close/>
                  <a:moveTo>
                    <a:pt x="277" y="1114"/>
                  </a:moveTo>
                  <a:cubicBezTo>
                    <a:pt x="284" y="1117"/>
                    <a:pt x="291" y="1120"/>
                    <a:pt x="298" y="1122"/>
                  </a:cubicBezTo>
                  <a:lnTo>
                    <a:pt x="298" y="1122"/>
                  </a:lnTo>
                  <a:cubicBezTo>
                    <a:pt x="293" y="1121"/>
                    <a:pt x="289" y="1120"/>
                    <a:pt x="284" y="1119"/>
                  </a:cubicBezTo>
                  <a:lnTo>
                    <a:pt x="284" y="1119"/>
                  </a:lnTo>
                  <a:cubicBezTo>
                    <a:pt x="284" y="1119"/>
                    <a:pt x="284" y="1119"/>
                    <a:pt x="284" y="1119"/>
                  </a:cubicBezTo>
                  <a:lnTo>
                    <a:pt x="284" y="1119"/>
                  </a:lnTo>
                  <a:lnTo>
                    <a:pt x="277" y="1114"/>
                  </a:lnTo>
                  <a:close/>
                  <a:moveTo>
                    <a:pt x="46" y="0"/>
                  </a:moveTo>
                  <a:cubicBezTo>
                    <a:pt x="30" y="0"/>
                    <a:pt x="9" y="10"/>
                    <a:pt x="9" y="31"/>
                  </a:cubicBezTo>
                  <a:lnTo>
                    <a:pt x="9" y="48"/>
                  </a:lnTo>
                  <a:lnTo>
                    <a:pt x="9" y="48"/>
                  </a:lnTo>
                  <a:cubicBezTo>
                    <a:pt x="3" y="58"/>
                    <a:pt x="0" y="70"/>
                    <a:pt x="4" y="81"/>
                  </a:cubicBezTo>
                  <a:cubicBezTo>
                    <a:pt x="7" y="91"/>
                    <a:pt x="8" y="106"/>
                    <a:pt x="11" y="113"/>
                  </a:cubicBezTo>
                  <a:cubicBezTo>
                    <a:pt x="11" y="113"/>
                    <a:pt x="11" y="113"/>
                    <a:pt x="11" y="113"/>
                  </a:cubicBezTo>
                  <a:lnTo>
                    <a:pt x="11" y="113"/>
                  </a:lnTo>
                  <a:cubicBezTo>
                    <a:pt x="8" y="122"/>
                    <a:pt x="5" y="130"/>
                    <a:pt x="5" y="140"/>
                  </a:cubicBezTo>
                  <a:cubicBezTo>
                    <a:pt x="4" y="155"/>
                    <a:pt x="6" y="169"/>
                    <a:pt x="10" y="185"/>
                  </a:cubicBezTo>
                  <a:cubicBezTo>
                    <a:pt x="13" y="197"/>
                    <a:pt x="15" y="210"/>
                    <a:pt x="18" y="222"/>
                  </a:cubicBezTo>
                  <a:lnTo>
                    <a:pt x="18" y="222"/>
                  </a:lnTo>
                  <a:cubicBezTo>
                    <a:pt x="17" y="235"/>
                    <a:pt x="17" y="247"/>
                    <a:pt x="19" y="258"/>
                  </a:cubicBezTo>
                  <a:cubicBezTo>
                    <a:pt x="20" y="269"/>
                    <a:pt x="22" y="281"/>
                    <a:pt x="25" y="291"/>
                  </a:cubicBezTo>
                  <a:cubicBezTo>
                    <a:pt x="29" y="308"/>
                    <a:pt x="34" y="325"/>
                    <a:pt x="36" y="342"/>
                  </a:cubicBezTo>
                  <a:lnTo>
                    <a:pt x="36" y="342"/>
                  </a:lnTo>
                  <a:cubicBezTo>
                    <a:pt x="36" y="360"/>
                    <a:pt x="38" y="378"/>
                    <a:pt x="41" y="396"/>
                  </a:cubicBezTo>
                  <a:cubicBezTo>
                    <a:pt x="42" y="406"/>
                    <a:pt x="44" y="414"/>
                    <a:pt x="45" y="423"/>
                  </a:cubicBezTo>
                  <a:lnTo>
                    <a:pt x="45" y="423"/>
                  </a:lnTo>
                  <a:cubicBezTo>
                    <a:pt x="45" y="435"/>
                    <a:pt x="45" y="447"/>
                    <a:pt x="47" y="459"/>
                  </a:cubicBezTo>
                  <a:cubicBezTo>
                    <a:pt x="49" y="467"/>
                    <a:pt x="52" y="476"/>
                    <a:pt x="53" y="482"/>
                  </a:cubicBezTo>
                  <a:lnTo>
                    <a:pt x="65" y="536"/>
                  </a:lnTo>
                  <a:cubicBezTo>
                    <a:pt x="74" y="571"/>
                    <a:pt x="80" y="606"/>
                    <a:pt x="87" y="642"/>
                  </a:cubicBezTo>
                  <a:cubicBezTo>
                    <a:pt x="94" y="676"/>
                    <a:pt x="103" y="711"/>
                    <a:pt x="112" y="745"/>
                  </a:cubicBezTo>
                  <a:cubicBezTo>
                    <a:pt x="116" y="762"/>
                    <a:pt x="120" y="780"/>
                    <a:pt x="124" y="800"/>
                  </a:cubicBezTo>
                  <a:cubicBezTo>
                    <a:pt x="130" y="835"/>
                    <a:pt x="141" y="867"/>
                    <a:pt x="161" y="895"/>
                  </a:cubicBezTo>
                  <a:lnTo>
                    <a:pt x="161" y="895"/>
                  </a:lnTo>
                  <a:cubicBezTo>
                    <a:pt x="166" y="915"/>
                    <a:pt x="172" y="935"/>
                    <a:pt x="176" y="955"/>
                  </a:cubicBezTo>
                  <a:cubicBezTo>
                    <a:pt x="184" y="981"/>
                    <a:pt x="190" y="1008"/>
                    <a:pt x="201" y="1033"/>
                  </a:cubicBezTo>
                  <a:cubicBezTo>
                    <a:pt x="207" y="1048"/>
                    <a:pt x="218" y="1063"/>
                    <a:pt x="228" y="1075"/>
                  </a:cubicBezTo>
                  <a:cubicBezTo>
                    <a:pt x="233" y="1083"/>
                    <a:pt x="240" y="1090"/>
                    <a:pt x="247" y="1096"/>
                  </a:cubicBezTo>
                  <a:lnTo>
                    <a:pt x="247" y="1096"/>
                  </a:lnTo>
                  <a:cubicBezTo>
                    <a:pt x="256" y="1108"/>
                    <a:pt x="268" y="1117"/>
                    <a:pt x="279" y="1127"/>
                  </a:cubicBezTo>
                  <a:cubicBezTo>
                    <a:pt x="293" y="1137"/>
                    <a:pt x="312" y="1143"/>
                    <a:pt x="331" y="1143"/>
                  </a:cubicBezTo>
                  <a:cubicBezTo>
                    <a:pt x="350" y="1143"/>
                    <a:pt x="369" y="1137"/>
                    <a:pt x="382" y="1124"/>
                  </a:cubicBezTo>
                  <a:cubicBezTo>
                    <a:pt x="390" y="1117"/>
                    <a:pt x="397" y="1109"/>
                    <a:pt x="403" y="1102"/>
                  </a:cubicBezTo>
                  <a:lnTo>
                    <a:pt x="403" y="1102"/>
                  </a:lnTo>
                  <a:cubicBezTo>
                    <a:pt x="435" y="1076"/>
                    <a:pt x="451" y="1032"/>
                    <a:pt x="458" y="993"/>
                  </a:cubicBezTo>
                  <a:cubicBezTo>
                    <a:pt x="460" y="975"/>
                    <a:pt x="463" y="958"/>
                    <a:pt x="463" y="938"/>
                  </a:cubicBezTo>
                  <a:cubicBezTo>
                    <a:pt x="463" y="908"/>
                    <a:pt x="464" y="877"/>
                    <a:pt x="463" y="847"/>
                  </a:cubicBezTo>
                  <a:lnTo>
                    <a:pt x="463" y="847"/>
                  </a:lnTo>
                  <a:cubicBezTo>
                    <a:pt x="474" y="814"/>
                    <a:pt x="473" y="779"/>
                    <a:pt x="468" y="743"/>
                  </a:cubicBezTo>
                  <a:cubicBezTo>
                    <a:pt x="465" y="724"/>
                    <a:pt x="463" y="707"/>
                    <a:pt x="459" y="690"/>
                  </a:cubicBezTo>
                  <a:cubicBezTo>
                    <a:pt x="452" y="640"/>
                    <a:pt x="441" y="591"/>
                    <a:pt x="425" y="543"/>
                  </a:cubicBezTo>
                  <a:cubicBezTo>
                    <a:pt x="414" y="509"/>
                    <a:pt x="403" y="475"/>
                    <a:pt x="391" y="442"/>
                  </a:cubicBezTo>
                  <a:cubicBezTo>
                    <a:pt x="386" y="425"/>
                    <a:pt x="378" y="409"/>
                    <a:pt x="373" y="392"/>
                  </a:cubicBezTo>
                  <a:cubicBezTo>
                    <a:pt x="370" y="383"/>
                    <a:pt x="366" y="375"/>
                    <a:pt x="364" y="366"/>
                  </a:cubicBezTo>
                  <a:cubicBezTo>
                    <a:pt x="356" y="348"/>
                    <a:pt x="346" y="333"/>
                    <a:pt x="335" y="320"/>
                  </a:cubicBezTo>
                  <a:lnTo>
                    <a:pt x="335" y="320"/>
                  </a:lnTo>
                  <a:cubicBezTo>
                    <a:pt x="318" y="291"/>
                    <a:pt x="302" y="262"/>
                    <a:pt x="281" y="235"/>
                  </a:cubicBezTo>
                  <a:lnTo>
                    <a:pt x="281" y="235"/>
                  </a:lnTo>
                  <a:cubicBezTo>
                    <a:pt x="286" y="242"/>
                    <a:pt x="290" y="249"/>
                    <a:pt x="294" y="256"/>
                  </a:cubicBezTo>
                  <a:lnTo>
                    <a:pt x="294" y="256"/>
                  </a:lnTo>
                  <a:cubicBezTo>
                    <a:pt x="280" y="233"/>
                    <a:pt x="266" y="210"/>
                    <a:pt x="252" y="188"/>
                  </a:cubicBezTo>
                  <a:cubicBezTo>
                    <a:pt x="246" y="179"/>
                    <a:pt x="243" y="172"/>
                    <a:pt x="235" y="163"/>
                  </a:cubicBezTo>
                  <a:cubicBezTo>
                    <a:pt x="228" y="152"/>
                    <a:pt x="219" y="144"/>
                    <a:pt x="209" y="136"/>
                  </a:cubicBezTo>
                  <a:lnTo>
                    <a:pt x="209" y="136"/>
                  </a:lnTo>
                  <a:cubicBezTo>
                    <a:pt x="192" y="113"/>
                    <a:pt x="176" y="87"/>
                    <a:pt x="153" y="69"/>
                  </a:cubicBezTo>
                  <a:cubicBezTo>
                    <a:pt x="145" y="63"/>
                    <a:pt x="134" y="58"/>
                    <a:pt x="124" y="55"/>
                  </a:cubicBezTo>
                  <a:lnTo>
                    <a:pt x="124" y="55"/>
                  </a:lnTo>
                  <a:cubicBezTo>
                    <a:pt x="122" y="54"/>
                    <a:pt x="120" y="52"/>
                    <a:pt x="119" y="51"/>
                  </a:cubicBezTo>
                  <a:cubicBezTo>
                    <a:pt x="113" y="43"/>
                    <a:pt x="109" y="38"/>
                    <a:pt x="103" y="31"/>
                  </a:cubicBezTo>
                  <a:cubicBezTo>
                    <a:pt x="95" y="20"/>
                    <a:pt x="82" y="13"/>
                    <a:pt x="69" y="10"/>
                  </a:cubicBezTo>
                  <a:lnTo>
                    <a:pt x="69" y="10"/>
                  </a:lnTo>
                  <a:cubicBezTo>
                    <a:pt x="65" y="8"/>
                    <a:pt x="61" y="5"/>
                    <a:pt x="57" y="2"/>
                  </a:cubicBezTo>
                  <a:cubicBezTo>
                    <a:pt x="54" y="1"/>
                    <a:pt x="50" y="0"/>
                    <a:pt x="4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217;p40"/>
            <p:cNvSpPr/>
            <p:nvPr/>
          </p:nvSpPr>
          <p:spPr>
            <a:xfrm>
              <a:off x="3378960" y="1811160"/>
              <a:ext cx="127800" cy="7200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72000"/>
                <a:gd name="textAreaBottom" fmla="*/ 72360 h 72000"/>
              </a:gdLst>
              <a:ahLst/>
              <a:cxnLst/>
              <a:rect l="textAreaLeft" t="textAreaTop" r="textAreaRight" b="textAreaBottom"/>
              <a:pathLst>
                <a:path w="1131" h="652">
                  <a:moveTo>
                    <a:pt x="73" y="413"/>
                  </a:moveTo>
                  <a:cubicBezTo>
                    <a:pt x="72" y="414"/>
                    <a:pt x="71" y="415"/>
                    <a:pt x="70" y="416"/>
                  </a:cubicBezTo>
                  <a:lnTo>
                    <a:pt x="70" y="416"/>
                  </a:lnTo>
                  <a:cubicBezTo>
                    <a:pt x="71" y="415"/>
                    <a:pt x="72" y="414"/>
                    <a:pt x="73" y="413"/>
                  </a:cubicBezTo>
                  <a:close/>
                  <a:moveTo>
                    <a:pt x="101" y="600"/>
                  </a:moveTo>
                  <a:cubicBezTo>
                    <a:pt x="101" y="600"/>
                    <a:pt x="101" y="600"/>
                    <a:pt x="102" y="600"/>
                  </a:cubicBezTo>
                  <a:cubicBezTo>
                    <a:pt x="101" y="600"/>
                    <a:pt x="101" y="600"/>
                    <a:pt x="101" y="600"/>
                  </a:cubicBezTo>
                  <a:close/>
                  <a:moveTo>
                    <a:pt x="287" y="644"/>
                  </a:moveTo>
                  <a:lnTo>
                    <a:pt x="287" y="644"/>
                  </a:lnTo>
                  <a:cubicBezTo>
                    <a:pt x="288" y="645"/>
                    <a:pt x="290" y="646"/>
                    <a:pt x="291" y="646"/>
                  </a:cubicBezTo>
                  <a:lnTo>
                    <a:pt x="291" y="646"/>
                  </a:lnTo>
                  <a:cubicBezTo>
                    <a:pt x="289" y="646"/>
                    <a:pt x="287" y="645"/>
                    <a:pt x="285" y="645"/>
                  </a:cubicBezTo>
                  <a:lnTo>
                    <a:pt x="285" y="645"/>
                  </a:lnTo>
                  <a:cubicBezTo>
                    <a:pt x="286" y="645"/>
                    <a:pt x="286" y="644"/>
                    <a:pt x="287" y="644"/>
                  </a:cubicBezTo>
                  <a:close/>
                  <a:moveTo>
                    <a:pt x="938" y="1"/>
                  </a:moveTo>
                  <a:cubicBezTo>
                    <a:pt x="915" y="1"/>
                    <a:pt x="891" y="4"/>
                    <a:pt x="868" y="6"/>
                  </a:cubicBezTo>
                  <a:cubicBezTo>
                    <a:pt x="839" y="9"/>
                    <a:pt x="809" y="17"/>
                    <a:pt x="782" y="33"/>
                  </a:cubicBezTo>
                  <a:cubicBezTo>
                    <a:pt x="756" y="46"/>
                    <a:pt x="729" y="61"/>
                    <a:pt x="703" y="73"/>
                  </a:cubicBezTo>
                  <a:cubicBezTo>
                    <a:pt x="650" y="100"/>
                    <a:pt x="598" y="125"/>
                    <a:pt x="546" y="149"/>
                  </a:cubicBezTo>
                  <a:cubicBezTo>
                    <a:pt x="494" y="174"/>
                    <a:pt x="441" y="198"/>
                    <a:pt x="389" y="224"/>
                  </a:cubicBezTo>
                  <a:cubicBezTo>
                    <a:pt x="361" y="236"/>
                    <a:pt x="334" y="248"/>
                    <a:pt x="306" y="259"/>
                  </a:cubicBezTo>
                  <a:cubicBezTo>
                    <a:pt x="293" y="264"/>
                    <a:pt x="280" y="270"/>
                    <a:pt x="268" y="274"/>
                  </a:cubicBezTo>
                  <a:cubicBezTo>
                    <a:pt x="245" y="283"/>
                    <a:pt x="227" y="295"/>
                    <a:pt x="209" y="310"/>
                  </a:cubicBezTo>
                  <a:lnTo>
                    <a:pt x="209" y="310"/>
                  </a:lnTo>
                  <a:cubicBezTo>
                    <a:pt x="200" y="314"/>
                    <a:pt x="191" y="318"/>
                    <a:pt x="182" y="322"/>
                  </a:cubicBezTo>
                  <a:cubicBezTo>
                    <a:pt x="174" y="326"/>
                    <a:pt x="166" y="329"/>
                    <a:pt x="159" y="333"/>
                  </a:cubicBezTo>
                  <a:cubicBezTo>
                    <a:pt x="129" y="349"/>
                    <a:pt x="104" y="371"/>
                    <a:pt x="87" y="398"/>
                  </a:cubicBezTo>
                  <a:lnTo>
                    <a:pt x="87" y="398"/>
                  </a:lnTo>
                  <a:cubicBezTo>
                    <a:pt x="80" y="404"/>
                    <a:pt x="73" y="411"/>
                    <a:pt x="66" y="419"/>
                  </a:cubicBezTo>
                  <a:lnTo>
                    <a:pt x="66" y="419"/>
                  </a:lnTo>
                  <a:cubicBezTo>
                    <a:pt x="65" y="420"/>
                    <a:pt x="63" y="421"/>
                    <a:pt x="61" y="422"/>
                  </a:cubicBezTo>
                  <a:cubicBezTo>
                    <a:pt x="1" y="467"/>
                    <a:pt x="15" y="572"/>
                    <a:pt x="87" y="595"/>
                  </a:cubicBezTo>
                  <a:cubicBezTo>
                    <a:pt x="88" y="595"/>
                    <a:pt x="90" y="596"/>
                    <a:pt x="91" y="597"/>
                  </a:cubicBezTo>
                  <a:lnTo>
                    <a:pt x="91" y="597"/>
                  </a:lnTo>
                  <a:cubicBezTo>
                    <a:pt x="101" y="603"/>
                    <a:pt x="110" y="608"/>
                    <a:pt x="120" y="611"/>
                  </a:cubicBezTo>
                  <a:lnTo>
                    <a:pt x="120" y="611"/>
                  </a:lnTo>
                  <a:cubicBezTo>
                    <a:pt x="122" y="613"/>
                    <a:pt x="124" y="614"/>
                    <a:pt x="126" y="616"/>
                  </a:cubicBezTo>
                  <a:cubicBezTo>
                    <a:pt x="149" y="633"/>
                    <a:pt x="177" y="643"/>
                    <a:pt x="205" y="646"/>
                  </a:cubicBezTo>
                  <a:cubicBezTo>
                    <a:pt x="213" y="647"/>
                    <a:pt x="221" y="647"/>
                    <a:pt x="230" y="647"/>
                  </a:cubicBezTo>
                  <a:cubicBezTo>
                    <a:pt x="246" y="647"/>
                    <a:pt x="263" y="646"/>
                    <a:pt x="280" y="645"/>
                  </a:cubicBezTo>
                  <a:lnTo>
                    <a:pt x="280" y="645"/>
                  </a:lnTo>
                  <a:cubicBezTo>
                    <a:pt x="290" y="647"/>
                    <a:pt x="300" y="649"/>
                    <a:pt x="308" y="650"/>
                  </a:cubicBezTo>
                  <a:cubicBezTo>
                    <a:pt x="317" y="651"/>
                    <a:pt x="327" y="652"/>
                    <a:pt x="336" y="652"/>
                  </a:cubicBezTo>
                  <a:cubicBezTo>
                    <a:pt x="350" y="652"/>
                    <a:pt x="365" y="650"/>
                    <a:pt x="379" y="648"/>
                  </a:cubicBezTo>
                  <a:lnTo>
                    <a:pt x="419" y="639"/>
                  </a:lnTo>
                  <a:cubicBezTo>
                    <a:pt x="449" y="633"/>
                    <a:pt x="477" y="627"/>
                    <a:pt x="507" y="620"/>
                  </a:cubicBezTo>
                  <a:cubicBezTo>
                    <a:pt x="582" y="602"/>
                    <a:pt x="655" y="582"/>
                    <a:pt x="727" y="553"/>
                  </a:cubicBezTo>
                  <a:cubicBezTo>
                    <a:pt x="784" y="529"/>
                    <a:pt x="837" y="505"/>
                    <a:pt x="889" y="473"/>
                  </a:cubicBezTo>
                  <a:cubicBezTo>
                    <a:pt x="929" y="450"/>
                    <a:pt x="969" y="425"/>
                    <a:pt x="1009" y="400"/>
                  </a:cubicBezTo>
                  <a:cubicBezTo>
                    <a:pt x="1034" y="384"/>
                    <a:pt x="1054" y="362"/>
                    <a:pt x="1070" y="336"/>
                  </a:cubicBezTo>
                  <a:cubicBezTo>
                    <a:pt x="1086" y="313"/>
                    <a:pt x="1106" y="285"/>
                    <a:pt x="1114" y="259"/>
                  </a:cubicBezTo>
                  <a:cubicBezTo>
                    <a:pt x="1126" y="226"/>
                    <a:pt x="1131" y="193"/>
                    <a:pt x="1125" y="159"/>
                  </a:cubicBezTo>
                  <a:cubicBezTo>
                    <a:pt x="1122" y="134"/>
                    <a:pt x="1113" y="111"/>
                    <a:pt x="1098" y="92"/>
                  </a:cubicBezTo>
                  <a:cubicBezTo>
                    <a:pt x="1066" y="39"/>
                    <a:pt x="1018" y="12"/>
                    <a:pt x="957" y="2"/>
                  </a:cubicBezTo>
                  <a:cubicBezTo>
                    <a:pt x="951" y="1"/>
                    <a:pt x="945" y="1"/>
                    <a:pt x="93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00" bIns="36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218;p40"/>
            <p:cNvSpPr/>
            <p:nvPr/>
          </p:nvSpPr>
          <p:spPr>
            <a:xfrm>
              <a:off x="3670200" y="1847160"/>
              <a:ext cx="149040" cy="37584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375840"/>
                <a:gd name="textAreaBottom" fmla="*/ 376200 h 375840"/>
              </a:gdLst>
              <a:ahLst/>
              <a:cxnLst/>
              <a:rect l="textAreaLeft" t="textAreaTop" r="textAreaRight" b="textAreaBottom"/>
              <a:pathLst>
                <a:path w="1320" h="3392">
                  <a:moveTo>
                    <a:pt x="479" y="400"/>
                  </a:moveTo>
                  <a:cubicBezTo>
                    <a:pt x="479" y="401"/>
                    <a:pt x="478" y="402"/>
                    <a:pt x="477" y="404"/>
                  </a:cubicBezTo>
                  <a:cubicBezTo>
                    <a:pt x="478" y="402"/>
                    <a:pt x="479" y="401"/>
                    <a:pt x="479" y="400"/>
                  </a:cubicBezTo>
                  <a:close/>
                  <a:moveTo>
                    <a:pt x="850" y="1753"/>
                  </a:moveTo>
                  <a:lnTo>
                    <a:pt x="850" y="1753"/>
                  </a:lnTo>
                  <a:cubicBezTo>
                    <a:pt x="850" y="1753"/>
                    <a:pt x="850" y="1754"/>
                    <a:pt x="849" y="1755"/>
                  </a:cubicBezTo>
                  <a:cubicBezTo>
                    <a:pt x="850" y="1754"/>
                    <a:pt x="850" y="1753"/>
                    <a:pt x="850" y="1753"/>
                  </a:cubicBezTo>
                  <a:close/>
                  <a:moveTo>
                    <a:pt x="297" y="2459"/>
                  </a:moveTo>
                  <a:lnTo>
                    <a:pt x="298" y="2464"/>
                  </a:lnTo>
                  <a:lnTo>
                    <a:pt x="298" y="2464"/>
                  </a:lnTo>
                  <a:cubicBezTo>
                    <a:pt x="298" y="2462"/>
                    <a:pt x="297" y="2460"/>
                    <a:pt x="297" y="2459"/>
                  </a:cubicBezTo>
                  <a:close/>
                  <a:moveTo>
                    <a:pt x="609" y="194"/>
                  </a:moveTo>
                  <a:cubicBezTo>
                    <a:pt x="618" y="213"/>
                    <a:pt x="627" y="232"/>
                    <a:pt x="636" y="251"/>
                  </a:cubicBezTo>
                  <a:cubicBezTo>
                    <a:pt x="662" y="304"/>
                    <a:pt x="689" y="356"/>
                    <a:pt x="714" y="408"/>
                  </a:cubicBezTo>
                  <a:cubicBezTo>
                    <a:pt x="766" y="514"/>
                    <a:pt x="818" y="620"/>
                    <a:pt x="864" y="729"/>
                  </a:cubicBezTo>
                  <a:cubicBezTo>
                    <a:pt x="911" y="838"/>
                    <a:pt x="955" y="946"/>
                    <a:pt x="991" y="1057"/>
                  </a:cubicBezTo>
                  <a:cubicBezTo>
                    <a:pt x="1001" y="1085"/>
                    <a:pt x="1010" y="1111"/>
                    <a:pt x="1017" y="1139"/>
                  </a:cubicBezTo>
                  <a:cubicBezTo>
                    <a:pt x="1021" y="1145"/>
                    <a:pt x="1022" y="1152"/>
                    <a:pt x="1024" y="1158"/>
                  </a:cubicBezTo>
                  <a:cubicBezTo>
                    <a:pt x="1025" y="1161"/>
                    <a:pt x="1025" y="1162"/>
                    <a:pt x="1025" y="1162"/>
                  </a:cubicBezTo>
                  <a:cubicBezTo>
                    <a:pt x="1025" y="1162"/>
                    <a:pt x="1023" y="1153"/>
                    <a:pt x="1023" y="1153"/>
                  </a:cubicBezTo>
                  <a:lnTo>
                    <a:pt x="1023" y="1153"/>
                  </a:lnTo>
                  <a:lnTo>
                    <a:pt x="1027" y="1166"/>
                  </a:lnTo>
                  <a:cubicBezTo>
                    <a:pt x="1032" y="1179"/>
                    <a:pt x="1036" y="1193"/>
                    <a:pt x="1039" y="1208"/>
                  </a:cubicBezTo>
                  <a:cubicBezTo>
                    <a:pt x="1055" y="1263"/>
                    <a:pt x="1070" y="1318"/>
                    <a:pt x="1082" y="1375"/>
                  </a:cubicBezTo>
                  <a:cubicBezTo>
                    <a:pt x="1107" y="1486"/>
                    <a:pt x="1125" y="1598"/>
                    <a:pt x="1133" y="1711"/>
                  </a:cubicBezTo>
                  <a:cubicBezTo>
                    <a:pt x="1134" y="1724"/>
                    <a:pt x="1134" y="1739"/>
                    <a:pt x="1136" y="1754"/>
                  </a:cubicBezTo>
                  <a:cubicBezTo>
                    <a:pt x="1136" y="1759"/>
                    <a:pt x="1136" y="1766"/>
                    <a:pt x="1137" y="1771"/>
                  </a:cubicBezTo>
                  <a:lnTo>
                    <a:pt x="1137" y="1779"/>
                  </a:lnTo>
                  <a:lnTo>
                    <a:pt x="1137" y="1779"/>
                  </a:lnTo>
                  <a:cubicBezTo>
                    <a:pt x="1136" y="1806"/>
                    <a:pt x="1138" y="1837"/>
                    <a:pt x="1137" y="1864"/>
                  </a:cubicBezTo>
                  <a:cubicBezTo>
                    <a:pt x="1136" y="1920"/>
                    <a:pt x="1132" y="1976"/>
                    <a:pt x="1125" y="2031"/>
                  </a:cubicBezTo>
                  <a:cubicBezTo>
                    <a:pt x="1117" y="2088"/>
                    <a:pt x="1109" y="2145"/>
                    <a:pt x="1095" y="2199"/>
                  </a:cubicBezTo>
                  <a:cubicBezTo>
                    <a:pt x="1094" y="2206"/>
                    <a:pt x="1093" y="2213"/>
                    <a:pt x="1090" y="2220"/>
                  </a:cubicBezTo>
                  <a:cubicBezTo>
                    <a:pt x="1091" y="2217"/>
                    <a:pt x="1092" y="2212"/>
                    <a:pt x="1092" y="2211"/>
                  </a:cubicBezTo>
                  <a:lnTo>
                    <a:pt x="1092" y="2211"/>
                  </a:lnTo>
                  <a:cubicBezTo>
                    <a:pt x="1090" y="2216"/>
                    <a:pt x="1090" y="2220"/>
                    <a:pt x="1089" y="2222"/>
                  </a:cubicBezTo>
                  <a:cubicBezTo>
                    <a:pt x="1084" y="2237"/>
                    <a:pt x="1082" y="2250"/>
                    <a:pt x="1078" y="2262"/>
                  </a:cubicBezTo>
                  <a:cubicBezTo>
                    <a:pt x="1071" y="2288"/>
                    <a:pt x="1062" y="2316"/>
                    <a:pt x="1054" y="2342"/>
                  </a:cubicBezTo>
                  <a:cubicBezTo>
                    <a:pt x="1017" y="2446"/>
                    <a:pt x="973" y="2546"/>
                    <a:pt x="923" y="2644"/>
                  </a:cubicBezTo>
                  <a:cubicBezTo>
                    <a:pt x="918" y="2655"/>
                    <a:pt x="911" y="2667"/>
                    <a:pt x="906" y="2677"/>
                  </a:cubicBezTo>
                  <a:lnTo>
                    <a:pt x="906" y="2677"/>
                  </a:lnTo>
                  <a:cubicBezTo>
                    <a:pt x="905" y="2678"/>
                    <a:pt x="905" y="2679"/>
                    <a:pt x="904" y="2680"/>
                  </a:cubicBezTo>
                  <a:lnTo>
                    <a:pt x="904" y="2680"/>
                  </a:lnTo>
                  <a:cubicBezTo>
                    <a:pt x="905" y="2679"/>
                    <a:pt x="905" y="2679"/>
                    <a:pt x="905" y="2678"/>
                  </a:cubicBezTo>
                  <a:lnTo>
                    <a:pt x="905" y="2678"/>
                  </a:lnTo>
                  <a:cubicBezTo>
                    <a:pt x="905" y="2679"/>
                    <a:pt x="905" y="2679"/>
                    <a:pt x="904" y="2680"/>
                  </a:cubicBezTo>
                  <a:lnTo>
                    <a:pt x="904" y="2680"/>
                  </a:lnTo>
                  <a:cubicBezTo>
                    <a:pt x="904" y="2680"/>
                    <a:pt x="904" y="2680"/>
                    <a:pt x="904" y="2680"/>
                  </a:cubicBezTo>
                  <a:lnTo>
                    <a:pt x="904" y="2680"/>
                  </a:lnTo>
                  <a:cubicBezTo>
                    <a:pt x="902" y="2683"/>
                    <a:pt x="901" y="2684"/>
                    <a:pt x="901" y="2684"/>
                  </a:cubicBezTo>
                  <a:cubicBezTo>
                    <a:pt x="901" y="2684"/>
                    <a:pt x="903" y="2682"/>
                    <a:pt x="904" y="2680"/>
                  </a:cubicBezTo>
                  <a:lnTo>
                    <a:pt x="904" y="2680"/>
                  </a:lnTo>
                  <a:cubicBezTo>
                    <a:pt x="904" y="2681"/>
                    <a:pt x="903" y="2681"/>
                    <a:pt x="903" y="2682"/>
                  </a:cubicBezTo>
                  <a:cubicBezTo>
                    <a:pt x="901" y="2687"/>
                    <a:pt x="897" y="2694"/>
                    <a:pt x="894" y="2699"/>
                  </a:cubicBezTo>
                  <a:cubicBezTo>
                    <a:pt x="880" y="2723"/>
                    <a:pt x="867" y="2747"/>
                    <a:pt x="852" y="2772"/>
                  </a:cubicBezTo>
                  <a:cubicBezTo>
                    <a:pt x="823" y="2820"/>
                    <a:pt x="792" y="2866"/>
                    <a:pt x="760" y="2913"/>
                  </a:cubicBezTo>
                  <a:cubicBezTo>
                    <a:pt x="733" y="2954"/>
                    <a:pt x="705" y="2995"/>
                    <a:pt x="676" y="3035"/>
                  </a:cubicBezTo>
                  <a:lnTo>
                    <a:pt x="676" y="3035"/>
                  </a:lnTo>
                  <a:cubicBezTo>
                    <a:pt x="677" y="2990"/>
                    <a:pt x="678" y="2945"/>
                    <a:pt x="680" y="2899"/>
                  </a:cubicBezTo>
                  <a:cubicBezTo>
                    <a:pt x="686" y="2765"/>
                    <a:pt x="697" y="2630"/>
                    <a:pt x="712" y="2496"/>
                  </a:cubicBezTo>
                  <a:cubicBezTo>
                    <a:pt x="727" y="2361"/>
                    <a:pt x="748" y="2228"/>
                    <a:pt x="775" y="2095"/>
                  </a:cubicBezTo>
                  <a:cubicBezTo>
                    <a:pt x="787" y="2029"/>
                    <a:pt x="802" y="1963"/>
                    <a:pt x="816" y="1897"/>
                  </a:cubicBezTo>
                  <a:cubicBezTo>
                    <a:pt x="823" y="1864"/>
                    <a:pt x="830" y="1833"/>
                    <a:pt x="837" y="1800"/>
                  </a:cubicBezTo>
                  <a:lnTo>
                    <a:pt x="850" y="1752"/>
                  </a:lnTo>
                  <a:lnTo>
                    <a:pt x="850" y="1752"/>
                  </a:lnTo>
                  <a:cubicBezTo>
                    <a:pt x="850" y="1752"/>
                    <a:pt x="850" y="1752"/>
                    <a:pt x="850" y="1753"/>
                  </a:cubicBezTo>
                  <a:lnTo>
                    <a:pt x="850" y="1753"/>
                  </a:lnTo>
                  <a:cubicBezTo>
                    <a:pt x="852" y="1745"/>
                    <a:pt x="852" y="1743"/>
                    <a:pt x="852" y="1743"/>
                  </a:cubicBezTo>
                  <a:lnTo>
                    <a:pt x="852" y="1743"/>
                  </a:lnTo>
                  <a:cubicBezTo>
                    <a:pt x="852" y="1743"/>
                    <a:pt x="851" y="1748"/>
                    <a:pt x="850" y="1750"/>
                  </a:cubicBezTo>
                  <a:lnTo>
                    <a:pt x="850" y="1752"/>
                  </a:lnTo>
                  <a:lnTo>
                    <a:pt x="850" y="1752"/>
                  </a:lnTo>
                  <a:cubicBezTo>
                    <a:pt x="851" y="1749"/>
                    <a:pt x="851" y="1746"/>
                    <a:pt x="852" y="1745"/>
                  </a:cubicBezTo>
                  <a:cubicBezTo>
                    <a:pt x="856" y="1730"/>
                    <a:pt x="858" y="1715"/>
                    <a:pt x="862" y="1703"/>
                  </a:cubicBezTo>
                  <a:lnTo>
                    <a:pt x="862" y="1703"/>
                  </a:lnTo>
                  <a:cubicBezTo>
                    <a:pt x="860" y="1712"/>
                    <a:pt x="859" y="1715"/>
                    <a:pt x="859" y="1715"/>
                  </a:cubicBezTo>
                  <a:cubicBezTo>
                    <a:pt x="860" y="1715"/>
                    <a:pt x="861" y="1706"/>
                    <a:pt x="863" y="1701"/>
                  </a:cubicBezTo>
                  <a:lnTo>
                    <a:pt x="863" y="1701"/>
                  </a:lnTo>
                  <a:cubicBezTo>
                    <a:pt x="862" y="1701"/>
                    <a:pt x="862" y="1702"/>
                    <a:pt x="862" y="1703"/>
                  </a:cubicBezTo>
                  <a:lnTo>
                    <a:pt x="862" y="1703"/>
                  </a:lnTo>
                  <a:cubicBezTo>
                    <a:pt x="863" y="1699"/>
                    <a:pt x="864" y="1694"/>
                    <a:pt x="865" y="1689"/>
                  </a:cubicBezTo>
                  <a:cubicBezTo>
                    <a:pt x="867" y="1683"/>
                    <a:pt x="868" y="1678"/>
                    <a:pt x="869" y="1673"/>
                  </a:cubicBezTo>
                  <a:cubicBezTo>
                    <a:pt x="872" y="1663"/>
                    <a:pt x="874" y="1654"/>
                    <a:pt x="877" y="1646"/>
                  </a:cubicBezTo>
                  <a:cubicBezTo>
                    <a:pt x="878" y="1637"/>
                    <a:pt x="880" y="1629"/>
                    <a:pt x="882" y="1621"/>
                  </a:cubicBezTo>
                  <a:cubicBezTo>
                    <a:pt x="883" y="1616"/>
                    <a:pt x="883" y="1614"/>
                    <a:pt x="883" y="1614"/>
                  </a:cubicBezTo>
                  <a:lnTo>
                    <a:pt x="883" y="1614"/>
                  </a:lnTo>
                  <a:cubicBezTo>
                    <a:pt x="883" y="1614"/>
                    <a:pt x="882" y="1622"/>
                    <a:pt x="880" y="1624"/>
                  </a:cubicBezTo>
                  <a:cubicBezTo>
                    <a:pt x="883" y="1614"/>
                    <a:pt x="886" y="1603"/>
                    <a:pt x="888" y="1593"/>
                  </a:cubicBezTo>
                  <a:cubicBezTo>
                    <a:pt x="889" y="1590"/>
                    <a:pt x="889" y="1586"/>
                    <a:pt x="890" y="1581"/>
                  </a:cubicBezTo>
                  <a:cubicBezTo>
                    <a:pt x="890" y="1579"/>
                    <a:pt x="891" y="1579"/>
                    <a:pt x="890" y="1579"/>
                  </a:cubicBezTo>
                  <a:lnTo>
                    <a:pt x="890" y="1579"/>
                  </a:lnTo>
                  <a:cubicBezTo>
                    <a:pt x="890" y="1579"/>
                    <a:pt x="890" y="1579"/>
                    <a:pt x="890" y="1580"/>
                  </a:cubicBezTo>
                  <a:lnTo>
                    <a:pt x="890" y="1580"/>
                  </a:lnTo>
                  <a:cubicBezTo>
                    <a:pt x="892" y="1570"/>
                    <a:pt x="894" y="1560"/>
                    <a:pt x="897" y="1551"/>
                  </a:cubicBezTo>
                  <a:cubicBezTo>
                    <a:pt x="898" y="1545"/>
                    <a:pt x="903" y="1527"/>
                    <a:pt x="902" y="1527"/>
                  </a:cubicBezTo>
                  <a:lnTo>
                    <a:pt x="902" y="1527"/>
                  </a:lnTo>
                  <a:cubicBezTo>
                    <a:pt x="902" y="1527"/>
                    <a:pt x="902" y="1528"/>
                    <a:pt x="901" y="1532"/>
                  </a:cubicBezTo>
                  <a:cubicBezTo>
                    <a:pt x="901" y="1534"/>
                    <a:pt x="900" y="1536"/>
                    <a:pt x="900" y="1536"/>
                  </a:cubicBezTo>
                  <a:cubicBezTo>
                    <a:pt x="900" y="1536"/>
                    <a:pt x="901" y="1532"/>
                    <a:pt x="902" y="1525"/>
                  </a:cubicBezTo>
                  <a:cubicBezTo>
                    <a:pt x="904" y="1520"/>
                    <a:pt x="905" y="1514"/>
                    <a:pt x="905" y="1509"/>
                  </a:cubicBezTo>
                  <a:cubicBezTo>
                    <a:pt x="906" y="1500"/>
                    <a:pt x="906" y="1492"/>
                    <a:pt x="908" y="1483"/>
                  </a:cubicBezTo>
                  <a:cubicBezTo>
                    <a:pt x="909" y="1475"/>
                    <a:pt x="911" y="1465"/>
                    <a:pt x="912" y="1456"/>
                  </a:cubicBezTo>
                  <a:cubicBezTo>
                    <a:pt x="912" y="1453"/>
                    <a:pt x="914" y="1448"/>
                    <a:pt x="913" y="1444"/>
                  </a:cubicBezTo>
                  <a:cubicBezTo>
                    <a:pt x="914" y="1442"/>
                    <a:pt x="914" y="1441"/>
                    <a:pt x="913" y="1441"/>
                  </a:cubicBezTo>
                  <a:lnTo>
                    <a:pt x="913" y="1441"/>
                  </a:lnTo>
                  <a:cubicBezTo>
                    <a:pt x="913" y="1441"/>
                    <a:pt x="913" y="1442"/>
                    <a:pt x="912" y="1444"/>
                  </a:cubicBezTo>
                  <a:cubicBezTo>
                    <a:pt x="913" y="1438"/>
                    <a:pt x="914" y="1433"/>
                    <a:pt x="916" y="1428"/>
                  </a:cubicBezTo>
                  <a:cubicBezTo>
                    <a:pt x="921" y="1411"/>
                    <a:pt x="924" y="1392"/>
                    <a:pt x="928" y="1374"/>
                  </a:cubicBezTo>
                  <a:cubicBezTo>
                    <a:pt x="933" y="1355"/>
                    <a:pt x="937" y="1340"/>
                    <a:pt x="941" y="1319"/>
                  </a:cubicBezTo>
                  <a:cubicBezTo>
                    <a:pt x="944" y="1302"/>
                    <a:pt x="945" y="1284"/>
                    <a:pt x="950" y="1267"/>
                  </a:cubicBezTo>
                  <a:cubicBezTo>
                    <a:pt x="961" y="1238"/>
                    <a:pt x="936" y="1217"/>
                    <a:pt x="912" y="1217"/>
                  </a:cubicBezTo>
                  <a:cubicBezTo>
                    <a:pt x="899" y="1217"/>
                    <a:pt x="886" y="1223"/>
                    <a:pt x="880" y="1240"/>
                  </a:cubicBezTo>
                  <a:cubicBezTo>
                    <a:pt x="875" y="1255"/>
                    <a:pt x="864" y="1271"/>
                    <a:pt x="856" y="1285"/>
                  </a:cubicBezTo>
                  <a:cubicBezTo>
                    <a:pt x="847" y="1301"/>
                    <a:pt x="839" y="1316"/>
                    <a:pt x="833" y="1330"/>
                  </a:cubicBezTo>
                  <a:cubicBezTo>
                    <a:pt x="824" y="1345"/>
                    <a:pt x="819" y="1361"/>
                    <a:pt x="812" y="1377"/>
                  </a:cubicBezTo>
                  <a:cubicBezTo>
                    <a:pt x="802" y="1399"/>
                    <a:pt x="801" y="1403"/>
                    <a:pt x="789" y="1423"/>
                  </a:cubicBezTo>
                  <a:cubicBezTo>
                    <a:pt x="772" y="1454"/>
                    <a:pt x="757" y="1483"/>
                    <a:pt x="745" y="1516"/>
                  </a:cubicBezTo>
                  <a:cubicBezTo>
                    <a:pt x="732" y="1548"/>
                    <a:pt x="721" y="1581"/>
                    <a:pt x="710" y="1613"/>
                  </a:cubicBezTo>
                  <a:cubicBezTo>
                    <a:pt x="665" y="1746"/>
                    <a:pt x="631" y="1886"/>
                    <a:pt x="602" y="2025"/>
                  </a:cubicBezTo>
                  <a:cubicBezTo>
                    <a:pt x="548" y="2293"/>
                    <a:pt x="514" y="2564"/>
                    <a:pt x="501" y="2837"/>
                  </a:cubicBezTo>
                  <a:cubicBezTo>
                    <a:pt x="500" y="2872"/>
                    <a:pt x="499" y="2906"/>
                    <a:pt x="498" y="2940"/>
                  </a:cubicBezTo>
                  <a:lnTo>
                    <a:pt x="498" y="2940"/>
                  </a:lnTo>
                  <a:cubicBezTo>
                    <a:pt x="451" y="2854"/>
                    <a:pt x="409" y="2765"/>
                    <a:pt x="373" y="2674"/>
                  </a:cubicBezTo>
                  <a:cubicBezTo>
                    <a:pt x="352" y="2622"/>
                    <a:pt x="331" y="2569"/>
                    <a:pt x="315" y="2517"/>
                  </a:cubicBezTo>
                  <a:cubicBezTo>
                    <a:pt x="310" y="2504"/>
                    <a:pt x="307" y="2490"/>
                    <a:pt x="302" y="2478"/>
                  </a:cubicBezTo>
                  <a:cubicBezTo>
                    <a:pt x="302" y="2474"/>
                    <a:pt x="301" y="2471"/>
                    <a:pt x="300" y="2468"/>
                  </a:cubicBezTo>
                  <a:lnTo>
                    <a:pt x="300" y="2468"/>
                  </a:lnTo>
                  <a:cubicBezTo>
                    <a:pt x="300" y="2469"/>
                    <a:pt x="300" y="2470"/>
                    <a:pt x="300" y="2470"/>
                  </a:cubicBezTo>
                  <a:cubicBezTo>
                    <a:pt x="300" y="2470"/>
                    <a:pt x="300" y="2469"/>
                    <a:pt x="299" y="2467"/>
                  </a:cubicBezTo>
                  <a:lnTo>
                    <a:pt x="298" y="2464"/>
                  </a:lnTo>
                  <a:lnTo>
                    <a:pt x="298" y="2464"/>
                  </a:lnTo>
                  <a:cubicBezTo>
                    <a:pt x="299" y="2465"/>
                    <a:pt x="299" y="2467"/>
                    <a:pt x="300" y="2468"/>
                  </a:cubicBezTo>
                  <a:lnTo>
                    <a:pt x="300" y="2468"/>
                  </a:lnTo>
                  <a:cubicBezTo>
                    <a:pt x="299" y="2464"/>
                    <a:pt x="297" y="2456"/>
                    <a:pt x="297" y="2456"/>
                  </a:cubicBezTo>
                  <a:lnTo>
                    <a:pt x="297" y="2456"/>
                  </a:lnTo>
                  <a:cubicBezTo>
                    <a:pt x="297" y="2456"/>
                    <a:pt x="297" y="2457"/>
                    <a:pt x="297" y="2459"/>
                  </a:cubicBezTo>
                  <a:lnTo>
                    <a:pt x="296" y="2454"/>
                  </a:lnTo>
                  <a:cubicBezTo>
                    <a:pt x="287" y="2427"/>
                    <a:pt x="281" y="2399"/>
                    <a:pt x="272" y="2372"/>
                  </a:cubicBezTo>
                  <a:cubicBezTo>
                    <a:pt x="244" y="2265"/>
                    <a:pt x="220" y="2157"/>
                    <a:pt x="204" y="2047"/>
                  </a:cubicBezTo>
                  <a:cubicBezTo>
                    <a:pt x="195" y="1991"/>
                    <a:pt x="188" y="1936"/>
                    <a:pt x="183" y="1880"/>
                  </a:cubicBezTo>
                  <a:cubicBezTo>
                    <a:pt x="181" y="1852"/>
                    <a:pt x="178" y="1825"/>
                    <a:pt x="176" y="1797"/>
                  </a:cubicBezTo>
                  <a:cubicBezTo>
                    <a:pt x="175" y="1783"/>
                    <a:pt x="175" y="1770"/>
                    <a:pt x="173" y="1757"/>
                  </a:cubicBezTo>
                  <a:cubicBezTo>
                    <a:pt x="173" y="1750"/>
                    <a:pt x="173" y="1744"/>
                    <a:pt x="172" y="1737"/>
                  </a:cubicBezTo>
                  <a:lnTo>
                    <a:pt x="172" y="1728"/>
                  </a:lnTo>
                  <a:cubicBezTo>
                    <a:pt x="171" y="1616"/>
                    <a:pt x="172" y="1504"/>
                    <a:pt x="183" y="1392"/>
                  </a:cubicBezTo>
                  <a:cubicBezTo>
                    <a:pt x="193" y="1281"/>
                    <a:pt x="210" y="1169"/>
                    <a:pt x="233" y="1062"/>
                  </a:cubicBezTo>
                  <a:cubicBezTo>
                    <a:pt x="237" y="1047"/>
                    <a:pt x="240" y="1035"/>
                    <a:pt x="242" y="1021"/>
                  </a:cubicBezTo>
                  <a:cubicBezTo>
                    <a:pt x="243" y="1015"/>
                    <a:pt x="244" y="1010"/>
                    <a:pt x="246" y="1004"/>
                  </a:cubicBezTo>
                  <a:lnTo>
                    <a:pt x="246" y="1004"/>
                  </a:lnTo>
                  <a:cubicBezTo>
                    <a:pt x="246" y="1005"/>
                    <a:pt x="246" y="1006"/>
                    <a:pt x="245" y="1007"/>
                  </a:cubicBezTo>
                  <a:cubicBezTo>
                    <a:pt x="244" y="1011"/>
                    <a:pt x="244" y="1012"/>
                    <a:pt x="244" y="1012"/>
                  </a:cubicBezTo>
                  <a:cubicBezTo>
                    <a:pt x="244" y="1012"/>
                    <a:pt x="246" y="1003"/>
                    <a:pt x="246" y="1002"/>
                  </a:cubicBezTo>
                  <a:lnTo>
                    <a:pt x="246" y="1002"/>
                  </a:lnTo>
                  <a:cubicBezTo>
                    <a:pt x="246" y="1003"/>
                    <a:pt x="246" y="1004"/>
                    <a:pt x="246" y="1004"/>
                  </a:cubicBezTo>
                  <a:lnTo>
                    <a:pt x="246" y="1004"/>
                  </a:lnTo>
                  <a:cubicBezTo>
                    <a:pt x="247" y="1001"/>
                    <a:pt x="247" y="997"/>
                    <a:pt x="248" y="994"/>
                  </a:cubicBezTo>
                  <a:cubicBezTo>
                    <a:pt x="254" y="966"/>
                    <a:pt x="261" y="941"/>
                    <a:pt x="270" y="913"/>
                  </a:cubicBezTo>
                  <a:cubicBezTo>
                    <a:pt x="285" y="860"/>
                    <a:pt x="302" y="806"/>
                    <a:pt x="320" y="752"/>
                  </a:cubicBezTo>
                  <a:cubicBezTo>
                    <a:pt x="357" y="647"/>
                    <a:pt x="401" y="546"/>
                    <a:pt x="453" y="447"/>
                  </a:cubicBezTo>
                  <a:cubicBezTo>
                    <a:pt x="461" y="434"/>
                    <a:pt x="466" y="423"/>
                    <a:pt x="473" y="410"/>
                  </a:cubicBezTo>
                  <a:cubicBezTo>
                    <a:pt x="474" y="407"/>
                    <a:pt x="480" y="398"/>
                    <a:pt x="480" y="398"/>
                  </a:cubicBezTo>
                  <a:lnTo>
                    <a:pt x="480" y="398"/>
                  </a:lnTo>
                  <a:cubicBezTo>
                    <a:pt x="480" y="398"/>
                    <a:pt x="480" y="398"/>
                    <a:pt x="479" y="400"/>
                  </a:cubicBezTo>
                  <a:lnTo>
                    <a:pt x="479" y="400"/>
                  </a:lnTo>
                  <a:cubicBezTo>
                    <a:pt x="482" y="394"/>
                    <a:pt x="485" y="388"/>
                    <a:pt x="488" y="384"/>
                  </a:cubicBezTo>
                  <a:cubicBezTo>
                    <a:pt x="501" y="360"/>
                    <a:pt x="516" y="337"/>
                    <a:pt x="530" y="313"/>
                  </a:cubicBezTo>
                  <a:cubicBezTo>
                    <a:pt x="555" y="273"/>
                    <a:pt x="581" y="233"/>
                    <a:pt x="609" y="194"/>
                  </a:cubicBezTo>
                  <a:close/>
                  <a:moveTo>
                    <a:pt x="624" y="1"/>
                  </a:moveTo>
                  <a:cubicBezTo>
                    <a:pt x="602" y="1"/>
                    <a:pt x="581" y="11"/>
                    <a:pt x="569" y="27"/>
                  </a:cubicBezTo>
                  <a:cubicBezTo>
                    <a:pt x="536" y="74"/>
                    <a:pt x="500" y="119"/>
                    <a:pt x="468" y="166"/>
                  </a:cubicBezTo>
                  <a:cubicBezTo>
                    <a:pt x="438" y="213"/>
                    <a:pt x="407" y="262"/>
                    <a:pt x="378" y="312"/>
                  </a:cubicBezTo>
                  <a:cubicBezTo>
                    <a:pt x="320" y="413"/>
                    <a:pt x="268" y="517"/>
                    <a:pt x="223" y="625"/>
                  </a:cubicBezTo>
                  <a:cubicBezTo>
                    <a:pt x="133" y="839"/>
                    <a:pt x="72" y="1064"/>
                    <a:pt x="39" y="1293"/>
                  </a:cubicBezTo>
                  <a:cubicBezTo>
                    <a:pt x="5" y="1524"/>
                    <a:pt x="0" y="1758"/>
                    <a:pt x="22" y="1991"/>
                  </a:cubicBezTo>
                  <a:cubicBezTo>
                    <a:pt x="44" y="2224"/>
                    <a:pt x="98" y="2450"/>
                    <a:pt x="181" y="2668"/>
                  </a:cubicBezTo>
                  <a:cubicBezTo>
                    <a:pt x="220" y="2776"/>
                    <a:pt x="268" y="2880"/>
                    <a:pt x="322" y="2980"/>
                  </a:cubicBezTo>
                  <a:cubicBezTo>
                    <a:pt x="351" y="3035"/>
                    <a:pt x="384" y="3089"/>
                    <a:pt x="417" y="3141"/>
                  </a:cubicBezTo>
                  <a:cubicBezTo>
                    <a:pt x="432" y="3166"/>
                    <a:pt x="446" y="3189"/>
                    <a:pt x="465" y="3212"/>
                  </a:cubicBezTo>
                  <a:cubicBezTo>
                    <a:pt x="473" y="3223"/>
                    <a:pt x="481" y="3234"/>
                    <a:pt x="489" y="3244"/>
                  </a:cubicBezTo>
                  <a:cubicBezTo>
                    <a:pt x="491" y="3246"/>
                    <a:pt x="494" y="3250"/>
                    <a:pt x="498" y="3256"/>
                  </a:cubicBezTo>
                  <a:lnTo>
                    <a:pt x="498" y="3256"/>
                  </a:lnTo>
                  <a:cubicBezTo>
                    <a:pt x="499" y="3276"/>
                    <a:pt x="499" y="3297"/>
                    <a:pt x="500" y="3317"/>
                  </a:cubicBezTo>
                  <a:cubicBezTo>
                    <a:pt x="500" y="3332"/>
                    <a:pt x="511" y="3349"/>
                    <a:pt x="520" y="3359"/>
                  </a:cubicBezTo>
                  <a:cubicBezTo>
                    <a:pt x="532" y="3374"/>
                    <a:pt x="550" y="3383"/>
                    <a:pt x="567" y="3389"/>
                  </a:cubicBezTo>
                  <a:cubicBezTo>
                    <a:pt x="575" y="3391"/>
                    <a:pt x="582" y="3392"/>
                    <a:pt x="590" y="3392"/>
                  </a:cubicBezTo>
                  <a:cubicBezTo>
                    <a:pt x="617" y="3392"/>
                    <a:pt x="643" y="3379"/>
                    <a:pt x="660" y="3356"/>
                  </a:cubicBezTo>
                  <a:cubicBezTo>
                    <a:pt x="663" y="3352"/>
                    <a:pt x="666" y="3349"/>
                    <a:pt x="668" y="3345"/>
                  </a:cubicBezTo>
                  <a:lnTo>
                    <a:pt x="668" y="3345"/>
                  </a:lnTo>
                  <a:cubicBezTo>
                    <a:pt x="669" y="3345"/>
                    <a:pt x="670" y="3344"/>
                    <a:pt x="670" y="3344"/>
                  </a:cubicBezTo>
                  <a:cubicBezTo>
                    <a:pt x="676" y="3338"/>
                    <a:pt x="681" y="3331"/>
                    <a:pt x="685" y="3324"/>
                  </a:cubicBezTo>
                  <a:lnTo>
                    <a:pt x="685" y="3324"/>
                  </a:lnTo>
                  <a:cubicBezTo>
                    <a:pt x="812" y="3155"/>
                    <a:pt x="935" y="2982"/>
                    <a:pt x="1038" y="2798"/>
                  </a:cubicBezTo>
                  <a:cubicBezTo>
                    <a:pt x="1154" y="2590"/>
                    <a:pt x="1243" y="2372"/>
                    <a:pt x="1281" y="2137"/>
                  </a:cubicBezTo>
                  <a:cubicBezTo>
                    <a:pt x="1319" y="1906"/>
                    <a:pt x="1308" y="1669"/>
                    <a:pt x="1267" y="1439"/>
                  </a:cubicBezTo>
                  <a:cubicBezTo>
                    <a:pt x="1256" y="1382"/>
                    <a:pt x="1241" y="1324"/>
                    <a:pt x="1228" y="1268"/>
                  </a:cubicBezTo>
                  <a:cubicBezTo>
                    <a:pt x="1225" y="1256"/>
                    <a:pt x="1221" y="1242"/>
                    <a:pt x="1217" y="1230"/>
                  </a:cubicBezTo>
                  <a:cubicBezTo>
                    <a:pt x="1215" y="1223"/>
                    <a:pt x="1213" y="1217"/>
                    <a:pt x="1212" y="1209"/>
                  </a:cubicBezTo>
                  <a:cubicBezTo>
                    <a:pt x="1210" y="1207"/>
                    <a:pt x="1210" y="1203"/>
                    <a:pt x="1208" y="1200"/>
                  </a:cubicBezTo>
                  <a:cubicBezTo>
                    <a:pt x="1208" y="1195"/>
                    <a:pt x="1204" y="1182"/>
                    <a:pt x="1202" y="1176"/>
                  </a:cubicBezTo>
                  <a:lnTo>
                    <a:pt x="1202" y="1176"/>
                  </a:lnTo>
                  <a:cubicBezTo>
                    <a:pt x="1202" y="1176"/>
                    <a:pt x="1202" y="1176"/>
                    <a:pt x="1202" y="1176"/>
                  </a:cubicBezTo>
                  <a:cubicBezTo>
                    <a:pt x="1202" y="1175"/>
                    <a:pt x="1201" y="1175"/>
                    <a:pt x="1201" y="1174"/>
                  </a:cubicBezTo>
                  <a:lnTo>
                    <a:pt x="1201" y="1174"/>
                  </a:lnTo>
                  <a:cubicBezTo>
                    <a:pt x="1201" y="1174"/>
                    <a:pt x="1201" y="1174"/>
                    <a:pt x="1201" y="1174"/>
                  </a:cubicBezTo>
                  <a:lnTo>
                    <a:pt x="1201" y="1174"/>
                  </a:lnTo>
                  <a:cubicBezTo>
                    <a:pt x="1198" y="1166"/>
                    <a:pt x="1196" y="1158"/>
                    <a:pt x="1193" y="1151"/>
                  </a:cubicBezTo>
                  <a:cubicBezTo>
                    <a:pt x="1192" y="1145"/>
                    <a:pt x="1190" y="1137"/>
                    <a:pt x="1188" y="1132"/>
                  </a:cubicBezTo>
                  <a:cubicBezTo>
                    <a:pt x="1184" y="1118"/>
                    <a:pt x="1179" y="1102"/>
                    <a:pt x="1174" y="1087"/>
                  </a:cubicBezTo>
                  <a:cubicBezTo>
                    <a:pt x="1137" y="975"/>
                    <a:pt x="1094" y="865"/>
                    <a:pt x="1048" y="756"/>
                  </a:cubicBezTo>
                  <a:cubicBezTo>
                    <a:pt x="1000" y="647"/>
                    <a:pt x="949" y="537"/>
                    <a:pt x="894" y="429"/>
                  </a:cubicBezTo>
                  <a:cubicBezTo>
                    <a:pt x="868" y="376"/>
                    <a:pt x="841" y="324"/>
                    <a:pt x="812" y="270"/>
                  </a:cubicBezTo>
                  <a:lnTo>
                    <a:pt x="770" y="192"/>
                  </a:lnTo>
                  <a:cubicBezTo>
                    <a:pt x="769" y="188"/>
                    <a:pt x="761" y="175"/>
                    <a:pt x="758" y="169"/>
                  </a:cubicBezTo>
                  <a:lnTo>
                    <a:pt x="758" y="169"/>
                  </a:lnTo>
                  <a:cubicBezTo>
                    <a:pt x="759" y="170"/>
                    <a:pt x="759" y="170"/>
                    <a:pt x="759" y="170"/>
                  </a:cubicBezTo>
                  <a:cubicBezTo>
                    <a:pt x="759" y="170"/>
                    <a:pt x="756" y="165"/>
                    <a:pt x="756" y="164"/>
                  </a:cubicBezTo>
                  <a:lnTo>
                    <a:pt x="752" y="157"/>
                  </a:lnTo>
                  <a:cubicBezTo>
                    <a:pt x="743" y="143"/>
                    <a:pt x="735" y="129"/>
                    <a:pt x="729" y="115"/>
                  </a:cubicBezTo>
                  <a:cubicBezTo>
                    <a:pt x="713" y="91"/>
                    <a:pt x="698" y="65"/>
                    <a:pt x="682" y="39"/>
                  </a:cubicBezTo>
                  <a:cubicBezTo>
                    <a:pt x="670" y="20"/>
                    <a:pt x="654" y="4"/>
                    <a:pt x="630" y="1"/>
                  </a:cubicBezTo>
                  <a:cubicBezTo>
                    <a:pt x="628" y="1"/>
                    <a:pt x="626" y="1"/>
                    <a:pt x="62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219;p40"/>
            <p:cNvSpPr/>
            <p:nvPr/>
          </p:nvSpPr>
          <p:spPr>
            <a:xfrm>
              <a:off x="3507120" y="3645000"/>
              <a:ext cx="364320" cy="215280"/>
            </a:xfrm>
            <a:custGeom>
              <a:avLst/>
              <a:gdLst>
                <a:gd name="textAreaLeft" fmla="*/ 0 w 364320"/>
                <a:gd name="textAreaRight" fmla="*/ 364680 w 364320"/>
                <a:gd name="textAreaTop" fmla="*/ 0 h 215280"/>
                <a:gd name="textAreaBottom" fmla="*/ 215640 h 215280"/>
              </a:gdLst>
              <a:ahLst/>
              <a:cxnLst/>
              <a:rect l="textAreaLeft" t="textAreaTop" r="textAreaRight" b="textAreaBottom"/>
              <a:pathLst>
                <a:path w="3219" h="1944">
                  <a:moveTo>
                    <a:pt x="3178" y="1"/>
                  </a:moveTo>
                  <a:cubicBezTo>
                    <a:pt x="3174" y="1"/>
                    <a:pt x="3171" y="2"/>
                    <a:pt x="3167" y="3"/>
                  </a:cubicBezTo>
                  <a:cubicBezTo>
                    <a:pt x="3138" y="15"/>
                    <a:pt x="3110" y="25"/>
                    <a:pt x="3084" y="42"/>
                  </a:cubicBezTo>
                  <a:cubicBezTo>
                    <a:pt x="3060" y="56"/>
                    <a:pt x="3035" y="72"/>
                    <a:pt x="3011" y="88"/>
                  </a:cubicBezTo>
                  <a:cubicBezTo>
                    <a:pt x="2999" y="97"/>
                    <a:pt x="2986" y="103"/>
                    <a:pt x="2974" y="111"/>
                  </a:cubicBezTo>
                  <a:cubicBezTo>
                    <a:pt x="2967" y="115"/>
                    <a:pt x="2961" y="120"/>
                    <a:pt x="2955" y="122"/>
                  </a:cubicBezTo>
                  <a:cubicBezTo>
                    <a:pt x="2952" y="124"/>
                    <a:pt x="2949" y="125"/>
                    <a:pt x="2946" y="127"/>
                  </a:cubicBezTo>
                  <a:cubicBezTo>
                    <a:pt x="2948" y="127"/>
                    <a:pt x="2948" y="126"/>
                    <a:pt x="2948" y="126"/>
                  </a:cubicBezTo>
                  <a:lnTo>
                    <a:pt x="2948" y="126"/>
                  </a:lnTo>
                  <a:cubicBezTo>
                    <a:pt x="2949" y="126"/>
                    <a:pt x="2943" y="130"/>
                    <a:pt x="2941" y="131"/>
                  </a:cubicBezTo>
                  <a:cubicBezTo>
                    <a:pt x="2913" y="148"/>
                    <a:pt x="2883" y="162"/>
                    <a:pt x="2856" y="180"/>
                  </a:cubicBezTo>
                  <a:cubicBezTo>
                    <a:pt x="2758" y="246"/>
                    <a:pt x="2664" y="316"/>
                    <a:pt x="2566" y="382"/>
                  </a:cubicBezTo>
                  <a:cubicBezTo>
                    <a:pt x="2373" y="515"/>
                    <a:pt x="2176" y="642"/>
                    <a:pt x="1979" y="767"/>
                  </a:cubicBezTo>
                  <a:cubicBezTo>
                    <a:pt x="1952" y="784"/>
                    <a:pt x="1928" y="799"/>
                    <a:pt x="1902" y="816"/>
                  </a:cubicBezTo>
                  <a:cubicBezTo>
                    <a:pt x="1891" y="822"/>
                    <a:pt x="1879" y="829"/>
                    <a:pt x="1868" y="838"/>
                  </a:cubicBezTo>
                  <a:cubicBezTo>
                    <a:pt x="1860" y="841"/>
                    <a:pt x="1854" y="845"/>
                    <a:pt x="1848" y="849"/>
                  </a:cubicBezTo>
                  <a:cubicBezTo>
                    <a:pt x="1845" y="850"/>
                    <a:pt x="1834" y="857"/>
                    <a:pt x="1833" y="857"/>
                  </a:cubicBezTo>
                  <a:lnTo>
                    <a:pt x="1833" y="857"/>
                  </a:lnTo>
                  <a:cubicBezTo>
                    <a:pt x="1835" y="856"/>
                    <a:pt x="1836" y="855"/>
                    <a:pt x="1838" y="854"/>
                  </a:cubicBezTo>
                  <a:lnTo>
                    <a:pt x="1838" y="854"/>
                  </a:lnTo>
                  <a:cubicBezTo>
                    <a:pt x="1834" y="857"/>
                    <a:pt x="1833" y="857"/>
                    <a:pt x="1833" y="857"/>
                  </a:cubicBezTo>
                  <a:cubicBezTo>
                    <a:pt x="1833" y="857"/>
                    <a:pt x="1833" y="857"/>
                    <a:pt x="1833" y="857"/>
                  </a:cubicBezTo>
                  <a:lnTo>
                    <a:pt x="1833" y="857"/>
                  </a:lnTo>
                  <a:cubicBezTo>
                    <a:pt x="1785" y="887"/>
                    <a:pt x="1737" y="916"/>
                    <a:pt x="1689" y="944"/>
                  </a:cubicBezTo>
                  <a:cubicBezTo>
                    <a:pt x="1589" y="1005"/>
                    <a:pt x="1487" y="1065"/>
                    <a:pt x="1384" y="1123"/>
                  </a:cubicBezTo>
                  <a:cubicBezTo>
                    <a:pt x="1181" y="1240"/>
                    <a:pt x="975" y="1351"/>
                    <a:pt x="766" y="1458"/>
                  </a:cubicBezTo>
                  <a:cubicBezTo>
                    <a:pt x="556" y="1565"/>
                    <a:pt x="345" y="1667"/>
                    <a:pt x="133" y="1768"/>
                  </a:cubicBezTo>
                  <a:cubicBezTo>
                    <a:pt x="106" y="1780"/>
                    <a:pt x="80" y="1793"/>
                    <a:pt x="52" y="1805"/>
                  </a:cubicBezTo>
                  <a:cubicBezTo>
                    <a:pt x="19" y="1821"/>
                    <a:pt x="1" y="1865"/>
                    <a:pt x="17" y="1899"/>
                  </a:cubicBezTo>
                  <a:cubicBezTo>
                    <a:pt x="33" y="1927"/>
                    <a:pt x="58" y="1943"/>
                    <a:pt x="84" y="1943"/>
                  </a:cubicBezTo>
                  <a:cubicBezTo>
                    <a:pt x="94" y="1943"/>
                    <a:pt x="103" y="1941"/>
                    <a:pt x="113" y="1937"/>
                  </a:cubicBezTo>
                  <a:cubicBezTo>
                    <a:pt x="330" y="1845"/>
                    <a:pt x="543" y="1745"/>
                    <a:pt x="753" y="1639"/>
                  </a:cubicBezTo>
                  <a:cubicBezTo>
                    <a:pt x="964" y="1533"/>
                    <a:pt x="1173" y="1422"/>
                    <a:pt x="1379" y="1307"/>
                  </a:cubicBezTo>
                  <a:cubicBezTo>
                    <a:pt x="1589" y="1190"/>
                    <a:pt x="1795" y="1068"/>
                    <a:pt x="1999" y="942"/>
                  </a:cubicBezTo>
                  <a:cubicBezTo>
                    <a:pt x="2199" y="817"/>
                    <a:pt x="2397" y="686"/>
                    <a:pt x="2590" y="552"/>
                  </a:cubicBezTo>
                  <a:cubicBezTo>
                    <a:pt x="2687" y="484"/>
                    <a:pt x="2782" y="416"/>
                    <a:pt x="2878" y="347"/>
                  </a:cubicBezTo>
                  <a:lnTo>
                    <a:pt x="2947" y="294"/>
                  </a:lnTo>
                  <a:cubicBezTo>
                    <a:pt x="2971" y="277"/>
                    <a:pt x="2990" y="255"/>
                    <a:pt x="3012" y="235"/>
                  </a:cubicBezTo>
                  <a:cubicBezTo>
                    <a:pt x="3056" y="195"/>
                    <a:pt x="3103" y="157"/>
                    <a:pt x="3145" y="117"/>
                  </a:cubicBezTo>
                  <a:cubicBezTo>
                    <a:pt x="3167" y="97"/>
                    <a:pt x="3185" y="71"/>
                    <a:pt x="3203" y="47"/>
                  </a:cubicBezTo>
                  <a:cubicBezTo>
                    <a:pt x="3218" y="26"/>
                    <a:pt x="3200" y="1"/>
                    <a:pt x="317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220;p40"/>
            <p:cNvSpPr/>
            <p:nvPr/>
          </p:nvSpPr>
          <p:spPr>
            <a:xfrm>
              <a:off x="3858120" y="3602880"/>
              <a:ext cx="47880" cy="5220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425" h="475">
                  <a:moveTo>
                    <a:pt x="124" y="71"/>
                  </a:moveTo>
                  <a:cubicBezTo>
                    <a:pt x="123" y="71"/>
                    <a:pt x="122" y="72"/>
                    <a:pt x="120" y="73"/>
                  </a:cubicBezTo>
                  <a:lnTo>
                    <a:pt x="120" y="73"/>
                  </a:lnTo>
                  <a:cubicBezTo>
                    <a:pt x="118" y="75"/>
                    <a:pt x="115" y="76"/>
                    <a:pt x="112" y="78"/>
                  </a:cubicBezTo>
                  <a:cubicBezTo>
                    <a:pt x="116" y="75"/>
                    <a:pt x="120" y="73"/>
                    <a:pt x="124" y="71"/>
                  </a:cubicBezTo>
                  <a:close/>
                  <a:moveTo>
                    <a:pt x="34" y="136"/>
                  </a:moveTo>
                  <a:lnTo>
                    <a:pt x="34" y="136"/>
                  </a:lnTo>
                  <a:cubicBezTo>
                    <a:pt x="34" y="137"/>
                    <a:pt x="33" y="137"/>
                    <a:pt x="33" y="138"/>
                  </a:cubicBezTo>
                  <a:cubicBezTo>
                    <a:pt x="32" y="139"/>
                    <a:pt x="31" y="141"/>
                    <a:pt x="30" y="142"/>
                  </a:cubicBezTo>
                  <a:lnTo>
                    <a:pt x="30" y="142"/>
                  </a:lnTo>
                  <a:cubicBezTo>
                    <a:pt x="31" y="140"/>
                    <a:pt x="33" y="138"/>
                    <a:pt x="34" y="136"/>
                  </a:cubicBezTo>
                  <a:close/>
                  <a:moveTo>
                    <a:pt x="237" y="277"/>
                  </a:moveTo>
                  <a:cubicBezTo>
                    <a:pt x="236" y="278"/>
                    <a:pt x="235" y="279"/>
                    <a:pt x="235" y="279"/>
                  </a:cubicBezTo>
                  <a:cubicBezTo>
                    <a:pt x="235" y="279"/>
                    <a:pt x="236" y="278"/>
                    <a:pt x="237" y="277"/>
                  </a:cubicBezTo>
                  <a:close/>
                  <a:moveTo>
                    <a:pt x="248" y="0"/>
                  </a:moveTo>
                  <a:cubicBezTo>
                    <a:pt x="238" y="0"/>
                    <a:pt x="229" y="1"/>
                    <a:pt x="220" y="3"/>
                  </a:cubicBezTo>
                  <a:cubicBezTo>
                    <a:pt x="199" y="6"/>
                    <a:pt x="179" y="13"/>
                    <a:pt x="159" y="21"/>
                  </a:cubicBezTo>
                  <a:cubicBezTo>
                    <a:pt x="144" y="26"/>
                    <a:pt x="130" y="37"/>
                    <a:pt x="116" y="45"/>
                  </a:cubicBezTo>
                  <a:cubicBezTo>
                    <a:pt x="112" y="48"/>
                    <a:pt x="110" y="49"/>
                    <a:pt x="107" y="52"/>
                  </a:cubicBezTo>
                  <a:cubicBezTo>
                    <a:pt x="100" y="56"/>
                    <a:pt x="94" y="61"/>
                    <a:pt x="89" y="68"/>
                  </a:cubicBezTo>
                  <a:cubicBezTo>
                    <a:pt x="74" y="83"/>
                    <a:pt x="57" y="99"/>
                    <a:pt x="45" y="116"/>
                  </a:cubicBezTo>
                  <a:cubicBezTo>
                    <a:pt x="36" y="127"/>
                    <a:pt x="30" y="139"/>
                    <a:pt x="24" y="151"/>
                  </a:cubicBezTo>
                  <a:lnTo>
                    <a:pt x="24" y="151"/>
                  </a:lnTo>
                  <a:cubicBezTo>
                    <a:pt x="14" y="166"/>
                    <a:pt x="8" y="182"/>
                    <a:pt x="7" y="199"/>
                  </a:cubicBezTo>
                  <a:cubicBezTo>
                    <a:pt x="3" y="207"/>
                    <a:pt x="1" y="217"/>
                    <a:pt x="1" y="225"/>
                  </a:cubicBezTo>
                  <a:cubicBezTo>
                    <a:pt x="1" y="229"/>
                    <a:pt x="0" y="235"/>
                    <a:pt x="0" y="239"/>
                  </a:cubicBezTo>
                  <a:cubicBezTo>
                    <a:pt x="0" y="262"/>
                    <a:pt x="0" y="285"/>
                    <a:pt x="2" y="308"/>
                  </a:cubicBezTo>
                  <a:cubicBezTo>
                    <a:pt x="6" y="328"/>
                    <a:pt x="12" y="356"/>
                    <a:pt x="19" y="371"/>
                  </a:cubicBezTo>
                  <a:cubicBezTo>
                    <a:pt x="23" y="379"/>
                    <a:pt x="23" y="378"/>
                    <a:pt x="31" y="391"/>
                  </a:cubicBezTo>
                  <a:cubicBezTo>
                    <a:pt x="41" y="410"/>
                    <a:pt x="53" y="424"/>
                    <a:pt x="69" y="435"/>
                  </a:cubicBezTo>
                  <a:cubicBezTo>
                    <a:pt x="80" y="442"/>
                    <a:pt x="93" y="448"/>
                    <a:pt x="104" y="455"/>
                  </a:cubicBezTo>
                  <a:cubicBezTo>
                    <a:pt x="105" y="455"/>
                    <a:pt x="106" y="455"/>
                    <a:pt x="107" y="455"/>
                  </a:cubicBezTo>
                  <a:lnTo>
                    <a:pt x="107" y="455"/>
                  </a:lnTo>
                  <a:cubicBezTo>
                    <a:pt x="123" y="464"/>
                    <a:pt x="136" y="469"/>
                    <a:pt x="159" y="473"/>
                  </a:cubicBezTo>
                  <a:cubicBezTo>
                    <a:pt x="164" y="474"/>
                    <a:pt x="169" y="475"/>
                    <a:pt x="175" y="475"/>
                  </a:cubicBezTo>
                  <a:cubicBezTo>
                    <a:pt x="184" y="475"/>
                    <a:pt x="193" y="473"/>
                    <a:pt x="202" y="471"/>
                  </a:cubicBezTo>
                  <a:lnTo>
                    <a:pt x="202" y="471"/>
                  </a:lnTo>
                  <a:cubicBezTo>
                    <a:pt x="206" y="471"/>
                    <a:pt x="211" y="470"/>
                    <a:pt x="215" y="470"/>
                  </a:cubicBezTo>
                  <a:cubicBezTo>
                    <a:pt x="250" y="466"/>
                    <a:pt x="279" y="450"/>
                    <a:pt x="309" y="431"/>
                  </a:cubicBezTo>
                  <a:cubicBezTo>
                    <a:pt x="350" y="404"/>
                    <a:pt x="380" y="357"/>
                    <a:pt x="400" y="313"/>
                  </a:cubicBezTo>
                  <a:cubicBezTo>
                    <a:pt x="404" y="305"/>
                    <a:pt x="407" y="296"/>
                    <a:pt x="410" y="289"/>
                  </a:cubicBezTo>
                  <a:cubicBezTo>
                    <a:pt x="415" y="270"/>
                    <a:pt x="421" y="251"/>
                    <a:pt x="422" y="232"/>
                  </a:cubicBezTo>
                  <a:cubicBezTo>
                    <a:pt x="424" y="199"/>
                    <a:pt x="422" y="171"/>
                    <a:pt x="414" y="141"/>
                  </a:cubicBezTo>
                  <a:lnTo>
                    <a:pt x="414" y="141"/>
                  </a:lnTo>
                  <a:cubicBezTo>
                    <a:pt x="416" y="145"/>
                    <a:pt x="417" y="149"/>
                    <a:pt x="418" y="153"/>
                  </a:cubicBezTo>
                  <a:cubicBezTo>
                    <a:pt x="414" y="136"/>
                    <a:pt x="410" y="120"/>
                    <a:pt x="402" y="103"/>
                  </a:cubicBezTo>
                  <a:cubicBezTo>
                    <a:pt x="390" y="78"/>
                    <a:pt x="377" y="64"/>
                    <a:pt x="358" y="45"/>
                  </a:cubicBezTo>
                  <a:cubicBezTo>
                    <a:pt x="357" y="44"/>
                    <a:pt x="347" y="33"/>
                    <a:pt x="342" y="31"/>
                  </a:cubicBezTo>
                  <a:cubicBezTo>
                    <a:pt x="325" y="17"/>
                    <a:pt x="305" y="11"/>
                    <a:pt x="287" y="5"/>
                  </a:cubicBezTo>
                  <a:cubicBezTo>
                    <a:pt x="274" y="2"/>
                    <a:pt x="261" y="0"/>
                    <a:pt x="24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221;p40"/>
            <p:cNvSpPr/>
            <p:nvPr/>
          </p:nvSpPr>
          <p:spPr>
            <a:xfrm>
              <a:off x="3583440" y="3773160"/>
              <a:ext cx="215280" cy="5040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1903" h="458">
                  <a:moveTo>
                    <a:pt x="1876" y="1"/>
                  </a:moveTo>
                  <a:cubicBezTo>
                    <a:pt x="1875" y="1"/>
                    <a:pt x="1874" y="1"/>
                    <a:pt x="1872" y="1"/>
                  </a:cubicBezTo>
                  <a:cubicBezTo>
                    <a:pt x="1842" y="4"/>
                    <a:pt x="1813" y="14"/>
                    <a:pt x="1785" y="23"/>
                  </a:cubicBezTo>
                  <a:cubicBezTo>
                    <a:pt x="1754" y="31"/>
                    <a:pt x="1724" y="40"/>
                    <a:pt x="1693" y="46"/>
                  </a:cubicBezTo>
                  <a:cubicBezTo>
                    <a:pt x="1680" y="51"/>
                    <a:pt x="1666" y="53"/>
                    <a:pt x="1653" y="56"/>
                  </a:cubicBezTo>
                  <a:cubicBezTo>
                    <a:pt x="1636" y="59"/>
                    <a:pt x="1621" y="59"/>
                    <a:pt x="1604" y="64"/>
                  </a:cubicBezTo>
                  <a:cubicBezTo>
                    <a:pt x="1576" y="70"/>
                    <a:pt x="1545" y="79"/>
                    <a:pt x="1517" y="86"/>
                  </a:cubicBezTo>
                  <a:cubicBezTo>
                    <a:pt x="1397" y="114"/>
                    <a:pt x="1279" y="146"/>
                    <a:pt x="1160" y="175"/>
                  </a:cubicBezTo>
                  <a:cubicBezTo>
                    <a:pt x="920" y="233"/>
                    <a:pt x="679" y="276"/>
                    <a:pt x="437" y="314"/>
                  </a:cubicBezTo>
                  <a:cubicBezTo>
                    <a:pt x="369" y="325"/>
                    <a:pt x="300" y="334"/>
                    <a:pt x="232" y="343"/>
                  </a:cubicBezTo>
                  <a:cubicBezTo>
                    <a:pt x="199" y="347"/>
                    <a:pt x="165" y="350"/>
                    <a:pt x="132" y="355"/>
                  </a:cubicBezTo>
                  <a:cubicBezTo>
                    <a:pt x="113" y="356"/>
                    <a:pt x="94" y="358"/>
                    <a:pt x="77" y="364"/>
                  </a:cubicBezTo>
                  <a:lnTo>
                    <a:pt x="23" y="380"/>
                  </a:lnTo>
                  <a:cubicBezTo>
                    <a:pt x="8" y="386"/>
                    <a:pt x="0" y="404"/>
                    <a:pt x="2" y="420"/>
                  </a:cubicBezTo>
                  <a:cubicBezTo>
                    <a:pt x="6" y="435"/>
                    <a:pt x="19" y="447"/>
                    <a:pt x="35" y="449"/>
                  </a:cubicBezTo>
                  <a:cubicBezTo>
                    <a:pt x="51" y="453"/>
                    <a:pt x="65" y="454"/>
                    <a:pt x="79" y="457"/>
                  </a:cubicBezTo>
                  <a:cubicBezTo>
                    <a:pt x="84" y="458"/>
                    <a:pt x="89" y="458"/>
                    <a:pt x="94" y="458"/>
                  </a:cubicBezTo>
                  <a:cubicBezTo>
                    <a:pt x="107" y="458"/>
                    <a:pt x="119" y="456"/>
                    <a:pt x="132" y="455"/>
                  </a:cubicBezTo>
                  <a:lnTo>
                    <a:pt x="226" y="447"/>
                  </a:lnTo>
                  <a:cubicBezTo>
                    <a:pt x="288" y="442"/>
                    <a:pt x="349" y="435"/>
                    <a:pt x="412" y="427"/>
                  </a:cubicBezTo>
                  <a:cubicBezTo>
                    <a:pt x="534" y="414"/>
                    <a:pt x="655" y="394"/>
                    <a:pt x="775" y="371"/>
                  </a:cubicBezTo>
                  <a:cubicBezTo>
                    <a:pt x="1019" y="326"/>
                    <a:pt x="1261" y="268"/>
                    <a:pt x="1500" y="193"/>
                  </a:cubicBezTo>
                  <a:lnTo>
                    <a:pt x="1599" y="160"/>
                  </a:lnTo>
                  <a:cubicBezTo>
                    <a:pt x="1615" y="155"/>
                    <a:pt x="1632" y="149"/>
                    <a:pt x="1647" y="142"/>
                  </a:cubicBezTo>
                  <a:cubicBezTo>
                    <a:pt x="1662" y="134"/>
                    <a:pt x="1677" y="127"/>
                    <a:pt x="1693" y="120"/>
                  </a:cubicBezTo>
                  <a:cubicBezTo>
                    <a:pt x="1725" y="108"/>
                    <a:pt x="1755" y="96"/>
                    <a:pt x="1787" y="84"/>
                  </a:cubicBezTo>
                  <a:cubicBezTo>
                    <a:pt x="1820" y="69"/>
                    <a:pt x="1854" y="58"/>
                    <a:pt x="1885" y="38"/>
                  </a:cubicBezTo>
                  <a:cubicBezTo>
                    <a:pt x="1902" y="29"/>
                    <a:pt x="1897" y="1"/>
                    <a:pt x="187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222;p40"/>
            <p:cNvSpPr/>
            <p:nvPr/>
          </p:nvSpPr>
          <p:spPr>
            <a:xfrm>
              <a:off x="3791520" y="3761280"/>
              <a:ext cx="51840" cy="4968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460" h="451">
                  <a:moveTo>
                    <a:pt x="255" y="243"/>
                  </a:moveTo>
                  <a:lnTo>
                    <a:pt x="255" y="243"/>
                  </a:lnTo>
                  <a:cubicBezTo>
                    <a:pt x="255" y="243"/>
                    <a:pt x="255" y="243"/>
                    <a:pt x="255" y="243"/>
                  </a:cubicBezTo>
                  <a:lnTo>
                    <a:pt x="255" y="243"/>
                  </a:lnTo>
                  <a:cubicBezTo>
                    <a:pt x="255" y="243"/>
                    <a:pt x="255" y="244"/>
                    <a:pt x="255" y="244"/>
                  </a:cubicBezTo>
                  <a:lnTo>
                    <a:pt x="255" y="244"/>
                  </a:lnTo>
                  <a:lnTo>
                    <a:pt x="255" y="243"/>
                  </a:lnTo>
                  <a:lnTo>
                    <a:pt x="255" y="243"/>
                  </a:lnTo>
                  <a:cubicBezTo>
                    <a:pt x="255" y="243"/>
                    <a:pt x="255" y="243"/>
                    <a:pt x="255" y="243"/>
                  </a:cubicBezTo>
                  <a:close/>
                  <a:moveTo>
                    <a:pt x="220" y="0"/>
                  </a:moveTo>
                  <a:cubicBezTo>
                    <a:pt x="207" y="0"/>
                    <a:pt x="194" y="1"/>
                    <a:pt x="182" y="2"/>
                  </a:cubicBezTo>
                  <a:cubicBezTo>
                    <a:pt x="163" y="5"/>
                    <a:pt x="141" y="12"/>
                    <a:pt x="121" y="22"/>
                  </a:cubicBezTo>
                  <a:cubicBezTo>
                    <a:pt x="91" y="40"/>
                    <a:pt x="61" y="60"/>
                    <a:pt x="42" y="91"/>
                  </a:cubicBezTo>
                  <a:cubicBezTo>
                    <a:pt x="21" y="122"/>
                    <a:pt x="6" y="156"/>
                    <a:pt x="3" y="195"/>
                  </a:cubicBezTo>
                  <a:cubicBezTo>
                    <a:pt x="0" y="232"/>
                    <a:pt x="6" y="275"/>
                    <a:pt x="25" y="308"/>
                  </a:cubicBezTo>
                  <a:cubicBezTo>
                    <a:pt x="47" y="348"/>
                    <a:pt x="64" y="370"/>
                    <a:pt x="99" y="398"/>
                  </a:cubicBezTo>
                  <a:cubicBezTo>
                    <a:pt x="103" y="402"/>
                    <a:pt x="108" y="406"/>
                    <a:pt x="113" y="408"/>
                  </a:cubicBezTo>
                  <a:cubicBezTo>
                    <a:pt x="130" y="418"/>
                    <a:pt x="147" y="430"/>
                    <a:pt x="166" y="435"/>
                  </a:cubicBezTo>
                  <a:cubicBezTo>
                    <a:pt x="195" y="445"/>
                    <a:pt x="222" y="451"/>
                    <a:pt x="249" y="451"/>
                  </a:cubicBezTo>
                  <a:cubicBezTo>
                    <a:pt x="254" y="451"/>
                    <a:pt x="259" y="451"/>
                    <a:pt x="264" y="450"/>
                  </a:cubicBezTo>
                  <a:lnTo>
                    <a:pt x="264" y="450"/>
                  </a:lnTo>
                  <a:cubicBezTo>
                    <a:pt x="292" y="450"/>
                    <a:pt x="318" y="446"/>
                    <a:pt x="344" y="434"/>
                  </a:cubicBezTo>
                  <a:cubicBezTo>
                    <a:pt x="388" y="416"/>
                    <a:pt x="422" y="376"/>
                    <a:pt x="439" y="333"/>
                  </a:cubicBezTo>
                  <a:cubicBezTo>
                    <a:pt x="454" y="298"/>
                    <a:pt x="459" y="255"/>
                    <a:pt x="452" y="219"/>
                  </a:cubicBezTo>
                  <a:cubicBezTo>
                    <a:pt x="443" y="173"/>
                    <a:pt x="421" y="130"/>
                    <a:pt x="389" y="97"/>
                  </a:cubicBezTo>
                  <a:lnTo>
                    <a:pt x="389" y="97"/>
                  </a:lnTo>
                  <a:cubicBezTo>
                    <a:pt x="387" y="94"/>
                    <a:pt x="385" y="92"/>
                    <a:pt x="383" y="89"/>
                  </a:cubicBezTo>
                  <a:cubicBezTo>
                    <a:pt x="375" y="79"/>
                    <a:pt x="364" y="69"/>
                    <a:pt x="355" y="61"/>
                  </a:cubicBezTo>
                  <a:lnTo>
                    <a:pt x="355" y="61"/>
                  </a:lnTo>
                  <a:cubicBezTo>
                    <a:pt x="362" y="68"/>
                    <a:pt x="369" y="74"/>
                    <a:pt x="377" y="83"/>
                  </a:cubicBezTo>
                  <a:cubicBezTo>
                    <a:pt x="367" y="73"/>
                    <a:pt x="356" y="61"/>
                    <a:pt x="344" y="52"/>
                  </a:cubicBezTo>
                  <a:cubicBezTo>
                    <a:pt x="341" y="50"/>
                    <a:pt x="338" y="48"/>
                    <a:pt x="334" y="46"/>
                  </a:cubicBezTo>
                  <a:lnTo>
                    <a:pt x="334" y="46"/>
                  </a:lnTo>
                  <a:cubicBezTo>
                    <a:pt x="328" y="40"/>
                    <a:pt x="321" y="34"/>
                    <a:pt x="314" y="30"/>
                  </a:cubicBezTo>
                  <a:lnTo>
                    <a:pt x="314" y="30"/>
                  </a:lnTo>
                  <a:cubicBezTo>
                    <a:pt x="291" y="12"/>
                    <a:pt x="264" y="1"/>
                    <a:pt x="235" y="1"/>
                  </a:cubicBezTo>
                  <a:cubicBezTo>
                    <a:pt x="230" y="0"/>
                    <a:pt x="225" y="0"/>
                    <a:pt x="22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840" bIns="24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223;p40"/>
            <p:cNvSpPr/>
            <p:nvPr/>
          </p:nvSpPr>
          <p:spPr>
            <a:xfrm>
              <a:off x="3500640" y="3620880"/>
              <a:ext cx="30600" cy="100080"/>
            </a:xfrm>
            <a:custGeom>
              <a:avLst/>
              <a:gdLst>
                <a:gd name="textAreaLeft" fmla="*/ 0 w 30600"/>
                <a:gd name="textAreaRight" fmla="*/ 30960 w 30600"/>
                <a:gd name="textAreaTop" fmla="*/ 0 h 100080"/>
                <a:gd name="textAreaBottom" fmla="*/ 100440 h 100080"/>
              </a:gdLst>
              <a:ahLst/>
              <a:cxnLst/>
              <a:rect l="textAreaLeft" t="textAreaTop" r="textAreaRight" b="textAreaBottom"/>
              <a:pathLst>
                <a:path w="274" h="907">
                  <a:moveTo>
                    <a:pt x="69" y="0"/>
                  </a:moveTo>
                  <a:cubicBezTo>
                    <a:pt x="57" y="0"/>
                    <a:pt x="46" y="8"/>
                    <a:pt x="45" y="24"/>
                  </a:cubicBezTo>
                  <a:cubicBezTo>
                    <a:pt x="45" y="27"/>
                    <a:pt x="45" y="30"/>
                    <a:pt x="44" y="33"/>
                  </a:cubicBezTo>
                  <a:lnTo>
                    <a:pt x="44" y="33"/>
                  </a:lnTo>
                  <a:cubicBezTo>
                    <a:pt x="37" y="40"/>
                    <a:pt x="30" y="47"/>
                    <a:pt x="26" y="57"/>
                  </a:cubicBezTo>
                  <a:cubicBezTo>
                    <a:pt x="23" y="65"/>
                    <a:pt x="21" y="74"/>
                    <a:pt x="19" y="82"/>
                  </a:cubicBezTo>
                  <a:lnTo>
                    <a:pt x="19" y="82"/>
                  </a:lnTo>
                  <a:cubicBezTo>
                    <a:pt x="1" y="118"/>
                    <a:pt x="12" y="166"/>
                    <a:pt x="13" y="206"/>
                  </a:cubicBezTo>
                  <a:lnTo>
                    <a:pt x="13" y="219"/>
                  </a:lnTo>
                  <a:lnTo>
                    <a:pt x="13" y="233"/>
                  </a:lnTo>
                  <a:cubicBezTo>
                    <a:pt x="13" y="250"/>
                    <a:pt x="14" y="266"/>
                    <a:pt x="13" y="283"/>
                  </a:cubicBezTo>
                  <a:lnTo>
                    <a:pt x="8" y="377"/>
                  </a:lnTo>
                  <a:cubicBezTo>
                    <a:pt x="8" y="410"/>
                    <a:pt x="9" y="441"/>
                    <a:pt x="10" y="473"/>
                  </a:cubicBezTo>
                  <a:lnTo>
                    <a:pt x="10" y="473"/>
                  </a:lnTo>
                  <a:cubicBezTo>
                    <a:pt x="10" y="472"/>
                    <a:pt x="10" y="471"/>
                    <a:pt x="10" y="469"/>
                  </a:cubicBezTo>
                  <a:lnTo>
                    <a:pt x="10" y="469"/>
                  </a:lnTo>
                  <a:cubicBezTo>
                    <a:pt x="11" y="516"/>
                    <a:pt x="12" y="563"/>
                    <a:pt x="13" y="609"/>
                  </a:cubicBezTo>
                  <a:lnTo>
                    <a:pt x="13" y="609"/>
                  </a:lnTo>
                  <a:cubicBezTo>
                    <a:pt x="13" y="607"/>
                    <a:pt x="13" y="604"/>
                    <a:pt x="13" y="602"/>
                  </a:cubicBezTo>
                  <a:lnTo>
                    <a:pt x="13" y="602"/>
                  </a:lnTo>
                  <a:cubicBezTo>
                    <a:pt x="13" y="619"/>
                    <a:pt x="12" y="636"/>
                    <a:pt x="14" y="655"/>
                  </a:cubicBezTo>
                  <a:cubicBezTo>
                    <a:pt x="16" y="665"/>
                    <a:pt x="18" y="675"/>
                    <a:pt x="22" y="684"/>
                  </a:cubicBezTo>
                  <a:lnTo>
                    <a:pt x="22" y="684"/>
                  </a:lnTo>
                  <a:cubicBezTo>
                    <a:pt x="26" y="707"/>
                    <a:pt x="27" y="731"/>
                    <a:pt x="29" y="755"/>
                  </a:cubicBezTo>
                  <a:cubicBezTo>
                    <a:pt x="35" y="803"/>
                    <a:pt x="41" y="859"/>
                    <a:pt x="84" y="888"/>
                  </a:cubicBezTo>
                  <a:cubicBezTo>
                    <a:pt x="101" y="899"/>
                    <a:pt x="123" y="907"/>
                    <a:pt x="145" y="907"/>
                  </a:cubicBezTo>
                  <a:cubicBezTo>
                    <a:pt x="158" y="907"/>
                    <a:pt x="171" y="904"/>
                    <a:pt x="182" y="898"/>
                  </a:cubicBezTo>
                  <a:cubicBezTo>
                    <a:pt x="206" y="882"/>
                    <a:pt x="227" y="869"/>
                    <a:pt x="238" y="839"/>
                  </a:cubicBezTo>
                  <a:cubicBezTo>
                    <a:pt x="240" y="834"/>
                    <a:pt x="240" y="827"/>
                    <a:pt x="243" y="822"/>
                  </a:cubicBezTo>
                  <a:cubicBezTo>
                    <a:pt x="250" y="799"/>
                    <a:pt x="254" y="776"/>
                    <a:pt x="259" y="751"/>
                  </a:cubicBezTo>
                  <a:cubicBezTo>
                    <a:pt x="261" y="729"/>
                    <a:pt x="263" y="705"/>
                    <a:pt x="266" y="681"/>
                  </a:cubicBezTo>
                  <a:lnTo>
                    <a:pt x="266" y="681"/>
                  </a:lnTo>
                  <a:cubicBezTo>
                    <a:pt x="271" y="670"/>
                    <a:pt x="273" y="657"/>
                    <a:pt x="273" y="644"/>
                  </a:cubicBezTo>
                  <a:cubicBezTo>
                    <a:pt x="273" y="627"/>
                    <a:pt x="272" y="609"/>
                    <a:pt x="272" y="591"/>
                  </a:cubicBezTo>
                  <a:cubicBezTo>
                    <a:pt x="272" y="575"/>
                    <a:pt x="271" y="558"/>
                    <a:pt x="271" y="542"/>
                  </a:cubicBezTo>
                  <a:cubicBezTo>
                    <a:pt x="268" y="510"/>
                    <a:pt x="265" y="480"/>
                    <a:pt x="261" y="449"/>
                  </a:cubicBezTo>
                  <a:cubicBezTo>
                    <a:pt x="253" y="378"/>
                    <a:pt x="235" y="311"/>
                    <a:pt x="213" y="243"/>
                  </a:cubicBezTo>
                  <a:lnTo>
                    <a:pt x="213" y="243"/>
                  </a:lnTo>
                  <a:cubicBezTo>
                    <a:pt x="216" y="251"/>
                    <a:pt x="218" y="261"/>
                    <a:pt x="221" y="268"/>
                  </a:cubicBezTo>
                  <a:cubicBezTo>
                    <a:pt x="213" y="238"/>
                    <a:pt x="205" y="206"/>
                    <a:pt x="195" y="175"/>
                  </a:cubicBezTo>
                  <a:cubicBezTo>
                    <a:pt x="184" y="139"/>
                    <a:pt x="178" y="86"/>
                    <a:pt x="145" y="60"/>
                  </a:cubicBezTo>
                  <a:lnTo>
                    <a:pt x="145" y="60"/>
                  </a:lnTo>
                  <a:cubicBezTo>
                    <a:pt x="140" y="51"/>
                    <a:pt x="133" y="43"/>
                    <a:pt x="125" y="37"/>
                  </a:cubicBezTo>
                  <a:cubicBezTo>
                    <a:pt x="118" y="31"/>
                    <a:pt x="110" y="27"/>
                    <a:pt x="102" y="23"/>
                  </a:cubicBezTo>
                  <a:lnTo>
                    <a:pt x="102" y="23"/>
                  </a:lnTo>
                  <a:cubicBezTo>
                    <a:pt x="101" y="22"/>
                    <a:pt x="100" y="21"/>
                    <a:pt x="100" y="19"/>
                  </a:cubicBezTo>
                  <a:cubicBezTo>
                    <a:pt x="92" y="7"/>
                    <a:pt x="80" y="0"/>
                    <a:pt x="6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040" bIns="50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224;p40"/>
            <p:cNvSpPr/>
            <p:nvPr/>
          </p:nvSpPr>
          <p:spPr>
            <a:xfrm>
              <a:off x="3510000" y="3642840"/>
              <a:ext cx="52920" cy="74520"/>
            </a:xfrm>
            <a:custGeom>
              <a:avLst/>
              <a:gdLst>
                <a:gd name="textAreaLeft" fmla="*/ 0 w 52920"/>
                <a:gd name="textAreaRight" fmla="*/ 53280 w 529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469" h="675">
                  <a:moveTo>
                    <a:pt x="407" y="1"/>
                  </a:moveTo>
                  <a:cubicBezTo>
                    <a:pt x="389" y="1"/>
                    <a:pt x="372" y="9"/>
                    <a:pt x="358" y="24"/>
                  </a:cubicBezTo>
                  <a:cubicBezTo>
                    <a:pt x="340" y="46"/>
                    <a:pt x="321" y="71"/>
                    <a:pt x="299" y="91"/>
                  </a:cubicBezTo>
                  <a:cubicBezTo>
                    <a:pt x="302" y="89"/>
                    <a:pt x="303" y="88"/>
                    <a:pt x="303" y="88"/>
                  </a:cubicBezTo>
                  <a:lnTo>
                    <a:pt x="303" y="88"/>
                  </a:lnTo>
                  <a:cubicBezTo>
                    <a:pt x="303" y="88"/>
                    <a:pt x="296" y="94"/>
                    <a:pt x="293" y="96"/>
                  </a:cubicBezTo>
                  <a:cubicBezTo>
                    <a:pt x="286" y="104"/>
                    <a:pt x="279" y="112"/>
                    <a:pt x="271" y="122"/>
                  </a:cubicBezTo>
                  <a:cubicBezTo>
                    <a:pt x="264" y="133"/>
                    <a:pt x="255" y="144"/>
                    <a:pt x="245" y="153"/>
                  </a:cubicBezTo>
                  <a:cubicBezTo>
                    <a:pt x="236" y="164"/>
                    <a:pt x="228" y="177"/>
                    <a:pt x="218" y="188"/>
                  </a:cubicBezTo>
                  <a:cubicBezTo>
                    <a:pt x="215" y="190"/>
                    <a:pt x="214" y="193"/>
                    <a:pt x="211" y="196"/>
                  </a:cubicBezTo>
                  <a:lnTo>
                    <a:pt x="202" y="205"/>
                  </a:lnTo>
                  <a:lnTo>
                    <a:pt x="189" y="222"/>
                  </a:lnTo>
                  <a:cubicBezTo>
                    <a:pt x="173" y="245"/>
                    <a:pt x="157" y="269"/>
                    <a:pt x="142" y="292"/>
                  </a:cubicBezTo>
                  <a:cubicBezTo>
                    <a:pt x="106" y="344"/>
                    <a:pt x="79" y="402"/>
                    <a:pt x="52" y="458"/>
                  </a:cubicBezTo>
                  <a:cubicBezTo>
                    <a:pt x="46" y="469"/>
                    <a:pt x="43" y="481"/>
                    <a:pt x="41" y="494"/>
                  </a:cubicBezTo>
                  <a:cubicBezTo>
                    <a:pt x="40" y="497"/>
                    <a:pt x="40" y="500"/>
                    <a:pt x="40" y="503"/>
                  </a:cubicBezTo>
                  <a:lnTo>
                    <a:pt x="40" y="503"/>
                  </a:lnTo>
                  <a:cubicBezTo>
                    <a:pt x="35" y="514"/>
                    <a:pt x="32" y="526"/>
                    <a:pt x="25" y="538"/>
                  </a:cubicBezTo>
                  <a:cubicBezTo>
                    <a:pt x="13" y="569"/>
                    <a:pt x="0" y="601"/>
                    <a:pt x="6" y="635"/>
                  </a:cubicBezTo>
                  <a:cubicBezTo>
                    <a:pt x="10" y="661"/>
                    <a:pt x="31" y="674"/>
                    <a:pt x="53" y="674"/>
                  </a:cubicBezTo>
                  <a:cubicBezTo>
                    <a:pt x="59" y="674"/>
                    <a:pt x="66" y="673"/>
                    <a:pt x="72" y="671"/>
                  </a:cubicBezTo>
                  <a:cubicBezTo>
                    <a:pt x="105" y="660"/>
                    <a:pt x="127" y="629"/>
                    <a:pt x="148" y="605"/>
                  </a:cubicBezTo>
                  <a:cubicBezTo>
                    <a:pt x="155" y="598"/>
                    <a:pt x="162" y="590"/>
                    <a:pt x="169" y="582"/>
                  </a:cubicBezTo>
                  <a:lnTo>
                    <a:pt x="169" y="582"/>
                  </a:lnTo>
                  <a:cubicBezTo>
                    <a:pt x="174" y="580"/>
                    <a:pt x="178" y="576"/>
                    <a:pt x="183" y="573"/>
                  </a:cubicBezTo>
                  <a:cubicBezTo>
                    <a:pt x="192" y="567"/>
                    <a:pt x="200" y="557"/>
                    <a:pt x="209" y="547"/>
                  </a:cubicBezTo>
                  <a:lnTo>
                    <a:pt x="263" y="478"/>
                  </a:lnTo>
                  <a:cubicBezTo>
                    <a:pt x="280" y="454"/>
                    <a:pt x="293" y="431"/>
                    <a:pt x="308" y="404"/>
                  </a:cubicBezTo>
                  <a:cubicBezTo>
                    <a:pt x="321" y="380"/>
                    <a:pt x="335" y="355"/>
                    <a:pt x="348" y="330"/>
                  </a:cubicBezTo>
                  <a:cubicBezTo>
                    <a:pt x="365" y="299"/>
                    <a:pt x="379" y="267"/>
                    <a:pt x="392" y="237"/>
                  </a:cubicBezTo>
                  <a:cubicBezTo>
                    <a:pt x="416" y="185"/>
                    <a:pt x="435" y="132"/>
                    <a:pt x="457" y="78"/>
                  </a:cubicBezTo>
                  <a:cubicBezTo>
                    <a:pt x="468" y="51"/>
                    <a:pt x="456" y="20"/>
                    <a:pt x="431" y="7"/>
                  </a:cubicBezTo>
                  <a:cubicBezTo>
                    <a:pt x="423" y="3"/>
                    <a:pt x="415" y="1"/>
                    <a:pt x="40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225;p40"/>
            <p:cNvSpPr/>
            <p:nvPr/>
          </p:nvSpPr>
          <p:spPr>
            <a:xfrm>
              <a:off x="3455640" y="3648240"/>
              <a:ext cx="59040" cy="83880"/>
            </a:xfrm>
            <a:custGeom>
              <a:avLst/>
              <a:gdLst>
                <a:gd name="textAreaLeft" fmla="*/ 0 w 59040"/>
                <a:gd name="textAreaRight" fmla="*/ 59400 w 59040"/>
                <a:gd name="textAreaTop" fmla="*/ 0 h 83880"/>
                <a:gd name="textAreaBottom" fmla="*/ 84240 h 83880"/>
              </a:gdLst>
              <a:ahLst/>
              <a:cxnLst/>
              <a:rect l="textAreaLeft" t="textAreaTop" r="textAreaRight" b="textAreaBottom"/>
              <a:pathLst>
                <a:path w="525" h="759">
                  <a:moveTo>
                    <a:pt x="307" y="267"/>
                  </a:moveTo>
                  <a:lnTo>
                    <a:pt x="314" y="278"/>
                  </a:lnTo>
                  <a:cubicBezTo>
                    <a:pt x="312" y="274"/>
                    <a:pt x="310" y="271"/>
                    <a:pt x="307" y="267"/>
                  </a:cubicBezTo>
                  <a:close/>
                  <a:moveTo>
                    <a:pt x="43" y="296"/>
                  </a:moveTo>
                  <a:cubicBezTo>
                    <a:pt x="44" y="300"/>
                    <a:pt x="45" y="303"/>
                    <a:pt x="46" y="307"/>
                  </a:cubicBezTo>
                  <a:lnTo>
                    <a:pt x="46" y="307"/>
                  </a:lnTo>
                  <a:cubicBezTo>
                    <a:pt x="45" y="304"/>
                    <a:pt x="44" y="300"/>
                    <a:pt x="43" y="296"/>
                  </a:cubicBezTo>
                  <a:close/>
                  <a:moveTo>
                    <a:pt x="47" y="309"/>
                  </a:moveTo>
                  <a:lnTo>
                    <a:pt x="47" y="309"/>
                  </a:lnTo>
                  <a:cubicBezTo>
                    <a:pt x="47" y="310"/>
                    <a:pt x="47" y="311"/>
                    <a:pt x="48" y="312"/>
                  </a:cubicBezTo>
                  <a:lnTo>
                    <a:pt x="48" y="312"/>
                  </a:lnTo>
                  <a:cubicBezTo>
                    <a:pt x="47" y="311"/>
                    <a:pt x="47" y="310"/>
                    <a:pt x="47" y="309"/>
                  </a:cubicBezTo>
                  <a:close/>
                  <a:moveTo>
                    <a:pt x="352" y="337"/>
                  </a:moveTo>
                  <a:lnTo>
                    <a:pt x="352" y="337"/>
                  </a:lnTo>
                  <a:cubicBezTo>
                    <a:pt x="354" y="340"/>
                    <a:pt x="355" y="343"/>
                    <a:pt x="357" y="346"/>
                  </a:cubicBezTo>
                  <a:lnTo>
                    <a:pt x="357" y="346"/>
                  </a:lnTo>
                  <a:cubicBezTo>
                    <a:pt x="355" y="343"/>
                    <a:pt x="353" y="339"/>
                    <a:pt x="352" y="337"/>
                  </a:cubicBezTo>
                  <a:close/>
                  <a:moveTo>
                    <a:pt x="86" y="0"/>
                  </a:moveTo>
                  <a:cubicBezTo>
                    <a:pt x="54" y="0"/>
                    <a:pt x="19" y="22"/>
                    <a:pt x="18" y="58"/>
                  </a:cubicBezTo>
                  <a:lnTo>
                    <a:pt x="18" y="64"/>
                  </a:lnTo>
                  <a:lnTo>
                    <a:pt x="18" y="64"/>
                  </a:lnTo>
                  <a:cubicBezTo>
                    <a:pt x="12" y="72"/>
                    <a:pt x="7" y="82"/>
                    <a:pt x="5" y="94"/>
                  </a:cubicBezTo>
                  <a:cubicBezTo>
                    <a:pt x="0" y="114"/>
                    <a:pt x="1" y="134"/>
                    <a:pt x="5" y="153"/>
                  </a:cubicBezTo>
                  <a:cubicBezTo>
                    <a:pt x="6" y="173"/>
                    <a:pt x="9" y="191"/>
                    <a:pt x="14" y="210"/>
                  </a:cubicBezTo>
                  <a:lnTo>
                    <a:pt x="14" y="210"/>
                  </a:lnTo>
                  <a:lnTo>
                    <a:pt x="11" y="200"/>
                  </a:lnTo>
                  <a:lnTo>
                    <a:pt x="11" y="200"/>
                  </a:lnTo>
                  <a:cubicBezTo>
                    <a:pt x="13" y="205"/>
                    <a:pt x="14" y="210"/>
                    <a:pt x="15" y="215"/>
                  </a:cubicBezTo>
                  <a:lnTo>
                    <a:pt x="15" y="215"/>
                  </a:lnTo>
                  <a:cubicBezTo>
                    <a:pt x="16" y="218"/>
                    <a:pt x="17" y="221"/>
                    <a:pt x="18" y="224"/>
                  </a:cubicBezTo>
                  <a:lnTo>
                    <a:pt x="18" y="224"/>
                  </a:lnTo>
                  <a:cubicBezTo>
                    <a:pt x="27" y="252"/>
                    <a:pt x="37" y="280"/>
                    <a:pt x="46" y="308"/>
                  </a:cubicBezTo>
                  <a:lnTo>
                    <a:pt x="46" y="308"/>
                  </a:lnTo>
                  <a:cubicBezTo>
                    <a:pt x="69" y="390"/>
                    <a:pt x="112" y="465"/>
                    <a:pt x="158" y="537"/>
                  </a:cubicBezTo>
                  <a:cubicBezTo>
                    <a:pt x="176" y="566"/>
                    <a:pt x="196" y="597"/>
                    <a:pt x="218" y="623"/>
                  </a:cubicBezTo>
                  <a:cubicBezTo>
                    <a:pt x="230" y="636"/>
                    <a:pt x="241" y="651"/>
                    <a:pt x="253" y="664"/>
                  </a:cubicBezTo>
                  <a:cubicBezTo>
                    <a:pt x="265" y="678"/>
                    <a:pt x="278" y="690"/>
                    <a:pt x="291" y="702"/>
                  </a:cubicBezTo>
                  <a:cubicBezTo>
                    <a:pt x="304" y="712"/>
                    <a:pt x="319" y="720"/>
                    <a:pt x="336" y="725"/>
                  </a:cubicBezTo>
                  <a:lnTo>
                    <a:pt x="336" y="725"/>
                  </a:lnTo>
                  <a:cubicBezTo>
                    <a:pt x="341" y="728"/>
                    <a:pt x="345" y="731"/>
                    <a:pt x="350" y="734"/>
                  </a:cubicBezTo>
                  <a:cubicBezTo>
                    <a:pt x="363" y="741"/>
                    <a:pt x="375" y="749"/>
                    <a:pt x="389" y="753"/>
                  </a:cubicBezTo>
                  <a:cubicBezTo>
                    <a:pt x="401" y="757"/>
                    <a:pt x="412" y="759"/>
                    <a:pt x="423" y="759"/>
                  </a:cubicBezTo>
                  <a:cubicBezTo>
                    <a:pt x="432" y="759"/>
                    <a:pt x="440" y="758"/>
                    <a:pt x="448" y="756"/>
                  </a:cubicBezTo>
                  <a:lnTo>
                    <a:pt x="448" y="756"/>
                  </a:lnTo>
                  <a:cubicBezTo>
                    <a:pt x="450" y="756"/>
                    <a:pt x="452" y="756"/>
                    <a:pt x="454" y="756"/>
                  </a:cubicBezTo>
                  <a:cubicBezTo>
                    <a:pt x="455" y="756"/>
                    <a:pt x="456" y="756"/>
                    <a:pt x="457" y="756"/>
                  </a:cubicBezTo>
                  <a:cubicBezTo>
                    <a:pt x="484" y="756"/>
                    <a:pt x="514" y="739"/>
                    <a:pt x="516" y="709"/>
                  </a:cubicBezTo>
                  <a:cubicBezTo>
                    <a:pt x="516" y="704"/>
                    <a:pt x="516" y="700"/>
                    <a:pt x="516" y="696"/>
                  </a:cubicBezTo>
                  <a:lnTo>
                    <a:pt x="516" y="696"/>
                  </a:lnTo>
                  <a:cubicBezTo>
                    <a:pt x="525" y="665"/>
                    <a:pt x="520" y="634"/>
                    <a:pt x="506" y="603"/>
                  </a:cubicBezTo>
                  <a:cubicBezTo>
                    <a:pt x="504" y="599"/>
                    <a:pt x="502" y="594"/>
                    <a:pt x="500" y="590"/>
                  </a:cubicBezTo>
                  <a:lnTo>
                    <a:pt x="500" y="590"/>
                  </a:lnTo>
                  <a:cubicBezTo>
                    <a:pt x="497" y="569"/>
                    <a:pt x="489" y="548"/>
                    <a:pt x="478" y="529"/>
                  </a:cubicBezTo>
                  <a:cubicBezTo>
                    <a:pt x="470" y="515"/>
                    <a:pt x="461" y="503"/>
                    <a:pt x="454" y="490"/>
                  </a:cubicBezTo>
                  <a:cubicBezTo>
                    <a:pt x="443" y="474"/>
                    <a:pt x="432" y="455"/>
                    <a:pt x="421" y="439"/>
                  </a:cubicBezTo>
                  <a:cubicBezTo>
                    <a:pt x="399" y="408"/>
                    <a:pt x="378" y="377"/>
                    <a:pt x="357" y="346"/>
                  </a:cubicBezTo>
                  <a:lnTo>
                    <a:pt x="357" y="346"/>
                  </a:lnTo>
                  <a:cubicBezTo>
                    <a:pt x="361" y="352"/>
                    <a:pt x="365" y="359"/>
                    <a:pt x="369" y="366"/>
                  </a:cubicBezTo>
                  <a:cubicBezTo>
                    <a:pt x="346" y="330"/>
                    <a:pt x="322" y="293"/>
                    <a:pt x="300" y="256"/>
                  </a:cubicBezTo>
                  <a:lnTo>
                    <a:pt x="300" y="256"/>
                  </a:lnTo>
                  <a:cubicBezTo>
                    <a:pt x="302" y="259"/>
                    <a:pt x="305" y="263"/>
                    <a:pt x="307" y="267"/>
                  </a:cubicBezTo>
                  <a:lnTo>
                    <a:pt x="307" y="267"/>
                  </a:lnTo>
                  <a:lnTo>
                    <a:pt x="274" y="213"/>
                  </a:lnTo>
                  <a:lnTo>
                    <a:pt x="274" y="213"/>
                  </a:lnTo>
                  <a:cubicBezTo>
                    <a:pt x="259" y="186"/>
                    <a:pt x="244" y="158"/>
                    <a:pt x="230" y="130"/>
                  </a:cubicBezTo>
                  <a:cubicBezTo>
                    <a:pt x="219" y="109"/>
                    <a:pt x="203" y="90"/>
                    <a:pt x="191" y="71"/>
                  </a:cubicBezTo>
                  <a:cubicBezTo>
                    <a:pt x="187" y="65"/>
                    <a:pt x="182" y="59"/>
                    <a:pt x="179" y="53"/>
                  </a:cubicBezTo>
                  <a:cubicBezTo>
                    <a:pt x="168" y="38"/>
                    <a:pt x="152" y="29"/>
                    <a:pt x="135" y="23"/>
                  </a:cubicBezTo>
                  <a:lnTo>
                    <a:pt x="135" y="23"/>
                  </a:lnTo>
                  <a:cubicBezTo>
                    <a:pt x="134" y="22"/>
                    <a:pt x="134" y="21"/>
                    <a:pt x="133" y="20"/>
                  </a:cubicBezTo>
                  <a:cubicBezTo>
                    <a:pt x="121" y="6"/>
                    <a:pt x="104" y="0"/>
                    <a:pt x="8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2120" bIns="42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226;p40"/>
            <p:cNvSpPr/>
            <p:nvPr/>
          </p:nvSpPr>
          <p:spPr>
            <a:xfrm>
              <a:off x="3421440" y="3703320"/>
              <a:ext cx="101520" cy="349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900" h="317">
                  <a:moveTo>
                    <a:pt x="249" y="40"/>
                  </a:moveTo>
                  <a:cubicBezTo>
                    <a:pt x="254" y="42"/>
                    <a:pt x="259" y="43"/>
                    <a:pt x="264" y="45"/>
                  </a:cubicBezTo>
                  <a:cubicBezTo>
                    <a:pt x="259" y="43"/>
                    <a:pt x="254" y="42"/>
                    <a:pt x="249" y="40"/>
                  </a:cubicBezTo>
                  <a:close/>
                  <a:moveTo>
                    <a:pt x="94" y="1"/>
                  </a:moveTo>
                  <a:cubicBezTo>
                    <a:pt x="64" y="1"/>
                    <a:pt x="36" y="16"/>
                    <a:pt x="20" y="44"/>
                  </a:cubicBezTo>
                  <a:cubicBezTo>
                    <a:pt x="0" y="80"/>
                    <a:pt x="11" y="125"/>
                    <a:pt x="44" y="151"/>
                  </a:cubicBezTo>
                  <a:cubicBezTo>
                    <a:pt x="65" y="168"/>
                    <a:pt x="87" y="184"/>
                    <a:pt x="109" y="199"/>
                  </a:cubicBezTo>
                  <a:cubicBezTo>
                    <a:pt x="137" y="217"/>
                    <a:pt x="169" y="232"/>
                    <a:pt x="199" y="246"/>
                  </a:cubicBezTo>
                  <a:cubicBezTo>
                    <a:pt x="257" y="272"/>
                    <a:pt x="317" y="288"/>
                    <a:pt x="379" y="301"/>
                  </a:cubicBezTo>
                  <a:cubicBezTo>
                    <a:pt x="432" y="311"/>
                    <a:pt x="486" y="316"/>
                    <a:pt x="540" y="316"/>
                  </a:cubicBezTo>
                  <a:cubicBezTo>
                    <a:pt x="549" y="316"/>
                    <a:pt x="558" y="316"/>
                    <a:pt x="567" y="316"/>
                  </a:cubicBezTo>
                  <a:cubicBezTo>
                    <a:pt x="594" y="315"/>
                    <a:pt x="621" y="313"/>
                    <a:pt x="648" y="310"/>
                  </a:cubicBezTo>
                  <a:cubicBezTo>
                    <a:pt x="660" y="309"/>
                    <a:pt x="673" y="308"/>
                    <a:pt x="685" y="305"/>
                  </a:cubicBezTo>
                  <a:cubicBezTo>
                    <a:pt x="710" y="302"/>
                    <a:pt x="729" y="294"/>
                    <a:pt x="748" y="282"/>
                  </a:cubicBezTo>
                  <a:lnTo>
                    <a:pt x="748" y="282"/>
                  </a:lnTo>
                  <a:cubicBezTo>
                    <a:pt x="758" y="279"/>
                    <a:pt x="769" y="274"/>
                    <a:pt x="779" y="271"/>
                  </a:cubicBezTo>
                  <a:cubicBezTo>
                    <a:pt x="794" y="265"/>
                    <a:pt x="806" y="256"/>
                    <a:pt x="817" y="245"/>
                  </a:cubicBezTo>
                  <a:lnTo>
                    <a:pt x="817" y="245"/>
                  </a:lnTo>
                  <a:cubicBezTo>
                    <a:pt x="841" y="231"/>
                    <a:pt x="866" y="215"/>
                    <a:pt x="880" y="191"/>
                  </a:cubicBezTo>
                  <a:cubicBezTo>
                    <a:pt x="900" y="158"/>
                    <a:pt x="890" y="124"/>
                    <a:pt x="856" y="107"/>
                  </a:cubicBezTo>
                  <a:cubicBezTo>
                    <a:pt x="844" y="102"/>
                    <a:pt x="828" y="100"/>
                    <a:pt x="814" y="96"/>
                  </a:cubicBezTo>
                  <a:cubicBezTo>
                    <a:pt x="808" y="95"/>
                    <a:pt x="803" y="94"/>
                    <a:pt x="798" y="94"/>
                  </a:cubicBezTo>
                  <a:cubicBezTo>
                    <a:pt x="793" y="93"/>
                    <a:pt x="786" y="91"/>
                    <a:pt x="783" y="91"/>
                  </a:cubicBezTo>
                  <a:cubicBezTo>
                    <a:pt x="782" y="91"/>
                    <a:pt x="782" y="91"/>
                    <a:pt x="783" y="93"/>
                  </a:cubicBezTo>
                  <a:lnTo>
                    <a:pt x="783" y="93"/>
                  </a:lnTo>
                  <a:cubicBezTo>
                    <a:pt x="778" y="91"/>
                    <a:pt x="774" y="89"/>
                    <a:pt x="772" y="89"/>
                  </a:cubicBezTo>
                  <a:cubicBezTo>
                    <a:pt x="762" y="85"/>
                    <a:pt x="756" y="85"/>
                    <a:pt x="746" y="85"/>
                  </a:cubicBezTo>
                  <a:cubicBezTo>
                    <a:pt x="738" y="85"/>
                    <a:pt x="729" y="85"/>
                    <a:pt x="721" y="85"/>
                  </a:cubicBezTo>
                  <a:lnTo>
                    <a:pt x="721" y="85"/>
                  </a:lnTo>
                  <a:cubicBezTo>
                    <a:pt x="712" y="82"/>
                    <a:pt x="702" y="79"/>
                    <a:pt x="692" y="79"/>
                  </a:cubicBezTo>
                  <a:cubicBezTo>
                    <a:pt x="689" y="78"/>
                    <a:pt x="687" y="78"/>
                    <a:pt x="684" y="78"/>
                  </a:cubicBezTo>
                  <a:cubicBezTo>
                    <a:pt x="672" y="78"/>
                    <a:pt x="659" y="80"/>
                    <a:pt x="647" y="80"/>
                  </a:cubicBezTo>
                  <a:cubicBezTo>
                    <a:pt x="639" y="80"/>
                    <a:pt x="631" y="81"/>
                    <a:pt x="623" y="81"/>
                  </a:cubicBezTo>
                  <a:lnTo>
                    <a:pt x="623" y="81"/>
                  </a:lnTo>
                  <a:cubicBezTo>
                    <a:pt x="615" y="81"/>
                    <a:pt x="607" y="81"/>
                    <a:pt x="599" y="81"/>
                  </a:cubicBezTo>
                  <a:cubicBezTo>
                    <a:pt x="477" y="81"/>
                    <a:pt x="357" y="66"/>
                    <a:pt x="239" y="38"/>
                  </a:cubicBezTo>
                  <a:lnTo>
                    <a:pt x="239" y="38"/>
                  </a:lnTo>
                  <a:cubicBezTo>
                    <a:pt x="221" y="32"/>
                    <a:pt x="203" y="27"/>
                    <a:pt x="184" y="23"/>
                  </a:cubicBezTo>
                  <a:cubicBezTo>
                    <a:pt x="184" y="23"/>
                    <a:pt x="171" y="20"/>
                    <a:pt x="165" y="18"/>
                  </a:cubicBezTo>
                  <a:lnTo>
                    <a:pt x="165" y="18"/>
                  </a:lnTo>
                  <a:cubicBezTo>
                    <a:pt x="162" y="17"/>
                    <a:pt x="160" y="17"/>
                    <a:pt x="159" y="16"/>
                  </a:cubicBezTo>
                  <a:cubicBezTo>
                    <a:pt x="147" y="13"/>
                    <a:pt x="135" y="9"/>
                    <a:pt x="124" y="6"/>
                  </a:cubicBezTo>
                  <a:cubicBezTo>
                    <a:pt x="114" y="3"/>
                    <a:pt x="104" y="1"/>
                    <a:pt x="9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227;p40"/>
            <p:cNvSpPr/>
            <p:nvPr/>
          </p:nvSpPr>
          <p:spPr>
            <a:xfrm>
              <a:off x="3505320" y="3682800"/>
              <a:ext cx="93600" cy="5076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831" h="461">
                  <a:moveTo>
                    <a:pt x="762" y="1"/>
                  </a:moveTo>
                  <a:cubicBezTo>
                    <a:pt x="757" y="1"/>
                    <a:pt x="753" y="1"/>
                    <a:pt x="748" y="1"/>
                  </a:cubicBezTo>
                  <a:lnTo>
                    <a:pt x="727" y="6"/>
                  </a:lnTo>
                  <a:lnTo>
                    <a:pt x="727" y="6"/>
                  </a:lnTo>
                  <a:cubicBezTo>
                    <a:pt x="722" y="4"/>
                    <a:pt x="718" y="4"/>
                    <a:pt x="713" y="4"/>
                  </a:cubicBezTo>
                  <a:cubicBezTo>
                    <a:pt x="710" y="3"/>
                    <a:pt x="706" y="3"/>
                    <a:pt x="703" y="3"/>
                  </a:cubicBezTo>
                  <a:cubicBezTo>
                    <a:pt x="692" y="3"/>
                    <a:pt x="682" y="5"/>
                    <a:pt x="672" y="6"/>
                  </a:cubicBezTo>
                  <a:cubicBezTo>
                    <a:pt x="652" y="9"/>
                    <a:pt x="631" y="17"/>
                    <a:pt x="610" y="23"/>
                  </a:cubicBezTo>
                  <a:cubicBezTo>
                    <a:pt x="578" y="34"/>
                    <a:pt x="547" y="44"/>
                    <a:pt x="517" y="58"/>
                  </a:cubicBezTo>
                  <a:cubicBezTo>
                    <a:pt x="459" y="84"/>
                    <a:pt x="401" y="113"/>
                    <a:pt x="343" y="139"/>
                  </a:cubicBezTo>
                  <a:cubicBezTo>
                    <a:pt x="314" y="153"/>
                    <a:pt x="287" y="169"/>
                    <a:pt x="260" y="186"/>
                  </a:cubicBezTo>
                  <a:cubicBezTo>
                    <a:pt x="227" y="203"/>
                    <a:pt x="190" y="220"/>
                    <a:pt x="160" y="243"/>
                  </a:cubicBezTo>
                  <a:cubicBezTo>
                    <a:pt x="134" y="263"/>
                    <a:pt x="115" y="285"/>
                    <a:pt x="88" y="302"/>
                  </a:cubicBezTo>
                  <a:cubicBezTo>
                    <a:pt x="72" y="313"/>
                    <a:pt x="59" y="325"/>
                    <a:pt x="44" y="341"/>
                  </a:cubicBezTo>
                  <a:cubicBezTo>
                    <a:pt x="39" y="346"/>
                    <a:pt x="33" y="353"/>
                    <a:pt x="28" y="358"/>
                  </a:cubicBezTo>
                  <a:cubicBezTo>
                    <a:pt x="18" y="372"/>
                    <a:pt x="17" y="386"/>
                    <a:pt x="16" y="402"/>
                  </a:cubicBezTo>
                  <a:lnTo>
                    <a:pt x="16" y="402"/>
                  </a:lnTo>
                  <a:lnTo>
                    <a:pt x="16" y="402"/>
                  </a:lnTo>
                  <a:cubicBezTo>
                    <a:pt x="1" y="417"/>
                    <a:pt x="10" y="443"/>
                    <a:pt x="31" y="443"/>
                  </a:cubicBezTo>
                  <a:cubicBezTo>
                    <a:pt x="31" y="443"/>
                    <a:pt x="32" y="443"/>
                    <a:pt x="32" y="443"/>
                  </a:cubicBezTo>
                  <a:lnTo>
                    <a:pt x="32" y="443"/>
                  </a:lnTo>
                  <a:cubicBezTo>
                    <a:pt x="44" y="452"/>
                    <a:pt x="56" y="459"/>
                    <a:pt x="71" y="460"/>
                  </a:cubicBezTo>
                  <a:cubicBezTo>
                    <a:pt x="73" y="461"/>
                    <a:pt x="75" y="461"/>
                    <a:pt x="77" y="461"/>
                  </a:cubicBezTo>
                  <a:cubicBezTo>
                    <a:pt x="86" y="461"/>
                    <a:pt x="96" y="459"/>
                    <a:pt x="104" y="459"/>
                  </a:cubicBezTo>
                  <a:cubicBezTo>
                    <a:pt x="124" y="457"/>
                    <a:pt x="142" y="452"/>
                    <a:pt x="163" y="446"/>
                  </a:cubicBezTo>
                  <a:cubicBezTo>
                    <a:pt x="171" y="444"/>
                    <a:pt x="177" y="441"/>
                    <a:pt x="186" y="439"/>
                  </a:cubicBezTo>
                  <a:cubicBezTo>
                    <a:pt x="187" y="439"/>
                    <a:pt x="188" y="439"/>
                    <a:pt x="188" y="439"/>
                  </a:cubicBezTo>
                  <a:lnTo>
                    <a:pt x="188" y="439"/>
                  </a:lnTo>
                  <a:cubicBezTo>
                    <a:pt x="187" y="439"/>
                    <a:pt x="185" y="440"/>
                    <a:pt x="183" y="441"/>
                  </a:cubicBezTo>
                  <a:cubicBezTo>
                    <a:pt x="187" y="439"/>
                    <a:pt x="191" y="439"/>
                    <a:pt x="196" y="438"/>
                  </a:cubicBezTo>
                  <a:cubicBezTo>
                    <a:pt x="210" y="435"/>
                    <a:pt x="226" y="434"/>
                    <a:pt x="241" y="430"/>
                  </a:cubicBezTo>
                  <a:cubicBezTo>
                    <a:pt x="278" y="421"/>
                    <a:pt x="313" y="402"/>
                    <a:pt x="350" y="388"/>
                  </a:cubicBezTo>
                  <a:cubicBezTo>
                    <a:pt x="378" y="375"/>
                    <a:pt x="408" y="364"/>
                    <a:pt x="437" y="349"/>
                  </a:cubicBezTo>
                  <a:cubicBezTo>
                    <a:pt x="493" y="320"/>
                    <a:pt x="551" y="292"/>
                    <a:pt x="608" y="263"/>
                  </a:cubicBezTo>
                  <a:cubicBezTo>
                    <a:pt x="642" y="245"/>
                    <a:pt x="674" y="221"/>
                    <a:pt x="707" y="201"/>
                  </a:cubicBezTo>
                  <a:cubicBezTo>
                    <a:pt x="736" y="182"/>
                    <a:pt x="766" y="160"/>
                    <a:pt x="781" y="129"/>
                  </a:cubicBezTo>
                  <a:lnTo>
                    <a:pt x="781" y="129"/>
                  </a:lnTo>
                  <a:lnTo>
                    <a:pt x="801" y="111"/>
                  </a:lnTo>
                  <a:cubicBezTo>
                    <a:pt x="812" y="102"/>
                    <a:pt x="819" y="92"/>
                    <a:pt x="823" y="78"/>
                  </a:cubicBezTo>
                  <a:cubicBezTo>
                    <a:pt x="825" y="69"/>
                    <a:pt x="825" y="62"/>
                    <a:pt x="827" y="53"/>
                  </a:cubicBezTo>
                  <a:cubicBezTo>
                    <a:pt x="830" y="35"/>
                    <a:pt x="819" y="21"/>
                    <a:pt x="804" y="14"/>
                  </a:cubicBezTo>
                  <a:lnTo>
                    <a:pt x="804" y="14"/>
                  </a:lnTo>
                  <a:cubicBezTo>
                    <a:pt x="804" y="13"/>
                    <a:pt x="804" y="13"/>
                    <a:pt x="803" y="12"/>
                  </a:cubicBezTo>
                  <a:cubicBezTo>
                    <a:pt x="798" y="9"/>
                    <a:pt x="792" y="6"/>
                    <a:pt x="787" y="5"/>
                  </a:cubicBezTo>
                  <a:cubicBezTo>
                    <a:pt x="778" y="2"/>
                    <a:pt x="770" y="1"/>
                    <a:pt x="76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228;p40"/>
            <p:cNvSpPr/>
            <p:nvPr/>
          </p:nvSpPr>
          <p:spPr>
            <a:xfrm>
              <a:off x="3505680" y="3709440"/>
              <a:ext cx="83160" cy="5220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37" h="475">
                  <a:moveTo>
                    <a:pt x="364" y="104"/>
                  </a:moveTo>
                  <a:cubicBezTo>
                    <a:pt x="373" y="106"/>
                    <a:pt x="381" y="108"/>
                    <a:pt x="390" y="111"/>
                  </a:cubicBezTo>
                  <a:cubicBezTo>
                    <a:pt x="381" y="109"/>
                    <a:pt x="372" y="107"/>
                    <a:pt x="364" y="104"/>
                  </a:cubicBezTo>
                  <a:close/>
                  <a:moveTo>
                    <a:pt x="540" y="132"/>
                  </a:moveTo>
                  <a:cubicBezTo>
                    <a:pt x="547" y="133"/>
                    <a:pt x="555" y="135"/>
                    <a:pt x="562" y="137"/>
                  </a:cubicBezTo>
                  <a:cubicBezTo>
                    <a:pt x="555" y="135"/>
                    <a:pt x="548" y="134"/>
                    <a:pt x="540" y="132"/>
                  </a:cubicBezTo>
                  <a:close/>
                  <a:moveTo>
                    <a:pt x="710" y="239"/>
                  </a:moveTo>
                  <a:lnTo>
                    <a:pt x="710" y="239"/>
                  </a:lnTo>
                  <a:cubicBezTo>
                    <a:pt x="710" y="240"/>
                    <a:pt x="710" y="240"/>
                    <a:pt x="711" y="241"/>
                  </a:cubicBezTo>
                  <a:lnTo>
                    <a:pt x="711" y="241"/>
                  </a:lnTo>
                  <a:cubicBezTo>
                    <a:pt x="710" y="240"/>
                    <a:pt x="710" y="240"/>
                    <a:pt x="710" y="239"/>
                  </a:cubicBezTo>
                  <a:close/>
                  <a:moveTo>
                    <a:pt x="711" y="242"/>
                  </a:moveTo>
                  <a:lnTo>
                    <a:pt x="711" y="242"/>
                  </a:lnTo>
                  <a:cubicBezTo>
                    <a:pt x="711" y="242"/>
                    <a:pt x="711" y="242"/>
                    <a:pt x="711" y="242"/>
                  </a:cubicBezTo>
                  <a:lnTo>
                    <a:pt x="711" y="242"/>
                  </a:lnTo>
                  <a:cubicBezTo>
                    <a:pt x="711" y="243"/>
                    <a:pt x="711" y="243"/>
                    <a:pt x="711" y="243"/>
                  </a:cubicBezTo>
                  <a:lnTo>
                    <a:pt x="711" y="243"/>
                  </a:lnTo>
                  <a:cubicBezTo>
                    <a:pt x="711" y="243"/>
                    <a:pt x="711" y="242"/>
                    <a:pt x="711" y="242"/>
                  </a:cubicBezTo>
                  <a:close/>
                  <a:moveTo>
                    <a:pt x="64" y="0"/>
                  </a:moveTo>
                  <a:cubicBezTo>
                    <a:pt x="40" y="0"/>
                    <a:pt x="16" y="20"/>
                    <a:pt x="16" y="49"/>
                  </a:cubicBezTo>
                  <a:lnTo>
                    <a:pt x="16" y="49"/>
                  </a:lnTo>
                  <a:cubicBezTo>
                    <a:pt x="5" y="70"/>
                    <a:pt x="1" y="92"/>
                    <a:pt x="8" y="116"/>
                  </a:cubicBezTo>
                  <a:lnTo>
                    <a:pt x="8" y="116"/>
                  </a:lnTo>
                  <a:cubicBezTo>
                    <a:pt x="6" y="139"/>
                    <a:pt x="10" y="163"/>
                    <a:pt x="23" y="184"/>
                  </a:cubicBezTo>
                  <a:lnTo>
                    <a:pt x="51" y="229"/>
                  </a:lnTo>
                  <a:cubicBezTo>
                    <a:pt x="62" y="247"/>
                    <a:pt x="77" y="262"/>
                    <a:pt x="90" y="278"/>
                  </a:cubicBezTo>
                  <a:cubicBezTo>
                    <a:pt x="112" y="300"/>
                    <a:pt x="131" y="323"/>
                    <a:pt x="156" y="342"/>
                  </a:cubicBezTo>
                  <a:cubicBezTo>
                    <a:pt x="165" y="350"/>
                    <a:pt x="175" y="357"/>
                    <a:pt x="184" y="364"/>
                  </a:cubicBezTo>
                  <a:lnTo>
                    <a:pt x="184" y="364"/>
                  </a:lnTo>
                  <a:cubicBezTo>
                    <a:pt x="217" y="398"/>
                    <a:pt x="263" y="419"/>
                    <a:pt x="307" y="437"/>
                  </a:cubicBezTo>
                  <a:cubicBezTo>
                    <a:pt x="348" y="453"/>
                    <a:pt x="392" y="464"/>
                    <a:pt x="435" y="471"/>
                  </a:cubicBezTo>
                  <a:cubicBezTo>
                    <a:pt x="450" y="473"/>
                    <a:pt x="466" y="474"/>
                    <a:pt x="482" y="474"/>
                  </a:cubicBezTo>
                  <a:cubicBezTo>
                    <a:pt x="509" y="474"/>
                    <a:pt x="536" y="471"/>
                    <a:pt x="563" y="465"/>
                  </a:cubicBezTo>
                  <a:cubicBezTo>
                    <a:pt x="571" y="464"/>
                    <a:pt x="577" y="462"/>
                    <a:pt x="584" y="460"/>
                  </a:cubicBezTo>
                  <a:cubicBezTo>
                    <a:pt x="612" y="451"/>
                    <a:pt x="638" y="443"/>
                    <a:pt x="661" y="426"/>
                  </a:cubicBezTo>
                  <a:cubicBezTo>
                    <a:pt x="672" y="417"/>
                    <a:pt x="684" y="405"/>
                    <a:pt x="693" y="394"/>
                  </a:cubicBezTo>
                  <a:cubicBezTo>
                    <a:pt x="710" y="373"/>
                    <a:pt x="716" y="349"/>
                    <a:pt x="720" y="324"/>
                  </a:cubicBezTo>
                  <a:lnTo>
                    <a:pt x="720" y="324"/>
                  </a:lnTo>
                  <a:cubicBezTo>
                    <a:pt x="722" y="321"/>
                    <a:pt x="723" y="318"/>
                    <a:pt x="724" y="314"/>
                  </a:cubicBezTo>
                  <a:cubicBezTo>
                    <a:pt x="726" y="309"/>
                    <a:pt x="727" y="303"/>
                    <a:pt x="728" y="297"/>
                  </a:cubicBezTo>
                  <a:lnTo>
                    <a:pt x="728" y="297"/>
                  </a:lnTo>
                  <a:cubicBezTo>
                    <a:pt x="736" y="271"/>
                    <a:pt x="729" y="245"/>
                    <a:pt x="708" y="227"/>
                  </a:cubicBezTo>
                  <a:cubicBezTo>
                    <a:pt x="708" y="227"/>
                    <a:pt x="707" y="227"/>
                    <a:pt x="707" y="227"/>
                  </a:cubicBezTo>
                  <a:lnTo>
                    <a:pt x="707" y="227"/>
                  </a:lnTo>
                  <a:cubicBezTo>
                    <a:pt x="705" y="225"/>
                    <a:pt x="704" y="224"/>
                    <a:pt x="702" y="222"/>
                  </a:cubicBezTo>
                  <a:lnTo>
                    <a:pt x="702" y="222"/>
                  </a:lnTo>
                  <a:cubicBezTo>
                    <a:pt x="700" y="219"/>
                    <a:pt x="699" y="217"/>
                    <a:pt x="697" y="214"/>
                  </a:cubicBezTo>
                  <a:cubicBezTo>
                    <a:pt x="667" y="166"/>
                    <a:pt x="622" y="145"/>
                    <a:pt x="569" y="136"/>
                  </a:cubicBezTo>
                  <a:cubicBezTo>
                    <a:pt x="551" y="133"/>
                    <a:pt x="535" y="130"/>
                    <a:pt x="517" y="126"/>
                  </a:cubicBezTo>
                  <a:lnTo>
                    <a:pt x="517" y="126"/>
                  </a:lnTo>
                  <a:cubicBezTo>
                    <a:pt x="519" y="127"/>
                    <a:pt x="521" y="127"/>
                    <a:pt x="522" y="128"/>
                  </a:cubicBezTo>
                  <a:lnTo>
                    <a:pt x="522" y="128"/>
                  </a:lnTo>
                  <a:cubicBezTo>
                    <a:pt x="508" y="124"/>
                    <a:pt x="493" y="122"/>
                    <a:pt x="478" y="121"/>
                  </a:cubicBezTo>
                  <a:cubicBezTo>
                    <a:pt x="463" y="120"/>
                    <a:pt x="448" y="117"/>
                    <a:pt x="433" y="115"/>
                  </a:cubicBezTo>
                  <a:cubicBezTo>
                    <a:pt x="406" y="111"/>
                    <a:pt x="380" y="107"/>
                    <a:pt x="354" y="101"/>
                  </a:cubicBezTo>
                  <a:lnTo>
                    <a:pt x="354" y="101"/>
                  </a:lnTo>
                  <a:cubicBezTo>
                    <a:pt x="341" y="97"/>
                    <a:pt x="327" y="93"/>
                    <a:pt x="314" y="92"/>
                  </a:cubicBezTo>
                  <a:cubicBezTo>
                    <a:pt x="313" y="92"/>
                    <a:pt x="312" y="92"/>
                    <a:pt x="311" y="92"/>
                  </a:cubicBezTo>
                  <a:lnTo>
                    <a:pt x="311" y="92"/>
                  </a:lnTo>
                  <a:cubicBezTo>
                    <a:pt x="307" y="90"/>
                    <a:pt x="303" y="89"/>
                    <a:pt x="299" y="88"/>
                  </a:cubicBezTo>
                  <a:cubicBezTo>
                    <a:pt x="293" y="84"/>
                    <a:pt x="286" y="82"/>
                    <a:pt x="281" y="79"/>
                  </a:cubicBezTo>
                  <a:cubicBezTo>
                    <a:pt x="274" y="76"/>
                    <a:pt x="267" y="74"/>
                    <a:pt x="260" y="72"/>
                  </a:cubicBezTo>
                  <a:lnTo>
                    <a:pt x="260" y="72"/>
                  </a:lnTo>
                  <a:cubicBezTo>
                    <a:pt x="252" y="69"/>
                    <a:pt x="245" y="66"/>
                    <a:pt x="237" y="63"/>
                  </a:cubicBezTo>
                  <a:lnTo>
                    <a:pt x="237" y="63"/>
                  </a:lnTo>
                  <a:cubicBezTo>
                    <a:pt x="230" y="58"/>
                    <a:pt x="222" y="54"/>
                    <a:pt x="214" y="50"/>
                  </a:cubicBezTo>
                  <a:lnTo>
                    <a:pt x="214" y="50"/>
                  </a:lnTo>
                  <a:cubicBezTo>
                    <a:pt x="215" y="50"/>
                    <a:pt x="215" y="50"/>
                    <a:pt x="215" y="50"/>
                  </a:cubicBezTo>
                  <a:cubicBezTo>
                    <a:pt x="212" y="49"/>
                    <a:pt x="210" y="48"/>
                    <a:pt x="207" y="46"/>
                  </a:cubicBezTo>
                  <a:lnTo>
                    <a:pt x="207" y="46"/>
                  </a:lnTo>
                  <a:cubicBezTo>
                    <a:pt x="210" y="47"/>
                    <a:pt x="212" y="49"/>
                    <a:pt x="214" y="50"/>
                  </a:cubicBezTo>
                  <a:lnTo>
                    <a:pt x="214" y="50"/>
                  </a:lnTo>
                  <a:cubicBezTo>
                    <a:pt x="211" y="48"/>
                    <a:pt x="208" y="46"/>
                    <a:pt x="204" y="44"/>
                  </a:cubicBezTo>
                  <a:lnTo>
                    <a:pt x="204" y="44"/>
                  </a:lnTo>
                  <a:cubicBezTo>
                    <a:pt x="205" y="45"/>
                    <a:pt x="206" y="45"/>
                    <a:pt x="207" y="46"/>
                  </a:cubicBezTo>
                  <a:lnTo>
                    <a:pt x="207" y="46"/>
                  </a:lnTo>
                  <a:cubicBezTo>
                    <a:pt x="204" y="44"/>
                    <a:pt x="200" y="42"/>
                    <a:pt x="196" y="40"/>
                  </a:cubicBezTo>
                  <a:lnTo>
                    <a:pt x="196" y="40"/>
                  </a:lnTo>
                  <a:cubicBezTo>
                    <a:pt x="199" y="41"/>
                    <a:pt x="201" y="43"/>
                    <a:pt x="204" y="44"/>
                  </a:cubicBezTo>
                  <a:lnTo>
                    <a:pt x="204" y="44"/>
                  </a:lnTo>
                  <a:cubicBezTo>
                    <a:pt x="199" y="41"/>
                    <a:pt x="195" y="38"/>
                    <a:pt x="190" y="35"/>
                  </a:cubicBezTo>
                  <a:cubicBezTo>
                    <a:pt x="168" y="22"/>
                    <a:pt x="147" y="13"/>
                    <a:pt x="124" y="11"/>
                  </a:cubicBezTo>
                  <a:lnTo>
                    <a:pt x="124" y="11"/>
                  </a:lnTo>
                  <a:cubicBezTo>
                    <a:pt x="111" y="6"/>
                    <a:pt x="98" y="3"/>
                    <a:pt x="85" y="3"/>
                  </a:cubicBezTo>
                  <a:cubicBezTo>
                    <a:pt x="83" y="3"/>
                    <a:pt x="81" y="3"/>
                    <a:pt x="79" y="3"/>
                  </a:cubicBezTo>
                  <a:lnTo>
                    <a:pt x="79" y="3"/>
                  </a:lnTo>
                  <a:cubicBezTo>
                    <a:pt x="74" y="1"/>
                    <a:pt x="69" y="0"/>
                    <a:pt x="6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229;p40"/>
            <p:cNvSpPr/>
            <p:nvPr/>
          </p:nvSpPr>
          <p:spPr>
            <a:xfrm>
              <a:off x="2845080" y="2825280"/>
              <a:ext cx="1800" cy="108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080"/>
                <a:gd name="textAreaBottom" fmla="*/ 1440 h 1080"/>
              </a:gdLst>
              <a:ahLst/>
              <a:cxnLst/>
              <a:rect l="textAreaLeft" t="textAreaTop" r="textAreaRight" b="textAreaBottom"/>
              <a:pathLst>
                <a:path w="19" h="14">
                  <a:moveTo>
                    <a:pt x="10" y="0"/>
                  </a:moveTo>
                  <a:cubicBezTo>
                    <a:pt x="2" y="0"/>
                    <a:pt x="0" y="13"/>
                    <a:pt x="9" y="13"/>
                  </a:cubicBezTo>
                  <a:cubicBezTo>
                    <a:pt x="17" y="13"/>
                    <a:pt x="19" y="0"/>
                    <a:pt x="1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" bIns="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230;p40"/>
            <p:cNvSpPr/>
            <p:nvPr/>
          </p:nvSpPr>
          <p:spPr>
            <a:xfrm>
              <a:off x="2696040" y="1704240"/>
              <a:ext cx="437400" cy="196560"/>
            </a:xfrm>
            <a:custGeom>
              <a:avLst/>
              <a:gdLst>
                <a:gd name="textAreaLeft" fmla="*/ 0 w 437400"/>
                <a:gd name="textAreaRight" fmla="*/ 437760 w 437400"/>
                <a:gd name="textAreaTop" fmla="*/ 0 h 196560"/>
                <a:gd name="textAreaBottom" fmla="*/ 196920 h 196560"/>
              </a:gdLst>
              <a:ahLst/>
              <a:cxnLst/>
              <a:rect l="textAreaLeft" t="textAreaTop" r="textAreaRight" b="textAreaBottom"/>
              <a:pathLst>
                <a:path w="3866" h="1775">
                  <a:moveTo>
                    <a:pt x="3485" y="295"/>
                  </a:moveTo>
                  <a:cubicBezTo>
                    <a:pt x="3486" y="295"/>
                    <a:pt x="3487" y="295"/>
                    <a:pt x="3488" y="295"/>
                  </a:cubicBezTo>
                  <a:lnTo>
                    <a:pt x="3488" y="295"/>
                  </a:lnTo>
                  <a:cubicBezTo>
                    <a:pt x="3487" y="295"/>
                    <a:pt x="3486" y="295"/>
                    <a:pt x="3485" y="295"/>
                  </a:cubicBezTo>
                  <a:close/>
                  <a:moveTo>
                    <a:pt x="1692" y="339"/>
                  </a:moveTo>
                  <a:cubicBezTo>
                    <a:pt x="1692" y="339"/>
                    <a:pt x="1692" y="339"/>
                    <a:pt x="1692" y="339"/>
                  </a:cubicBezTo>
                  <a:lnTo>
                    <a:pt x="1692" y="339"/>
                  </a:lnTo>
                  <a:lnTo>
                    <a:pt x="1692" y="339"/>
                  </a:lnTo>
                  <a:cubicBezTo>
                    <a:pt x="1692" y="339"/>
                    <a:pt x="1692" y="339"/>
                    <a:pt x="1692" y="339"/>
                  </a:cubicBezTo>
                  <a:close/>
                  <a:moveTo>
                    <a:pt x="923" y="685"/>
                  </a:moveTo>
                  <a:cubicBezTo>
                    <a:pt x="919" y="687"/>
                    <a:pt x="917" y="688"/>
                    <a:pt x="917" y="688"/>
                  </a:cubicBezTo>
                  <a:cubicBezTo>
                    <a:pt x="917" y="688"/>
                    <a:pt x="920" y="687"/>
                    <a:pt x="923" y="685"/>
                  </a:cubicBezTo>
                  <a:close/>
                  <a:moveTo>
                    <a:pt x="1875" y="812"/>
                  </a:moveTo>
                  <a:cubicBezTo>
                    <a:pt x="1874" y="813"/>
                    <a:pt x="1871" y="813"/>
                    <a:pt x="1872" y="813"/>
                  </a:cubicBezTo>
                  <a:cubicBezTo>
                    <a:pt x="1872" y="813"/>
                    <a:pt x="1873" y="813"/>
                    <a:pt x="1875" y="812"/>
                  </a:cubicBezTo>
                  <a:close/>
                  <a:moveTo>
                    <a:pt x="2130" y="1499"/>
                  </a:moveTo>
                  <a:lnTo>
                    <a:pt x="2130" y="1499"/>
                  </a:lnTo>
                  <a:cubicBezTo>
                    <a:pt x="2129" y="1499"/>
                    <a:pt x="2128" y="1500"/>
                    <a:pt x="2127" y="1500"/>
                  </a:cubicBezTo>
                  <a:lnTo>
                    <a:pt x="2127" y="1500"/>
                  </a:lnTo>
                  <a:cubicBezTo>
                    <a:pt x="2128" y="1500"/>
                    <a:pt x="2129" y="1499"/>
                    <a:pt x="2130" y="1499"/>
                  </a:cubicBezTo>
                  <a:close/>
                  <a:moveTo>
                    <a:pt x="2652" y="192"/>
                  </a:moveTo>
                  <a:cubicBezTo>
                    <a:pt x="2718" y="192"/>
                    <a:pt x="2784" y="194"/>
                    <a:pt x="2848" y="197"/>
                  </a:cubicBezTo>
                  <a:cubicBezTo>
                    <a:pt x="2975" y="205"/>
                    <a:pt x="3103" y="219"/>
                    <a:pt x="3229" y="241"/>
                  </a:cubicBezTo>
                  <a:lnTo>
                    <a:pt x="3229" y="241"/>
                  </a:lnTo>
                  <a:cubicBezTo>
                    <a:pt x="3087" y="304"/>
                    <a:pt x="2946" y="367"/>
                    <a:pt x="2805" y="432"/>
                  </a:cubicBezTo>
                  <a:cubicBezTo>
                    <a:pt x="2655" y="499"/>
                    <a:pt x="2507" y="568"/>
                    <a:pt x="2355" y="631"/>
                  </a:cubicBezTo>
                  <a:cubicBezTo>
                    <a:pt x="2282" y="663"/>
                    <a:pt x="2208" y="694"/>
                    <a:pt x="2134" y="721"/>
                  </a:cubicBezTo>
                  <a:cubicBezTo>
                    <a:pt x="2096" y="734"/>
                    <a:pt x="2059" y="750"/>
                    <a:pt x="2022" y="763"/>
                  </a:cubicBezTo>
                  <a:cubicBezTo>
                    <a:pt x="2004" y="770"/>
                    <a:pt x="1986" y="777"/>
                    <a:pt x="1969" y="782"/>
                  </a:cubicBezTo>
                  <a:cubicBezTo>
                    <a:pt x="1960" y="785"/>
                    <a:pt x="1952" y="788"/>
                    <a:pt x="1942" y="790"/>
                  </a:cubicBezTo>
                  <a:lnTo>
                    <a:pt x="1930" y="795"/>
                  </a:lnTo>
                  <a:cubicBezTo>
                    <a:pt x="1933" y="793"/>
                    <a:pt x="1934" y="793"/>
                    <a:pt x="1934" y="793"/>
                  </a:cubicBezTo>
                  <a:cubicBezTo>
                    <a:pt x="1933" y="793"/>
                    <a:pt x="1915" y="799"/>
                    <a:pt x="1911" y="801"/>
                  </a:cubicBezTo>
                  <a:cubicBezTo>
                    <a:pt x="1900" y="804"/>
                    <a:pt x="1889" y="809"/>
                    <a:pt x="1879" y="811"/>
                  </a:cubicBezTo>
                  <a:cubicBezTo>
                    <a:pt x="1877" y="812"/>
                    <a:pt x="1876" y="812"/>
                    <a:pt x="1875" y="812"/>
                  </a:cubicBezTo>
                  <a:lnTo>
                    <a:pt x="1875" y="812"/>
                  </a:lnTo>
                  <a:cubicBezTo>
                    <a:pt x="1876" y="812"/>
                    <a:pt x="1876" y="812"/>
                    <a:pt x="1877" y="812"/>
                  </a:cubicBezTo>
                  <a:cubicBezTo>
                    <a:pt x="1870" y="814"/>
                    <a:pt x="1864" y="817"/>
                    <a:pt x="1857" y="818"/>
                  </a:cubicBezTo>
                  <a:cubicBezTo>
                    <a:pt x="1835" y="825"/>
                    <a:pt x="1813" y="831"/>
                    <a:pt x="1791" y="836"/>
                  </a:cubicBezTo>
                  <a:cubicBezTo>
                    <a:pt x="1750" y="847"/>
                    <a:pt x="1707" y="858"/>
                    <a:pt x="1667" y="869"/>
                  </a:cubicBezTo>
                  <a:cubicBezTo>
                    <a:pt x="1623" y="881"/>
                    <a:pt x="1580" y="891"/>
                    <a:pt x="1535" y="899"/>
                  </a:cubicBezTo>
                  <a:cubicBezTo>
                    <a:pt x="1492" y="908"/>
                    <a:pt x="1445" y="919"/>
                    <a:pt x="1401" y="920"/>
                  </a:cubicBezTo>
                  <a:cubicBezTo>
                    <a:pt x="1383" y="920"/>
                    <a:pt x="1371" y="942"/>
                    <a:pt x="1374" y="958"/>
                  </a:cubicBezTo>
                  <a:cubicBezTo>
                    <a:pt x="1377" y="978"/>
                    <a:pt x="1392" y="986"/>
                    <a:pt x="1409" y="986"/>
                  </a:cubicBezTo>
                  <a:cubicBezTo>
                    <a:pt x="1410" y="986"/>
                    <a:pt x="1411" y="986"/>
                    <a:pt x="1412" y="986"/>
                  </a:cubicBezTo>
                  <a:cubicBezTo>
                    <a:pt x="1432" y="986"/>
                    <a:pt x="1450" y="988"/>
                    <a:pt x="1470" y="988"/>
                  </a:cubicBezTo>
                  <a:lnTo>
                    <a:pt x="1531" y="988"/>
                  </a:lnTo>
                  <a:cubicBezTo>
                    <a:pt x="1571" y="987"/>
                    <a:pt x="1615" y="986"/>
                    <a:pt x="1654" y="982"/>
                  </a:cubicBezTo>
                  <a:cubicBezTo>
                    <a:pt x="1734" y="977"/>
                    <a:pt x="1811" y="963"/>
                    <a:pt x="1888" y="944"/>
                  </a:cubicBezTo>
                  <a:cubicBezTo>
                    <a:pt x="2048" y="905"/>
                    <a:pt x="2203" y="855"/>
                    <a:pt x="2355" y="795"/>
                  </a:cubicBezTo>
                  <a:cubicBezTo>
                    <a:pt x="2507" y="734"/>
                    <a:pt x="2653" y="668"/>
                    <a:pt x="2803" y="603"/>
                  </a:cubicBezTo>
                  <a:cubicBezTo>
                    <a:pt x="2963" y="534"/>
                    <a:pt x="3122" y="464"/>
                    <a:pt x="3281" y="395"/>
                  </a:cubicBezTo>
                  <a:cubicBezTo>
                    <a:pt x="3354" y="363"/>
                    <a:pt x="3426" y="331"/>
                    <a:pt x="3498" y="299"/>
                  </a:cubicBezTo>
                  <a:lnTo>
                    <a:pt x="3498" y="299"/>
                  </a:lnTo>
                  <a:cubicBezTo>
                    <a:pt x="3499" y="299"/>
                    <a:pt x="3499" y="299"/>
                    <a:pt x="3500" y="299"/>
                  </a:cubicBezTo>
                  <a:cubicBezTo>
                    <a:pt x="3515" y="304"/>
                    <a:pt x="3529" y="306"/>
                    <a:pt x="3544" y="310"/>
                  </a:cubicBezTo>
                  <a:cubicBezTo>
                    <a:pt x="3552" y="312"/>
                    <a:pt x="3559" y="315"/>
                    <a:pt x="3568" y="317"/>
                  </a:cubicBezTo>
                  <a:cubicBezTo>
                    <a:pt x="3568" y="317"/>
                    <a:pt x="3569" y="317"/>
                    <a:pt x="3570" y="318"/>
                  </a:cubicBezTo>
                  <a:lnTo>
                    <a:pt x="3570" y="318"/>
                  </a:lnTo>
                  <a:cubicBezTo>
                    <a:pt x="3567" y="322"/>
                    <a:pt x="3565" y="327"/>
                    <a:pt x="3562" y="332"/>
                  </a:cubicBezTo>
                  <a:cubicBezTo>
                    <a:pt x="3562" y="333"/>
                    <a:pt x="3561" y="333"/>
                    <a:pt x="3561" y="334"/>
                  </a:cubicBezTo>
                  <a:lnTo>
                    <a:pt x="3561" y="334"/>
                  </a:lnTo>
                  <a:cubicBezTo>
                    <a:pt x="3563" y="330"/>
                    <a:pt x="3563" y="329"/>
                    <a:pt x="3563" y="329"/>
                  </a:cubicBezTo>
                  <a:lnTo>
                    <a:pt x="3563" y="329"/>
                  </a:lnTo>
                  <a:cubicBezTo>
                    <a:pt x="3563" y="329"/>
                    <a:pt x="3561" y="333"/>
                    <a:pt x="3559" y="334"/>
                  </a:cubicBezTo>
                  <a:cubicBezTo>
                    <a:pt x="3555" y="343"/>
                    <a:pt x="3549" y="351"/>
                    <a:pt x="3546" y="360"/>
                  </a:cubicBezTo>
                  <a:cubicBezTo>
                    <a:pt x="3537" y="373"/>
                    <a:pt x="3529" y="388"/>
                    <a:pt x="3521" y="403"/>
                  </a:cubicBezTo>
                  <a:cubicBezTo>
                    <a:pt x="3450" y="519"/>
                    <a:pt x="3371" y="630"/>
                    <a:pt x="3283" y="734"/>
                  </a:cubicBezTo>
                  <a:cubicBezTo>
                    <a:pt x="3261" y="761"/>
                    <a:pt x="3238" y="788"/>
                    <a:pt x="3214" y="812"/>
                  </a:cubicBezTo>
                  <a:cubicBezTo>
                    <a:pt x="3206" y="822"/>
                    <a:pt x="3196" y="831"/>
                    <a:pt x="3188" y="841"/>
                  </a:cubicBezTo>
                  <a:lnTo>
                    <a:pt x="3188" y="841"/>
                  </a:lnTo>
                  <a:cubicBezTo>
                    <a:pt x="3187" y="842"/>
                    <a:pt x="3186" y="843"/>
                    <a:pt x="3184" y="844"/>
                  </a:cubicBezTo>
                  <a:lnTo>
                    <a:pt x="3176" y="853"/>
                  </a:lnTo>
                  <a:cubicBezTo>
                    <a:pt x="3169" y="859"/>
                    <a:pt x="3164" y="866"/>
                    <a:pt x="3157" y="871"/>
                  </a:cubicBezTo>
                  <a:cubicBezTo>
                    <a:pt x="3109" y="921"/>
                    <a:pt x="3058" y="968"/>
                    <a:pt x="3005" y="1013"/>
                  </a:cubicBezTo>
                  <a:cubicBezTo>
                    <a:pt x="2954" y="1057"/>
                    <a:pt x="2900" y="1100"/>
                    <a:pt x="2845" y="1139"/>
                  </a:cubicBezTo>
                  <a:cubicBezTo>
                    <a:pt x="2818" y="1160"/>
                    <a:pt x="2790" y="1179"/>
                    <a:pt x="2762" y="1199"/>
                  </a:cubicBezTo>
                  <a:cubicBezTo>
                    <a:pt x="2747" y="1207"/>
                    <a:pt x="2734" y="1216"/>
                    <a:pt x="2720" y="1226"/>
                  </a:cubicBezTo>
                  <a:cubicBezTo>
                    <a:pt x="2713" y="1229"/>
                    <a:pt x="2708" y="1234"/>
                    <a:pt x="2701" y="1238"/>
                  </a:cubicBezTo>
                  <a:cubicBezTo>
                    <a:pt x="2699" y="1239"/>
                    <a:pt x="2697" y="1241"/>
                    <a:pt x="2695" y="1242"/>
                  </a:cubicBezTo>
                  <a:lnTo>
                    <a:pt x="2695" y="1242"/>
                  </a:lnTo>
                  <a:cubicBezTo>
                    <a:pt x="2696" y="1241"/>
                    <a:pt x="2697" y="1241"/>
                    <a:pt x="2696" y="1241"/>
                  </a:cubicBezTo>
                  <a:lnTo>
                    <a:pt x="2696" y="1241"/>
                  </a:lnTo>
                  <a:cubicBezTo>
                    <a:pt x="2696" y="1241"/>
                    <a:pt x="2688" y="1246"/>
                    <a:pt x="2688" y="1246"/>
                  </a:cubicBezTo>
                  <a:cubicBezTo>
                    <a:pt x="2688" y="1246"/>
                    <a:pt x="2688" y="1245"/>
                    <a:pt x="2689" y="1245"/>
                  </a:cubicBezTo>
                  <a:cubicBezTo>
                    <a:pt x="2691" y="1244"/>
                    <a:pt x="2693" y="1243"/>
                    <a:pt x="2695" y="1242"/>
                  </a:cubicBezTo>
                  <a:lnTo>
                    <a:pt x="2695" y="1242"/>
                  </a:lnTo>
                  <a:cubicBezTo>
                    <a:pt x="2694" y="1242"/>
                    <a:pt x="2693" y="1243"/>
                    <a:pt x="2690" y="1245"/>
                  </a:cubicBezTo>
                  <a:cubicBezTo>
                    <a:pt x="2574" y="1316"/>
                    <a:pt x="2451" y="1377"/>
                    <a:pt x="2327" y="1429"/>
                  </a:cubicBezTo>
                  <a:cubicBezTo>
                    <a:pt x="2262" y="1455"/>
                    <a:pt x="2196" y="1479"/>
                    <a:pt x="2129" y="1499"/>
                  </a:cubicBezTo>
                  <a:cubicBezTo>
                    <a:pt x="2127" y="1499"/>
                    <a:pt x="2123" y="1501"/>
                    <a:pt x="2121" y="1502"/>
                  </a:cubicBezTo>
                  <a:lnTo>
                    <a:pt x="2121" y="1502"/>
                  </a:lnTo>
                  <a:cubicBezTo>
                    <a:pt x="2121" y="1502"/>
                    <a:pt x="2120" y="1503"/>
                    <a:pt x="2119" y="1503"/>
                  </a:cubicBezTo>
                  <a:cubicBezTo>
                    <a:pt x="2110" y="1506"/>
                    <a:pt x="2102" y="1508"/>
                    <a:pt x="2093" y="1512"/>
                  </a:cubicBezTo>
                  <a:cubicBezTo>
                    <a:pt x="2075" y="1517"/>
                    <a:pt x="2056" y="1520"/>
                    <a:pt x="2037" y="1526"/>
                  </a:cubicBezTo>
                  <a:cubicBezTo>
                    <a:pt x="2001" y="1536"/>
                    <a:pt x="1964" y="1545"/>
                    <a:pt x="1927" y="1551"/>
                  </a:cubicBezTo>
                  <a:cubicBezTo>
                    <a:pt x="1855" y="1567"/>
                    <a:pt x="1780" y="1579"/>
                    <a:pt x="1706" y="1586"/>
                  </a:cubicBezTo>
                  <a:cubicBezTo>
                    <a:pt x="1669" y="1591"/>
                    <a:pt x="1632" y="1595"/>
                    <a:pt x="1594" y="1597"/>
                  </a:cubicBezTo>
                  <a:cubicBezTo>
                    <a:pt x="1577" y="1600"/>
                    <a:pt x="1559" y="1601"/>
                    <a:pt x="1539" y="1601"/>
                  </a:cubicBezTo>
                  <a:cubicBezTo>
                    <a:pt x="1531" y="1601"/>
                    <a:pt x="1522" y="1602"/>
                    <a:pt x="1512" y="1602"/>
                  </a:cubicBezTo>
                  <a:lnTo>
                    <a:pt x="1499" y="1602"/>
                  </a:lnTo>
                  <a:cubicBezTo>
                    <a:pt x="1478" y="1602"/>
                    <a:pt x="1458" y="1602"/>
                    <a:pt x="1438" y="1602"/>
                  </a:cubicBezTo>
                  <a:cubicBezTo>
                    <a:pt x="1307" y="1602"/>
                    <a:pt x="1177" y="1593"/>
                    <a:pt x="1049" y="1573"/>
                  </a:cubicBezTo>
                  <a:cubicBezTo>
                    <a:pt x="1012" y="1568"/>
                    <a:pt x="977" y="1561"/>
                    <a:pt x="941" y="1553"/>
                  </a:cubicBezTo>
                  <a:cubicBezTo>
                    <a:pt x="923" y="1550"/>
                    <a:pt x="906" y="1547"/>
                    <a:pt x="888" y="1542"/>
                  </a:cubicBezTo>
                  <a:cubicBezTo>
                    <a:pt x="879" y="1541"/>
                    <a:pt x="870" y="1539"/>
                    <a:pt x="862" y="1537"/>
                  </a:cubicBezTo>
                  <a:cubicBezTo>
                    <a:pt x="856" y="1536"/>
                    <a:pt x="852" y="1535"/>
                    <a:pt x="846" y="1535"/>
                  </a:cubicBezTo>
                  <a:cubicBezTo>
                    <a:pt x="843" y="1534"/>
                    <a:pt x="834" y="1532"/>
                    <a:pt x="834" y="1532"/>
                  </a:cubicBezTo>
                  <a:lnTo>
                    <a:pt x="834" y="1532"/>
                  </a:lnTo>
                  <a:cubicBezTo>
                    <a:pt x="834" y="1532"/>
                    <a:pt x="837" y="1533"/>
                    <a:pt x="845" y="1535"/>
                  </a:cubicBezTo>
                  <a:cubicBezTo>
                    <a:pt x="773" y="1518"/>
                    <a:pt x="699" y="1496"/>
                    <a:pt x="630" y="1471"/>
                  </a:cubicBezTo>
                  <a:cubicBezTo>
                    <a:pt x="559" y="1447"/>
                    <a:pt x="490" y="1421"/>
                    <a:pt x="421" y="1389"/>
                  </a:cubicBezTo>
                  <a:cubicBezTo>
                    <a:pt x="389" y="1374"/>
                    <a:pt x="356" y="1359"/>
                    <a:pt x="323" y="1343"/>
                  </a:cubicBezTo>
                  <a:cubicBezTo>
                    <a:pt x="306" y="1334"/>
                    <a:pt x="290" y="1326"/>
                    <a:pt x="274" y="1317"/>
                  </a:cubicBezTo>
                  <a:lnTo>
                    <a:pt x="249" y="1305"/>
                  </a:lnTo>
                  <a:cubicBezTo>
                    <a:pt x="247" y="1304"/>
                    <a:pt x="247" y="1304"/>
                    <a:pt x="247" y="1304"/>
                  </a:cubicBezTo>
                  <a:lnTo>
                    <a:pt x="247" y="1304"/>
                  </a:lnTo>
                  <a:cubicBezTo>
                    <a:pt x="246" y="1304"/>
                    <a:pt x="247" y="1304"/>
                    <a:pt x="248" y="1305"/>
                  </a:cubicBezTo>
                  <a:lnTo>
                    <a:pt x="248" y="1305"/>
                  </a:lnTo>
                  <a:cubicBezTo>
                    <a:pt x="243" y="1303"/>
                    <a:pt x="238" y="1299"/>
                    <a:pt x="233" y="1295"/>
                  </a:cubicBezTo>
                  <a:cubicBezTo>
                    <a:pt x="227" y="1292"/>
                    <a:pt x="221" y="1289"/>
                    <a:pt x="215" y="1285"/>
                  </a:cubicBezTo>
                  <a:lnTo>
                    <a:pt x="215" y="1285"/>
                  </a:lnTo>
                  <a:cubicBezTo>
                    <a:pt x="238" y="1258"/>
                    <a:pt x="261" y="1232"/>
                    <a:pt x="285" y="1206"/>
                  </a:cubicBezTo>
                  <a:cubicBezTo>
                    <a:pt x="295" y="1195"/>
                    <a:pt x="306" y="1184"/>
                    <a:pt x="317" y="1173"/>
                  </a:cubicBezTo>
                  <a:cubicBezTo>
                    <a:pt x="320" y="1170"/>
                    <a:pt x="321" y="1169"/>
                    <a:pt x="321" y="1169"/>
                  </a:cubicBezTo>
                  <a:lnTo>
                    <a:pt x="321" y="1169"/>
                  </a:lnTo>
                  <a:cubicBezTo>
                    <a:pt x="321" y="1169"/>
                    <a:pt x="314" y="1177"/>
                    <a:pt x="313" y="1177"/>
                  </a:cubicBezTo>
                  <a:cubicBezTo>
                    <a:pt x="313" y="1177"/>
                    <a:pt x="314" y="1176"/>
                    <a:pt x="315" y="1175"/>
                  </a:cubicBezTo>
                  <a:cubicBezTo>
                    <a:pt x="318" y="1172"/>
                    <a:pt x="320" y="1168"/>
                    <a:pt x="325" y="1166"/>
                  </a:cubicBezTo>
                  <a:cubicBezTo>
                    <a:pt x="330" y="1158"/>
                    <a:pt x="337" y="1153"/>
                    <a:pt x="345" y="1146"/>
                  </a:cubicBezTo>
                  <a:cubicBezTo>
                    <a:pt x="367" y="1123"/>
                    <a:pt x="390" y="1101"/>
                    <a:pt x="413" y="1079"/>
                  </a:cubicBezTo>
                  <a:cubicBezTo>
                    <a:pt x="506" y="991"/>
                    <a:pt x="605" y="908"/>
                    <a:pt x="708" y="832"/>
                  </a:cubicBezTo>
                  <a:cubicBezTo>
                    <a:pt x="760" y="793"/>
                    <a:pt x="814" y="756"/>
                    <a:pt x="867" y="721"/>
                  </a:cubicBezTo>
                  <a:cubicBezTo>
                    <a:pt x="881" y="712"/>
                    <a:pt x="895" y="702"/>
                    <a:pt x="907" y="695"/>
                  </a:cubicBezTo>
                  <a:cubicBezTo>
                    <a:pt x="912" y="690"/>
                    <a:pt x="919" y="688"/>
                    <a:pt x="924" y="684"/>
                  </a:cubicBezTo>
                  <a:lnTo>
                    <a:pt x="924" y="684"/>
                  </a:lnTo>
                  <a:cubicBezTo>
                    <a:pt x="928" y="682"/>
                    <a:pt x="932" y="679"/>
                    <a:pt x="934" y="678"/>
                  </a:cubicBezTo>
                  <a:cubicBezTo>
                    <a:pt x="962" y="662"/>
                    <a:pt x="989" y="645"/>
                    <a:pt x="1017" y="630"/>
                  </a:cubicBezTo>
                  <a:cubicBezTo>
                    <a:pt x="1130" y="565"/>
                    <a:pt x="1246" y="509"/>
                    <a:pt x="1366" y="459"/>
                  </a:cubicBezTo>
                  <a:cubicBezTo>
                    <a:pt x="1424" y="433"/>
                    <a:pt x="1483" y="410"/>
                    <a:pt x="1544" y="388"/>
                  </a:cubicBezTo>
                  <a:cubicBezTo>
                    <a:pt x="1576" y="377"/>
                    <a:pt x="1605" y="366"/>
                    <a:pt x="1637" y="356"/>
                  </a:cubicBezTo>
                  <a:cubicBezTo>
                    <a:pt x="1651" y="353"/>
                    <a:pt x="1666" y="348"/>
                    <a:pt x="1680" y="343"/>
                  </a:cubicBezTo>
                  <a:lnTo>
                    <a:pt x="1691" y="339"/>
                  </a:lnTo>
                  <a:lnTo>
                    <a:pt x="1691" y="339"/>
                  </a:lnTo>
                  <a:cubicBezTo>
                    <a:pt x="1693" y="339"/>
                    <a:pt x="1699" y="337"/>
                    <a:pt x="1701" y="337"/>
                  </a:cubicBezTo>
                  <a:cubicBezTo>
                    <a:pt x="1706" y="334"/>
                    <a:pt x="1710" y="333"/>
                    <a:pt x="1715" y="332"/>
                  </a:cubicBezTo>
                  <a:cubicBezTo>
                    <a:pt x="1838" y="296"/>
                    <a:pt x="1962" y="266"/>
                    <a:pt x="2088" y="244"/>
                  </a:cubicBezTo>
                  <a:cubicBezTo>
                    <a:pt x="2217" y="222"/>
                    <a:pt x="2345" y="206"/>
                    <a:pt x="2475" y="197"/>
                  </a:cubicBezTo>
                  <a:cubicBezTo>
                    <a:pt x="2506" y="195"/>
                    <a:pt x="2538" y="194"/>
                    <a:pt x="2571" y="192"/>
                  </a:cubicBezTo>
                  <a:close/>
                  <a:moveTo>
                    <a:pt x="3773" y="0"/>
                  </a:moveTo>
                  <a:cubicBezTo>
                    <a:pt x="3762" y="0"/>
                    <a:pt x="3750" y="3"/>
                    <a:pt x="3740" y="8"/>
                  </a:cubicBezTo>
                  <a:cubicBezTo>
                    <a:pt x="3665" y="48"/>
                    <a:pt x="3584" y="80"/>
                    <a:pt x="3507" y="115"/>
                  </a:cubicBezTo>
                  <a:cubicBezTo>
                    <a:pt x="3489" y="123"/>
                    <a:pt x="3471" y="132"/>
                    <a:pt x="3453" y="140"/>
                  </a:cubicBezTo>
                  <a:lnTo>
                    <a:pt x="3453" y="140"/>
                  </a:lnTo>
                  <a:cubicBezTo>
                    <a:pt x="3417" y="130"/>
                    <a:pt x="3380" y="121"/>
                    <a:pt x="3344" y="113"/>
                  </a:cubicBezTo>
                  <a:cubicBezTo>
                    <a:pt x="3216" y="84"/>
                    <a:pt x="3089" y="63"/>
                    <a:pt x="2958" y="51"/>
                  </a:cubicBezTo>
                  <a:cubicBezTo>
                    <a:pt x="2852" y="40"/>
                    <a:pt x="2744" y="35"/>
                    <a:pt x="2636" y="35"/>
                  </a:cubicBezTo>
                  <a:cubicBezTo>
                    <a:pt x="2476" y="35"/>
                    <a:pt x="2316" y="47"/>
                    <a:pt x="2159" y="70"/>
                  </a:cubicBezTo>
                  <a:cubicBezTo>
                    <a:pt x="1895" y="108"/>
                    <a:pt x="1636" y="178"/>
                    <a:pt x="1388" y="274"/>
                  </a:cubicBezTo>
                  <a:cubicBezTo>
                    <a:pt x="1140" y="372"/>
                    <a:pt x="901" y="498"/>
                    <a:pt x="682" y="650"/>
                  </a:cubicBezTo>
                  <a:cubicBezTo>
                    <a:pt x="462" y="801"/>
                    <a:pt x="263" y="980"/>
                    <a:pt x="89" y="1182"/>
                  </a:cubicBezTo>
                  <a:lnTo>
                    <a:pt x="27" y="1256"/>
                  </a:lnTo>
                  <a:cubicBezTo>
                    <a:pt x="1" y="1289"/>
                    <a:pt x="9" y="1347"/>
                    <a:pt x="45" y="1370"/>
                  </a:cubicBezTo>
                  <a:cubicBezTo>
                    <a:pt x="313" y="1539"/>
                    <a:pt x="609" y="1656"/>
                    <a:pt x="920" y="1720"/>
                  </a:cubicBezTo>
                  <a:cubicBezTo>
                    <a:pt x="1095" y="1756"/>
                    <a:pt x="1274" y="1775"/>
                    <a:pt x="1453" y="1775"/>
                  </a:cubicBezTo>
                  <a:cubicBezTo>
                    <a:pt x="1585" y="1775"/>
                    <a:pt x="1717" y="1765"/>
                    <a:pt x="1848" y="1745"/>
                  </a:cubicBezTo>
                  <a:cubicBezTo>
                    <a:pt x="2140" y="1701"/>
                    <a:pt x="2426" y="1605"/>
                    <a:pt x="2684" y="1460"/>
                  </a:cubicBezTo>
                  <a:cubicBezTo>
                    <a:pt x="2936" y="1320"/>
                    <a:pt x="3164" y="1138"/>
                    <a:pt x="3359" y="924"/>
                  </a:cubicBezTo>
                  <a:cubicBezTo>
                    <a:pt x="3551" y="716"/>
                    <a:pt x="3707" y="474"/>
                    <a:pt x="3821" y="213"/>
                  </a:cubicBezTo>
                  <a:cubicBezTo>
                    <a:pt x="3836" y="181"/>
                    <a:pt x="3844" y="148"/>
                    <a:pt x="3854" y="117"/>
                  </a:cubicBezTo>
                  <a:cubicBezTo>
                    <a:pt x="3865" y="84"/>
                    <a:pt x="3860" y="49"/>
                    <a:pt x="3833" y="25"/>
                  </a:cubicBezTo>
                  <a:cubicBezTo>
                    <a:pt x="3818" y="10"/>
                    <a:pt x="3795" y="0"/>
                    <a:pt x="377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231;p40"/>
            <p:cNvSpPr/>
            <p:nvPr/>
          </p:nvSpPr>
          <p:spPr>
            <a:xfrm>
              <a:off x="2541240" y="1492200"/>
              <a:ext cx="416520" cy="244440"/>
            </a:xfrm>
            <a:custGeom>
              <a:avLst/>
              <a:gdLst>
                <a:gd name="textAreaLeft" fmla="*/ 0 w 416520"/>
                <a:gd name="textAreaRight" fmla="*/ 416880 w 41652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3681" h="2208">
                  <a:moveTo>
                    <a:pt x="1191" y="251"/>
                  </a:moveTo>
                  <a:cubicBezTo>
                    <a:pt x="1189" y="251"/>
                    <a:pt x="1199" y="253"/>
                    <a:pt x="1201" y="253"/>
                  </a:cubicBezTo>
                  <a:cubicBezTo>
                    <a:pt x="1198" y="253"/>
                    <a:pt x="1195" y="252"/>
                    <a:pt x="1192" y="251"/>
                  </a:cubicBezTo>
                  <a:lnTo>
                    <a:pt x="1192" y="251"/>
                  </a:lnTo>
                  <a:cubicBezTo>
                    <a:pt x="1191" y="251"/>
                    <a:pt x="1191" y="251"/>
                    <a:pt x="1191" y="251"/>
                  </a:cubicBezTo>
                  <a:close/>
                  <a:moveTo>
                    <a:pt x="371" y="474"/>
                  </a:moveTo>
                  <a:cubicBezTo>
                    <a:pt x="371" y="474"/>
                    <a:pt x="371" y="475"/>
                    <a:pt x="372" y="475"/>
                  </a:cubicBezTo>
                  <a:cubicBezTo>
                    <a:pt x="374" y="478"/>
                    <a:pt x="374" y="479"/>
                    <a:pt x="375" y="479"/>
                  </a:cubicBezTo>
                  <a:cubicBezTo>
                    <a:pt x="375" y="479"/>
                    <a:pt x="373" y="476"/>
                    <a:pt x="371" y="474"/>
                  </a:cubicBezTo>
                  <a:close/>
                  <a:moveTo>
                    <a:pt x="1963" y="552"/>
                  </a:moveTo>
                  <a:cubicBezTo>
                    <a:pt x="1969" y="555"/>
                    <a:pt x="1971" y="556"/>
                    <a:pt x="1972" y="556"/>
                  </a:cubicBezTo>
                  <a:lnTo>
                    <a:pt x="1972" y="556"/>
                  </a:lnTo>
                  <a:cubicBezTo>
                    <a:pt x="1969" y="555"/>
                    <a:pt x="1967" y="553"/>
                    <a:pt x="1963" y="552"/>
                  </a:cubicBezTo>
                  <a:close/>
                  <a:moveTo>
                    <a:pt x="1577" y="1614"/>
                  </a:moveTo>
                  <a:lnTo>
                    <a:pt x="1577" y="1614"/>
                  </a:lnTo>
                  <a:cubicBezTo>
                    <a:pt x="1580" y="1616"/>
                    <a:pt x="1582" y="1617"/>
                    <a:pt x="1584" y="1618"/>
                  </a:cubicBezTo>
                  <a:lnTo>
                    <a:pt x="1584" y="1618"/>
                  </a:lnTo>
                  <a:cubicBezTo>
                    <a:pt x="1582" y="1617"/>
                    <a:pt x="1580" y="1616"/>
                    <a:pt x="1577" y="1614"/>
                  </a:cubicBezTo>
                  <a:close/>
                  <a:moveTo>
                    <a:pt x="2377" y="1929"/>
                  </a:moveTo>
                  <a:cubicBezTo>
                    <a:pt x="2377" y="1929"/>
                    <a:pt x="2380" y="1930"/>
                    <a:pt x="2383" y="1931"/>
                  </a:cubicBezTo>
                  <a:lnTo>
                    <a:pt x="2383" y="1931"/>
                  </a:lnTo>
                  <a:cubicBezTo>
                    <a:pt x="2382" y="1931"/>
                    <a:pt x="2380" y="1930"/>
                    <a:pt x="2379" y="1930"/>
                  </a:cubicBezTo>
                  <a:cubicBezTo>
                    <a:pt x="2377" y="1930"/>
                    <a:pt x="2377" y="1929"/>
                    <a:pt x="2377" y="1929"/>
                  </a:cubicBezTo>
                  <a:close/>
                  <a:moveTo>
                    <a:pt x="552" y="173"/>
                  </a:moveTo>
                  <a:cubicBezTo>
                    <a:pt x="667" y="173"/>
                    <a:pt x="784" y="182"/>
                    <a:pt x="899" y="197"/>
                  </a:cubicBezTo>
                  <a:cubicBezTo>
                    <a:pt x="967" y="206"/>
                    <a:pt x="1033" y="218"/>
                    <a:pt x="1100" y="230"/>
                  </a:cubicBezTo>
                  <a:cubicBezTo>
                    <a:pt x="1131" y="236"/>
                    <a:pt x="1161" y="245"/>
                    <a:pt x="1192" y="251"/>
                  </a:cubicBezTo>
                  <a:lnTo>
                    <a:pt x="1192" y="251"/>
                  </a:lnTo>
                  <a:cubicBezTo>
                    <a:pt x="1193" y="251"/>
                    <a:pt x="1194" y="252"/>
                    <a:pt x="1197" y="252"/>
                  </a:cubicBezTo>
                  <a:cubicBezTo>
                    <a:pt x="1201" y="253"/>
                    <a:pt x="1205" y="253"/>
                    <a:pt x="1210" y="255"/>
                  </a:cubicBezTo>
                  <a:cubicBezTo>
                    <a:pt x="1217" y="257"/>
                    <a:pt x="1226" y="259"/>
                    <a:pt x="1233" y="261"/>
                  </a:cubicBezTo>
                  <a:cubicBezTo>
                    <a:pt x="1249" y="264"/>
                    <a:pt x="1264" y="269"/>
                    <a:pt x="1281" y="273"/>
                  </a:cubicBezTo>
                  <a:cubicBezTo>
                    <a:pt x="1413" y="310"/>
                    <a:pt x="1542" y="355"/>
                    <a:pt x="1669" y="409"/>
                  </a:cubicBezTo>
                  <a:cubicBezTo>
                    <a:pt x="1730" y="434"/>
                    <a:pt x="1792" y="464"/>
                    <a:pt x="1853" y="494"/>
                  </a:cubicBezTo>
                  <a:cubicBezTo>
                    <a:pt x="1884" y="509"/>
                    <a:pt x="1913" y="524"/>
                    <a:pt x="1944" y="541"/>
                  </a:cubicBezTo>
                  <a:cubicBezTo>
                    <a:pt x="1951" y="544"/>
                    <a:pt x="1957" y="549"/>
                    <a:pt x="1966" y="553"/>
                  </a:cubicBezTo>
                  <a:cubicBezTo>
                    <a:pt x="1968" y="554"/>
                    <a:pt x="1973" y="556"/>
                    <a:pt x="1972" y="556"/>
                  </a:cubicBezTo>
                  <a:cubicBezTo>
                    <a:pt x="1972" y="556"/>
                    <a:pt x="1972" y="556"/>
                    <a:pt x="1972" y="556"/>
                  </a:cubicBezTo>
                  <a:lnTo>
                    <a:pt x="1972" y="556"/>
                  </a:lnTo>
                  <a:cubicBezTo>
                    <a:pt x="1973" y="557"/>
                    <a:pt x="1973" y="557"/>
                    <a:pt x="1974" y="557"/>
                  </a:cubicBezTo>
                  <a:cubicBezTo>
                    <a:pt x="1989" y="565"/>
                    <a:pt x="2005" y="574"/>
                    <a:pt x="2019" y="583"/>
                  </a:cubicBezTo>
                  <a:cubicBezTo>
                    <a:pt x="2131" y="647"/>
                    <a:pt x="2236" y="718"/>
                    <a:pt x="2340" y="794"/>
                  </a:cubicBezTo>
                  <a:cubicBezTo>
                    <a:pt x="2442" y="868"/>
                    <a:pt x="2541" y="949"/>
                    <a:pt x="2636" y="1036"/>
                  </a:cubicBezTo>
                  <a:cubicBezTo>
                    <a:pt x="2659" y="1058"/>
                    <a:pt x="2682" y="1079"/>
                    <a:pt x="2705" y="1101"/>
                  </a:cubicBezTo>
                  <a:cubicBezTo>
                    <a:pt x="2709" y="1104"/>
                    <a:pt x="2710" y="1105"/>
                    <a:pt x="2710" y="1105"/>
                  </a:cubicBezTo>
                  <a:cubicBezTo>
                    <a:pt x="2710" y="1105"/>
                    <a:pt x="2705" y="1100"/>
                    <a:pt x="2704" y="1099"/>
                  </a:cubicBezTo>
                  <a:lnTo>
                    <a:pt x="2704" y="1099"/>
                  </a:lnTo>
                  <a:lnTo>
                    <a:pt x="2713" y="1108"/>
                  </a:lnTo>
                  <a:lnTo>
                    <a:pt x="2729" y="1124"/>
                  </a:lnTo>
                  <a:cubicBezTo>
                    <a:pt x="2741" y="1135"/>
                    <a:pt x="2752" y="1147"/>
                    <a:pt x="2765" y="1158"/>
                  </a:cubicBezTo>
                  <a:cubicBezTo>
                    <a:pt x="2810" y="1203"/>
                    <a:pt x="2854" y="1250"/>
                    <a:pt x="2897" y="1297"/>
                  </a:cubicBezTo>
                  <a:cubicBezTo>
                    <a:pt x="2984" y="1392"/>
                    <a:pt x="3065" y="1492"/>
                    <a:pt x="3145" y="1592"/>
                  </a:cubicBezTo>
                  <a:cubicBezTo>
                    <a:pt x="3185" y="1641"/>
                    <a:pt x="3224" y="1694"/>
                    <a:pt x="3262" y="1745"/>
                  </a:cubicBezTo>
                  <a:cubicBezTo>
                    <a:pt x="3281" y="1771"/>
                    <a:pt x="3298" y="1796"/>
                    <a:pt x="3318" y="1823"/>
                  </a:cubicBezTo>
                  <a:cubicBezTo>
                    <a:pt x="3336" y="1849"/>
                    <a:pt x="3356" y="1874"/>
                    <a:pt x="3377" y="1898"/>
                  </a:cubicBezTo>
                  <a:cubicBezTo>
                    <a:pt x="3394" y="1920"/>
                    <a:pt x="3412" y="1944"/>
                    <a:pt x="3429" y="1967"/>
                  </a:cubicBezTo>
                  <a:lnTo>
                    <a:pt x="3429" y="1967"/>
                  </a:lnTo>
                  <a:cubicBezTo>
                    <a:pt x="3424" y="1970"/>
                    <a:pt x="3418" y="1972"/>
                    <a:pt x="3411" y="1974"/>
                  </a:cubicBezTo>
                  <a:cubicBezTo>
                    <a:pt x="3411" y="1974"/>
                    <a:pt x="3411" y="1974"/>
                    <a:pt x="3411" y="1974"/>
                  </a:cubicBezTo>
                  <a:lnTo>
                    <a:pt x="3411" y="1974"/>
                  </a:lnTo>
                  <a:cubicBezTo>
                    <a:pt x="3414" y="1973"/>
                    <a:pt x="3415" y="1973"/>
                    <a:pt x="3415" y="1973"/>
                  </a:cubicBezTo>
                  <a:lnTo>
                    <a:pt x="3415" y="1973"/>
                  </a:lnTo>
                  <a:cubicBezTo>
                    <a:pt x="3415" y="1973"/>
                    <a:pt x="3413" y="1974"/>
                    <a:pt x="3411" y="1974"/>
                  </a:cubicBezTo>
                  <a:lnTo>
                    <a:pt x="3411" y="1974"/>
                  </a:lnTo>
                  <a:cubicBezTo>
                    <a:pt x="3407" y="1975"/>
                    <a:pt x="3400" y="1978"/>
                    <a:pt x="3401" y="1978"/>
                  </a:cubicBezTo>
                  <a:cubicBezTo>
                    <a:pt x="3401" y="1978"/>
                    <a:pt x="3403" y="1977"/>
                    <a:pt x="3408" y="1975"/>
                  </a:cubicBezTo>
                  <a:cubicBezTo>
                    <a:pt x="3408" y="1975"/>
                    <a:pt x="3409" y="1975"/>
                    <a:pt x="3409" y="1975"/>
                  </a:cubicBezTo>
                  <a:lnTo>
                    <a:pt x="3409" y="1975"/>
                  </a:lnTo>
                  <a:cubicBezTo>
                    <a:pt x="3407" y="1975"/>
                    <a:pt x="3406" y="1976"/>
                    <a:pt x="3406" y="1976"/>
                  </a:cubicBezTo>
                  <a:cubicBezTo>
                    <a:pt x="3388" y="1982"/>
                    <a:pt x="3370" y="1986"/>
                    <a:pt x="3352" y="1991"/>
                  </a:cubicBezTo>
                  <a:cubicBezTo>
                    <a:pt x="3288" y="2005"/>
                    <a:pt x="3221" y="2011"/>
                    <a:pt x="3156" y="2014"/>
                  </a:cubicBezTo>
                  <a:lnTo>
                    <a:pt x="3156" y="2014"/>
                  </a:lnTo>
                  <a:cubicBezTo>
                    <a:pt x="3156" y="2014"/>
                    <a:pt x="3157" y="2014"/>
                    <a:pt x="3158" y="2014"/>
                  </a:cubicBezTo>
                  <a:lnTo>
                    <a:pt x="3158" y="2014"/>
                  </a:lnTo>
                  <a:cubicBezTo>
                    <a:pt x="3134" y="2014"/>
                    <a:pt x="3110" y="2015"/>
                    <a:pt x="3086" y="2015"/>
                  </a:cubicBezTo>
                  <a:cubicBezTo>
                    <a:pt x="2860" y="2015"/>
                    <a:pt x="2633" y="1986"/>
                    <a:pt x="2412" y="1937"/>
                  </a:cubicBezTo>
                  <a:lnTo>
                    <a:pt x="2391" y="1932"/>
                  </a:lnTo>
                  <a:cubicBezTo>
                    <a:pt x="2390" y="1932"/>
                    <a:pt x="2389" y="1932"/>
                    <a:pt x="2389" y="1932"/>
                  </a:cubicBezTo>
                  <a:lnTo>
                    <a:pt x="2389" y="1932"/>
                  </a:lnTo>
                  <a:cubicBezTo>
                    <a:pt x="2388" y="1932"/>
                    <a:pt x="2387" y="1931"/>
                    <a:pt x="2387" y="1931"/>
                  </a:cubicBezTo>
                  <a:cubicBezTo>
                    <a:pt x="2372" y="1927"/>
                    <a:pt x="2357" y="1925"/>
                    <a:pt x="2342" y="1920"/>
                  </a:cubicBezTo>
                  <a:lnTo>
                    <a:pt x="2252" y="1896"/>
                  </a:lnTo>
                  <a:cubicBezTo>
                    <a:pt x="2191" y="1877"/>
                    <a:pt x="2132" y="1859"/>
                    <a:pt x="2074" y="1838"/>
                  </a:cubicBezTo>
                  <a:cubicBezTo>
                    <a:pt x="1956" y="1797"/>
                    <a:pt x="1842" y="1748"/>
                    <a:pt x="1730" y="1694"/>
                  </a:cubicBezTo>
                  <a:cubicBezTo>
                    <a:pt x="1703" y="1680"/>
                    <a:pt x="1673" y="1667"/>
                    <a:pt x="1646" y="1651"/>
                  </a:cubicBezTo>
                  <a:cubicBezTo>
                    <a:pt x="1632" y="1645"/>
                    <a:pt x="1620" y="1638"/>
                    <a:pt x="1607" y="1630"/>
                  </a:cubicBezTo>
                  <a:cubicBezTo>
                    <a:pt x="1600" y="1627"/>
                    <a:pt x="1594" y="1624"/>
                    <a:pt x="1587" y="1619"/>
                  </a:cubicBezTo>
                  <a:cubicBezTo>
                    <a:pt x="1586" y="1619"/>
                    <a:pt x="1585" y="1619"/>
                    <a:pt x="1584" y="1618"/>
                  </a:cubicBezTo>
                  <a:lnTo>
                    <a:pt x="1584" y="1618"/>
                  </a:lnTo>
                  <a:cubicBezTo>
                    <a:pt x="1585" y="1618"/>
                    <a:pt x="1585" y="1619"/>
                    <a:pt x="1585" y="1619"/>
                  </a:cubicBezTo>
                  <a:lnTo>
                    <a:pt x="1585" y="1619"/>
                  </a:lnTo>
                  <a:cubicBezTo>
                    <a:pt x="1584" y="1618"/>
                    <a:pt x="1582" y="1617"/>
                    <a:pt x="1580" y="1616"/>
                  </a:cubicBezTo>
                  <a:cubicBezTo>
                    <a:pt x="1525" y="1585"/>
                    <a:pt x="1472" y="1553"/>
                    <a:pt x="1419" y="1519"/>
                  </a:cubicBezTo>
                  <a:cubicBezTo>
                    <a:pt x="1315" y="1454"/>
                    <a:pt x="1214" y="1381"/>
                    <a:pt x="1116" y="1304"/>
                  </a:cubicBezTo>
                  <a:cubicBezTo>
                    <a:pt x="1067" y="1266"/>
                    <a:pt x="1020" y="1226"/>
                    <a:pt x="972" y="1185"/>
                  </a:cubicBezTo>
                  <a:cubicBezTo>
                    <a:pt x="948" y="1164"/>
                    <a:pt x="925" y="1144"/>
                    <a:pt x="902" y="1122"/>
                  </a:cubicBezTo>
                  <a:lnTo>
                    <a:pt x="886" y="1105"/>
                  </a:lnTo>
                  <a:cubicBezTo>
                    <a:pt x="883" y="1103"/>
                    <a:pt x="881" y="1101"/>
                    <a:pt x="879" y="1099"/>
                  </a:cubicBezTo>
                  <a:lnTo>
                    <a:pt x="879" y="1099"/>
                  </a:lnTo>
                  <a:cubicBezTo>
                    <a:pt x="881" y="1100"/>
                    <a:pt x="883" y="1102"/>
                    <a:pt x="884" y="1103"/>
                  </a:cubicBezTo>
                  <a:lnTo>
                    <a:pt x="879" y="1098"/>
                  </a:lnTo>
                  <a:lnTo>
                    <a:pt x="879" y="1098"/>
                  </a:lnTo>
                  <a:cubicBezTo>
                    <a:pt x="879" y="1098"/>
                    <a:pt x="879" y="1099"/>
                    <a:pt x="879" y="1099"/>
                  </a:cubicBezTo>
                  <a:lnTo>
                    <a:pt x="879" y="1099"/>
                  </a:lnTo>
                  <a:cubicBezTo>
                    <a:pt x="868" y="1089"/>
                    <a:pt x="859" y="1079"/>
                    <a:pt x="848" y="1069"/>
                  </a:cubicBezTo>
                  <a:cubicBezTo>
                    <a:pt x="759" y="981"/>
                    <a:pt x="676" y="889"/>
                    <a:pt x="598" y="792"/>
                  </a:cubicBezTo>
                  <a:cubicBezTo>
                    <a:pt x="519" y="696"/>
                    <a:pt x="447" y="596"/>
                    <a:pt x="382" y="492"/>
                  </a:cubicBezTo>
                  <a:cubicBezTo>
                    <a:pt x="378" y="485"/>
                    <a:pt x="372" y="476"/>
                    <a:pt x="368" y="470"/>
                  </a:cubicBezTo>
                  <a:lnTo>
                    <a:pt x="368" y="470"/>
                  </a:lnTo>
                  <a:cubicBezTo>
                    <a:pt x="369" y="470"/>
                    <a:pt x="370" y="472"/>
                    <a:pt x="371" y="474"/>
                  </a:cubicBezTo>
                  <a:lnTo>
                    <a:pt x="371" y="474"/>
                  </a:lnTo>
                  <a:cubicBezTo>
                    <a:pt x="370" y="471"/>
                    <a:pt x="368" y="469"/>
                    <a:pt x="366" y="466"/>
                  </a:cubicBezTo>
                  <a:cubicBezTo>
                    <a:pt x="358" y="453"/>
                    <a:pt x="350" y="440"/>
                    <a:pt x="343" y="427"/>
                  </a:cubicBezTo>
                  <a:cubicBezTo>
                    <a:pt x="328" y="399"/>
                    <a:pt x="311" y="373"/>
                    <a:pt x="297" y="345"/>
                  </a:cubicBezTo>
                  <a:cubicBezTo>
                    <a:pt x="269" y="296"/>
                    <a:pt x="244" y="247"/>
                    <a:pt x="219" y="196"/>
                  </a:cubicBezTo>
                  <a:lnTo>
                    <a:pt x="219" y="196"/>
                  </a:lnTo>
                  <a:cubicBezTo>
                    <a:pt x="250" y="192"/>
                    <a:pt x="280" y="188"/>
                    <a:pt x="310" y="185"/>
                  </a:cubicBezTo>
                  <a:cubicBezTo>
                    <a:pt x="344" y="182"/>
                    <a:pt x="379" y="180"/>
                    <a:pt x="414" y="176"/>
                  </a:cubicBezTo>
                  <a:cubicBezTo>
                    <a:pt x="430" y="175"/>
                    <a:pt x="445" y="175"/>
                    <a:pt x="459" y="174"/>
                  </a:cubicBezTo>
                  <a:lnTo>
                    <a:pt x="496" y="174"/>
                  </a:lnTo>
                  <a:cubicBezTo>
                    <a:pt x="514" y="174"/>
                    <a:pt x="533" y="173"/>
                    <a:pt x="552" y="173"/>
                  </a:cubicBezTo>
                  <a:close/>
                  <a:moveTo>
                    <a:pt x="3634" y="2066"/>
                  </a:moveTo>
                  <a:cubicBezTo>
                    <a:pt x="3633" y="2068"/>
                    <a:pt x="3631" y="2070"/>
                    <a:pt x="3630" y="2073"/>
                  </a:cubicBezTo>
                  <a:cubicBezTo>
                    <a:pt x="3632" y="2070"/>
                    <a:pt x="3633" y="2068"/>
                    <a:pt x="3634" y="2066"/>
                  </a:cubicBezTo>
                  <a:close/>
                  <a:moveTo>
                    <a:pt x="551" y="1"/>
                  </a:moveTo>
                  <a:cubicBezTo>
                    <a:pt x="429" y="1"/>
                    <a:pt x="307" y="9"/>
                    <a:pt x="186" y="26"/>
                  </a:cubicBezTo>
                  <a:cubicBezTo>
                    <a:pt x="152" y="30"/>
                    <a:pt x="118" y="36"/>
                    <a:pt x="85" y="41"/>
                  </a:cubicBezTo>
                  <a:cubicBezTo>
                    <a:pt x="30" y="51"/>
                    <a:pt x="0" y="109"/>
                    <a:pt x="22" y="161"/>
                  </a:cubicBezTo>
                  <a:cubicBezTo>
                    <a:pt x="137" y="431"/>
                    <a:pt x="286" y="685"/>
                    <a:pt x="468" y="915"/>
                  </a:cubicBezTo>
                  <a:cubicBezTo>
                    <a:pt x="649" y="1145"/>
                    <a:pt x="861" y="1350"/>
                    <a:pt x="1094" y="1525"/>
                  </a:cubicBezTo>
                  <a:cubicBezTo>
                    <a:pt x="1328" y="1700"/>
                    <a:pt x="1586" y="1846"/>
                    <a:pt x="1855" y="1958"/>
                  </a:cubicBezTo>
                  <a:cubicBezTo>
                    <a:pt x="2125" y="2069"/>
                    <a:pt x="2411" y="2145"/>
                    <a:pt x="2701" y="2183"/>
                  </a:cubicBezTo>
                  <a:cubicBezTo>
                    <a:pt x="2825" y="2198"/>
                    <a:pt x="2951" y="2208"/>
                    <a:pt x="3077" y="2208"/>
                  </a:cubicBezTo>
                  <a:cubicBezTo>
                    <a:pt x="3095" y="2208"/>
                    <a:pt x="3114" y="2207"/>
                    <a:pt x="3132" y="2207"/>
                  </a:cubicBezTo>
                  <a:cubicBezTo>
                    <a:pt x="3215" y="2206"/>
                    <a:pt x="3299" y="2200"/>
                    <a:pt x="3380" y="2184"/>
                  </a:cubicBezTo>
                  <a:cubicBezTo>
                    <a:pt x="3465" y="2166"/>
                    <a:pt x="3555" y="2139"/>
                    <a:pt x="3621" y="2080"/>
                  </a:cubicBezTo>
                  <a:cubicBezTo>
                    <a:pt x="3625" y="2076"/>
                    <a:pt x="3635" y="2062"/>
                    <a:pt x="3636" y="2062"/>
                  </a:cubicBezTo>
                  <a:lnTo>
                    <a:pt x="3636" y="2062"/>
                  </a:lnTo>
                  <a:cubicBezTo>
                    <a:pt x="3636" y="2062"/>
                    <a:pt x="3636" y="2063"/>
                    <a:pt x="3634" y="2066"/>
                  </a:cubicBezTo>
                  <a:lnTo>
                    <a:pt x="3634" y="2066"/>
                  </a:lnTo>
                  <a:cubicBezTo>
                    <a:pt x="3644" y="2050"/>
                    <a:pt x="3650" y="2056"/>
                    <a:pt x="3658" y="2032"/>
                  </a:cubicBezTo>
                  <a:cubicBezTo>
                    <a:pt x="3661" y="2026"/>
                    <a:pt x="3663" y="2020"/>
                    <a:pt x="3664" y="2014"/>
                  </a:cubicBezTo>
                  <a:cubicBezTo>
                    <a:pt x="3669" y="1994"/>
                    <a:pt x="3674" y="1975"/>
                    <a:pt x="3676" y="1954"/>
                  </a:cubicBezTo>
                  <a:cubicBezTo>
                    <a:pt x="3680" y="1931"/>
                    <a:pt x="3659" y="1915"/>
                    <a:pt x="3637" y="1915"/>
                  </a:cubicBezTo>
                  <a:cubicBezTo>
                    <a:pt x="3637" y="1915"/>
                    <a:pt x="3636" y="1915"/>
                    <a:pt x="3635" y="1915"/>
                  </a:cubicBezTo>
                  <a:cubicBezTo>
                    <a:pt x="3631" y="1915"/>
                    <a:pt x="3626" y="1916"/>
                    <a:pt x="3621" y="1916"/>
                  </a:cubicBezTo>
                  <a:lnTo>
                    <a:pt x="3604" y="1916"/>
                  </a:lnTo>
                  <a:cubicBezTo>
                    <a:pt x="3598" y="1916"/>
                    <a:pt x="3593" y="1915"/>
                    <a:pt x="3587" y="1915"/>
                  </a:cubicBezTo>
                  <a:cubicBezTo>
                    <a:pt x="3585" y="1915"/>
                    <a:pt x="3584" y="1915"/>
                    <a:pt x="3582" y="1915"/>
                  </a:cubicBezTo>
                  <a:cubicBezTo>
                    <a:pt x="3563" y="1915"/>
                    <a:pt x="3548" y="1919"/>
                    <a:pt x="3531" y="1927"/>
                  </a:cubicBezTo>
                  <a:lnTo>
                    <a:pt x="3531" y="1927"/>
                  </a:lnTo>
                  <a:cubicBezTo>
                    <a:pt x="3529" y="1928"/>
                    <a:pt x="3526" y="1929"/>
                    <a:pt x="3523" y="1930"/>
                  </a:cubicBezTo>
                  <a:lnTo>
                    <a:pt x="3523" y="1930"/>
                  </a:lnTo>
                  <a:cubicBezTo>
                    <a:pt x="3522" y="1926"/>
                    <a:pt x="3521" y="1922"/>
                    <a:pt x="3519" y="1918"/>
                  </a:cubicBezTo>
                  <a:cubicBezTo>
                    <a:pt x="3488" y="1855"/>
                    <a:pt x="3460" y="1794"/>
                    <a:pt x="3423" y="1736"/>
                  </a:cubicBezTo>
                  <a:cubicBezTo>
                    <a:pt x="3389" y="1681"/>
                    <a:pt x="3354" y="1626"/>
                    <a:pt x="3317" y="1573"/>
                  </a:cubicBezTo>
                  <a:cubicBezTo>
                    <a:pt x="3242" y="1466"/>
                    <a:pt x="3163" y="1364"/>
                    <a:pt x="3078" y="1264"/>
                  </a:cubicBezTo>
                  <a:cubicBezTo>
                    <a:pt x="2906" y="1064"/>
                    <a:pt x="2715" y="877"/>
                    <a:pt x="2509" y="713"/>
                  </a:cubicBezTo>
                  <a:cubicBezTo>
                    <a:pt x="2297" y="546"/>
                    <a:pt x="2065" y="400"/>
                    <a:pt x="1820" y="288"/>
                  </a:cubicBezTo>
                  <a:cubicBezTo>
                    <a:pt x="1566" y="171"/>
                    <a:pt x="1297" y="87"/>
                    <a:pt x="1022" y="41"/>
                  </a:cubicBezTo>
                  <a:cubicBezTo>
                    <a:pt x="866" y="15"/>
                    <a:pt x="708" y="1"/>
                    <a:pt x="55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232;p40"/>
            <p:cNvSpPr/>
            <p:nvPr/>
          </p:nvSpPr>
          <p:spPr>
            <a:xfrm>
              <a:off x="2668680" y="1591200"/>
              <a:ext cx="279360" cy="12096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120960"/>
                <a:gd name="textAreaBottom" fmla="*/ 121320 h 120960"/>
              </a:gdLst>
              <a:ahLst/>
              <a:cxnLst/>
              <a:rect l="textAreaLeft" t="textAreaTop" r="textAreaRight" b="textAreaBottom"/>
              <a:pathLst>
                <a:path w="2469" h="1094">
                  <a:moveTo>
                    <a:pt x="44" y="0"/>
                  </a:moveTo>
                  <a:cubicBezTo>
                    <a:pt x="16" y="0"/>
                    <a:pt x="1" y="38"/>
                    <a:pt x="24" y="58"/>
                  </a:cubicBezTo>
                  <a:cubicBezTo>
                    <a:pt x="60" y="82"/>
                    <a:pt x="101" y="98"/>
                    <a:pt x="142" y="118"/>
                  </a:cubicBezTo>
                  <a:cubicBezTo>
                    <a:pt x="148" y="120"/>
                    <a:pt x="156" y="124"/>
                    <a:pt x="164" y="127"/>
                  </a:cubicBezTo>
                  <a:cubicBezTo>
                    <a:pt x="172" y="132"/>
                    <a:pt x="180" y="141"/>
                    <a:pt x="191" y="147"/>
                  </a:cubicBezTo>
                  <a:cubicBezTo>
                    <a:pt x="211" y="158"/>
                    <a:pt x="232" y="168"/>
                    <a:pt x="254" y="178"/>
                  </a:cubicBezTo>
                  <a:cubicBezTo>
                    <a:pt x="292" y="197"/>
                    <a:pt x="332" y="213"/>
                    <a:pt x="371" y="230"/>
                  </a:cubicBezTo>
                  <a:cubicBezTo>
                    <a:pt x="410" y="247"/>
                    <a:pt x="448" y="263"/>
                    <a:pt x="488" y="281"/>
                  </a:cubicBezTo>
                  <a:cubicBezTo>
                    <a:pt x="563" y="316"/>
                    <a:pt x="643" y="345"/>
                    <a:pt x="719" y="377"/>
                  </a:cubicBezTo>
                  <a:cubicBezTo>
                    <a:pt x="797" y="410"/>
                    <a:pt x="875" y="443"/>
                    <a:pt x="954" y="475"/>
                  </a:cubicBezTo>
                  <a:cubicBezTo>
                    <a:pt x="1267" y="602"/>
                    <a:pt x="1577" y="735"/>
                    <a:pt x="1883" y="876"/>
                  </a:cubicBezTo>
                  <a:cubicBezTo>
                    <a:pt x="1968" y="914"/>
                    <a:pt x="2054" y="951"/>
                    <a:pt x="2138" y="989"/>
                  </a:cubicBezTo>
                  <a:cubicBezTo>
                    <a:pt x="2159" y="999"/>
                    <a:pt x="2181" y="1009"/>
                    <a:pt x="2202" y="1019"/>
                  </a:cubicBezTo>
                  <a:cubicBezTo>
                    <a:pt x="2224" y="1027"/>
                    <a:pt x="2247" y="1035"/>
                    <a:pt x="2269" y="1043"/>
                  </a:cubicBezTo>
                  <a:lnTo>
                    <a:pt x="2405" y="1092"/>
                  </a:lnTo>
                  <a:cubicBezTo>
                    <a:pt x="2408" y="1093"/>
                    <a:pt x="2412" y="1094"/>
                    <a:pt x="2415" y="1094"/>
                  </a:cubicBezTo>
                  <a:cubicBezTo>
                    <a:pt x="2445" y="1094"/>
                    <a:pt x="2469" y="1049"/>
                    <a:pt x="2438" y="1027"/>
                  </a:cubicBezTo>
                  <a:cubicBezTo>
                    <a:pt x="2363" y="980"/>
                    <a:pt x="2291" y="931"/>
                    <a:pt x="2214" y="890"/>
                  </a:cubicBezTo>
                  <a:cubicBezTo>
                    <a:pt x="2140" y="852"/>
                    <a:pt x="2065" y="813"/>
                    <a:pt x="1990" y="777"/>
                  </a:cubicBezTo>
                  <a:cubicBezTo>
                    <a:pt x="1840" y="700"/>
                    <a:pt x="1685" y="630"/>
                    <a:pt x="1531" y="560"/>
                  </a:cubicBezTo>
                  <a:cubicBezTo>
                    <a:pt x="1377" y="489"/>
                    <a:pt x="1221" y="420"/>
                    <a:pt x="1066" y="352"/>
                  </a:cubicBezTo>
                  <a:cubicBezTo>
                    <a:pt x="912" y="285"/>
                    <a:pt x="755" y="224"/>
                    <a:pt x="599" y="163"/>
                  </a:cubicBezTo>
                  <a:cubicBezTo>
                    <a:pt x="511" y="129"/>
                    <a:pt x="420" y="99"/>
                    <a:pt x="331" y="70"/>
                  </a:cubicBezTo>
                  <a:cubicBezTo>
                    <a:pt x="309" y="63"/>
                    <a:pt x="287" y="55"/>
                    <a:pt x="264" y="50"/>
                  </a:cubicBezTo>
                  <a:cubicBezTo>
                    <a:pt x="248" y="47"/>
                    <a:pt x="232" y="41"/>
                    <a:pt x="216" y="39"/>
                  </a:cubicBezTo>
                  <a:cubicBezTo>
                    <a:pt x="209" y="38"/>
                    <a:pt x="200" y="38"/>
                    <a:pt x="191" y="37"/>
                  </a:cubicBezTo>
                  <a:cubicBezTo>
                    <a:pt x="143" y="26"/>
                    <a:pt x="96" y="5"/>
                    <a:pt x="46" y="1"/>
                  </a:cubicBezTo>
                  <a:cubicBezTo>
                    <a:pt x="45" y="1"/>
                    <a:pt x="45" y="0"/>
                    <a:pt x="4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480" bIns="60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233;p40"/>
            <p:cNvSpPr/>
            <p:nvPr/>
          </p:nvSpPr>
          <p:spPr>
            <a:xfrm>
              <a:off x="2180880" y="1683360"/>
              <a:ext cx="680760" cy="156600"/>
            </a:xfrm>
            <a:custGeom>
              <a:avLst/>
              <a:gdLst>
                <a:gd name="textAreaLeft" fmla="*/ 0 w 680760"/>
                <a:gd name="textAreaRight" fmla="*/ 681120 w 68076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6013" h="1415">
                  <a:moveTo>
                    <a:pt x="3774" y="0"/>
                  </a:moveTo>
                  <a:cubicBezTo>
                    <a:pt x="3701" y="0"/>
                    <a:pt x="3628" y="1"/>
                    <a:pt x="3555" y="4"/>
                  </a:cubicBezTo>
                  <a:cubicBezTo>
                    <a:pt x="3145" y="16"/>
                    <a:pt x="2737" y="71"/>
                    <a:pt x="2338" y="168"/>
                  </a:cubicBezTo>
                  <a:cubicBezTo>
                    <a:pt x="1936" y="263"/>
                    <a:pt x="1543" y="399"/>
                    <a:pt x="1169" y="576"/>
                  </a:cubicBezTo>
                  <a:cubicBezTo>
                    <a:pt x="981" y="665"/>
                    <a:pt x="796" y="765"/>
                    <a:pt x="620" y="878"/>
                  </a:cubicBezTo>
                  <a:cubicBezTo>
                    <a:pt x="536" y="932"/>
                    <a:pt x="450" y="987"/>
                    <a:pt x="371" y="1049"/>
                  </a:cubicBezTo>
                  <a:cubicBezTo>
                    <a:pt x="332" y="1081"/>
                    <a:pt x="293" y="1115"/>
                    <a:pt x="255" y="1148"/>
                  </a:cubicBezTo>
                  <a:cubicBezTo>
                    <a:pt x="214" y="1181"/>
                    <a:pt x="175" y="1213"/>
                    <a:pt x="137" y="1248"/>
                  </a:cubicBezTo>
                  <a:lnTo>
                    <a:pt x="26" y="1356"/>
                  </a:lnTo>
                  <a:cubicBezTo>
                    <a:pt x="1" y="1380"/>
                    <a:pt x="20" y="1415"/>
                    <a:pt x="48" y="1415"/>
                  </a:cubicBezTo>
                  <a:cubicBezTo>
                    <a:pt x="55" y="1415"/>
                    <a:pt x="62" y="1412"/>
                    <a:pt x="69" y="1407"/>
                  </a:cubicBezTo>
                  <a:cubicBezTo>
                    <a:pt x="112" y="1379"/>
                    <a:pt x="156" y="1350"/>
                    <a:pt x="198" y="1323"/>
                  </a:cubicBezTo>
                  <a:cubicBezTo>
                    <a:pt x="242" y="1295"/>
                    <a:pt x="283" y="1264"/>
                    <a:pt x="327" y="1237"/>
                  </a:cubicBezTo>
                  <a:cubicBezTo>
                    <a:pt x="414" y="1186"/>
                    <a:pt x="498" y="1135"/>
                    <a:pt x="584" y="1081"/>
                  </a:cubicBezTo>
                  <a:cubicBezTo>
                    <a:pt x="747" y="979"/>
                    <a:pt x="927" y="879"/>
                    <a:pt x="1102" y="790"/>
                  </a:cubicBezTo>
                  <a:cubicBezTo>
                    <a:pt x="1283" y="699"/>
                    <a:pt x="1468" y="617"/>
                    <a:pt x="1657" y="545"/>
                  </a:cubicBezTo>
                  <a:cubicBezTo>
                    <a:pt x="1754" y="509"/>
                    <a:pt x="1850" y="476"/>
                    <a:pt x="1948" y="444"/>
                  </a:cubicBezTo>
                  <a:cubicBezTo>
                    <a:pt x="2039" y="416"/>
                    <a:pt x="2125" y="389"/>
                    <a:pt x="2224" y="363"/>
                  </a:cubicBezTo>
                  <a:cubicBezTo>
                    <a:pt x="2616" y="259"/>
                    <a:pt x="3018" y="196"/>
                    <a:pt x="3423" y="172"/>
                  </a:cubicBezTo>
                  <a:cubicBezTo>
                    <a:pt x="3528" y="166"/>
                    <a:pt x="3634" y="163"/>
                    <a:pt x="3742" y="163"/>
                  </a:cubicBezTo>
                  <a:cubicBezTo>
                    <a:pt x="3834" y="163"/>
                    <a:pt x="3927" y="165"/>
                    <a:pt x="4021" y="170"/>
                  </a:cubicBezTo>
                  <a:cubicBezTo>
                    <a:pt x="4222" y="180"/>
                    <a:pt x="4424" y="198"/>
                    <a:pt x="4625" y="229"/>
                  </a:cubicBezTo>
                  <a:cubicBezTo>
                    <a:pt x="4725" y="243"/>
                    <a:pt x="4824" y="262"/>
                    <a:pt x="4923" y="281"/>
                  </a:cubicBezTo>
                  <a:cubicBezTo>
                    <a:pt x="4972" y="291"/>
                    <a:pt x="5021" y="302"/>
                    <a:pt x="5068" y="313"/>
                  </a:cubicBezTo>
                  <a:cubicBezTo>
                    <a:pt x="5121" y="325"/>
                    <a:pt x="5154" y="331"/>
                    <a:pt x="5205" y="346"/>
                  </a:cubicBezTo>
                  <a:cubicBezTo>
                    <a:pt x="5303" y="370"/>
                    <a:pt x="5401" y="399"/>
                    <a:pt x="5496" y="429"/>
                  </a:cubicBezTo>
                  <a:cubicBezTo>
                    <a:pt x="5593" y="460"/>
                    <a:pt x="5694" y="499"/>
                    <a:pt x="5785" y="527"/>
                  </a:cubicBezTo>
                  <a:cubicBezTo>
                    <a:pt x="5836" y="542"/>
                    <a:pt x="5884" y="555"/>
                    <a:pt x="5936" y="565"/>
                  </a:cubicBezTo>
                  <a:cubicBezTo>
                    <a:pt x="5939" y="566"/>
                    <a:pt x="5941" y="566"/>
                    <a:pt x="5944" y="566"/>
                  </a:cubicBezTo>
                  <a:cubicBezTo>
                    <a:pt x="5992" y="566"/>
                    <a:pt x="6012" y="498"/>
                    <a:pt x="5974" y="471"/>
                  </a:cubicBezTo>
                  <a:cubicBezTo>
                    <a:pt x="5888" y="409"/>
                    <a:pt x="5792" y="369"/>
                    <a:pt x="5692" y="333"/>
                  </a:cubicBezTo>
                  <a:cubicBezTo>
                    <a:pt x="5595" y="299"/>
                    <a:pt x="5498" y="266"/>
                    <a:pt x="5400" y="237"/>
                  </a:cubicBezTo>
                  <a:cubicBezTo>
                    <a:pt x="5199" y="176"/>
                    <a:pt x="4994" y="127"/>
                    <a:pt x="4790" y="90"/>
                  </a:cubicBezTo>
                  <a:cubicBezTo>
                    <a:pt x="4456" y="28"/>
                    <a:pt x="4114" y="0"/>
                    <a:pt x="377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234;p40"/>
            <p:cNvSpPr/>
            <p:nvPr/>
          </p:nvSpPr>
          <p:spPr>
            <a:xfrm>
              <a:off x="1398240" y="1689120"/>
              <a:ext cx="1091520" cy="1272960"/>
            </a:xfrm>
            <a:custGeom>
              <a:avLst/>
              <a:gdLst>
                <a:gd name="textAreaLeft" fmla="*/ 0 w 1091520"/>
                <a:gd name="textAreaRight" fmla="*/ 1091880 w 1091520"/>
                <a:gd name="textAreaTop" fmla="*/ 0 h 1272960"/>
                <a:gd name="textAreaBottom" fmla="*/ 1273320 h 1272960"/>
              </a:gdLst>
              <a:ahLst/>
              <a:cxnLst/>
              <a:rect l="textAreaLeft" t="textAreaTop" r="textAreaRight" b="textAreaBottom"/>
              <a:pathLst>
                <a:path w="9639" h="11479">
                  <a:moveTo>
                    <a:pt x="8768" y="0"/>
                  </a:moveTo>
                  <a:cubicBezTo>
                    <a:pt x="7759" y="0"/>
                    <a:pt x="6752" y="289"/>
                    <a:pt x="5848" y="721"/>
                  </a:cubicBezTo>
                  <a:cubicBezTo>
                    <a:pt x="4893" y="1178"/>
                    <a:pt x="4016" y="1798"/>
                    <a:pt x="3256" y="2534"/>
                  </a:cubicBezTo>
                  <a:cubicBezTo>
                    <a:pt x="2877" y="2901"/>
                    <a:pt x="2522" y="3288"/>
                    <a:pt x="2199" y="3706"/>
                  </a:cubicBezTo>
                  <a:cubicBezTo>
                    <a:pt x="1884" y="4113"/>
                    <a:pt x="1605" y="4548"/>
                    <a:pt x="1354" y="4999"/>
                  </a:cubicBezTo>
                  <a:cubicBezTo>
                    <a:pt x="844" y="5924"/>
                    <a:pt x="481" y="6920"/>
                    <a:pt x="254" y="7950"/>
                  </a:cubicBezTo>
                  <a:cubicBezTo>
                    <a:pt x="143" y="8455"/>
                    <a:pt x="68" y="8967"/>
                    <a:pt x="34" y="9483"/>
                  </a:cubicBezTo>
                  <a:cubicBezTo>
                    <a:pt x="0" y="10007"/>
                    <a:pt x="1" y="10534"/>
                    <a:pt x="72" y="11056"/>
                  </a:cubicBezTo>
                  <a:cubicBezTo>
                    <a:pt x="79" y="11118"/>
                    <a:pt x="100" y="11177"/>
                    <a:pt x="121" y="11236"/>
                  </a:cubicBezTo>
                  <a:cubicBezTo>
                    <a:pt x="142" y="11295"/>
                    <a:pt x="150" y="11363"/>
                    <a:pt x="158" y="11426"/>
                  </a:cubicBezTo>
                  <a:cubicBezTo>
                    <a:pt x="163" y="11462"/>
                    <a:pt x="190" y="11478"/>
                    <a:pt x="218" y="11478"/>
                  </a:cubicBezTo>
                  <a:cubicBezTo>
                    <a:pt x="254" y="11478"/>
                    <a:pt x="292" y="11451"/>
                    <a:pt x="286" y="11405"/>
                  </a:cubicBezTo>
                  <a:cubicBezTo>
                    <a:pt x="281" y="11372"/>
                    <a:pt x="280" y="11339"/>
                    <a:pt x="277" y="11306"/>
                  </a:cubicBezTo>
                  <a:cubicBezTo>
                    <a:pt x="276" y="11290"/>
                    <a:pt x="276" y="11273"/>
                    <a:pt x="274" y="11257"/>
                  </a:cubicBezTo>
                  <a:cubicBezTo>
                    <a:pt x="273" y="11253"/>
                    <a:pt x="273" y="11249"/>
                    <a:pt x="272" y="11247"/>
                  </a:cubicBezTo>
                  <a:lnTo>
                    <a:pt x="272" y="11247"/>
                  </a:lnTo>
                  <a:cubicBezTo>
                    <a:pt x="273" y="11244"/>
                    <a:pt x="274" y="11239"/>
                    <a:pt x="276" y="11228"/>
                  </a:cubicBezTo>
                  <a:cubicBezTo>
                    <a:pt x="287" y="11159"/>
                    <a:pt x="291" y="11091"/>
                    <a:pt x="287" y="11022"/>
                  </a:cubicBezTo>
                  <a:cubicBezTo>
                    <a:pt x="281" y="10901"/>
                    <a:pt x="276" y="10780"/>
                    <a:pt x="274" y="10659"/>
                  </a:cubicBezTo>
                  <a:cubicBezTo>
                    <a:pt x="269" y="10406"/>
                    <a:pt x="263" y="10147"/>
                    <a:pt x="270" y="9890"/>
                  </a:cubicBezTo>
                  <a:cubicBezTo>
                    <a:pt x="287" y="9381"/>
                    <a:pt x="342" y="8874"/>
                    <a:pt x="435" y="8374"/>
                  </a:cubicBezTo>
                  <a:cubicBezTo>
                    <a:pt x="621" y="7375"/>
                    <a:pt x="970" y="6409"/>
                    <a:pt x="1433" y="5498"/>
                  </a:cubicBezTo>
                  <a:cubicBezTo>
                    <a:pt x="1656" y="5058"/>
                    <a:pt x="1917" y="4626"/>
                    <a:pt x="2209" y="4208"/>
                  </a:cubicBezTo>
                  <a:cubicBezTo>
                    <a:pt x="2504" y="3786"/>
                    <a:pt x="2819" y="3380"/>
                    <a:pt x="3168" y="3000"/>
                  </a:cubicBezTo>
                  <a:cubicBezTo>
                    <a:pt x="3845" y="2263"/>
                    <a:pt x="4655" y="1625"/>
                    <a:pt x="5532" y="1136"/>
                  </a:cubicBezTo>
                  <a:cubicBezTo>
                    <a:pt x="6554" y="565"/>
                    <a:pt x="7714" y="146"/>
                    <a:pt x="8896" y="146"/>
                  </a:cubicBezTo>
                  <a:cubicBezTo>
                    <a:pt x="8960" y="146"/>
                    <a:pt x="9024" y="147"/>
                    <a:pt x="9088" y="150"/>
                  </a:cubicBezTo>
                  <a:cubicBezTo>
                    <a:pt x="9241" y="155"/>
                    <a:pt x="9395" y="167"/>
                    <a:pt x="9548" y="187"/>
                  </a:cubicBezTo>
                  <a:cubicBezTo>
                    <a:pt x="9550" y="187"/>
                    <a:pt x="9552" y="187"/>
                    <a:pt x="9554" y="187"/>
                  </a:cubicBezTo>
                  <a:cubicBezTo>
                    <a:pt x="9631" y="187"/>
                    <a:pt x="9639" y="76"/>
                    <a:pt x="9564" y="63"/>
                  </a:cubicBezTo>
                  <a:cubicBezTo>
                    <a:pt x="9300" y="20"/>
                    <a:pt x="9034" y="0"/>
                    <a:pt x="876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235;p40"/>
            <p:cNvSpPr/>
            <p:nvPr/>
          </p:nvSpPr>
          <p:spPr>
            <a:xfrm>
              <a:off x="1233000" y="2092680"/>
              <a:ext cx="434160" cy="627840"/>
            </a:xfrm>
            <a:custGeom>
              <a:avLst/>
              <a:gdLst>
                <a:gd name="textAreaLeft" fmla="*/ 0 w 434160"/>
                <a:gd name="textAreaRight" fmla="*/ 434520 w 4341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3837" h="5662">
                  <a:moveTo>
                    <a:pt x="3826" y="1"/>
                  </a:moveTo>
                  <a:cubicBezTo>
                    <a:pt x="3824" y="1"/>
                    <a:pt x="3822" y="1"/>
                    <a:pt x="3820" y="3"/>
                  </a:cubicBezTo>
                  <a:cubicBezTo>
                    <a:pt x="3723" y="54"/>
                    <a:pt x="3629" y="116"/>
                    <a:pt x="3535" y="174"/>
                  </a:cubicBezTo>
                  <a:cubicBezTo>
                    <a:pt x="3485" y="205"/>
                    <a:pt x="3439" y="244"/>
                    <a:pt x="3392" y="280"/>
                  </a:cubicBezTo>
                  <a:cubicBezTo>
                    <a:pt x="3347" y="315"/>
                    <a:pt x="3303" y="349"/>
                    <a:pt x="3259" y="386"/>
                  </a:cubicBezTo>
                  <a:cubicBezTo>
                    <a:pt x="3084" y="530"/>
                    <a:pt x="2913" y="680"/>
                    <a:pt x="2749" y="836"/>
                  </a:cubicBezTo>
                  <a:cubicBezTo>
                    <a:pt x="2418" y="1148"/>
                    <a:pt x="2111" y="1484"/>
                    <a:pt x="1826" y="1839"/>
                  </a:cubicBezTo>
                  <a:cubicBezTo>
                    <a:pt x="1543" y="2194"/>
                    <a:pt x="1284" y="2567"/>
                    <a:pt x="1053" y="2957"/>
                  </a:cubicBezTo>
                  <a:cubicBezTo>
                    <a:pt x="820" y="3351"/>
                    <a:pt x="613" y="3759"/>
                    <a:pt x="434" y="4180"/>
                  </a:cubicBezTo>
                  <a:cubicBezTo>
                    <a:pt x="258" y="4595"/>
                    <a:pt x="115" y="5033"/>
                    <a:pt x="33" y="5476"/>
                  </a:cubicBezTo>
                  <a:cubicBezTo>
                    <a:pt x="22" y="5531"/>
                    <a:pt x="12" y="5586"/>
                    <a:pt x="3" y="5641"/>
                  </a:cubicBezTo>
                  <a:cubicBezTo>
                    <a:pt x="1" y="5654"/>
                    <a:pt x="11" y="5662"/>
                    <a:pt x="22" y="5662"/>
                  </a:cubicBezTo>
                  <a:cubicBezTo>
                    <a:pt x="29" y="5662"/>
                    <a:pt x="37" y="5658"/>
                    <a:pt x="39" y="5650"/>
                  </a:cubicBezTo>
                  <a:cubicBezTo>
                    <a:pt x="113" y="5438"/>
                    <a:pt x="192" y="5226"/>
                    <a:pt x="269" y="5015"/>
                  </a:cubicBezTo>
                  <a:cubicBezTo>
                    <a:pt x="346" y="4804"/>
                    <a:pt x="427" y="4594"/>
                    <a:pt x="515" y="4389"/>
                  </a:cubicBezTo>
                  <a:cubicBezTo>
                    <a:pt x="691" y="3977"/>
                    <a:pt x="884" y="3566"/>
                    <a:pt x="1102" y="3187"/>
                  </a:cubicBezTo>
                  <a:cubicBezTo>
                    <a:pt x="1326" y="2798"/>
                    <a:pt x="1575" y="2421"/>
                    <a:pt x="1844" y="2063"/>
                  </a:cubicBezTo>
                  <a:cubicBezTo>
                    <a:pt x="2112" y="1707"/>
                    <a:pt x="2404" y="1369"/>
                    <a:pt x="2716" y="1051"/>
                  </a:cubicBezTo>
                  <a:cubicBezTo>
                    <a:pt x="2873" y="888"/>
                    <a:pt x="3036" y="732"/>
                    <a:pt x="3205" y="581"/>
                  </a:cubicBezTo>
                  <a:cubicBezTo>
                    <a:pt x="3289" y="507"/>
                    <a:pt x="3373" y="433"/>
                    <a:pt x="3457" y="361"/>
                  </a:cubicBezTo>
                  <a:cubicBezTo>
                    <a:pt x="3499" y="324"/>
                    <a:pt x="3546" y="290"/>
                    <a:pt x="3585" y="251"/>
                  </a:cubicBezTo>
                  <a:cubicBezTo>
                    <a:pt x="3625" y="213"/>
                    <a:pt x="3663" y="173"/>
                    <a:pt x="3705" y="136"/>
                  </a:cubicBezTo>
                  <a:cubicBezTo>
                    <a:pt x="3748" y="97"/>
                    <a:pt x="3789" y="60"/>
                    <a:pt x="3830" y="20"/>
                  </a:cubicBezTo>
                  <a:cubicBezTo>
                    <a:pt x="3837" y="12"/>
                    <a:pt x="3833" y="1"/>
                    <a:pt x="382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236;p40"/>
            <p:cNvSpPr/>
            <p:nvPr/>
          </p:nvSpPr>
          <p:spPr>
            <a:xfrm>
              <a:off x="1300680" y="2350080"/>
              <a:ext cx="186480" cy="1226160"/>
            </a:xfrm>
            <a:custGeom>
              <a:avLst/>
              <a:gdLst>
                <a:gd name="textAreaLeft" fmla="*/ 0 w 186480"/>
                <a:gd name="textAreaRight" fmla="*/ 186840 w 186480"/>
                <a:gd name="textAreaTop" fmla="*/ 0 h 1226160"/>
                <a:gd name="textAreaBottom" fmla="*/ 1226520 h 1226160"/>
              </a:gdLst>
              <a:ahLst/>
              <a:cxnLst/>
              <a:rect l="textAreaLeft" t="textAreaTop" r="textAreaRight" b="textAreaBottom"/>
              <a:pathLst>
                <a:path w="1649" h="11059">
                  <a:moveTo>
                    <a:pt x="1581" y="0"/>
                  </a:moveTo>
                  <a:cubicBezTo>
                    <a:pt x="1573" y="0"/>
                    <a:pt x="1565" y="3"/>
                    <a:pt x="1560" y="10"/>
                  </a:cubicBezTo>
                  <a:cubicBezTo>
                    <a:pt x="1498" y="88"/>
                    <a:pt x="1428" y="162"/>
                    <a:pt x="1369" y="242"/>
                  </a:cubicBezTo>
                  <a:cubicBezTo>
                    <a:pt x="1311" y="321"/>
                    <a:pt x="1259" y="400"/>
                    <a:pt x="1212" y="483"/>
                  </a:cubicBezTo>
                  <a:cubicBezTo>
                    <a:pt x="1113" y="656"/>
                    <a:pt x="1026" y="834"/>
                    <a:pt x="945" y="1015"/>
                  </a:cubicBezTo>
                  <a:cubicBezTo>
                    <a:pt x="784" y="1372"/>
                    <a:pt x="649" y="1740"/>
                    <a:pt x="538" y="2114"/>
                  </a:cubicBezTo>
                  <a:cubicBezTo>
                    <a:pt x="311" y="2876"/>
                    <a:pt x="177" y="3662"/>
                    <a:pt x="100" y="4452"/>
                  </a:cubicBezTo>
                  <a:cubicBezTo>
                    <a:pt x="28" y="5206"/>
                    <a:pt x="0" y="5966"/>
                    <a:pt x="34" y="6720"/>
                  </a:cubicBezTo>
                  <a:cubicBezTo>
                    <a:pt x="67" y="7451"/>
                    <a:pt x="165" y="8186"/>
                    <a:pt x="371" y="8890"/>
                  </a:cubicBezTo>
                  <a:cubicBezTo>
                    <a:pt x="572" y="9585"/>
                    <a:pt x="879" y="10246"/>
                    <a:pt x="1318" y="10823"/>
                  </a:cubicBezTo>
                  <a:cubicBezTo>
                    <a:pt x="1373" y="10894"/>
                    <a:pt x="1429" y="10963"/>
                    <a:pt x="1489" y="11030"/>
                  </a:cubicBezTo>
                  <a:cubicBezTo>
                    <a:pt x="1505" y="11050"/>
                    <a:pt x="1525" y="11058"/>
                    <a:pt x="1544" y="11058"/>
                  </a:cubicBezTo>
                  <a:cubicBezTo>
                    <a:pt x="1598" y="11058"/>
                    <a:pt x="1648" y="10994"/>
                    <a:pt x="1604" y="10937"/>
                  </a:cubicBezTo>
                  <a:cubicBezTo>
                    <a:pt x="1384" y="10657"/>
                    <a:pt x="1182" y="10367"/>
                    <a:pt x="1015" y="10053"/>
                  </a:cubicBezTo>
                  <a:cubicBezTo>
                    <a:pt x="849" y="9740"/>
                    <a:pt x="712" y="9411"/>
                    <a:pt x="600" y="9074"/>
                  </a:cubicBezTo>
                  <a:cubicBezTo>
                    <a:pt x="375" y="8393"/>
                    <a:pt x="262" y="7674"/>
                    <a:pt x="213" y="6959"/>
                  </a:cubicBezTo>
                  <a:cubicBezTo>
                    <a:pt x="164" y="6225"/>
                    <a:pt x="187" y="5488"/>
                    <a:pt x="248" y="4755"/>
                  </a:cubicBezTo>
                  <a:cubicBezTo>
                    <a:pt x="314" y="3978"/>
                    <a:pt x="433" y="3201"/>
                    <a:pt x="633" y="2447"/>
                  </a:cubicBezTo>
                  <a:cubicBezTo>
                    <a:pt x="733" y="2070"/>
                    <a:pt x="852" y="1701"/>
                    <a:pt x="1000" y="1340"/>
                  </a:cubicBezTo>
                  <a:cubicBezTo>
                    <a:pt x="1143" y="983"/>
                    <a:pt x="1324" y="646"/>
                    <a:pt x="1488" y="299"/>
                  </a:cubicBezTo>
                  <a:cubicBezTo>
                    <a:pt x="1530" y="212"/>
                    <a:pt x="1561" y="123"/>
                    <a:pt x="1607" y="36"/>
                  </a:cubicBezTo>
                  <a:cubicBezTo>
                    <a:pt x="1617" y="16"/>
                    <a:pt x="1599" y="0"/>
                    <a:pt x="158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237;p40"/>
            <p:cNvSpPr/>
            <p:nvPr/>
          </p:nvSpPr>
          <p:spPr>
            <a:xfrm>
              <a:off x="1748880" y="1847520"/>
              <a:ext cx="221040" cy="445320"/>
            </a:xfrm>
            <a:custGeom>
              <a:avLst/>
              <a:gdLst>
                <a:gd name="textAreaLeft" fmla="*/ 0 w 221040"/>
                <a:gd name="textAreaRight" fmla="*/ 221400 w 221040"/>
                <a:gd name="textAreaTop" fmla="*/ 0 h 445320"/>
                <a:gd name="textAreaBottom" fmla="*/ 445680 h 445320"/>
              </a:gdLst>
              <a:ahLst/>
              <a:cxnLst/>
              <a:rect l="textAreaLeft" t="textAreaTop" r="textAreaRight" b="textAreaBottom"/>
              <a:pathLst>
                <a:path w="1954" h="4018">
                  <a:moveTo>
                    <a:pt x="1698" y="2009"/>
                  </a:moveTo>
                  <a:lnTo>
                    <a:pt x="1698" y="2009"/>
                  </a:lnTo>
                  <a:cubicBezTo>
                    <a:pt x="1698" y="2012"/>
                    <a:pt x="1696" y="2017"/>
                    <a:pt x="1696" y="2017"/>
                  </a:cubicBezTo>
                  <a:cubicBezTo>
                    <a:pt x="1696" y="2017"/>
                    <a:pt x="1697" y="2016"/>
                    <a:pt x="1698" y="2011"/>
                  </a:cubicBezTo>
                  <a:cubicBezTo>
                    <a:pt x="1698" y="2010"/>
                    <a:pt x="1698" y="2010"/>
                    <a:pt x="1698" y="2009"/>
                  </a:cubicBezTo>
                  <a:close/>
                  <a:moveTo>
                    <a:pt x="467" y="3693"/>
                  </a:moveTo>
                  <a:lnTo>
                    <a:pt x="467" y="3693"/>
                  </a:lnTo>
                  <a:cubicBezTo>
                    <a:pt x="467" y="3693"/>
                    <a:pt x="466" y="3693"/>
                    <a:pt x="464" y="3694"/>
                  </a:cubicBezTo>
                  <a:cubicBezTo>
                    <a:pt x="462" y="3695"/>
                    <a:pt x="461" y="3696"/>
                    <a:pt x="461" y="3696"/>
                  </a:cubicBezTo>
                  <a:lnTo>
                    <a:pt x="461" y="3696"/>
                  </a:lnTo>
                  <a:cubicBezTo>
                    <a:pt x="464" y="3695"/>
                    <a:pt x="467" y="3693"/>
                    <a:pt x="467" y="3693"/>
                  </a:cubicBezTo>
                  <a:close/>
                  <a:moveTo>
                    <a:pt x="372" y="3751"/>
                  </a:moveTo>
                  <a:cubicBezTo>
                    <a:pt x="372" y="3751"/>
                    <a:pt x="371" y="3752"/>
                    <a:pt x="367" y="3755"/>
                  </a:cubicBezTo>
                  <a:cubicBezTo>
                    <a:pt x="368" y="3754"/>
                    <a:pt x="372" y="3751"/>
                    <a:pt x="372" y="3751"/>
                  </a:cubicBezTo>
                  <a:close/>
                  <a:moveTo>
                    <a:pt x="1416" y="369"/>
                  </a:moveTo>
                  <a:cubicBezTo>
                    <a:pt x="1406" y="421"/>
                    <a:pt x="1395" y="472"/>
                    <a:pt x="1383" y="523"/>
                  </a:cubicBezTo>
                  <a:cubicBezTo>
                    <a:pt x="1378" y="540"/>
                    <a:pt x="1374" y="560"/>
                    <a:pt x="1370" y="578"/>
                  </a:cubicBezTo>
                  <a:cubicBezTo>
                    <a:pt x="1367" y="587"/>
                    <a:pt x="1366" y="595"/>
                    <a:pt x="1363" y="605"/>
                  </a:cubicBezTo>
                  <a:cubicBezTo>
                    <a:pt x="1364" y="603"/>
                    <a:pt x="1365" y="596"/>
                    <a:pt x="1365" y="596"/>
                  </a:cubicBezTo>
                  <a:lnTo>
                    <a:pt x="1365" y="596"/>
                  </a:lnTo>
                  <a:cubicBezTo>
                    <a:pt x="1365" y="596"/>
                    <a:pt x="1365" y="598"/>
                    <a:pt x="1363" y="604"/>
                  </a:cubicBezTo>
                  <a:cubicBezTo>
                    <a:pt x="1362" y="607"/>
                    <a:pt x="1361" y="613"/>
                    <a:pt x="1361" y="617"/>
                  </a:cubicBezTo>
                  <a:cubicBezTo>
                    <a:pt x="1351" y="656"/>
                    <a:pt x="1341" y="693"/>
                    <a:pt x="1331" y="731"/>
                  </a:cubicBezTo>
                  <a:cubicBezTo>
                    <a:pt x="1312" y="804"/>
                    <a:pt x="1292" y="876"/>
                    <a:pt x="1270" y="949"/>
                  </a:cubicBezTo>
                  <a:cubicBezTo>
                    <a:pt x="1227" y="1095"/>
                    <a:pt x="1180" y="1238"/>
                    <a:pt x="1127" y="1379"/>
                  </a:cubicBezTo>
                  <a:cubicBezTo>
                    <a:pt x="1075" y="1520"/>
                    <a:pt x="1020" y="1661"/>
                    <a:pt x="967" y="1803"/>
                  </a:cubicBezTo>
                  <a:cubicBezTo>
                    <a:pt x="936" y="1882"/>
                    <a:pt x="905" y="1961"/>
                    <a:pt x="872" y="2039"/>
                  </a:cubicBezTo>
                  <a:cubicBezTo>
                    <a:pt x="856" y="2079"/>
                    <a:pt x="845" y="2121"/>
                    <a:pt x="834" y="2161"/>
                  </a:cubicBezTo>
                  <a:cubicBezTo>
                    <a:pt x="828" y="2182"/>
                    <a:pt x="819" y="2201"/>
                    <a:pt x="812" y="2220"/>
                  </a:cubicBezTo>
                  <a:cubicBezTo>
                    <a:pt x="803" y="2241"/>
                    <a:pt x="796" y="2263"/>
                    <a:pt x="785" y="2282"/>
                  </a:cubicBezTo>
                  <a:cubicBezTo>
                    <a:pt x="775" y="2300"/>
                    <a:pt x="791" y="2313"/>
                    <a:pt x="807" y="2313"/>
                  </a:cubicBezTo>
                  <a:cubicBezTo>
                    <a:pt x="816" y="2313"/>
                    <a:pt x="825" y="2309"/>
                    <a:pt x="830" y="2300"/>
                  </a:cubicBezTo>
                  <a:cubicBezTo>
                    <a:pt x="848" y="2267"/>
                    <a:pt x="873" y="2238"/>
                    <a:pt x="891" y="2206"/>
                  </a:cubicBezTo>
                  <a:lnTo>
                    <a:pt x="891" y="2206"/>
                  </a:lnTo>
                  <a:cubicBezTo>
                    <a:pt x="902" y="2195"/>
                    <a:pt x="912" y="2181"/>
                    <a:pt x="922" y="2170"/>
                  </a:cubicBezTo>
                  <a:cubicBezTo>
                    <a:pt x="933" y="2155"/>
                    <a:pt x="945" y="2140"/>
                    <a:pt x="956" y="2126"/>
                  </a:cubicBezTo>
                  <a:cubicBezTo>
                    <a:pt x="976" y="2094"/>
                    <a:pt x="994" y="2057"/>
                    <a:pt x="1013" y="2023"/>
                  </a:cubicBezTo>
                  <a:cubicBezTo>
                    <a:pt x="1049" y="1958"/>
                    <a:pt x="1083" y="1892"/>
                    <a:pt x="1116" y="1827"/>
                  </a:cubicBezTo>
                  <a:cubicBezTo>
                    <a:pt x="1181" y="1699"/>
                    <a:pt x="1237" y="1563"/>
                    <a:pt x="1286" y="1426"/>
                  </a:cubicBezTo>
                  <a:cubicBezTo>
                    <a:pt x="1389" y="1150"/>
                    <a:pt x="1474" y="865"/>
                    <a:pt x="1543" y="579"/>
                  </a:cubicBezTo>
                  <a:cubicBezTo>
                    <a:pt x="1560" y="510"/>
                    <a:pt x="1575" y="440"/>
                    <a:pt x="1590" y="370"/>
                  </a:cubicBezTo>
                  <a:lnTo>
                    <a:pt x="1590" y="370"/>
                  </a:lnTo>
                  <a:cubicBezTo>
                    <a:pt x="1601" y="398"/>
                    <a:pt x="1611" y="426"/>
                    <a:pt x="1621" y="455"/>
                  </a:cubicBezTo>
                  <a:cubicBezTo>
                    <a:pt x="1628" y="473"/>
                    <a:pt x="1633" y="491"/>
                    <a:pt x="1639" y="508"/>
                  </a:cubicBezTo>
                  <a:cubicBezTo>
                    <a:pt x="1642" y="518"/>
                    <a:pt x="1644" y="528"/>
                    <a:pt x="1649" y="537"/>
                  </a:cubicBezTo>
                  <a:lnTo>
                    <a:pt x="1653" y="550"/>
                  </a:lnTo>
                  <a:cubicBezTo>
                    <a:pt x="1653" y="551"/>
                    <a:pt x="1654" y="552"/>
                    <a:pt x="1654" y="553"/>
                  </a:cubicBezTo>
                  <a:lnTo>
                    <a:pt x="1654" y="553"/>
                  </a:lnTo>
                  <a:cubicBezTo>
                    <a:pt x="1702" y="705"/>
                    <a:pt x="1734" y="864"/>
                    <a:pt x="1753" y="1020"/>
                  </a:cubicBezTo>
                  <a:cubicBezTo>
                    <a:pt x="1763" y="1100"/>
                    <a:pt x="1769" y="1179"/>
                    <a:pt x="1773" y="1261"/>
                  </a:cubicBezTo>
                  <a:cubicBezTo>
                    <a:pt x="1773" y="1269"/>
                    <a:pt x="1774" y="1278"/>
                    <a:pt x="1774" y="1287"/>
                  </a:cubicBezTo>
                  <a:lnTo>
                    <a:pt x="1774" y="1300"/>
                  </a:lnTo>
                  <a:lnTo>
                    <a:pt x="1774" y="1364"/>
                  </a:lnTo>
                  <a:cubicBezTo>
                    <a:pt x="1774" y="1403"/>
                    <a:pt x="1773" y="1443"/>
                    <a:pt x="1770" y="1481"/>
                  </a:cubicBezTo>
                  <a:cubicBezTo>
                    <a:pt x="1764" y="1641"/>
                    <a:pt x="1743" y="1800"/>
                    <a:pt x="1710" y="1956"/>
                  </a:cubicBezTo>
                  <a:cubicBezTo>
                    <a:pt x="1707" y="1973"/>
                    <a:pt x="1703" y="1991"/>
                    <a:pt x="1698" y="2009"/>
                  </a:cubicBezTo>
                  <a:lnTo>
                    <a:pt x="1698" y="2009"/>
                  </a:lnTo>
                  <a:cubicBezTo>
                    <a:pt x="1698" y="2009"/>
                    <a:pt x="1699" y="2008"/>
                    <a:pt x="1699" y="2008"/>
                  </a:cubicBezTo>
                  <a:lnTo>
                    <a:pt x="1699" y="2008"/>
                  </a:lnTo>
                  <a:cubicBezTo>
                    <a:pt x="1699" y="2008"/>
                    <a:pt x="1699" y="2009"/>
                    <a:pt x="1698" y="2012"/>
                  </a:cubicBezTo>
                  <a:cubicBezTo>
                    <a:pt x="1697" y="2016"/>
                    <a:pt x="1696" y="2020"/>
                    <a:pt x="1696" y="2024"/>
                  </a:cubicBezTo>
                  <a:cubicBezTo>
                    <a:pt x="1692" y="2036"/>
                    <a:pt x="1690" y="2047"/>
                    <a:pt x="1686" y="2060"/>
                  </a:cubicBezTo>
                  <a:cubicBezTo>
                    <a:pt x="1676" y="2099"/>
                    <a:pt x="1665" y="2137"/>
                    <a:pt x="1653" y="2173"/>
                  </a:cubicBezTo>
                  <a:cubicBezTo>
                    <a:pt x="1630" y="2247"/>
                    <a:pt x="1605" y="2318"/>
                    <a:pt x="1576" y="2387"/>
                  </a:cubicBezTo>
                  <a:cubicBezTo>
                    <a:pt x="1549" y="2453"/>
                    <a:pt x="1520" y="2518"/>
                    <a:pt x="1487" y="2583"/>
                  </a:cubicBezTo>
                  <a:cubicBezTo>
                    <a:pt x="1479" y="2598"/>
                    <a:pt x="1472" y="2613"/>
                    <a:pt x="1463" y="2627"/>
                  </a:cubicBezTo>
                  <a:cubicBezTo>
                    <a:pt x="1460" y="2634"/>
                    <a:pt x="1455" y="2642"/>
                    <a:pt x="1451" y="2650"/>
                  </a:cubicBezTo>
                  <a:cubicBezTo>
                    <a:pt x="1449" y="2654"/>
                    <a:pt x="1446" y="2659"/>
                    <a:pt x="1444" y="2662"/>
                  </a:cubicBezTo>
                  <a:cubicBezTo>
                    <a:pt x="1427" y="2694"/>
                    <a:pt x="1408" y="2726"/>
                    <a:pt x="1389" y="2755"/>
                  </a:cubicBezTo>
                  <a:cubicBezTo>
                    <a:pt x="1317" y="2876"/>
                    <a:pt x="1235" y="2990"/>
                    <a:pt x="1143" y="3099"/>
                  </a:cubicBezTo>
                  <a:cubicBezTo>
                    <a:pt x="1120" y="3126"/>
                    <a:pt x="1097" y="3154"/>
                    <a:pt x="1072" y="3181"/>
                  </a:cubicBezTo>
                  <a:lnTo>
                    <a:pt x="1039" y="3219"/>
                  </a:lnTo>
                  <a:cubicBezTo>
                    <a:pt x="1034" y="3225"/>
                    <a:pt x="1027" y="3231"/>
                    <a:pt x="1021" y="3237"/>
                  </a:cubicBezTo>
                  <a:cubicBezTo>
                    <a:pt x="1019" y="3241"/>
                    <a:pt x="1016" y="3243"/>
                    <a:pt x="1013" y="3247"/>
                  </a:cubicBezTo>
                  <a:lnTo>
                    <a:pt x="1013" y="3247"/>
                  </a:lnTo>
                  <a:cubicBezTo>
                    <a:pt x="1013" y="3247"/>
                    <a:pt x="1013" y="3247"/>
                    <a:pt x="1013" y="3247"/>
                  </a:cubicBezTo>
                  <a:lnTo>
                    <a:pt x="1013" y="3247"/>
                  </a:lnTo>
                  <a:cubicBezTo>
                    <a:pt x="1013" y="3247"/>
                    <a:pt x="1012" y="3247"/>
                    <a:pt x="1012" y="3248"/>
                  </a:cubicBezTo>
                  <a:cubicBezTo>
                    <a:pt x="1012" y="3248"/>
                    <a:pt x="1012" y="3247"/>
                    <a:pt x="1013" y="3247"/>
                  </a:cubicBezTo>
                  <a:lnTo>
                    <a:pt x="1013" y="3247"/>
                  </a:lnTo>
                  <a:cubicBezTo>
                    <a:pt x="1013" y="3247"/>
                    <a:pt x="1011" y="3249"/>
                    <a:pt x="1010" y="3250"/>
                  </a:cubicBezTo>
                  <a:lnTo>
                    <a:pt x="1010" y="3250"/>
                  </a:lnTo>
                  <a:cubicBezTo>
                    <a:pt x="1010" y="3250"/>
                    <a:pt x="1011" y="3249"/>
                    <a:pt x="1012" y="3248"/>
                  </a:cubicBezTo>
                  <a:lnTo>
                    <a:pt x="1012" y="3248"/>
                  </a:lnTo>
                  <a:cubicBezTo>
                    <a:pt x="1009" y="3251"/>
                    <a:pt x="1008" y="3252"/>
                    <a:pt x="1008" y="3252"/>
                  </a:cubicBezTo>
                  <a:cubicBezTo>
                    <a:pt x="1008" y="3252"/>
                    <a:pt x="1009" y="3251"/>
                    <a:pt x="1010" y="3250"/>
                  </a:cubicBezTo>
                  <a:lnTo>
                    <a:pt x="1010" y="3250"/>
                  </a:lnTo>
                  <a:cubicBezTo>
                    <a:pt x="961" y="3300"/>
                    <a:pt x="911" y="3351"/>
                    <a:pt x="858" y="3397"/>
                  </a:cubicBezTo>
                  <a:cubicBezTo>
                    <a:pt x="752" y="3491"/>
                    <a:pt x="639" y="3578"/>
                    <a:pt x="522" y="3656"/>
                  </a:cubicBezTo>
                  <a:cubicBezTo>
                    <a:pt x="508" y="3666"/>
                    <a:pt x="494" y="3674"/>
                    <a:pt x="480" y="3683"/>
                  </a:cubicBezTo>
                  <a:lnTo>
                    <a:pt x="468" y="3692"/>
                  </a:lnTo>
                  <a:cubicBezTo>
                    <a:pt x="467" y="3693"/>
                    <a:pt x="461" y="3696"/>
                    <a:pt x="461" y="3696"/>
                  </a:cubicBezTo>
                  <a:cubicBezTo>
                    <a:pt x="461" y="3696"/>
                    <a:pt x="461" y="3696"/>
                    <a:pt x="461" y="3696"/>
                  </a:cubicBezTo>
                  <a:lnTo>
                    <a:pt x="461" y="3696"/>
                  </a:lnTo>
                  <a:cubicBezTo>
                    <a:pt x="459" y="3697"/>
                    <a:pt x="457" y="3699"/>
                    <a:pt x="457" y="3699"/>
                  </a:cubicBezTo>
                  <a:cubicBezTo>
                    <a:pt x="452" y="3702"/>
                    <a:pt x="447" y="3704"/>
                    <a:pt x="442" y="3709"/>
                  </a:cubicBezTo>
                  <a:cubicBezTo>
                    <a:pt x="425" y="3718"/>
                    <a:pt x="409" y="3729"/>
                    <a:pt x="391" y="3740"/>
                  </a:cubicBezTo>
                  <a:cubicBezTo>
                    <a:pt x="383" y="3746"/>
                    <a:pt x="375" y="3751"/>
                    <a:pt x="367" y="3755"/>
                  </a:cubicBezTo>
                  <a:cubicBezTo>
                    <a:pt x="361" y="3758"/>
                    <a:pt x="357" y="3760"/>
                    <a:pt x="352" y="3765"/>
                  </a:cubicBezTo>
                  <a:cubicBezTo>
                    <a:pt x="291" y="3802"/>
                    <a:pt x="230" y="3835"/>
                    <a:pt x="165" y="3864"/>
                  </a:cubicBezTo>
                  <a:cubicBezTo>
                    <a:pt x="157" y="3868"/>
                    <a:pt x="149" y="3872"/>
                    <a:pt x="140" y="3876"/>
                  </a:cubicBezTo>
                  <a:lnTo>
                    <a:pt x="140" y="3876"/>
                  </a:lnTo>
                  <a:cubicBezTo>
                    <a:pt x="114" y="3634"/>
                    <a:pt x="111" y="3398"/>
                    <a:pt x="129" y="3151"/>
                  </a:cubicBezTo>
                  <a:cubicBezTo>
                    <a:pt x="139" y="3017"/>
                    <a:pt x="155" y="2882"/>
                    <a:pt x="178" y="2749"/>
                  </a:cubicBezTo>
                  <a:cubicBezTo>
                    <a:pt x="189" y="2682"/>
                    <a:pt x="203" y="2616"/>
                    <a:pt x="217" y="2550"/>
                  </a:cubicBezTo>
                  <a:cubicBezTo>
                    <a:pt x="232" y="2483"/>
                    <a:pt x="246" y="2426"/>
                    <a:pt x="263" y="2360"/>
                  </a:cubicBezTo>
                  <a:cubicBezTo>
                    <a:pt x="332" y="2100"/>
                    <a:pt x="425" y="1844"/>
                    <a:pt x="543" y="1600"/>
                  </a:cubicBezTo>
                  <a:cubicBezTo>
                    <a:pt x="658" y="1358"/>
                    <a:pt x="792" y="1132"/>
                    <a:pt x="950" y="914"/>
                  </a:cubicBezTo>
                  <a:cubicBezTo>
                    <a:pt x="1029" y="804"/>
                    <a:pt x="1112" y="698"/>
                    <a:pt x="1202" y="596"/>
                  </a:cubicBezTo>
                  <a:cubicBezTo>
                    <a:pt x="1243" y="548"/>
                    <a:pt x="1292" y="495"/>
                    <a:pt x="1333" y="452"/>
                  </a:cubicBezTo>
                  <a:cubicBezTo>
                    <a:pt x="1356" y="427"/>
                    <a:pt x="1381" y="403"/>
                    <a:pt x="1406" y="380"/>
                  </a:cubicBezTo>
                  <a:cubicBezTo>
                    <a:pt x="1409" y="376"/>
                    <a:pt x="1413" y="373"/>
                    <a:pt x="1416" y="369"/>
                  </a:cubicBezTo>
                  <a:close/>
                  <a:moveTo>
                    <a:pt x="1556" y="1"/>
                  </a:moveTo>
                  <a:cubicBezTo>
                    <a:pt x="1552" y="1"/>
                    <a:pt x="1547" y="1"/>
                    <a:pt x="1542" y="2"/>
                  </a:cubicBezTo>
                  <a:cubicBezTo>
                    <a:pt x="1504" y="11"/>
                    <a:pt x="1477" y="39"/>
                    <a:pt x="1471" y="78"/>
                  </a:cubicBezTo>
                  <a:cubicBezTo>
                    <a:pt x="1464" y="115"/>
                    <a:pt x="1458" y="153"/>
                    <a:pt x="1451" y="190"/>
                  </a:cubicBezTo>
                  <a:lnTo>
                    <a:pt x="1451" y="190"/>
                  </a:lnTo>
                  <a:cubicBezTo>
                    <a:pt x="1433" y="204"/>
                    <a:pt x="1415" y="218"/>
                    <a:pt x="1397" y="233"/>
                  </a:cubicBezTo>
                  <a:cubicBezTo>
                    <a:pt x="1372" y="255"/>
                    <a:pt x="1349" y="281"/>
                    <a:pt x="1323" y="304"/>
                  </a:cubicBezTo>
                  <a:cubicBezTo>
                    <a:pt x="1273" y="354"/>
                    <a:pt x="1224" y="406"/>
                    <a:pt x="1175" y="458"/>
                  </a:cubicBezTo>
                  <a:cubicBezTo>
                    <a:pt x="1083" y="558"/>
                    <a:pt x="995" y="662"/>
                    <a:pt x="913" y="771"/>
                  </a:cubicBezTo>
                  <a:cubicBezTo>
                    <a:pt x="747" y="989"/>
                    <a:pt x="604" y="1227"/>
                    <a:pt x="482" y="1473"/>
                  </a:cubicBezTo>
                  <a:cubicBezTo>
                    <a:pt x="361" y="1716"/>
                    <a:pt x="263" y="1973"/>
                    <a:pt x="186" y="2236"/>
                  </a:cubicBezTo>
                  <a:cubicBezTo>
                    <a:pt x="109" y="2499"/>
                    <a:pt x="55" y="2770"/>
                    <a:pt x="28" y="3043"/>
                  </a:cubicBezTo>
                  <a:cubicBezTo>
                    <a:pt x="0" y="3316"/>
                    <a:pt x="0" y="3592"/>
                    <a:pt x="21" y="3867"/>
                  </a:cubicBezTo>
                  <a:cubicBezTo>
                    <a:pt x="23" y="3901"/>
                    <a:pt x="27" y="3935"/>
                    <a:pt x="31" y="3970"/>
                  </a:cubicBezTo>
                  <a:cubicBezTo>
                    <a:pt x="33" y="4001"/>
                    <a:pt x="61" y="4018"/>
                    <a:pt x="89" y="4018"/>
                  </a:cubicBezTo>
                  <a:cubicBezTo>
                    <a:pt x="96" y="4018"/>
                    <a:pt x="104" y="4016"/>
                    <a:pt x="111" y="4014"/>
                  </a:cubicBezTo>
                  <a:cubicBezTo>
                    <a:pt x="178" y="3987"/>
                    <a:pt x="245" y="3959"/>
                    <a:pt x="312" y="3929"/>
                  </a:cubicBezTo>
                  <a:cubicBezTo>
                    <a:pt x="378" y="3901"/>
                    <a:pt x="444" y="3871"/>
                    <a:pt x="506" y="3835"/>
                  </a:cubicBezTo>
                  <a:cubicBezTo>
                    <a:pt x="636" y="3759"/>
                    <a:pt x="758" y="3676"/>
                    <a:pt x="874" y="3581"/>
                  </a:cubicBezTo>
                  <a:cubicBezTo>
                    <a:pt x="1102" y="3397"/>
                    <a:pt x="1301" y="3179"/>
                    <a:pt x="1462" y="2935"/>
                  </a:cubicBezTo>
                  <a:cubicBezTo>
                    <a:pt x="1631" y="2682"/>
                    <a:pt x="1761" y="2402"/>
                    <a:pt x="1839" y="2106"/>
                  </a:cubicBezTo>
                  <a:cubicBezTo>
                    <a:pt x="1923" y="1782"/>
                    <a:pt x="1954" y="1450"/>
                    <a:pt x="1927" y="1116"/>
                  </a:cubicBezTo>
                  <a:cubicBezTo>
                    <a:pt x="1901" y="786"/>
                    <a:pt x="1819" y="461"/>
                    <a:pt x="1685" y="159"/>
                  </a:cubicBezTo>
                  <a:cubicBezTo>
                    <a:pt x="1668" y="123"/>
                    <a:pt x="1652" y="88"/>
                    <a:pt x="1633" y="52"/>
                  </a:cubicBezTo>
                  <a:cubicBezTo>
                    <a:pt x="1619" y="23"/>
                    <a:pt x="1589" y="1"/>
                    <a:pt x="155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238;p40"/>
            <p:cNvSpPr/>
            <p:nvPr/>
          </p:nvSpPr>
          <p:spPr>
            <a:xfrm>
              <a:off x="1422360" y="1866240"/>
              <a:ext cx="424440" cy="205560"/>
            </a:xfrm>
            <a:custGeom>
              <a:avLst/>
              <a:gdLst>
                <a:gd name="textAreaLeft" fmla="*/ 0 w 424440"/>
                <a:gd name="textAreaRight" fmla="*/ 424800 w 424440"/>
                <a:gd name="textAreaTop" fmla="*/ 0 h 205560"/>
                <a:gd name="textAreaBottom" fmla="*/ 205920 h 205560"/>
              </a:gdLst>
              <a:ahLst/>
              <a:cxnLst/>
              <a:rect l="textAreaLeft" t="textAreaTop" r="textAreaRight" b="textAreaBottom"/>
              <a:pathLst>
                <a:path w="3750" h="1857">
                  <a:moveTo>
                    <a:pt x="3195" y="206"/>
                  </a:moveTo>
                  <a:cubicBezTo>
                    <a:pt x="3194" y="206"/>
                    <a:pt x="3204" y="208"/>
                    <a:pt x="3208" y="209"/>
                  </a:cubicBezTo>
                  <a:lnTo>
                    <a:pt x="3208" y="209"/>
                  </a:lnTo>
                  <a:cubicBezTo>
                    <a:pt x="3204" y="208"/>
                    <a:pt x="3201" y="207"/>
                    <a:pt x="3197" y="207"/>
                  </a:cubicBezTo>
                  <a:cubicBezTo>
                    <a:pt x="3196" y="206"/>
                    <a:pt x="3195" y="206"/>
                    <a:pt x="3195" y="206"/>
                  </a:cubicBezTo>
                  <a:close/>
                  <a:moveTo>
                    <a:pt x="1663" y="1074"/>
                  </a:moveTo>
                  <a:cubicBezTo>
                    <a:pt x="1661" y="1074"/>
                    <a:pt x="1660" y="1074"/>
                    <a:pt x="1660" y="1074"/>
                  </a:cubicBezTo>
                  <a:cubicBezTo>
                    <a:pt x="1660" y="1074"/>
                    <a:pt x="1661" y="1074"/>
                    <a:pt x="1663" y="1074"/>
                  </a:cubicBezTo>
                  <a:close/>
                  <a:moveTo>
                    <a:pt x="380" y="1668"/>
                  </a:moveTo>
                  <a:cubicBezTo>
                    <a:pt x="383" y="1668"/>
                    <a:pt x="386" y="1669"/>
                    <a:pt x="387" y="1669"/>
                  </a:cubicBezTo>
                  <a:cubicBezTo>
                    <a:pt x="387" y="1669"/>
                    <a:pt x="386" y="1669"/>
                    <a:pt x="384" y="1668"/>
                  </a:cubicBezTo>
                  <a:cubicBezTo>
                    <a:pt x="382" y="1668"/>
                    <a:pt x="381" y="1668"/>
                    <a:pt x="380" y="1668"/>
                  </a:cubicBezTo>
                  <a:close/>
                  <a:moveTo>
                    <a:pt x="2925" y="175"/>
                  </a:moveTo>
                  <a:cubicBezTo>
                    <a:pt x="2987" y="177"/>
                    <a:pt x="3051" y="180"/>
                    <a:pt x="3113" y="190"/>
                  </a:cubicBezTo>
                  <a:cubicBezTo>
                    <a:pt x="3145" y="194"/>
                    <a:pt x="3174" y="201"/>
                    <a:pt x="3205" y="208"/>
                  </a:cubicBezTo>
                  <a:cubicBezTo>
                    <a:pt x="3209" y="209"/>
                    <a:pt x="3210" y="209"/>
                    <a:pt x="3210" y="209"/>
                  </a:cubicBezTo>
                  <a:cubicBezTo>
                    <a:pt x="3209" y="209"/>
                    <a:pt x="3209" y="209"/>
                    <a:pt x="3208" y="209"/>
                  </a:cubicBezTo>
                  <a:lnTo>
                    <a:pt x="3208" y="209"/>
                  </a:lnTo>
                  <a:cubicBezTo>
                    <a:pt x="3209" y="209"/>
                    <a:pt x="3210" y="209"/>
                    <a:pt x="3210" y="210"/>
                  </a:cubicBezTo>
                  <a:cubicBezTo>
                    <a:pt x="3217" y="211"/>
                    <a:pt x="3222" y="212"/>
                    <a:pt x="3229" y="215"/>
                  </a:cubicBezTo>
                  <a:cubicBezTo>
                    <a:pt x="3244" y="219"/>
                    <a:pt x="3261" y="224"/>
                    <a:pt x="3276" y="230"/>
                  </a:cubicBezTo>
                  <a:cubicBezTo>
                    <a:pt x="3305" y="239"/>
                    <a:pt x="3332" y="250"/>
                    <a:pt x="3360" y="265"/>
                  </a:cubicBezTo>
                  <a:cubicBezTo>
                    <a:pt x="3368" y="268"/>
                    <a:pt x="3376" y="272"/>
                    <a:pt x="3384" y="277"/>
                  </a:cubicBezTo>
                  <a:lnTo>
                    <a:pt x="3384" y="277"/>
                  </a:lnTo>
                  <a:cubicBezTo>
                    <a:pt x="3384" y="277"/>
                    <a:pt x="3383" y="276"/>
                    <a:pt x="3383" y="276"/>
                  </a:cubicBezTo>
                  <a:lnTo>
                    <a:pt x="3383" y="276"/>
                  </a:lnTo>
                  <a:cubicBezTo>
                    <a:pt x="3383" y="276"/>
                    <a:pt x="3396" y="284"/>
                    <a:pt x="3400" y="287"/>
                  </a:cubicBezTo>
                  <a:cubicBezTo>
                    <a:pt x="3408" y="290"/>
                    <a:pt x="3415" y="294"/>
                    <a:pt x="3420" y="299"/>
                  </a:cubicBezTo>
                  <a:cubicBezTo>
                    <a:pt x="3444" y="314"/>
                    <a:pt x="3466" y="332"/>
                    <a:pt x="3488" y="350"/>
                  </a:cubicBezTo>
                  <a:cubicBezTo>
                    <a:pt x="3488" y="350"/>
                    <a:pt x="3488" y="351"/>
                    <a:pt x="3489" y="351"/>
                  </a:cubicBezTo>
                  <a:lnTo>
                    <a:pt x="3489" y="351"/>
                  </a:lnTo>
                  <a:cubicBezTo>
                    <a:pt x="3489" y="351"/>
                    <a:pt x="3490" y="352"/>
                    <a:pt x="3492" y="354"/>
                  </a:cubicBezTo>
                  <a:cubicBezTo>
                    <a:pt x="3496" y="358"/>
                    <a:pt x="3499" y="361"/>
                    <a:pt x="3504" y="367"/>
                  </a:cubicBezTo>
                  <a:cubicBezTo>
                    <a:pt x="3509" y="373"/>
                    <a:pt x="3515" y="380"/>
                    <a:pt x="3521" y="387"/>
                  </a:cubicBezTo>
                  <a:lnTo>
                    <a:pt x="3521" y="387"/>
                  </a:lnTo>
                  <a:cubicBezTo>
                    <a:pt x="3279" y="488"/>
                    <a:pt x="3030" y="577"/>
                    <a:pt x="2778" y="655"/>
                  </a:cubicBezTo>
                  <a:cubicBezTo>
                    <a:pt x="2769" y="657"/>
                    <a:pt x="2760" y="660"/>
                    <a:pt x="2751" y="662"/>
                  </a:cubicBezTo>
                  <a:cubicBezTo>
                    <a:pt x="2757" y="660"/>
                    <a:pt x="2759" y="660"/>
                    <a:pt x="2759" y="660"/>
                  </a:cubicBezTo>
                  <a:lnTo>
                    <a:pt x="2759" y="660"/>
                  </a:lnTo>
                  <a:cubicBezTo>
                    <a:pt x="2759" y="660"/>
                    <a:pt x="2744" y="664"/>
                    <a:pt x="2740" y="666"/>
                  </a:cubicBezTo>
                  <a:cubicBezTo>
                    <a:pt x="2722" y="671"/>
                    <a:pt x="2702" y="677"/>
                    <a:pt x="2683" y="683"/>
                  </a:cubicBezTo>
                  <a:cubicBezTo>
                    <a:pt x="2647" y="694"/>
                    <a:pt x="2612" y="704"/>
                    <a:pt x="2576" y="713"/>
                  </a:cubicBezTo>
                  <a:cubicBezTo>
                    <a:pt x="2504" y="734"/>
                    <a:pt x="2433" y="751"/>
                    <a:pt x="2360" y="771"/>
                  </a:cubicBezTo>
                  <a:cubicBezTo>
                    <a:pt x="2217" y="806"/>
                    <a:pt x="2072" y="843"/>
                    <a:pt x="1927" y="875"/>
                  </a:cubicBezTo>
                  <a:cubicBezTo>
                    <a:pt x="1885" y="883"/>
                    <a:pt x="1845" y="893"/>
                    <a:pt x="1805" y="904"/>
                  </a:cubicBezTo>
                  <a:cubicBezTo>
                    <a:pt x="1764" y="916"/>
                    <a:pt x="1723" y="927"/>
                    <a:pt x="1684" y="938"/>
                  </a:cubicBezTo>
                  <a:lnTo>
                    <a:pt x="1654" y="947"/>
                  </a:lnTo>
                  <a:cubicBezTo>
                    <a:pt x="1640" y="951"/>
                    <a:pt x="1640" y="951"/>
                    <a:pt x="1621" y="957"/>
                  </a:cubicBezTo>
                  <a:cubicBezTo>
                    <a:pt x="1603" y="962"/>
                    <a:pt x="1582" y="968"/>
                    <a:pt x="1563" y="973"/>
                  </a:cubicBezTo>
                  <a:cubicBezTo>
                    <a:pt x="1543" y="979"/>
                    <a:pt x="1523" y="984"/>
                    <a:pt x="1504" y="990"/>
                  </a:cubicBezTo>
                  <a:cubicBezTo>
                    <a:pt x="1483" y="995"/>
                    <a:pt x="1460" y="1004"/>
                    <a:pt x="1438" y="1007"/>
                  </a:cubicBezTo>
                  <a:cubicBezTo>
                    <a:pt x="1391" y="1013"/>
                    <a:pt x="1400" y="1084"/>
                    <a:pt x="1444" y="1084"/>
                  </a:cubicBezTo>
                  <a:cubicBezTo>
                    <a:pt x="1446" y="1084"/>
                    <a:pt x="1448" y="1084"/>
                    <a:pt x="1450" y="1084"/>
                  </a:cubicBezTo>
                  <a:cubicBezTo>
                    <a:pt x="1458" y="1083"/>
                    <a:pt x="1466" y="1082"/>
                    <a:pt x="1473" y="1082"/>
                  </a:cubicBezTo>
                  <a:cubicBezTo>
                    <a:pt x="1484" y="1082"/>
                    <a:pt x="1495" y="1083"/>
                    <a:pt x="1505" y="1083"/>
                  </a:cubicBezTo>
                  <a:cubicBezTo>
                    <a:pt x="1526" y="1081"/>
                    <a:pt x="1547" y="1081"/>
                    <a:pt x="1566" y="1080"/>
                  </a:cubicBezTo>
                  <a:cubicBezTo>
                    <a:pt x="1585" y="1078"/>
                    <a:pt x="1603" y="1078"/>
                    <a:pt x="1621" y="1077"/>
                  </a:cubicBezTo>
                  <a:cubicBezTo>
                    <a:pt x="1631" y="1077"/>
                    <a:pt x="1640" y="1075"/>
                    <a:pt x="1649" y="1075"/>
                  </a:cubicBezTo>
                  <a:cubicBezTo>
                    <a:pt x="1653" y="1075"/>
                    <a:pt x="1659" y="1075"/>
                    <a:pt x="1663" y="1074"/>
                  </a:cubicBezTo>
                  <a:lnTo>
                    <a:pt x="1663" y="1074"/>
                  </a:lnTo>
                  <a:cubicBezTo>
                    <a:pt x="1668" y="1074"/>
                    <a:pt x="1676" y="1073"/>
                    <a:pt x="1680" y="1073"/>
                  </a:cubicBezTo>
                  <a:cubicBezTo>
                    <a:pt x="1753" y="1069"/>
                    <a:pt x="1829" y="1066"/>
                    <a:pt x="1901" y="1052"/>
                  </a:cubicBezTo>
                  <a:cubicBezTo>
                    <a:pt x="2049" y="1025"/>
                    <a:pt x="2196" y="996"/>
                    <a:pt x="2341" y="960"/>
                  </a:cubicBezTo>
                  <a:cubicBezTo>
                    <a:pt x="2636" y="886"/>
                    <a:pt x="2928" y="797"/>
                    <a:pt x="3214" y="693"/>
                  </a:cubicBezTo>
                  <a:cubicBezTo>
                    <a:pt x="3290" y="665"/>
                    <a:pt x="3367" y="636"/>
                    <a:pt x="3443" y="607"/>
                  </a:cubicBezTo>
                  <a:lnTo>
                    <a:pt x="3443" y="607"/>
                  </a:lnTo>
                  <a:cubicBezTo>
                    <a:pt x="3440" y="608"/>
                    <a:pt x="3436" y="610"/>
                    <a:pt x="3433" y="612"/>
                  </a:cubicBezTo>
                  <a:cubicBezTo>
                    <a:pt x="3408" y="625"/>
                    <a:pt x="3383" y="649"/>
                    <a:pt x="3359" y="668"/>
                  </a:cubicBezTo>
                  <a:cubicBezTo>
                    <a:pt x="3257" y="746"/>
                    <a:pt x="3152" y="820"/>
                    <a:pt x="3047" y="891"/>
                  </a:cubicBezTo>
                  <a:cubicBezTo>
                    <a:pt x="2939" y="960"/>
                    <a:pt x="2839" y="1022"/>
                    <a:pt x="2727" y="1085"/>
                  </a:cubicBezTo>
                  <a:cubicBezTo>
                    <a:pt x="2615" y="1147"/>
                    <a:pt x="2502" y="1206"/>
                    <a:pt x="2387" y="1261"/>
                  </a:cubicBezTo>
                  <a:cubicBezTo>
                    <a:pt x="2156" y="1372"/>
                    <a:pt x="1918" y="1465"/>
                    <a:pt x="1674" y="1541"/>
                  </a:cubicBezTo>
                  <a:cubicBezTo>
                    <a:pt x="1665" y="1544"/>
                    <a:pt x="1659" y="1546"/>
                    <a:pt x="1651" y="1547"/>
                  </a:cubicBezTo>
                  <a:cubicBezTo>
                    <a:pt x="1649" y="1549"/>
                    <a:pt x="1646" y="1550"/>
                    <a:pt x="1644" y="1550"/>
                  </a:cubicBezTo>
                  <a:lnTo>
                    <a:pt x="1644" y="1550"/>
                  </a:lnTo>
                  <a:cubicBezTo>
                    <a:pt x="1643" y="1551"/>
                    <a:pt x="1641" y="1551"/>
                    <a:pt x="1638" y="1552"/>
                  </a:cubicBezTo>
                  <a:cubicBezTo>
                    <a:pt x="1624" y="1556"/>
                    <a:pt x="1607" y="1562"/>
                    <a:pt x="1592" y="1566"/>
                  </a:cubicBezTo>
                  <a:cubicBezTo>
                    <a:pt x="1560" y="1575"/>
                    <a:pt x="1530" y="1584"/>
                    <a:pt x="1498" y="1591"/>
                  </a:cubicBezTo>
                  <a:cubicBezTo>
                    <a:pt x="1437" y="1608"/>
                    <a:pt x="1376" y="1623"/>
                    <a:pt x="1314" y="1636"/>
                  </a:cubicBezTo>
                  <a:cubicBezTo>
                    <a:pt x="1185" y="1666"/>
                    <a:pt x="1055" y="1688"/>
                    <a:pt x="924" y="1700"/>
                  </a:cubicBezTo>
                  <a:cubicBezTo>
                    <a:pt x="893" y="1703"/>
                    <a:pt x="860" y="1706"/>
                    <a:pt x="828" y="1707"/>
                  </a:cubicBezTo>
                  <a:cubicBezTo>
                    <a:pt x="820" y="1707"/>
                    <a:pt x="812" y="1707"/>
                    <a:pt x="803" y="1708"/>
                  </a:cubicBezTo>
                  <a:lnTo>
                    <a:pt x="742" y="1708"/>
                  </a:lnTo>
                  <a:cubicBezTo>
                    <a:pt x="677" y="1708"/>
                    <a:pt x="613" y="1704"/>
                    <a:pt x="550" y="1698"/>
                  </a:cubicBezTo>
                  <a:cubicBezTo>
                    <a:pt x="518" y="1693"/>
                    <a:pt x="488" y="1689"/>
                    <a:pt x="456" y="1684"/>
                  </a:cubicBezTo>
                  <a:cubicBezTo>
                    <a:pt x="441" y="1680"/>
                    <a:pt x="427" y="1678"/>
                    <a:pt x="412" y="1676"/>
                  </a:cubicBezTo>
                  <a:cubicBezTo>
                    <a:pt x="405" y="1674"/>
                    <a:pt x="397" y="1672"/>
                    <a:pt x="389" y="1670"/>
                  </a:cubicBezTo>
                  <a:cubicBezTo>
                    <a:pt x="387" y="1670"/>
                    <a:pt x="378" y="1668"/>
                    <a:pt x="380" y="1668"/>
                  </a:cubicBezTo>
                  <a:cubicBezTo>
                    <a:pt x="380" y="1668"/>
                    <a:pt x="380" y="1668"/>
                    <a:pt x="380" y="1668"/>
                  </a:cubicBezTo>
                  <a:lnTo>
                    <a:pt x="380" y="1668"/>
                  </a:lnTo>
                  <a:cubicBezTo>
                    <a:pt x="378" y="1667"/>
                    <a:pt x="375" y="1666"/>
                    <a:pt x="375" y="1666"/>
                  </a:cubicBezTo>
                  <a:cubicBezTo>
                    <a:pt x="313" y="1650"/>
                    <a:pt x="253" y="1630"/>
                    <a:pt x="196" y="1603"/>
                  </a:cubicBezTo>
                  <a:cubicBezTo>
                    <a:pt x="195" y="1603"/>
                    <a:pt x="193" y="1602"/>
                    <a:pt x="192" y="1602"/>
                  </a:cubicBezTo>
                  <a:lnTo>
                    <a:pt x="192" y="1602"/>
                  </a:lnTo>
                  <a:cubicBezTo>
                    <a:pt x="257" y="1512"/>
                    <a:pt x="326" y="1426"/>
                    <a:pt x="400" y="1343"/>
                  </a:cubicBezTo>
                  <a:cubicBezTo>
                    <a:pt x="423" y="1316"/>
                    <a:pt x="449" y="1289"/>
                    <a:pt x="473" y="1264"/>
                  </a:cubicBezTo>
                  <a:lnTo>
                    <a:pt x="479" y="1256"/>
                  </a:lnTo>
                  <a:cubicBezTo>
                    <a:pt x="485" y="1251"/>
                    <a:pt x="490" y="1244"/>
                    <a:pt x="498" y="1239"/>
                  </a:cubicBezTo>
                  <a:cubicBezTo>
                    <a:pt x="510" y="1226"/>
                    <a:pt x="523" y="1212"/>
                    <a:pt x="535" y="1199"/>
                  </a:cubicBezTo>
                  <a:cubicBezTo>
                    <a:pt x="586" y="1150"/>
                    <a:pt x="637" y="1103"/>
                    <a:pt x="688" y="1057"/>
                  </a:cubicBezTo>
                  <a:cubicBezTo>
                    <a:pt x="792" y="963"/>
                    <a:pt x="902" y="875"/>
                    <a:pt x="1016" y="795"/>
                  </a:cubicBezTo>
                  <a:cubicBezTo>
                    <a:pt x="1045" y="775"/>
                    <a:pt x="1074" y="756"/>
                    <a:pt x="1103" y="737"/>
                  </a:cubicBezTo>
                  <a:cubicBezTo>
                    <a:pt x="1117" y="727"/>
                    <a:pt x="1132" y="717"/>
                    <a:pt x="1147" y="707"/>
                  </a:cubicBezTo>
                  <a:cubicBezTo>
                    <a:pt x="1154" y="704"/>
                    <a:pt x="1159" y="700"/>
                    <a:pt x="1166" y="695"/>
                  </a:cubicBezTo>
                  <a:cubicBezTo>
                    <a:pt x="1170" y="693"/>
                    <a:pt x="1174" y="690"/>
                    <a:pt x="1178" y="689"/>
                  </a:cubicBezTo>
                  <a:cubicBezTo>
                    <a:pt x="1179" y="688"/>
                    <a:pt x="1181" y="687"/>
                    <a:pt x="1183" y="686"/>
                  </a:cubicBezTo>
                  <a:lnTo>
                    <a:pt x="1183" y="686"/>
                  </a:lnTo>
                  <a:cubicBezTo>
                    <a:pt x="1181" y="687"/>
                    <a:pt x="1180" y="688"/>
                    <a:pt x="1180" y="688"/>
                  </a:cubicBezTo>
                  <a:cubicBezTo>
                    <a:pt x="1180" y="688"/>
                    <a:pt x="1189" y="682"/>
                    <a:pt x="1191" y="682"/>
                  </a:cubicBezTo>
                  <a:cubicBezTo>
                    <a:pt x="1193" y="680"/>
                    <a:pt x="1197" y="678"/>
                    <a:pt x="1200" y="677"/>
                  </a:cubicBezTo>
                  <a:cubicBezTo>
                    <a:pt x="1208" y="672"/>
                    <a:pt x="1215" y="667"/>
                    <a:pt x="1224" y="662"/>
                  </a:cubicBezTo>
                  <a:cubicBezTo>
                    <a:pt x="1240" y="652"/>
                    <a:pt x="1255" y="644"/>
                    <a:pt x="1272" y="635"/>
                  </a:cubicBezTo>
                  <a:cubicBezTo>
                    <a:pt x="1302" y="617"/>
                    <a:pt x="1331" y="601"/>
                    <a:pt x="1363" y="584"/>
                  </a:cubicBezTo>
                  <a:cubicBezTo>
                    <a:pt x="1487" y="518"/>
                    <a:pt x="1614" y="459"/>
                    <a:pt x="1744" y="407"/>
                  </a:cubicBezTo>
                  <a:cubicBezTo>
                    <a:pt x="1808" y="381"/>
                    <a:pt x="1874" y="358"/>
                    <a:pt x="1942" y="336"/>
                  </a:cubicBezTo>
                  <a:cubicBezTo>
                    <a:pt x="1956" y="331"/>
                    <a:pt x="1973" y="326"/>
                    <a:pt x="1988" y="321"/>
                  </a:cubicBezTo>
                  <a:cubicBezTo>
                    <a:pt x="1997" y="317"/>
                    <a:pt x="2005" y="315"/>
                    <a:pt x="2011" y="314"/>
                  </a:cubicBezTo>
                  <a:cubicBezTo>
                    <a:pt x="2014" y="313"/>
                    <a:pt x="2014" y="313"/>
                    <a:pt x="2014" y="313"/>
                  </a:cubicBezTo>
                  <a:lnTo>
                    <a:pt x="2014" y="313"/>
                  </a:lnTo>
                  <a:cubicBezTo>
                    <a:pt x="2014" y="313"/>
                    <a:pt x="2003" y="317"/>
                    <a:pt x="2004" y="317"/>
                  </a:cubicBezTo>
                  <a:cubicBezTo>
                    <a:pt x="2004" y="317"/>
                    <a:pt x="2005" y="316"/>
                    <a:pt x="2009" y="315"/>
                  </a:cubicBezTo>
                  <a:lnTo>
                    <a:pt x="2025" y="311"/>
                  </a:lnTo>
                  <a:cubicBezTo>
                    <a:pt x="2058" y="301"/>
                    <a:pt x="2092" y="292"/>
                    <a:pt x="2127" y="283"/>
                  </a:cubicBezTo>
                  <a:cubicBezTo>
                    <a:pt x="2262" y="248"/>
                    <a:pt x="2400" y="221"/>
                    <a:pt x="2537" y="202"/>
                  </a:cubicBezTo>
                  <a:cubicBezTo>
                    <a:pt x="2606" y="193"/>
                    <a:pt x="2676" y="186"/>
                    <a:pt x="2746" y="180"/>
                  </a:cubicBezTo>
                  <a:cubicBezTo>
                    <a:pt x="2780" y="178"/>
                    <a:pt x="2816" y="177"/>
                    <a:pt x="2850" y="175"/>
                  </a:cubicBezTo>
                  <a:lnTo>
                    <a:pt x="2854" y="175"/>
                  </a:lnTo>
                  <a:cubicBezTo>
                    <a:pt x="2848" y="175"/>
                    <a:pt x="2841" y="176"/>
                    <a:pt x="2844" y="176"/>
                  </a:cubicBezTo>
                  <a:cubicBezTo>
                    <a:pt x="2846" y="176"/>
                    <a:pt x="2851" y="175"/>
                    <a:pt x="2860" y="175"/>
                  </a:cubicBezTo>
                  <a:close/>
                  <a:moveTo>
                    <a:pt x="2915" y="0"/>
                  </a:moveTo>
                  <a:cubicBezTo>
                    <a:pt x="2824" y="0"/>
                    <a:pt x="2733" y="7"/>
                    <a:pt x="2642" y="15"/>
                  </a:cubicBezTo>
                  <a:cubicBezTo>
                    <a:pt x="2499" y="30"/>
                    <a:pt x="2357" y="54"/>
                    <a:pt x="2218" y="86"/>
                  </a:cubicBezTo>
                  <a:cubicBezTo>
                    <a:pt x="1934" y="152"/>
                    <a:pt x="1659" y="250"/>
                    <a:pt x="1398" y="381"/>
                  </a:cubicBezTo>
                  <a:cubicBezTo>
                    <a:pt x="1138" y="513"/>
                    <a:pt x="893" y="674"/>
                    <a:pt x="670" y="863"/>
                  </a:cubicBezTo>
                  <a:cubicBezTo>
                    <a:pt x="450" y="1051"/>
                    <a:pt x="252" y="1271"/>
                    <a:pt x="87" y="1509"/>
                  </a:cubicBezTo>
                  <a:cubicBezTo>
                    <a:pt x="66" y="1539"/>
                    <a:pt x="48" y="1567"/>
                    <a:pt x="28" y="1597"/>
                  </a:cubicBezTo>
                  <a:cubicBezTo>
                    <a:pt x="0" y="1640"/>
                    <a:pt x="17" y="1687"/>
                    <a:pt x="60" y="1709"/>
                  </a:cubicBezTo>
                  <a:cubicBezTo>
                    <a:pt x="271" y="1817"/>
                    <a:pt x="508" y="1856"/>
                    <a:pt x="742" y="1856"/>
                  </a:cubicBezTo>
                  <a:cubicBezTo>
                    <a:pt x="775" y="1856"/>
                    <a:pt x="809" y="1855"/>
                    <a:pt x="842" y="1854"/>
                  </a:cubicBezTo>
                  <a:cubicBezTo>
                    <a:pt x="1105" y="1842"/>
                    <a:pt x="1365" y="1781"/>
                    <a:pt x="1618" y="1706"/>
                  </a:cubicBezTo>
                  <a:cubicBezTo>
                    <a:pt x="1868" y="1630"/>
                    <a:pt x="2114" y="1539"/>
                    <a:pt x="2352" y="1427"/>
                  </a:cubicBezTo>
                  <a:cubicBezTo>
                    <a:pt x="2590" y="1316"/>
                    <a:pt x="2817" y="1185"/>
                    <a:pt x="3036" y="1039"/>
                  </a:cubicBezTo>
                  <a:cubicBezTo>
                    <a:pt x="3142" y="968"/>
                    <a:pt x="3247" y="892"/>
                    <a:pt x="3349" y="812"/>
                  </a:cubicBezTo>
                  <a:cubicBezTo>
                    <a:pt x="3375" y="792"/>
                    <a:pt x="3399" y="772"/>
                    <a:pt x="3425" y="751"/>
                  </a:cubicBezTo>
                  <a:cubicBezTo>
                    <a:pt x="3452" y="729"/>
                    <a:pt x="3479" y="709"/>
                    <a:pt x="3501" y="683"/>
                  </a:cubicBezTo>
                  <a:cubicBezTo>
                    <a:pt x="3521" y="660"/>
                    <a:pt x="3543" y="638"/>
                    <a:pt x="3564" y="616"/>
                  </a:cubicBezTo>
                  <a:cubicBezTo>
                    <a:pt x="3587" y="592"/>
                    <a:pt x="3615" y="572"/>
                    <a:pt x="3635" y="547"/>
                  </a:cubicBezTo>
                  <a:cubicBezTo>
                    <a:pt x="3643" y="538"/>
                    <a:pt x="3651" y="529"/>
                    <a:pt x="3659" y="520"/>
                  </a:cubicBezTo>
                  <a:lnTo>
                    <a:pt x="3659" y="520"/>
                  </a:lnTo>
                  <a:cubicBezTo>
                    <a:pt x="3668" y="516"/>
                    <a:pt x="3677" y="512"/>
                    <a:pt x="3686" y="509"/>
                  </a:cubicBezTo>
                  <a:cubicBezTo>
                    <a:pt x="3730" y="491"/>
                    <a:pt x="3750" y="435"/>
                    <a:pt x="3730" y="392"/>
                  </a:cubicBezTo>
                  <a:cubicBezTo>
                    <a:pt x="3673" y="265"/>
                    <a:pt x="3568" y="167"/>
                    <a:pt x="3443" y="105"/>
                  </a:cubicBezTo>
                  <a:cubicBezTo>
                    <a:pt x="3326" y="46"/>
                    <a:pt x="3191" y="18"/>
                    <a:pt x="3062" y="7"/>
                  </a:cubicBezTo>
                  <a:cubicBezTo>
                    <a:pt x="3013" y="2"/>
                    <a:pt x="2964" y="0"/>
                    <a:pt x="291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239;p40"/>
            <p:cNvSpPr/>
            <p:nvPr/>
          </p:nvSpPr>
          <p:spPr>
            <a:xfrm>
              <a:off x="1508760" y="2270160"/>
              <a:ext cx="172440" cy="380160"/>
            </a:xfrm>
            <a:custGeom>
              <a:avLst/>
              <a:gdLst>
                <a:gd name="textAreaLeft" fmla="*/ 0 w 172440"/>
                <a:gd name="textAreaRight" fmla="*/ 172800 w 172440"/>
                <a:gd name="textAreaTop" fmla="*/ 0 h 380160"/>
                <a:gd name="textAreaBottom" fmla="*/ 380520 h 380160"/>
              </a:gdLst>
              <a:ahLst/>
              <a:cxnLst/>
              <a:rect l="textAreaLeft" t="textAreaTop" r="textAreaRight" b="textAreaBottom"/>
              <a:pathLst>
                <a:path w="1527" h="3429">
                  <a:moveTo>
                    <a:pt x="479" y="182"/>
                  </a:moveTo>
                  <a:lnTo>
                    <a:pt x="479" y="182"/>
                  </a:lnTo>
                  <a:cubicBezTo>
                    <a:pt x="479" y="182"/>
                    <a:pt x="479" y="182"/>
                    <a:pt x="479" y="182"/>
                  </a:cubicBezTo>
                  <a:lnTo>
                    <a:pt x="479" y="182"/>
                  </a:lnTo>
                  <a:cubicBezTo>
                    <a:pt x="479" y="182"/>
                    <a:pt x="479" y="182"/>
                    <a:pt x="479" y="182"/>
                  </a:cubicBezTo>
                  <a:close/>
                  <a:moveTo>
                    <a:pt x="1042" y="732"/>
                  </a:moveTo>
                  <a:cubicBezTo>
                    <a:pt x="1043" y="733"/>
                    <a:pt x="1044" y="734"/>
                    <a:pt x="1045" y="736"/>
                  </a:cubicBezTo>
                  <a:cubicBezTo>
                    <a:pt x="1046" y="737"/>
                    <a:pt x="1046" y="738"/>
                    <a:pt x="1047" y="738"/>
                  </a:cubicBezTo>
                  <a:lnTo>
                    <a:pt x="1047" y="738"/>
                  </a:lnTo>
                  <a:cubicBezTo>
                    <a:pt x="1045" y="735"/>
                    <a:pt x="1043" y="733"/>
                    <a:pt x="1042" y="732"/>
                  </a:cubicBezTo>
                  <a:close/>
                  <a:moveTo>
                    <a:pt x="476" y="1"/>
                  </a:moveTo>
                  <a:cubicBezTo>
                    <a:pt x="428" y="1"/>
                    <a:pt x="384" y="50"/>
                    <a:pt x="394" y="99"/>
                  </a:cubicBezTo>
                  <a:cubicBezTo>
                    <a:pt x="446" y="357"/>
                    <a:pt x="491" y="615"/>
                    <a:pt x="531" y="874"/>
                  </a:cubicBezTo>
                  <a:cubicBezTo>
                    <a:pt x="551" y="1005"/>
                    <a:pt x="568" y="1135"/>
                    <a:pt x="585" y="1267"/>
                  </a:cubicBezTo>
                  <a:cubicBezTo>
                    <a:pt x="601" y="1396"/>
                    <a:pt x="619" y="1526"/>
                    <a:pt x="635" y="1655"/>
                  </a:cubicBezTo>
                  <a:cubicBezTo>
                    <a:pt x="645" y="1729"/>
                    <a:pt x="655" y="1802"/>
                    <a:pt x="668" y="1874"/>
                  </a:cubicBezTo>
                  <a:cubicBezTo>
                    <a:pt x="676" y="1911"/>
                    <a:pt x="682" y="1946"/>
                    <a:pt x="688" y="1981"/>
                  </a:cubicBezTo>
                  <a:cubicBezTo>
                    <a:pt x="692" y="2000"/>
                    <a:pt x="696" y="2017"/>
                    <a:pt x="700" y="2037"/>
                  </a:cubicBezTo>
                  <a:cubicBezTo>
                    <a:pt x="704" y="2054"/>
                    <a:pt x="712" y="2074"/>
                    <a:pt x="714" y="2093"/>
                  </a:cubicBezTo>
                  <a:cubicBezTo>
                    <a:pt x="715" y="2111"/>
                    <a:pt x="734" y="2124"/>
                    <a:pt x="751" y="2124"/>
                  </a:cubicBezTo>
                  <a:cubicBezTo>
                    <a:pt x="752" y="2124"/>
                    <a:pt x="754" y="2124"/>
                    <a:pt x="755" y="2124"/>
                  </a:cubicBezTo>
                  <a:cubicBezTo>
                    <a:pt x="775" y="2120"/>
                    <a:pt x="786" y="2103"/>
                    <a:pt x="786" y="2085"/>
                  </a:cubicBezTo>
                  <a:lnTo>
                    <a:pt x="786" y="2085"/>
                  </a:lnTo>
                  <a:cubicBezTo>
                    <a:pt x="792" y="2054"/>
                    <a:pt x="792" y="2023"/>
                    <a:pt x="793" y="1993"/>
                  </a:cubicBezTo>
                  <a:cubicBezTo>
                    <a:pt x="794" y="1961"/>
                    <a:pt x="793" y="1928"/>
                    <a:pt x="793" y="1896"/>
                  </a:cubicBezTo>
                  <a:lnTo>
                    <a:pt x="793" y="1850"/>
                  </a:lnTo>
                  <a:lnTo>
                    <a:pt x="793" y="1816"/>
                  </a:lnTo>
                  <a:lnTo>
                    <a:pt x="793" y="1812"/>
                  </a:lnTo>
                  <a:cubicBezTo>
                    <a:pt x="793" y="1805"/>
                    <a:pt x="793" y="1796"/>
                    <a:pt x="792" y="1790"/>
                  </a:cubicBezTo>
                  <a:cubicBezTo>
                    <a:pt x="791" y="1757"/>
                    <a:pt x="789" y="1724"/>
                    <a:pt x="787" y="1691"/>
                  </a:cubicBezTo>
                  <a:cubicBezTo>
                    <a:pt x="776" y="1559"/>
                    <a:pt x="765" y="1427"/>
                    <a:pt x="748" y="1297"/>
                  </a:cubicBezTo>
                  <a:cubicBezTo>
                    <a:pt x="715" y="1034"/>
                    <a:pt x="674" y="774"/>
                    <a:pt x="633" y="515"/>
                  </a:cubicBezTo>
                  <a:cubicBezTo>
                    <a:pt x="619" y="427"/>
                    <a:pt x="605" y="340"/>
                    <a:pt x="590" y="252"/>
                  </a:cubicBezTo>
                  <a:lnTo>
                    <a:pt x="590" y="252"/>
                  </a:lnTo>
                  <a:cubicBezTo>
                    <a:pt x="630" y="280"/>
                    <a:pt x="669" y="310"/>
                    <a:pt x="707" y="341"/>
                  </a:cubicBezTo>
                  <a:cubicBezTo>
                    <a:pt x="729" y="359"/>
                    <a:pt x="749" y="378"/>
                    <a:pt x="770" y="396"/>
                  </a:cubicBezTo>
                  <a:lnTo>
                    <a:pt x="779" y="405"/>
                  </a:lnTo>
                  <a:lnTo>
                    <a:pt x="779" y="405"/>
                  </a:lnTo>
                  <a:cubicBezTo>
                    <a:pt x="778" y="404"/>
                    <a:pt x="776" y="403"/>
                    <a:pt x="776" y="403"/>
                  </a:cubicBezTo>
                  <a:cubicBezTo>
                    <a:pt x="775" y="403"/>
                    <a:pt x="776" y="403"/>
                    <a:pt x="777" y="405"/>
                  </a:cubicBezTo>
                  <a:cubicBezTo>
                    <a:pt x="780" y="407"/>
                    <a:pt x="782" y="408"/>
                    <a:pt x="783" y="412"/>
                  </a:cubicBezTo>
                  <a:lnTo>
                    <a:pt x="814" y="441"/>
                  </a:lnTo>
                  <a:cubicBezTo>
                    <a:pt x="853" y="482"/>
                    <a:pt x="890" y="524"/>
                    <a:pt x="925" y="567"/>
                  </a:cubicBezTo>
                  <a:cubicBezTo>
                    <a:pt x="959" y="610"/>
                    <a:pt x="991" y="654"/>
                    <a:pt x="1022" y="699"/>
                  </a:cubicBezTo>
                  <a:cubicBezTo>
                    <a:pt x="1028" y="710"/>
                    <a:pt x="1036" y="723"/>
                    <a:pt x="1044" y="734"/>
                  </a:cubicBezTo>
                  <a:cubicBezTo>
                    <a:pt x="1045" y="736"/>
                    <a:pt x="1047" y="739"/>
                    <a:pt x="1049" y="741"/>
                  </a:cubicBezTo>
                  <a:lnTo>
                    <a:pt x="1049" y="741"/>
                  </a:lnTo>
                  <a:cubicBezTo>
                    <a:pt x="1051" y="746"/>
                    <a:pt x="1054" y="750"/>
                    <a:pt x="1057" y="754"/>
                  </a:cubicBezTo>
                  <a:cubicBezTo>
                    <a:pt x="1071" y="779"/>
                    <a:pt x="1085" y="804"/>
                    <a:pt x="1099" y="829"/>
                  </a:cubicBezTo>
                  <a:cubicBezTo>
                    <a:pt x="1150" y="928"/>
                    <a:pt x="1195" y="1029"/>
                    <a:pt x="1232" y="1135"/>
                  </a:cubicBezTo>
                  <a:cubicBezTo>
                    <a:pt x="1236" y="1147"/>
                    <a:pt x="1239" y="1161"/>
                    <a:pt x="1244" y="1174"/>
                  </a:cubicBezTo>
                  <a:cubicBezTo>
                    <a:pt x="1247" y="1180"/>
                    <a:pt x="1248" y="1186"/>
                    <a:pt x="1249" y="1192"/>
                  </a:cubicBezTo>
                  <a:lnTo>
                    <a:pt x="1249" y="1192"/>
                  </a:lnTo>
                  <a:cubicBezTo>
                    <a:pt x="1248" y="1189"/>
                    <a:pt x="1245" y="1180"/>
                    <a:pt x="1245" y="1180"/>
                  </a:cubicBezTo>
                  <a:lnTo>
                    <a:pt x="1245" y="1180"/>
                  </a:lnTo>
                  <a:cubicBezTo>
                    <a:pt x="1245" y="1180"/>
                    <a:pt x="1246" y="1181"/>
                    <a:pt x="1247" y="1185"/>
                  </a:cubicBezTo>
                  <a:lnTo>
                    <a:pt x="1250" y="1197"/>
                  </a:lnTo>
                  <a:cubicBezTo>
                    <a:pt x="1259" y="1224"/>
                    <a:pt x="1266" y="1252"/>
                    <a:pt x="1272" y="1279"/>
                  </a:cubicBezTo>
                  <a:cubicBezTo>
                    <a:pt x="1286" y="1333"/>
                    <a:pt x="1297" y="1388"/>
                    <a:pt x="1305" y="1443"/>
                  </a:cubicBezTo>
                  <a:cubicBezTo>
                    <a:pt x="1314" y="1498"/>
                    <a:pt x="1320" y="1553"/>
                    <a:pt x="1325" y="1609"/>
                  </a:cubicBezTo>
                  <a:cubicBezTo>
                    <a:pt x="1326" y="1624"/>
                    <a:pt x="1327" y="1640"/>
                    <a:pt x="1327" y="1655"/>
                  </a:cubicBezTo>
                  <a:cubicBezTo>
                    <a:pt x="1327" y="1663"/>
                    <a:pt x="1329" y="1671"/>
                    <a:pt x="1329" y="1679"/>
                  </a:cubicBezTo>
                  <a:lnTo>
                    <a:pt x="1329" y="1687"/>
                  </a:lnTo>
                  <a:cubicBezTo>
                    <a:pt x="1329" y="1719"/>
                    <a:pt x="1330" y="1752"/>
                    <a:pt x="1329" y="1784"/>
                  </a:cubicBezTo>
                  <a:cubicBezTo>
                    <a:pt x="1326" y="1913"/>
                    <a:pt x="1313" y="2041"/>
                    <a:pt x="1289" y="2168"/>
                  </a:cubicBezTo>
                  <a:cubicBezTo>
                    <a:pt x="1283" y="2198"/>
                    <a:pt x="1277" y="2231"/>
                    <a:pt x="1270" y="2263"/>
                  </a:cubicBezTo>
                  <a:lnTo>
                    <a:pt x="1266" y="2284"/>
                  </a:lnTo>
                  <a:cubicBezTo>
                    <a:pt x="1264" y="2288"/>
                    <a:pt x="1264" y="2292"/>
                    <a:pt x="1263" y="2295"/>
                  </a:cubicBezTo>
                  <a:cubicBezTo>
                    <a:pt x="1262" y="2299"/>
                    <a:pt x="1262" y="2301"/>
                    <a:pt x="1262" y="2301"/>
                  </a:cubicBezTo>
                  <a:cubicBezTo>
                    <a:pt x="1262" y="2301"/>
                    <a:pt x="1264" y="2289"/>
                    <a:pt x="1264" y="2288"/>
                  </a:cubicBezTo>
                  <a:lnTo>
                    <a:pt x="1264" y="2288"/>
                  </a:lnTo>
                  <a:lnTo>
                    <a:pt x="1252" y="2338"/>
                  </a:lnTo>
                  <a:cubicBezTo>
                    <a:pt x="1236" y="2400"/>
                    <a:pt x="1216" y="2462"/>
                    <a:pt x="1195" y="2522"/>
                  </a:cubicBezTo>
                  <a:cubicBezTo>
                    <a:pt x="1155" y="2646"/>
                    <a:pt x="1105" y="2768"/>
                    <a:pt x="1047" y="2887"/>
                  </a:cubicBezTo>
                  <a:cubicBezTo>
                    <a:pt x="1034" y="2916"/>
                    <a:pt x="1018" y="2945"/>
                    <a:pt x="1003" y="2975"/>
                  </a:cubicBezTo>
                  <a:cubicBezTo>
                    <a:pt x="997" y="2988"/>
                    <a:pt x="989" y="3003"/>
                    <a:pt x="981" y="3016"/>
                  </a:cubicBezTo>
                  <a:cubicBezTo>
                    <a:pt x="979" y="3021"/>
                    <a:pt x="976" y="3028"/>
                    <a:pt x="973" y="3033"/>
                  </a:cubicBezTo>
                  <a:lnTo>
                    <a:pt x="973" y="3033"/>
                  </a:lnTo>
                  <a:cubicBezTo>
                    <a:pt x="971" y="3036"/>
                    <a:pt x="969" y="3039"/>
                    <a:pt x="968" y="3044"/>
                  </a:cubicBezTo>
                  <a:cubicBezTo>
                    <a:pt x="935" y="3102"/>
                    <a:pt x="902" y="3158"/>
                    <a:pt x="866" y="3214"/>
                  </a:cubicBezTo>
                  <a:cubicBezTo>
                    <a:pt x="864" y="3217"/>
                    <a:pt x="862" y="3221"/>
                    <a:pt x="860" y="3224"/>
                  </a:cubicBezTo>
                  <a:lnTo>
                    <a:pt x="860" y="3224"/>
                  </a:lnTo>
                  <a:cubicBezTo>
                    <a:pt x="846" y="3214"/>
                    <a:pt x="834" y="3204"/>
                    <a:pt x="821" y="3194"/>
                  </a:cubicBezTo>
                  <a:cubicBezTo>
                    <a:pt x="803" y="3180"/>
                    <a:pt x="786" y="3165"/>
                    <a:pt x="769" y="3150"/>
                  </a:cubicBezTo>
                  <a:cubicBezTo>
                    <a:pt x="760" y="3143"/>
                    <a:pt x="753" y="3135"/>
                    <a:pt x="743" y="3126"/>
                  </a:cubicBezTo>
                  <a:cubicBezTo>
                    <a:pt x="738" y="3123"/>
                    <a:pt x="734" y="3120"/>
                    <a:pt x="732" y="3115"/>
                  </a:cubicBezTo>
                  <a:lnTo>
                    <a:pt x="731" y="3114"/>
                  </a:lnTo>
                  <a:lnTo>
                    <a:pt x="731" y="3114"/>
                  </a:lnTo>
                  <a:cubicBezTo>
                    <a:pt x="732" y="3115"/>
                    <a:pt x="732" y="3116"/>
                    <a:pt x="733" y="3116"/>
                  </a:cubicBezTo>
                  <a:cubicBezTo>
                    <a:pt x="733" y="3116"/>
                    <a:pt x="732" y="3115"/>
                    <a:pt x="731" y="3114"/>
                  </a:cubicBezTo>
                  <a:lnTo>
                    <a:pt x="731" y="3114"/>
                  </a:lnTo>
                  <a:lnTo>
                    <a:pt x="726" y="3110"/>
                  </a:lnTo>
                  <a:cubicBezTo>
                    <a:pt x="726" y="3110"/>
                    <a:pt x="726" y="3109"/>
                    <a:pt x="725" y="3109"/>
                  </a:cubicBezTo>
                  <a:lnTo>
                    <a:pt x="725" y="3109"/>
                  </a:lnTo>
                  <a:cubicBezTo>
                    <a:pt x="659" y="3046"/>
                    <a:pt x="600" y="2978"/>
                    <a:pt x="546" y="2904"/>
                  </a:cubicBezTo>
                  <a:cubicBezTo>
                    <a:pt x="519" y="2867"/>
                    <a:pt x="492" y="2830"/>
                    <a:pt x="468" y="2791"/>
                  </a:cubicBezTo>
                  <a:cubicBezTo>
                    <a:pt x="465" y="2786"/>
                    <a:pt x="462" y="2780"/>
                    <a:pt x="458" y="2777"/>
                  </a:cubicBezTo>
                  <a:cubicBezTo>
                    <a:pt x="457" y="2774"/>
                    <a:pt x="456" y="2773"/>
                    <a:pt x="456" y="2773"/>
                  </a:cubicBezTo>
                  <a:lnTo>
                    <a:pt x="456" y="2773"/>
                  </a:lnTo>
                  <a:cubicBezTo>
                    <a:pt x="450" y="2764"/>
                    <a:pt x="446" y="2755"/>
                    <a:pt x="440" y="2745"/>
                  </a:cubicBezTo>
                  <a:cubicBezTo>
                    <a:pt x="429" y="2725"/>
                    <a:pt x="416" y="2706"/>
                    <a:pt x="405" y="2685"/>
                  </a:cubicBezTo>
                  <a:cubicBezTo>
                    <a:pt x="360" y="2602"/>
                    <a:pt x="321" y="2516"/>
                    <a:pt x="287" y="2428"/>
                  </a:cubicBezTo>
                  <a:cubicBezTo>
                    <a:pt x="271" y="2384"/>
                    <a:pt x="255" y="2341"/>
                    <a:pt x="240" y="2297"/>
                  </a:cubicBezTo>
                  <a:cubicBezTo>
                    <a:pt x="239" y="2292"/>
                    <a:pt x="238" y="2288"/>
                    <a:pt x="234" y="2283"/>
                  </a:cubicBezTo>
                  <a:cubicBezTo>
                    <a:pt x="234" y="2281"/>
                    <a:pt x="233" y="2279"/>
                    <a:pt x="233" y="2277"/>
                  </a:cubicBezTo>
                  <a:lnTo>
                    <a:pt x="233" y="2277"/>
                  </a:lnTo>
                  <a:cubicBezTo>
                    <a:pt x="233" y="2277"/>
                    <a:pt x="233" y="2278"/>
                    <a:pt x="233" y="2278"/>
                  </a:cubicBezTo>
                  <a:cubicBezTo>
                    <a:pt x="234" y="2280"/>
                    <a:pt x="234" y="2281"/>
                    <a:pt x="234" y="2281"/>
                  </a:cubicBezTo>
                  <a:cubicBezTo>
                    <a:pt x="235" y="2281"/>
                    <a:pt x="232" y="2273"/>
                    <a:pt x="232" y="2273"/>
                  </a:cubicBezTo>
                  <a:lnTo>
                    <a:pt x="232" y="2273"/>
                  </a:lnTo>
                  <a:cubicBezTo>
                    <a:pt x="232" y="2274"/>
                    <a:pt x="232" y="2275"/>
                    <a:pt x="233" y="2277"/>
                  </a:cubicBezTo>
                  <a:lnTo>
                    <a:pt x="233" y="2277"/>
                  </a:lnTo>
                  <a:cubicBezTo>
                    <a:pt x="229" y="2264"/>
                    <a:pt x="227" y="2254"/>
                    <a:pt x="222" y="2242"/>
                  </a:cubicBezTo>
                  <a:cubicBezTo>
                    <a:pt x="216" y="2220"/>
                    <a:pt x="210" y="2197"/>
                    <a:pt x="205" y="2175"/>
                  </a:cubicBezTo>
                  <a:cubicBezTo>
                    <a:pt x="179" y="2077"/>
                    <a:pt x="162" y="1978"/>
                    <a:pt x="150" y="1879"/>
                  </a:cubicBezTo>
                  <a:cubicBezTo>
                    <a:pt x="143" y="1821"/>
                    <a:pt x="138" y="1763"/>
                    <a:pt x="133" y="1705"/>
                  </a:cubicBezTo>
                  <a:cubicBezTo>
                    <a:pt x="132" y="1677"/>
                    <a:pt x="130" y="1649"/>
                    <a:pt x="129" y="1621"/>
                  </a:cubicBezTo>
                  <a:cubicBezTo>
                    <a:pt x="129" y="1618"/>
                    <a:pt x="128" y="1605"/>
                    <a:pt x="129" y="1605"/>
                  </a:cubicBezTo>
                  <a:lnTo>
                    <a:pt x="129" y="1605"/>
                  </a:lnTo>
                  <a:cubicBezTo>
                    <a:pt x="129" y="1605"/>
                    <a:pt x="129" y="1606"/>
                    <a:pt x="129" y="1609"/>
                  </a:cubicBezTo>
                  <a:lnTo>
                    <a:pt x="129" y="1589"/>
                  </a:lnTo>
                  <a:lnTo>
                    <a:pt x="129" y="1543"/>
                  </a:lnTo>
                  <a:cubicBezTo>
                    <a:pt x="129" y="1427"/>
                    <a:pt x="130" y="1312"/>
                    <a:pt x="140" y="1197"/>
                  </a:cubicBezTo>
                  <a:cubicBezTo>
                    <a:pt x="150" y="1081"/>
                    <a:pt x="163" y="967"/>
                    <a:pt x="179" y="852"/>
                  </a:cubicBezTo>
                  <a:cubicBezTo>
                    <a:pt x="198" y="737"/>
                    <a:pt x="215" y="621"/>
                    <a:pt x="237" y="507"/>
                  </a:cubicBezTo>
                  <a:cubicBezTo>
                    <a:pt x="242" y="480"/>
                    <a:pt x="248" y="451"/>
                    <a:pt x="253" y="424"/>
                  </a:cubicBezTo>
                  <a:cubicBezTo>
                    <a:pt x="258" y="404"/>
                    <a:pt x="242" y="392"/>
                    <a:pt x="227" y="392"/>
                  </a:cubicBezTo>
                  <a:cubicBezTo>
                    <a:pt x="217" y="392"/>
                    <a:pt x="208" y="397"/>
                    <a:pt x="205" y="408"/>
                  </a:cubicBezTo>
                  <a:cubicBezTo>
                    <a:pt x="172" y="521"/>
                    <a:pt x="139" y="636"/>
                    <a:pt x="110" y="749"/>
                  </a:cubicBezTo>
                  <a:cubicBezTo>
                    <a:pt x="81" y="864"/>
                    <a:pt x="62" y="983"/>
                    <a:pt x="44" y="1099"/>
                  </a:cubicBezTo>
                  <a:cubicBezTo>
                    <a:pt x="26" y="1215"/>
                    <a:pt x="14" y="1332"/>
                    <a:pt x="7" y="1449"/>
                  </a:cubicBezTo>
                  <a:cubicBezTo>
                    <a:pt x="0" y="1570"/>
                    <a:pt x="2" y="1693"/>
                    <a:pt x="9" y="1814"/>
                  </a:cubicBezTo>
                  <a:cubicBezTo>
                    <a:pt x="24" y="2023"/>
                    <a:pt x="62" y="2228"/>
                    <a:pt x="125" y="2426"/>
                  </a:cubicBezTo>
                  <a:cubicBezTo>
                    <a:pt x="185" y="2610"/>
                    <a:pt x="272" y="2787"/>
                    <a:pt x="380" y="2949"/>
                  </a:cubicBezTo>
                  <a:cubicBezTo>
                    <a:pt x="487" y="3110"/>
                    <a:pt x="622" y="3255"/>
                    <a:pt x="776" y="3371"/>
                  </a:cubicBezTo>
                  <a:cubicBezTo>
                    <a:pt x="794" y="3384"/>
                    <a:pt x="814" y="3400"/>
                    <a:pt x="833" y="3412"/>
                  </a:cubicBezTo>
                  <a:cubicBezTo>
                    <a:pt x="848" y="3423"/>
                    <a:pt x="867" y="3428"/>
                    <a:pt x="885" y="3428"/>
                  </a:cubicBezTo>
                  <a:cubicBezTo>
                    <a:pt x="911" y="3428"/>
                    <a:pt x="936" y="3417"/>
                    <a:pt x="953" y="3394"/>
                  </a:cubicBezTo>
                  <a:cubicBezTo>
                    <a:pt x="1110" y="3172"/>
                    <a:pt x="1243" y="2931"/>
                    <a:pt x="1340" y="2676"/>
                  </a:cubicBezTo>
                  <a:cubicBezTo>
                    <a:pt x="1437" y="2423"/>
                    <a:pt x="1497" y="2154"/>
                    <a:pt x="1513" y="1884"/>
                  </a:cubicBezTo>
                  <a:cubicBezTo>
                    <a:pt x="1527" y="1637"/>
                    <a:pt x="1502" y="1389"/>
                    <a:pt x="1430" y="1152"/>
                  </a:cubicBezTo>
                  <a:cubicBezTo>
                    <a:pt x="1362" y="921"/>
                    <a:pt x="1256" y="704"/>
                    <a:pt x="1111" y="511"/>
                  </a:cubicBezTo>
                  <a:cubicBezTo>
                    <a:pt x="972" y="328"/>
                    <a:pt x="797" y="167"/>
                    <a:pt x="595" y="55"/>
                  </a:cubicBezTo>
                  <a:cubicBezTo>
                    <a:pt x="566" y="38"/>
                    <a:pt x="535" y="22"/>
                    <a:pt x="506" y="7"/>
                  </a:cubicBezTo>
                  <a:cubicBezTo>
                    <a:pt x="496" y="3"/>
                    <a:pt x="486" y="1"/>
                    <a:pt x="47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240;p40"/>
            <p:cNvSpPr/>
            <p:nvPr/>
          </p:nvSpPr>
          <p:spPr>
            <a:xfrm>
              <a:off x="1492200" y="2409840"/>
              <a:ext cx="35280" cy="34200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342000"/>
                <a:gd name="textAreaBottom" fmla="*/ 342360 h 342000"/>
              </a:gdLst>
              <a:ahLst/>
              <a:cxnLst/>
              <a:rect l="textAreaLeft" t="textAreaTop" r="textAreaRight" b="textAreaBottom"/>
              <a:pathLst>
                <a:path w="315" h="3086">
                  <a:moveTo>
                    <a:pt x="174" y="1"/>
                  </a:moveTo>
                  <a:cubicBezTo>
                    <a:pt x="170" y="1"/>
                    <a:pt x="166" y="3"/>
                    <a:pt x="164" y="9"/>
                  </a:cubicBezTo>
                  <a:cubicBezTo>
                    <a:pt x="148" y="58"/>
                    <a:pt x="127" y="106"/>
                    <a:pt x="117" y="155"/>
                  </a:cubicBezTo>
                  <a:cubicBezTo>
                    <a:pt x="106" y="206"/>
                    <a:pt x="97" y="255"/>
                    <a:pt x="87" y="306"/>
                  </a:cubicBezTo>
                  <a:cubicBezTo>
                    <a:pt x="67" y="405"/>
                    <a:pt x="56" y="503"/>
                    <a:pt x="45" y="603"/>
                  </a:cubicBezTo>
                  <a:cubicBezTo>
                    <a:pt x="23" y="803"/>
                    <a:pt x="11" y="1003"/>
                    <a:pt x="6" y="1204"/>
                  </a:cubicBezTo>
                  <a:cubicBezTo>
                    <a:pt x="0" y="1409"/>
                    <a:pt x="3" y="1617"/>
                    <a:pt x="15" y="1822"/>
                  </a:cubicBezTo>
                  <a:cubicBezTo>
                    <a:pt x="26" y="2023"/>
                    <a:pt x="43" y="2223"/>
                    <a:pt x="73" y="2421"/>
                  </a:cubicBezTo>
                  <a:cubicBezTo>
                    <a:pt x="82" y="2478"/>
                    <a:pt x="90" y="2533"/>
                    <a:pt x="100" y="2589"/>
                  </a:cubicBezTo>
                  <a:cubicBezTo>
                    <a:pt x="106" y="2616"/>
                    <a:pt x="110" y="2645"/>
                    <a:pt x="116" y="2672"/>
                  </a:cubicBezTo>
                  <a:cubicBezTo>
                    <a:pt x="121" y="2704"/>
                    <a:pt x="127" y="2738"/>
                    <a:pt x="139" y="2769"/>
                  </a:cubicBezTo>
                  <a:cubicBezTo>
                    <a:pt x="160" y="2821"/>
                    <a:pt x="174" y="2874"/>
                    <a:pt x="193" y="2926"/>
                  </a:cubicBezTo>
                  <a:cubicBezTo>
                    <a:pt x="198" y="2941"/>
                    <a:pt x="209" y="2952"/>
                    <a:pt x="215" y="2967"/>
                  </a:cubicBezTo>
                  <a:cubicBezTo>
                    <a:pt x="219" y="2974"/>
                    <a:pt x="224" y="2991"/>
                    <a:pt x="229" y="3002"/>
                  </a:cubicBezTo>
                  <a:cubicBezTo>
                    <a:pt x="240" y="3028"/>
                    <a:pt x="251" y="3052"/>
                    <a:pt x="267" y="3076"/>
                  </a:cubicBezTo>
                  <a:cubicBezTo>
                    <a:pt x="271" y="3083"/>
                    <a:pt x="278" y="3086"/>
                    <a:pt x="284" y="3086"/>
                  </a:cubicBezTo>
                  <a:cubicBezTo>
                    <a:pt x="297" y="3086"/>
                    <a:pt x="310" y="3076"/>
                    <a:pt x="312" y="3062"/>
                  </a:cubicBezTo>
                  <a:cubicBezTo>
                    <a:pt x="315" y="3038"/>
                    <a:pt x="313" y="3014"/>
                    <a:pt x="312" y="2990"/>
                  </a:cubicBezTo>
                  <a:cubicBezTo>
                    <a:pt x="310" y="2975"/>
                    <a:pt x="310" y="2963"/>
                    <a:pt x="309" y="2950"/>
                  </a:cubicBezTo>
                  <a:cubicBezTo>
                    <a:pt x="308" y="2937"/>
                    <a:pt x="310" y="2931"/>
                    <a:pt x="310" y="2919"/>
                  </a:cubicBezTo>
                  <a:cubicBezTo>
                    <a:pt x="312" y="2893"/>
                    <a:pt x="307" y="2864"/>
                    <a:pt x="302" y="2838"/>
                  </a:cubicBezTo>
                  <a:cubicBezTo>
                    <a:pt x="299" y="2813"/>
                    <a:pt x="298" y="2787"/>
                    <a:pt x="293" y="2760"/>
                  </a:cubicBezTo>
                  <a:cubicBezTo>
                    <a:pt x="292" y="2760"/>
                    <a:pt x="292" y="2759"/>
                    <a:pt x="292" y="2759"/>
                  </a:cubicBezTo>
                  <a:lnTo>
                    <a:pt x="292" y="2759"/>
                  </a:lnTo>
                  <a:cubicBezTo>
                    <a:pt x="292" y="2758"/>
                    <a:pt x="292" y="2756"/>
                    <a:pt x="293" y="2755"/>
                  </a:cubicBezTo>
                  <a:lnTo>
                    <a:pt x="293" y="2721"/>
                  </a:lnTo>
                  <a:lnTo>
                    <a:pt x="288" y="2688"/>
                  </a:lnTo>
                  <a:cubicBezTo>
                    <a:pt x="285" y="2661"/>
                    <a:pt x="279" y="2637"/>
                    <a:pt x="274" y="2611"/>
                  </a:cubicBezTo>
                  <a:cubicBezTo>
                    <a:pt x="264" y="2561"/>
                    <a:pt x="255" y="2512"/>
                    <a:pt x="248" y="2463"/>
                  </a:cubicBezTo>
                  <a:cubicBezTo>
                    <a:pt x="215" y="2265"/>
                    <a:pt x="186" y="2066"/>
                    <a:pt x="166" y="1866"/>
                  </a:cubicBezTo>
                  <a:cubicBezTo>
                    <a:pt x="156" y="1767"/>
                    <a:pt x="149" y="1669"/>
                    <a:pt x="142" y="1570"/>
                  </a:cubicBezTo>
                  <a:cubicBezTo>
                    <a:pt x="139" y="1520"/>
                    <a:pt x="137" y="1473"/>
                    <a:pt x="136" y="1424"/>
                  </a:cubicBezTo>
                  <a:cubicBezTo>
                    <a:pt x="133" y="1400"/>
                    <a:pt x="133" y="1375"/>
                    <a:pt x="132" y="1352"/>
                  </a:cubicBezTo>
                  <a:lnTo>
                    <a:pt x="132" y="1344"/>
                  </a:lnTo>
                  <a:lnTo>
                    <a:pt x="132" y="1325"/>
                  </a:lnTo>
                  <a:cubicBezTo>
                    <a:pt x="132" y="1311"/>
                    <a:pt x="132" y="1298"/>
                    <a:pt x="131" y="1284"/>
                  </a:cubicBezTo>
                  <a:cubicBezTo>
                    <a:pt x="127" y="1084"/>
                    <a:pt x="131" y="883"/>
                    <a:pt x="143" y="684"/>
                  </a:cubicBezTo>
                  <a:cubicBezTo>
                    <a:pt x="150" y="573"/>
                    <a:pt x="162" y="463"/>
                    <a:pt x="171" y="351"/>
                  </a:cubicBezTo>
                  <a:cubicBezTo>
                    <a:pt x="175" y="295"/>
                    <a:pt x="178" y="239"/>
                    <a:pt x="184" y="183"/>
                  </a:cubicBezTo>
                  <a:cubicBezTo>
                    <a:pt x="186" y="170"/>
                    <a:pt x="187" y="156"/>
                    <a:pt x="188" y="144"/>
                  </a:cubicBezTo>
                  <a:cubicBezTo>
                    <a:pt x="189" y="129"/>
                    <a:pt x="187" y="114"/>
                    <a:pt x="187" y="97"/>
                  </a:cubicBezTo>
                  <a:cubicBezTo>
                    <a:pt x="187" y="69"/>
                    <a:pt x="187" y="41"/>
                    <a:pt x="188" y="13"/>
                  </a:cubicBezTo>
                  <a:cubicBezTo>
                    <a:pt x="188" y="6"/>
                    <a:pt x="181" y="1"/>
                    <a:pt x="17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241;p40"/>
            <p:cNvSpPr/>
            <p:nvPr/>
          </p:nvSpPr>
          <p:spPr>
            <a:xfrm>
              <a:off x="1516320" y="2748240"/>
              <a:ext cx="44280" cy="486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48600"/>
                <a:gd name="textAreaBottom" fmla="*/ 48960 h 48600"/>
              </a:gdLst>
              <a:ahLst/>
              <a:cxnLst/>
              <a:rect l="textAreaLeft" t="textAreaTop" r="textAreaRight" b="textAreaBottom"/>
              <a:pathLst>
                <a:path w="395" h="440">
                  <a:moveTo>
                    <a:pt x="70" y="73"/>
                  </a:moveTo>
                  <a:lnTo>
                    <a:pt x="70" y="73"/>
                  </a:lnTo>
                  <a:cubicBezTo>
                    <a:pt x="66" y="77"/>
                    <a:pt x="63" y="81"/>
                    <a:pt x="59" y="86"/>
                  </a:cubicBezTo>
                  <a:cubicBezTo>
                    <a:pt x="62" y="81"/>
                    <a:pt x="66" y="77"/>
                    <a:pt x="70" y="73"/>
                  </a:cubicBezTo>
                  <a:close/>
                  <a:moveTo>
                    <a:pt x="213" y="0"/>
                  </a:moveTo>
                  <a:cubicBezTo>
                    <a:pt x="208" y="0"/>
                    <a:pt x="203" y="1"/>
                    <a:pt x="198" y="2"/>
                  </a:cubicBezTo>
                  <a:cubicBezTo>
                    <a:pt x="186" y="4"/>
                    <a:pt x="174" y="9"/>
                    <a:pt x="163" y="15"/>
                  </a:cubicBezTo>
                  <a:lnTo>
                    <a:pt x="163" y="15"/>
                  </a:lnTo>
                  <a:cubicBezTo>
                    <a:pt x="166" y="14"/>
                    <a:pt x="169" y="12"/>
                    <a:pt x="172" y="10"/>
                  </a:cubicBezTo>
                  <a:lnTo>
                    <a:pt x="172" y="10"/>
                  </a:lnTo>
                  <a:cubicBezTo>
                    <a:pt x="165" y="14"/>
                    <a:pt x="159" y="17"/>
                    <a:pt x="153" y="21"/>
                  </a:cubicBezTo>
                  <a:lnTo>
                    <a:pt x="153" y="21"/>
                  </a:lnTo>
                  <a:cubicBezTo>
                    <a:pt x="145" y="24"/>
                    <a:pt x="137" y="27"/>
                    <a:pt x="130" y="30"/>
                  </a:cubicBezTo>
                  <a:cubicBezTo>
                    <a:pt x="128" y="31"/>
                    <a:pt x="126" y="31"/>
                    <a:pt x="125" y="32"/>
                  </a:cubicBezTo>
                  <a:cubicBezTo>
                    <a:pt x="100" y="44"/>
                    <a:pt x="87" y="55"/>
                    <a:pt x="71" y="72"/>
                  </a:cubicBezTo>
                  <a:lnTo>
                    <a:pt x="71" y="72"/>
                  </a:lnTo>
                  <a:cubicBezTo>
                    <a:pt x="52" y="91"/>
                    <a:pt x="36" y="113"/>
                    <a:pt x="26" y="138"/>
                  </a:cubicBezTo>
                  <a:lnTo>
                    <a:pt x="26" y="138"/>
                  </a:lnTo>
                  <a:cubicBezTo>
                    <a:pt x="20" y="148"/>
                    <a:pt x="16" y="158"/>
                    <a:pt x="13" y="168"/>
                  </a:cubicBezTo>
                  <a:cubicBezTo>
                    <a:pt x="4" y="201"/>
                    <a:pt x="1" y="214"/>
                    <a:pt x="2" y="246"/>
                  </a:cubicBezTo>
                  <a:cubicBezTo>
                    <a:pt x="4" y="277"/>
                    <a:pt x="4" y="282"/>
                    <a:pt x="16" y="316"/>
                  </a:cubicBezTo>
                  <a:cubicBezTo>
                    <a:pt x="17" y="318"/>
                    <a:pt x="18" y="323"/>
                    <a:pt x="20" y="326"/>
                  </a:cubicBezTo>
                  <a:cubicBezTo>
                    <a:pt x="38" y="360"/>
                    <a:pt x="55" y="382"/>
                    <a:pt x="87" y="406"/>
                  </a:cubicBezTo>
                  <a:cubicBezTo>
                    <a:pt x="99" y="414"/>
                    <a:pt x="114" y="420"/>
                    <a:pt x="126" y="428"/>
                  </a:cubicBezTo>
                  <a:cubicBezTo>
                    <a:pt x="142" y="436"/>
                    <a:pt x="159" y="439"/>
                    <a:pt x="176" y="439"/>
                  </a:cubicBezTo>
                  <a:cubicBezTo>
                    <a:pt x="181" y="439"/>
                    <a:pt x="187" y="439"/>
                    <a:pt x="193" y="438"/>
                  </a:cubicBezTo>
                  <a:cubicBezTo>
                    <a:pt x="195" y="438"/>
                    <a:pt x="198" y="438"/>
                    <a:pt x="200" y="438"/>
                  </a:cubicBezTo>
                  <a:cubicBezTo>
                    <a:pt x="213" y="438"/>
                    <a:pt x="226" y="436"/>
                    <a:pt x="237" y="431"/>
                  </a:cubicBezTo>
                  <a:cubicBezTo>
                    <a:pt x="259" y="427"/>
                    <a:pt x="278" y="416"/>
                    <a:pt x="296" y="403"/>
                  </a:cubicBezTo>
                  <a:cubicBezTo>
                    <a:pt x="308" y="392"/>
                    <a:pt x="320" y="382"/>
                    <a:pt x="331" y="367"/>
                  </a:cubicBezTo>
                  <a:lnTo>
                    <a:pt x="334" y="364"/>
                  </a:lnTo>
                  <a:cubicBezTo>
                    <a:pt x="341" y="350"/>
                    <a:pt x="350" y="338"/>
                    <a:pt x="356" y="324"/>
                  </a:cubicBezTo>
                  <a:cubicBezTo>
                    <a:pt x="357" y="318"/>
                    <a:pt x="361" y="313"/>
                    <a:pt x="362" y="307"/>
                  </a:cubicBezTo>
                  <a:cubicBezTo>
                    <a:pt x="363" y="300"/>
                    <a:pt x="366" y="294"/>
                    <a:pt x="368" y="288"/>
                  </a:cubicBezTo>
                  <a:lnTo>
                    <a:pt x="368" y="288"/>
                  </a:lnTo>
                  <a:cubicBezTo>
                    <a:pt x="372" y="281"/>
                    <a:pt x="376" y="273"/>
                    <a:pt x="379" y="266"/>
                  </a:cubicBezTo>
                  <a:cubicBezTo>
                    <a:pt x="381" y="263"/>
                    <a:pt x="381" y="261"/>
                    <a:pt x="383" y="258"/>
                  </a:cubicBezTo>
                  <a:cubicBezTo>
                    <a:pt x="386" y="247"/>
                    <a:pt x="389" y="235"/>
                    <a:pt x="390" y="223"/>
                  </a:cubicBezTo>
                  <a:cubicBezTo>
                    <a:pt x="390" y="222"/>
                    <a:pt x="390" y="218"/>
                    <a:pt x="392" y="217"/>
                  </a:cubicBezTo>
                  <a:cubicBezTo>
                    <a:pt x="393" y="210"/>
                    <a:pt x="393" y="201"/>
                    <a:pt x="392" y="193"/>
                  </a:cubicBezTo>
                  <a:lnTo>
                    <a:pt x="392" y="193"/>
                  </a:lnTo>
                  <a:cubicBezTo>
                    <a:pt x="394" y="176"/>
                    <a:pt x="395" y="159"/>
                    <a:pt x="392" y="140"/>
                  </a:cubicBezTo>
                  <a:cubicBezTo>
                    <a:pt x="388" y="115"/>
                    <a:pt x="378" y="92"/>
                    <a:pt x="362" y="73"/>
                  </a:cubicBezTo>
                  <a:cubicBezTo>
                    <a:pt x="351" y="58"/>
                    <a:pt x="336" y="46"/>
                    <a:pt x="320" y="39"/>
                  </a:cubicBezTo>
                  <a:lnTo>
                    <a:pt x="320" y="39"/>
                  </a:lnTo>
                  <a:cubicBezTo>
                    <a:pt x="316" y="35"/>
                    <a:pt x="312" y="32"/>
                    <a:pt x="309" y="30"/>
                  </a:cubicBezTo>
                  <a:cubicBezTo>
                    <a:pt x="297" y="20"/>
                    <a:pt x="284" y="14"/>
                    <a:pt x="270" y="10"/>
                  </a:cubicBezTo>
                  <a:lnTo>
                    <a:pt x="270" y="10"/>
                  </a:lnTo>
                  <a:cubicBezTo>
                    <a:pt x="259" y="5"/>
                    <a:pt x="247" y="4"/>
                    <a:pt x="237" y="2"/>
                  </a:cubicBezTo>
                  <a:cubicBezTo>
                    <a:pt x="231" y="1"/>
                    <a:pt x="224" y="0"/>
                    <a:pt x="218" y="0"/>
                  </a:cubicBezTo>
                  <a:cubicBezTo>
                    <a:pt x="218" y="0"/>
                    <a:pt x="218" y="0"/>
                    <a:pt x="218" y="0"/>
                  </a:cubicBezTo>
                  <a:lnTo>
                    <a:pt x="218" y="0"/>
                  </a:lnTo>
                  <a:cubicBezTo>
                    <a:pt x="216" y="0"/>
                    <a:pt x="215" y="0"/>
                    <a:pt x="21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480" bIns="24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242;p40"/>
            <p:cNvSpPr/>
            <p:nvPr/>
          </p:nvSpPr>
          <p:spPr>
            <a:xfrm>
              <a:off x="1340280" y="2940840"/>
              <a:ext cx="92160" cy="10800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108000"/>
                <a:gd name="textAreaBottom" fmla="*/ 108360 h 108000"/>
              </a:gdLst>
              <a:ahLst/>
              <a:cxnLst/>
              <a:rect l="textAreaLeft" t="textAreaTop" r="textAreaRight" b="textAreaBottom"/>
              <a:pathLst>
                <a:path w="816" h="978">
                  <a:moveTo>
                    <a:pt x="705" y="214"/>
                  </a:moveTo>
                  <a:cubicBezTo>
                    <a:pt x="700" y="216"/>
                    <a:pt x="694" y="220"/>
                    <a:pt x="695" y="220"/>
                  </a:cubicBezTo>
                  <a:cubicBezTo>
                    <a:pt x="695" y="220"/>
                    <a:pt x="697" y="219"/>
                    <a:pt x="700" y="217"/>
                  </a:cubicBezTo>
                  <a:cubicBezTo>
                    <a:pt x="702" y="216"/>
                    <a:pt x="703" y="215"/>
                    <a:pt x="705" y="214"/>
                  </a:cubicBezTo>
                  <a:close/>
                  <a:moveTo>
                    <a:pt x="511" y="368"/>
                  </a:moveTo>
                  <a:cubicBezTo>
                    <a:pt x="510" y="369"/>
                    <a:pt x="510" y="370"/>
                    <a:pt x="509" y="371"/>
                  </a:cubicBezTo>
                  <a:lnTo>
                    <a:pt x="509" y="371"/>
                  </a:lnTo>
                  <a:cubicBezTo>
                    <a:pt x="506" y="374"/>
                    <a:pt x="503" y="377"/>
                    <a:pt x="500" y="379"/>
                  </a:cubicBezTo>
                  <a:cubicBezTo>
                    <a:pt x="504" y="376"/>
                    <a:pt x="507" y="372"/>
                    <a:pt x="511" y="368"/>
                  </a:cubicBezTo>
                  <a:close/>
                  <a:moveTo>
                    <a:pt x="508" y="373"/>
                  </a:moveTo>
                  <a:cubicBezTo>
                    <a:pt x="507" y="374"/>
                    <a:pt x="506" y="375"/>
                    <a:pt x="506" y="376"/>
                  </a:cubicBezTo>
                  <a:cubicBezTo>
                    <a:pt x="504" y="378"/>
                    <a:pt x="502" y="380"/>
                    <a:pt x="501" y="382"/>
                  </a:cubicBezTo>
                  <a:lnTo>
                    <a:pt x="501" y="382"/>
                  </a:lnTo>
                  <a:cubicBezTo>
                    <a:pt x="500" y="382"/>
                    <a:pt x="500" y="382"/>
                    <a:pt x="500" y="382"/>
                  </a:cubicBezTo>
                  <a:lnTo>
                    <a:pt x="500" y="382"/>
                  </a:lnTo>
                  <a:cubicBezTo>
                    <a:pt x="502" y="379"/>
                    <a:pt x="505" y="376"/>
                    <a:pt x="508" y="373"/>
                  </a:cubicBezTo>
                  <a:close/>
                  <a:moveTo>
                    <a:pt x="369" y="530"/>
                  </a:moveTo>
                  <a:cubicBezTo>
                    <a:pt x="368" y="531"/>
                    <a:pt x="368" y="531"/>
                    <a:pt x="367" y="532"/>
                  </a:cubicBezTo>
                  <a:lnTo>
                    <a:pt x="367" y="532"/>
                  </a:lnTo>
                  <a:lnTo>
                    <a:pt x="366" y="533"/>
                  </a:lnTo>
                  <a:lnTo>
                    <a:pt x="366" y="533"/>
                  </a:lnTo>
                  <a:cubicBezTo>
                    <a:pt x="367" y="533"/>
                    <a:pt x="368" y="531"/>
                    <a:pt x="369" y="530"/>
                  </a:cubicBezTo>
                  <a:close/>
                  <a:moveTo>
                    <a:pt x="496" y="683"/>
                  </a:moveTo>
                  <a:lnTo>
                    <a:pt x="496" y="683"/>
                  </a:lnTo>
                  <a:cubicBezTo>
                    <a:pt x="494" y="687"/>
                    <a:pt x="494" y="688"/>
                    <a:pt x="494" y="688"/>
                  </a:cubicBezTo>
                  <a:cubicBezTo>
                    <a:pt x="493" y="688"/>
                    <a:pt x="494" y="686"/>
                    <a:pt x="496" y="683"/>
                  </a:cubicBezTo>
                  <a:close/>
                  <a:moveTo>
                    <a:pt x="92" y="748"/>
                  </a:moveTo>
                  <a:lnTo>
                    <a:pt x="92" y="748"/>
                  </a:lnTo>
                  <a:cubicBezTo>
                    <a:pt x="89" y="750"/>
                    <a:pt x="86" y="752"/>
                    <a:pt x="83" y="754"/>
                  </a:cubicBezTo>
                  <a:cubicBezTo>
                    <a:pt x="86" y="752"/>
                    <a:pt x="89" y="750"/>
                    <a:pt x="92" y="748"/>
                  </a:cubicBezTo>
                  <a:close/>
                  <a:moveTo>
                    <a:pt x="724" y="1"/>
                  </a:moveTo>
                  <a:cubicBezTo>
                    <a:pt x="712" y="1"/>
                    <a:pt x="699" y="3"/>
                    <a:pt x="687" y="7"/>
                  </a:cubicBezTo>
                  <a:cubicBezTo>
                    <a:pt x="617" y="31"/>
                    <a:pt x="554" y="70"/>
                    <a:pt x="494" y="110"/>
                  </a:cubicBezTo>
                  <a:cubicBezTo>
                    <a:pt x="437" y="149"/>
                    <a:pt x="386" y="193"/>
                    <a:pt x="338" y="240"/>
                  </a:cubicBezTo>
                  <a:cubicBezTo>
                    <a:pt x="230" y="344"/>
                    <a:pt x="146" y="470"/>
                    <a:pt x="87" y="609"/>
                  </a:cubicBezTo>
                  <a:cubicBezTo>
                    <a:pt x="54" y="686"/>
                    <a:pt x="30" y="767"/>
                    <a:pt x="14" y="849"/>
                  </a:cubicBezTo>
                  <a:cubicBezTo>
                    <a:pt x="0" y="916"/>
                    <a:pt x="66" y="977"/>
                    <a:pt x="130" y="977"/>
                  </a:cubicBezTo>
                  <a:cubicBezTo>
                    <a:pt x="146" y="977"/>
                    <a:pt x="161" y="974"/>
                    <a:pt x="175" y="966"/>
                  </a:cubicBezTo>
                  <a:cubicBezTo>
                    <a:pt x="238" y="929"/>
                    <a:pt x="298" y="891"/>
                    <a:pt x="352" y="845"/>
                  </a:cubicBezTo>
                  <a:cubicBezTo>
                    <a:pt x="375" y="824"/>
                    <a:pt x="398" y="803"/>
                    <a:pt x="419" y="781"/>
                  </a:cubicBezTo>
                  <a:cubicBezTo>
                    <a:pt x="435" y="765"/>
                    <a:pt x="452" y="747"/>
                    <a:pt x="467" y="731"/>
                  </a:cubicBezTo>
                  <a:cubicBezTo>
                    <a:pt x="473" y="725"/>
                    <a:pt x="478" y="720"/>
                    <a:pt x="483" y="713"/>
                  </a:cubicBezTo>
                  <a:cubicBezTo>
                    <a:pt x="490" y="702"/>
                    <a:pt x="495" y="691"/>
                    <a:pt x="498" y="680"/>
                  </a:cubicBezTo>
                  <a:lnTo>
                    <a:pt x="498" y="680"/>
                  </a:lnTo>
                  <a:cubicBezTo>
                    <a:pt x="499" y="680"/>
                    <a:pt x="499" y="679"/>
                    <a:pt x="499" y="679"/>
                  </a:cubicBezTo>
                  <a:cubicBezTo>
                    <a:pt x="501" y="675"/>
                    <a:pt x="505" y="671"/>
                    <a:pt x="507" y="668"/>
                  </a:cubicBezTo>
                  <a:lnTo>
                    <a:pt x="523" y="643"/>
                  </a:lnTo>
                  <a:cubicBezTo>
                    <a:pt x="534" y="626"/>
                    <a:pt x="544" y="610"/>
                    <a:pt x="555" y="593"/>
                  </a:cubicBezTo>
                  <a:cubicBezTo>
                    <a:pt x="567" y="571"/>
                    <a:pt x="581" y="549"/>
                    <a:pt x="592" y="528"/>
                  </a:cubicBezTo>
                  <a:cubicBezTo>
                    <a:pt x="605" y="501"/>
                    <a:pt x="620" y="475"/>
                    <a:pt x="617" y="447"/>
                  </a:cubicBezTo>
                  <a:lnTo>
                    <a:pt x="617" y="447"/>
                  </a:lnTo>
                  <a:cubicBezTo>
                    <a:pt x="621" y="438"/>
                    <a:pt x="626" y="428"/>
                    <a:pt x="628" y="418"/>
                  </a:cubicBezTo>
                  <a:cubicBezTo>
                    <a:pt x="634" y="400"/>
                    <a:pt x="640" y="380"/>
                    <a:pt x="647" y="363"/>
                  </a:cubicBezTo>
                  <a:lnTo>
                    <a:pt x="664" y="306"/>
                  </a:lnTo>
                  <a:cubicBezTo>
                    <a:pt x="669" y="285"/>
                    <a:pt x="669" y="263"/>
                    <a:pt x="670" y="242"/>
                  </a:cubicBezTo>
                  <a:cubicBezTo>
                    <a:pt x="671" y="240"/>
                    <a:pt x="671" y="238"/>
                    <a:pt x="670" y="236"/>
                  </a:cubicBezTo>
                  <a:lnTo>
                    <a:pt x="670" y="236"/>
                  </a:lnTo>
                  <a:cubicBezTo>
                    <a:pt x="670" y="235"/>
                    <a:pt x="670" y="235"/>
                    <a:pt x="670" y="235"/>
                  </a:cubicBezTo>
                  <a:cubicBezTo>
                    <a:pt x="677" y="231"/>
                    <a:pt x="683" y="227"/>
                    <a:pt x="689" y="223"/>
                  </a:cubicBezTo>
                  <a:cubicBezTo>
                    <a:pt x="692" y="220"/>
                    <a:pt x="701" y="214"/>
                    <a:pt x="706" y="213"/>
                  </a:cubicBezTo>
                  <a:lnTo>
                    <a:pt x="706" y="213"/>
                  </a:lnTo>
                  <a:cubicBezTo>
                    <a:pt x="705" y="213"/>
                    <a:pt x="705" y="213"/>
                    <a:pt x="705" y="214"/>
                  </a:cubicBezTo>
                  <a:lnTo>
                    <a:pt x="705" y="214"/>
                  </a:lnTo>
                  <a:cubicBezTo>
                    <a:pt x="706" y="213"/>
                    <a:pt x="707" y="212"/>
                    <a:pt x="708" y="212"/>
                  </a:cubicBezTo>
                  <a:cubicBezTo>
                    <a:pt x="707" y="212"/>
                    <a:pt x="707" y="212"/>
                    <a:pt x="706" y="213"/>
                  </a:cubicBezTo>
                  <a:lnTo>
                    <a:pt x="706" y="213"/>
                  </a:lnTo>
                  <a:cubicBezTo>
                    <a:pt x="707" y="212"/>
                    <a:pt x="708" y="212"/>
                    <a:pt x="709" y="211"/>
                  </a:cubicBezTo>
                  <a:cubicBezTo>
                    <a:pt x="721" y="204"/>
                    <a:pt x="733" y="196"/>
                    <a:pt x="744" y="187"/>
                  </a:cubicBezTo>
                  <a:lnTo>
                    <a:pt x="781" y="163"/>
                  </a:lnTo>
                  <a:cubicBezTo>
                    <a:pt x="799" y="152"/>
                    <a:pt x="813" y="121"/>
                    <a:pt x="814" y="101"/>
                  </a:cubicBezTo>
                  <a:cubicBezTo>
                    <a:pt x="815" y="81"/>
                    <a:pt x="812" y="61"/>
                    <a:pt x="801" y="44"/>
                  </a:cubicBezTo>
                  <a:cubicBezTo>
                    <a:pt x="783" y="14"/>
                    <a:pt x="755" y="1"/>
                    <a:pt x="72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000" bIns="54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243;p40"/>
            <p:cNvSpPr/>
            <p:nvPr/>
          </p:nvSpPr>
          <p:spPr>
            <a:xfrm>
              <a:off x="1392840" y="2927520"/>
              <a:ext cx="57600" cy="16056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160560"/>
                <a:gd name="textAreaBottom" fmla="*/ 160920 h 160560"/>
              </a:gdLst>
              <a:ahLst/>
              <a:cxnLst/>
              <a:rect l="textAreaLeft" t="textAreaTop" r="textAreaRight" b="textAreaBottom"/>
              <a:pathLst>
                <a:path w="511" h="1452">
                  <a:moveTo>
                    <a:pt x="286" y="0"/>
                  </a:moveTo>
                  <a:cubicBezTo>
                    <a:pt x="284" y="0"/>
                    <a:pt x="282" y="0"/>
                    <a:pt x="280" y="0"/>
                  </a:cubicBezTo>
                  <a:cubicBezTo>
                    <a:pt x="258" y="1"/>
                    <a:pt x="232" y="7"/>
                    <a:pt x="211" y="18"/>
                  </a:cubicBezTo>
                  <a:lnTo>
                    <a:pt x="211" y="18"/>
                  </a:lnTo>
                  <a:cubicBezTo>
                    <a:pt x="119" y="56"/>
                    <a:pt x="99" y="162"/>
                    <a:pt x="87" y="255"/>
                  </a:cubicBezTo>
                  <a:lnTo>
                    <a:pt x="87" y="255"/>
                  </a:lnTo>
                  <a:cubicBezTo>
                    <a:pt x="87" y="255"/>
                    <a:pt x="87" y="255"/>
                    <a:pt x="87" y="255"/>
                  </a:cubicBezTo>
                  <a:cubicBezTo>
                    <a:pt x="81" y="269"/>
                    <a:pt x="73" y="301"/>
                    <a:pt x="72" y="316"/>
                  </a:cubicBezTo>
                  <a:cubicBezTo>
                    <a:pt x="72" y="319"/>
                    <a:pt x="72" y="323"/>
                    <a:pt x="71" y="325"/>
                  </a:cubicBezTo>
                  <a:cubicBezTo>
                    <a:pt x="70" y="341"/>
                    <a:pt x="70" y="356"/>
                    <a:pt x="70" y="370"/>
                  </a:cubicBezTo>
                  <a:cubicBezTo>
                    <a:pt x="68" y="398"/>
                    <a:pt x="68" y="428"/>
                    <a:pt x="67" y="455"/>
                  </a:cubicBezTo>
                  <a:cubicBezTo>
                    <a:pt x="65" y="511"/>
                    <a:pt x="60" y="567"/>
                    <a:pt x="55" y="622"/>
                  </a:cubicBezTo>
                  <a:cubicBezTo>
                    <a:pt x="49" y="677"/>
                    <a:pt x="46" y="732"/>
                    <a:pt x="41" y="787"/>
                  </a:cubicBezTo>
                  <a:cubicBezTo>
                    <a:pt x="35" y="843"/>
                    <a:pt x="27" y="898"/>
                    <a:pt x="22" y="955"/>
                  </a:cubicBezTo>
                  <a:cubicBezTo>
                    <a:pt x="19" y="985"/>
                    <a:pt x="15" y="1016"/>
                    <a:pt x="11" y="1048"/>
                  </a:cubicBezTo>
                  <a:cubicBezTo>
                    <a:pt x="5" y="1088"/>
                    <a:pt x="4" y="1128"/>
                    <a:pt x="5" y="1168"/>
                  </a:cubicBezTo>
                  <a:lnTo>
                    <a:pt x="5" y="1168"/>
                  </a:lnTo>
                  <a:cubicBezTo>
                    <a:pt x="5" y="1158"/>
                    <a:pt x="4" y="1148"/>
                    <a:pt x="4" y="1138"/>
                  </a:cubicBezTo>
                  <a:lnTo>
                    <a:pt x="4" y="1205"/>
                  </a:lnTo>
                  <a:cubicBezTo>
                    <a:pt x="4" y="1216"/>
                    <a:pt x="4" y="1227"/>
                    <a:pt x="2" y="1237"/>
                  </a:cubicBezTo>
                  <a:cubicBezTo>
                    <a:pt x="2" y="1255"/>
                    <a:pt x="1" y="1274"/>
                    <a:pt x="4" y="1291"/>
                  </a:cubicBezTo>
                  <a:cubicBezTo>
                    <a:pt x="7" y="1304"/>
                    <a:pt x="11" y="1318"/>
                    <a:pt x="16" y="1330"/>
                  </a:cubicBezTo>
                  <a:lnTo>
                    <a:pt x="16" y="1330"/>
                  </a:lnTo>
                  <a:cubicBezTo>
                    <a:pt x="16" y="1331"/>
                    <a:pt x="16" y="1332"/>
                    <a:pt x="16" y="1334"/>
                  </a:cubicBezTo>
                  <a:cubicBezTo>
                    <a:pt x="21" y="1369"/>
                    <a:pt x="42" y="1402"/>
                    <a:pt x="70" y="1423"/>
                  </a:cubicBezTo>
                  <a:lnTo>
                    <a:pt x="70" y="1423"/>
                  </a:lnTo>
                  <a:cubicBezTo>
                    <a:pt x="79" y="1433"/>
                    <a:pt x="90" y="1441"/>
                    <a:pt x="103" y="1447"/>
                  </a:cubicBezTo>
                  <a:cubicBezTo>
                    <a:pt x="112" y="1450"/>
                    <a:pt x="122" y="1451"/>
                    <a:pt x="132" y="1451"/>
                  </a:cubicBezTo>
                  <a:cubicBezTo>
                    <a:pt x="143" y="1451"/>
                    <a:pt x="154" y="1450"/>
                    <a:pt x="164" y="1446"/>
                  </a:cubicBezTo>
                  <a:lnTo>
                    <a:pt x="164" y="1446"/>
                  </a:lnTo>
                  <a:cubicBezTo>
                    <a:pt x="198" y="1442"/>
                    <a:pt x="228" y="1428"/>
                    <a:pt x="254" y="1400"/>
                  </a:cubicBezTo>
                  <a:lnTo>
                    <a:pt x="254" y="1400"/>
                  </a:lnTo>
                  <a:cubicBezTo>
                    <a:pt x="264" y="1393"/>
                    <a:pt x="274" y="1385"/>
                    <a:pt x="283" y="1375"/>
                  </a:cubicBezTo>
                  <a:cubicBezTo>
                    <a:pt x="292" y="1366"/>
                    <a:pt x="299" y="1355"/>
                    <a:pt x="306" y="1345"/>
                  </a:cubicBezTo>
                  <a:lnTo>
                    <a:pt x="306" y="1345"/>
                  </a:lnTo>
                  <a:cubicBezTo>
                    <a:pt x="304" y="1348"/>
                    <a:pt x="302" y="1350"/>
                    <a:pt x="301" y="1353"/>
                  </a:cubicBezTo>
                  <a:lnTo>
                    <a:pt x="322" y="1317"/>
                  </a:lnTo>
                  <a:lnTo>
                    <a:pt x="322" y="1317"/>
                  </a:lnTo>
                  <a:cubicBezTo>
                    <a:pt x="316" y="1327"/>
                    <a:pt x="311" y="1336"/>
                    <a:pt x="306" y="1345"/>
                  </a:cubicBezTo>
                  <a:lnTo>
                    <a:pt x="306" y="1345"/>
                  </a:lnTo>
                  <a:cubicBezTo>
                    <a:pt x="327" y="1306"/>
                    <a:pt x="351" y="1266"/>
                    <a:pt x="371" y="1225"/>
                  </a:cubicBezTo>
                  <a:lnTo>
                    <a:pt x="371" y="1225"/>
                  </a:lnTo>
                  <a:cubicBezTo>
                    <a:pt x="369" y="1228"/>
                    <a:pt x="368" y="1231"/>
                    <a:pt x="366" y="1234"/>
                  </a:cubicBezTo>
                  <a:lnTo>
                    <a:pt x="366" y="1234"/>
                  </a:lnTo>
                  <a:cubicBezTo>
                    <a:pt x="379" y="1208"/>
                    <a:pt x="391" y="1182"/>
                    <a:pt x="401" y="1155"/>
                  </a:cubicBezTo>
                  <a:cubicBezTo>
                    <a:pt x="411" y="1127"/>
                    <a:pt x="417" y="1100"/>
                    <a:pt x="425" y="1072"/>
                  </a:cubicBezTo>
                  <a:cubicBezTo>
                    <a:pt x="445" y="1002"/>
                    <a:pt x="461" y="931"/>
                    <a:pt x="474" y="858"/>
                  </a:cubicBezTo>
                  <a:cubicBezTo>
                    <a:pt x="484" y="802"/>
                    <a:pt x="494" y="746"/>
                    <a:pt x="500" y="688"/>
                  </a:cubicBezTo>
                  <a:cubicBezTo>
                    <a:pt x="505" y="632"/>
                    <a:pt x="507" y="576"/>
                    <a:pt x="509" y="521"/>
                  </a:cubicBezTo>
                  <a:cubicBezTo>
                    <a:pt x="511" y="488"/>
                    <a:pt x="511" y="456"/>
                    <a:pt x="511" y="423"/>
                  </a:cubicBezTo>
                  <a:cubicBezTo>
                    <a:pt x="511" y="390"/>
                    <a:pt x="509" y="357"/>
                    <a:pt x="507" y="325"/>
                  </a:cubicBezTo>
                  <a:cubicBezTo>
                    <a:pt x="507" y="318"/>
                    <a:pt x="506" y="309"/>
                    <a:pt x="505" y="299"/>
                  </a:cubicBezTo>
                  <a:cubicBezTo>
                    <a:pt x="503" y="284"/>
                    <a:pt x="498" y="271"/>
                    <a:pt x="492" y="257"/>
                  </a:cubicBezTo>
                  <a:lnTo>
                    <a:pt x="492" y="257"/>
                  </a:lnTo>
                  <a:cubicBezTo>
                    <a:pt x="490" y="238"/>
                    <a:pt x="486" y="218"/>
                    <a:pt x="482" y="199"/>
                  </a:cubicBezTo>
                  <a:cubicBezTo>
                    <a:pt x="476" y="172"/>
                    <a:pt x="466" y="143"/>
                    <a:pt x="452" y="117"/>
                  </a:cubicBezTo>
                  <a:cubicBezTo>
                    <a:pt x="445" y="99"/>
                    <a:pt x="435" y="82"/>
                    <a:pt x="424" y="67"/>
                  </a:cubicBezTo>
                  <a:cubicBezTo>
                    <a:pt x="402" y="41"/>
                    <a:pt x="376" y="24"/>
                    <a:pt x="347" y="14"/>
                  </a:cubicBezTo>
                  <a:lnTo>
                    <a:pt x="347" y="14"/>
                  </a:lnTo>
                  <a:cubicBezTo>
                    <a:pt x="328" y="4"/>
                    <a:pt x="307" y="0"/>
                    <a:pt x="28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244;p40"/>
            <p:cNvSpPr/>
            <p:nvPr/>
          </p:nvSpPr>
          <p:spPr>
            <a:xfrm>
              <a:off x="1422360" y="2953800"/>
              <a:ext cx="85680" cy="12852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759" h="1162">
                  <a:moveTo>
                    <a:pt x="467" y="923"/>
                  </a:moveTo>
                  <a:cubicBezTo>
                    <a:pt x="468" y="926"/>
                    <a:pt x="469" y="929"/>
                    <a:pt x="470" y="932"/>
                  </a:cubicBezTo>
                  <a:cubicBezTo>
                    <a:pt x="469" y="929"/>
                    <a:pt x="468" y="926"/>
                    <a:pt x="467" y="923"/>
                  </a:cubicBezTo>
                  <a:close/>
                  <a:moveTo>
                    <a:pt x="747" y="938"/>
                  </a:moveTo>
                  <a:cubicBezTo>
                    <a:pt x="747" y="940"/>
                    <a:pt x="746" y="942"/>
                    <a:pt x="746" y="944"/>
                  </a:cubicBezTo>
                  <a:lnTo>
                    <a:pt x="746" y="944"/>
                  </a:lnTo>
                  <a:cubicBezTo>
                    <a:pt x="746" y="942"/>
                    <a:pt x="747" y="940"/>
                    <a:pt x="747" y="938"/>
                  </a:cubicBezTo>
                  <a:close/>
                  <a:moveTo>
                    <a:pt x="508" y="1018"/>
                  </a:moveTo>
                  <a:cubicBezTo>
                    <a:pt x="510" y="1023"/>
                    <a:pt x="512" y="1029"/>
                    <a:pt x="513" y="1035"/>
                  </a:cubicBezTo>
                  <a:lnTo>
                    <a:pt x="513" y="1035"/>
                  </a:lnTo>
                  <a:lnTo>
                    <a:pt x="508" y="1018"/>
                  </a:lnTo>
                  <a:close/>
                  <a:moveTo>
                    <a:pt x="512" y="1037"/>
                  </a:moveTo>
                  <a:cubicBezTo>
                    <a:pt x="513" y="1039"/>
                    <a:pt x="514" y="1039"/>
                    <a:pt x="514" y="1040"/>
                  </a:cubicBezTo>
                  <a:lnTo>
                    <a:pt x="514" y="1040"/>
                  </a:lnTo>
                  <a:cubicBezTo>
                    <a:pt x="514" y="1039"/>
                    <a:pt x="513" y="1038"/>
                    <a:pt x="512" y="1037"/>
                  </a:cubicBezTo>
                  <a:close/>
                  <a:moveTo>
                    <a:pt x="726" y="1043"/>
                  </a:moveTo>
                  <a:cubicBezTo>
                    <a:pt x="726" y="1043"/>
                    <a:pt x="726" y="1043"/>
                    <a:pt x="726" y="1043"/>
                  </a:cubicBezTo>
                  <a:lnTo>
                    <a:pt x="726" y="1043"/>
                  </a:lnTo>
                  <a:cubicBezTo>
                    <a:pt x="726" y="1043"/>
                    <a:pt x="726" y="1043"/>
                    <a:pt x="726" y="1043"/>
                  </a:cubicBezTo>
                  <a:lnTo>
                    <a:pt x="726" y="1043"/>
                  </a:lnTo>
                  <a:cubicBezTo>
                    <a:pt x="726" y="1043"/>
                    <a:pt x="726" y="1043"/>
                    <a:pt x="726" y="1043"/>
                  </a:cubicBezTo>
                  <a:close/>
                  <a:moveTo>
                    <a:pt x="119" y="0"/>
                  </a:moveTo>
                  <a:cubicBezTo>
                    <a:pt x="98" y="0"/>
                    <a:pt x="78" y="5"/>
                    <a:pt x="59" y="17"/>
                  </a:cubicBezTo>
                  <a:lnTo>
                    <a:pt x="59" y="17"/>
                  </a:lnTo>
                  <a:cubicBezTo>
                    <a:pt x="49" y="20"/>
                    <a:pt x="40" y="25"/>
                    <a:pt x="33" y="32"/>
                  </a:cubicBezTo>
                  <a:cubicBezTo>
                    <a:pt x="32" y="33"/>
                    <a:pt x="31" y="34"/>
                    <a:pt x="32" y="34"/>
                  </a:cubicBezTo>
                  <a:cubicBezTo>
                    <a:pt x="32" y="34"/>
                    <a:pt x="40" y="27"/>
                    <a:pt x="42" y="27"/>
                  </a:cubicBezTo>
                  <a:cubicBezTo>
                    <a:pt x="29" y="36"/>
                    <a:pt x="20" y="41"/>
                    <a:pt x="13" y="54"/>
                  </a:cubicBezTo>
                  <a:cubicBezTo>
                    <a:pt x="6" y="67"/>
                    <a:pt x="4" y="83"/>
                    <a:pt x="4" y="98"/>
                  </a:cubicBezTo>
                  <a:lnTo>
                    <a:pt x="4" y="98"/>
                  </a:lnTo>
                  <a:cubicBezTo>
                    <a:pt x="0" y="123"/>
                    <a:pt x="3" y="148"/>
                    <a:pt x="13" y="170"/>
                  </a:cubicBezTo>
                  <a:cubicBezTo>
                    <a:pt x="18" y="183"/>
                    <a:pt x="27" y="194"/>
                    <a:pt x="34" y="205"/>
                  </a:cubicBezTo>
                  <a:cubicBezTo>
                    <a:pt x="42" y="214"/>
                    <a:pt x="49" y="223"/>
                    <a:pt x="56" y="233"/>
                  </a:cubicBezTo>
                  <a:cubicBezTo>
                    <a:pt x="64" y="241"/>
                    <a:pt x="72" y="250"/>
                    <a:pt x="79" y="260"/>
                  </a:cubicBezTo>
                  <a:lnTo>
                    <a:pt x="79" y="260"/>
                  </a:lnTo>
                  <a:cubicBezTo>
                    <a:pt x="88" y="281"/>
                    <a:pt x="100" y="300"/>
                    <a:pt x="116" y="318"/>
                  </a:cubicBezTo>
                  <a:lnTo>
                    <a:pt x="144" y="351"/>
                  </a:lnTo>
                  <a:cubicBezTo>
                    <a:pt x="164" y="373"/>
                    <a:pt x="182" y="398"/>
                    <a:pt x="198" y="421"/>
                  </a:cubicBezTo>
                  <a:cubicBezTo>
                    <a:pt x="226" y="461"/>
                    <a:pt x="257" y="500"/>
                    <a:pt x="284" y="540"/>
                  </a:cubicBezTo>
                  <a:lnTo>
                    <a:pt x="284" y="540"/>
                  </a:lnTo>
                  <a:cubicBezTo>
                    <a:pt x="281" y="536"/>
                    <a:pt x="279" y="531"/>
                    <a:pt x="276" y="527"/>
                  </a:cubicBezTo>
                  <a:lnTo>
                    <a:pt x="276" y="527"/>
                  </a:lnTo>
                  <a:cubicBezTo>
                    <a:pt x="281" y="535"/>
                    <a:pt x="286" y="542"/>
                    <a:pt x="290" y="550"/>
                  </a:cubicBezTo>
                  <a:lnTo>
                    <a:pt x="290" y="550"/>
                  </a:lnTo>
                  <a:cubicBezTo>
                    <a:pt x="288" y="547"/>
                    <a:pt x="286" y="543"/>
                    <a:pt x="284" y="540"/>
                  </a:cubicBezTo>
                  <a:lnTo>
                    <a:pt x="284" y="540"/>
                  </a:lnTo>
                  <a:cubicBezTo>
                    <a:pt x="288" y="547"/>
                    <a:pt x="293" y="554"/>
                    <a:pt x="297" y="561"/>
                  </a:cubicBezTo>
                  <a:lnTo>
                    <a:pt x="297" y="561"/>
                  </a:lnTo>
                  <a:cubicBezTo>
                    <a:pt x="295" y="557"/>
                    <a:pt x="293" y="554"/>
                    <a:pt x="290" y="550"/>
                  </a:cubicBezTo>
                  <a:lnTo>
                    <a:pt x="290" y="550"/>
                  </a:lnTo>
                  <a:cubicBezTo>
                    <a:pt x="294" y="555"/>
                    <a:pt x="297" y="560"/>
                    <a:pt x="300" y="565"/>
                  </a:cubicBezTo>
                  <a:cubicBezTo>
                    <a:pt x="299" y="564"/>
                    <a:pt x="298" y="562"/>
                    <a:pt x="297" y="561"/>
                  </a:cubicBezTo>
                  <a:lnTo>
                    <a:pt x="297" y="561"/>
                  </a:lnTo>
                  <a:cubicBezTo>
                    <a:pt x="301" y="567"/>
                    <a:pt x="305" y="574"/>
                    <a:pt x="309" y="580"/>
                  </a:cubicBezTo>
                  <a:lnTo>
                    <a:pt x="309" y="580"/>
                  </a:lnTo>
                  <a:cubicBezTo>
                    <a:pt x="308" y="579"/>
                    <a:pt x="307" y="578"/>
                    <a:pt x="307" y="576"/>
                  </a:cubicBezTo>
                  <a:lnTo>
                    <a:pt x="307" y="576"/>
                  </a:lnTo>
                  <a:cubicBezTo>
                    <a:pt x="311" y="584"/>
                    <a:pt x="316" y="591"/>
                    <a:pt x="320" y="599"/>
                  </a:cubicBezTo>
                  <a:lnTo>
                    <a:pt x="320" y="599"/>
                  </a:lnTo>
                  <a:cubicBezTo>
                    <a:pt x="316" y="593"/>
                    <a:pt x="313" y="586"/>
                    <a:pt x="309" y="580"/>
                  </a:cubicBezTo>
                  <a:lnTo>
                    <a:pt x="309" y="580"/>
                  </a:lnTo>
                  <a:cubicBezTo>
                    <a:pt x="313" y="589"/>
                    <a:pt x="319" y="598"/>
                    <a:pt x="324" y="606"/>
                  </a:cubicBezTo>
                  <a:lnTo>
                    <a:pt x="324" y="606"/>
                  </a:lnTo>
                  <a:cubicBezTo>
                    <a:pt x="323" y="604"/>
                    <a:pt x="322" y="601"/>
                    <a:pt x="320" y="599"/>
                  </a:cubicBezTo>
                  <a:lnTo>
                    <a:pt x="320" y="599"/>
                  </a:lnTo>
                  <a:cubicBezTo>
                    <a:pt x="323" y="604"/>
                    <a:pt x="327" y="609"/>
                    <a:pt x="330" y="615"/>
                  </a:cubicBezTo>
                  <a:cubicBezTo>
                    <a:pt x="328" y="612"/>
                    <a:pt x="326" y="609"/>
                    <a:pt x="324" y="606"/>
                  </a:cubicBezTo>
                  <a:lnTo>
                    <a:pt x="324" y="606"/>
                  </a:lnTo>
                  <a:cubicBezTo>
                    <a:pt x="346" y="644"/>
                    <a:pt x="366" y="682"/>
                    <a:pt x="385" y="721"/>
                  </a:cubicBezTo>
                  <a:cubicBezTo>
                    <a:pt x="397" y="745"/>
                    <a:pt x="407" y="768"/>
                    <a:pt x="418" y="795"/>
                  </a:cubicBezTo>
                  <a:cubicBezTo>
                    <a:pt x="423" y="807"/>
                    <a:pt x="428" y="821"/>
                    <a:pt x="433" y="833"/>
                  </a:cubicBezTo>
                  <a:cubicBezTo>
                    <a:pt x="435" y="840"/>
                    <a:pt x="438" y="845"/>
                    <a:pt x="440" y="853"/>
                  </a:cubicBezTo>
                  <a:cubicBezTo>
                    <a:pt x="442" y="860"/>
                    <a:pt x="446" y="867"/>
                    <a:pt x="450" y="873"/>
                  </a:cubicBezTo>
                  <a:lnTo>
                    <a:pt x="450" y="873"/>
                  </a:lnTo>
                  <a:cubicBezTo>
                    <a:pt x="456" y="888"/>
                    <a:pt x="461" y="904"/>
                    <a:pt x="466" y="919"/>
                  </a:cubicBezTo>
                  <a:lnTo>
                    <a:pt x="466" y="919"/>
                  </a:lnTo>
                  <a:cubicBezTo>
                    <a:pt x="466" y="920"/>
                    <a:pt x="467" y="922"/>
                    <a:pt x="467" y="923"/>
                  </a:cubicBezTo>
                  <a:cubicBezTo>
                    <a:pt x="472" y="938"/>
                    <a:pt x="474" y="955"/>
                    <a:pt x="479" y="966"/>
                  </a:cubicBezTo>
                  <a:cubicBezTo>
                    <a:pt x="483" y="973"/>
                    <a:pt x="487" y="980"/>
                    <a:pt x="491" y="986"/>
                  </a:cubicBezTo>
                  <a:lnTo>
                    <a:pt x="491" y="986"/>
                  </a:lnTo>
                  <a:cubicBezTo>
                    <a:pt x="490" y="984"/>
                    <a:pt x="490" y="982"/>
                    <a:pt x="489" y="980"/>
                  </a:cubicBezTo>
                  <a:lnTo>
                    <a:pt x="489" y="980"/>
                  </a:lnTo>
                  <a:cubicBezTo>
                    <a:pt x="490" y="982"/>
                    <a:pt x="491" y="984"/>
                    <a:pt x="491" y="986"/>
                  </a:cubicBezTo>
                  <a:lnTo>
                    <a:pt x="491" y="986"/>
                  </a:lnTo>
                  <a:cubicBezTo>
                    <a:pt x="491" y="986"/>
                    <a:pt x="491" y="986"/>
                    <a:pt x="491" y="986"/>
                  </a:cubicBezTo>
                  <a:lnTo>
                    <a:pt x="491" y="986"/>
                  </a:lnTo>
                  <a:cubicBezTo>
                    <a:pt x="492" y="989"/>
                    <a:pt x="493" y="991"/>
                    <a:pt x="493" y="994"/>
                  </a:cubicBezTo>
                  <a:lnTo>
                    <a:pt x="493" y="994"/>
                  </a:lnTo>
                  <a:cubicBezTo>
                    <a:pt x="493" y="991"/>
                    <a:pt x="492" y="989"/>
                    <a:pt x="491" y="986"/>
                  </a:cubicBezTo>
                  <a:lnTo>
                    <a:pt x="491" y="986"/>
                  </a:lnTo>
                  <a:cubicBezTo>
                    <a:pt x="492" y="987"/>
                    <a:pt x="492" y="987"/>
                    <a:pt x="492" y="988"/>
                  </a:cubicBezTo>
                  <a:lnTo>
                    <a:pt x="492" y="988"/>
                  </a:lnTo>
                  <a:cubicBezTo>
                    <a:pt x="495" y="996"/>
                    <a:pt x="497" y="1004"/>
                    <a:pt x="499" y="1011"/>
                  </a:cubicBezTo>
                  <a:cubicBezTo>
                    <a:pt x="497" y="1005"/>
                    <a:pt x="495" y="1000"/>
                    <a:pt x="493" y="994"/>
                  </a:cubicBezTo>
                  <a:lnTo>
                    <a:pt x="493" y="994"/>
                  </a:lnTo>
                  <a:cubicBezTo>
                    <a:pt x="496" y="1001"/>
                    <a:pt x="497" y="1008"/>
                    <a:pt x="500" y="1016"/>
                  </a:cubicBezTo>
                  <a:cubicBezTo>
                    <a:pt x="504" y="1029"/>
                    <a:pt x="510" y="1040"/>
                    <a:pt x="517" y="1050"/>
                  </a:cubicBezTo>
                  <a:lnTo>
                    <a:pt x="517" y="1050"/>
                  </a:lnTo>
                  <a:cubicBezTo>
                    <a:pt x="524" y="1077"/>
                    <a:pt x="536" y="1102"/>
                    <a:pt x="555" y="1120"/>
                  </a:cubicBezTo>
                  <a:lnTo>
                    <a:pt x="555" y="1120"/>
                  </a:lnTo>
                  <a:cubicBezTo>
                    <a:pt x="567" y="1147"/>
                    <a:pt x="597" y="1162"/>
                    <a:pt x="624" y="1162"/>
                  </a:cubicBezTo>
                  <a:cubicBezTo>
                    <a:pt x="626" y="1162"/>
                    <a:pt x="628" y="1162"/>
                    <a:pt x="629" y="1162"/>
                  </a:cubicBezTo>
                  <a:cubicBezTo>
                    <a:pt x="654" y="1162"/>
                    <a:pt x="675" y="1149"/>
                    <a:pt x="686" y="1128"/>
                  </a:cubicBezTo>
                  <a:lnTo>
                    <a:pt x="686" y="1128"/>
                  </a:lnTo>
                  <a:cubicBezTo>
                    <a:pt x="710" y="1109"/>
                    <a:pt x="722" y="1079"/>
                    <a:pt x="729" y="1048"/>
                  </a:cubicBezTo>
                  <a:cubicBezTo>
                    <a:pt x="729" y="1045"/>
                    <a:pt x="730" y="1042"/>
                    <a:pt x="730" y="1039"/>
                  </a:cubicBezTo>
                  <a:lnTo>
                    <a:pt x="730" y="1039"/>
                  </a:lnTo>
                  <a:cubicBezTo>
                    <a:pt x="741" y="1014"/>
                    <a:pt x="741" y="989"/>
                    <a:pt x="743" y="962"/>
                  </a:cubicBezTo>
                  <a:lnTo>
                    <a:pt x="743" y="962"/>
                  </a:lnTo>
                  <a:cubicBezTo>
                    <a:pt x="758" y="912"/>
                    <a:pt x="749" y="857"/>
                    <a:pt x="744" y="805"/>
                  </a:cubicBezTo>
                  <a:lnTo>
                    <a:pt x="744" y="805"/>
                  </a:lnTo>
                  <a:cubicBezTo>
                    <a:pt x="745" y="750"/>
                    <a:pt x="728" y="695"/>
                    <a:pt x="713" y="642"/>
                  </a:cubicBezTo>
                  <a:cubicBezTo>
                    <a:pt x="696" y="582"/>
                    <a:pt x="676" y="525"/>
                    <a:pt x="648" y="466"/>
                  </a:cubicBezTo>
                  <a:cubicBezTo>
                    <a:pt x="622" y="410"/>
                    <a:pt x="589" y="359"/>
                    <a:pt x="554" y="306"/>
                  </a:cubicBezTo>
                  <a:cubicBezTo>
                    <a:pt x="540" y="285"/>
                    <a:pt x="525" y="265"/>
                    <a:pt x="509" y="246"/>
                  </a:cubicBezTo>
                  <a:cubicBezTo>
                    <a:pt x="485" y="216"/>
                    <a:pt x="457" y="191"/>
                    <a:pt x="430" y="164"/>
                  </a:cubicBezTo>
                  <a:cubicBezTo>
                    <a:pt x="411" y="146"/>
                    <a:pt x="390" y="128"/>
                    <a:pt x="368" y="110"/>
                  </a:cubicBezTo>
                  <a:cubicBezTo>
                    <a:pt x="357" y="102"/>
                    <a:pt x="346" y="92"/>
                    <a:pt x="335" y="84"/>
                  </a:cubicBezTo>
                  <a:cubicBezTo>
                    <a:pt x="320" y="73"/>
                    <a:pt x="304" y="62"/>
                    <a:pt x="286" y="55"/>
                  </a:cubicBezTo>
                  <a:cubicBezTo>
                    <a:pt x="277" y="51"/>
                    <a:pt x="268" y="49"/>
                    <a:pt x="259" y="48"/>
                  </a:cubicBezTo>
                  <a:lnTo>
                    <a:pt x="259" y="48"/>
                  </a:lnTo>
                  <a:cubicBezTo>
                    <a:pt x="217" y="25"/>
                    <a:pt x="166" y="0"/>
                    <a:pt x="11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245;p40"/>
            <p:cNvSpPr/>
            <p:nvPr/>
          </p:nvSpPr>
          <p:spPr>
            <a:xfrm>
              <a:off x="1402920" y="2921040"/>
              <a:ext cx="136080" cy="8748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1204" h="791">
                  <a:moveTo>
                    <a:pt x="213" y="374"/>
                  </a:moveTo>
                  <a:lnTo>
                    <a:pt x="213" y="374"/>
                  </a:lnTo>
                  <a:cubicBezTo>
                    <a:pt x="214" y="374"/>
                    <a:pt x="214" y="374"/>
                    <a:pt x="214" y="374"/>
                  </a:cubicBezTo>
                  <a:lnTo>
                    <a:pt x="214" y="374"/>
                  </a:lnTo>
                  <a:lnTo>
                    <a:pt x="214" y="374"/>
                  </a:lnTo>
                  <a:lnTo>
                    <a:pt x="214" y="374"/>
                  </a:lnTo>
                  <a:cubicBezTo>
                    <a:pt x="214" y="374"/>
                    <a:pt x="213" y="374"/>
                    <a:pt x="213" y="374"/>
                  </a:cubicBezTo>
                  <a:close/>
                  <a:moveTo>
                    <a:pt x="275" y="411"/>
                  </a:moveTo>
                  <a:cubicBezTo>
                    <a:pt x="287" y="414"/>
                    <a:pt x="298" y="417"/>
                    <a:pt x="310" y="420"/>
                  </a:cubicBezTo>
                  <a:lnTo>
                    <a:pt x="310" y="420"/>
                  </a:lnTo>
                  <a:cubicBezTo>
                    <a:pt x="298" y="417"/>
                    <a:pt x="286" y="414"/>
                    <a:pt x="275" y="411"/>
                  </a:cubicBezTo>
                  <a:close/>
                  <a:moveTo>
                    <a:pt x="313" y="421"/>
                  </a:moveTo>
                  <a:cubicBezTo>
                    <a:pt x="318" y="422"/>
                    <a:pt x="324" y="424"/>
                    <a:pt x="330" y="425"/>
                  </a:cubicBezTo>
                  <a:cubicBezTo>
                    <a:pt x="324" y="424"/>
                    <a:pt x="319" y="422"/>
                    <a:pt x="313" y="421"/>
                  </a:cubicBezTo>
                  <a:close/>
                  <a:moveTo>
                    <a:pt x="650" y="558"/>
                  </a:moveTo>
                  <a:cubicBezTo>
                    <a:pt x="654" y="560"/>
                    <a:pt x="657" y="562"/>
                    <a:pt x="660" y="564"/>
                  </a:cubicBezTo>
                  <a:cubicBezTo>
                    <a:pt x="657" y="562"/>
                    <a:pt x="654" y="560"/>
                    <a:pt x="650" y="558"/>
                  </a:cubicBezTo>
                  <a:close/>
                  <a:moveTo>
                    <a:pt x="1181" y="562"/>
                  </a:moveTo>
                  <a:cubicBezTo>
                    <a:pt x="1181" y="563"/>
                    <a:pt x="1181" y="564"/>
                    <a:pt x="1181" y="564"/>
                  </a:cubicBezTo>
                  <a:lnTo>
                    <a:pt x="1181" y="564"/>
                  </a:lnTo>
                  <a:cubicBezTo>
                    <a:pt x="1181" y="564"/>
                    <a:pt x="1181" y="563"/>
                    <a:pt x="1181" y="562"/>
                  </a:cubicBezTo>
                  <a:close/>
                  <a:moveTo>
                    <a:pt x="686" y="578"/>
                  </a:moveTo>
                  <a:cubicBezTo>
                    <a:pt x="689" y="579"/>
                    <a:pt x="691" y="580"/>
                    <a:pt x="693" y="581"/>
                  </a:cubicBezTo>
                  <a:cubicBezTo>
                    <a:pt x="691" y="580"/>
                    <a:pt x="689" y="579"/>
                    <a:pt x="686" y="578"/>
                  </a:cubicBezTo>
                  <a:close/>
                  <a:moveTo>
                    <a:pt x="370" y="0"/>
                  </a:moveTo>
                  <a:cubicBezTo>
                    <a:pt x="360" y="0"/>
                    <a:pt x="352" y="0"/>
                    <a:pt x="342" y="2"/>
                  </a:cubicBezTo>
                  <a:cubicBezTo>
                    <a:pt x="338" y="2"/>
                    <a:pt x="334" y="2"/>
                    <a:pt x="330" y="2"/>
                  </a:cubicBezTo>
                  <a:cubicBezTo>
                    <a:pt x="315" y="2"/>
                    <a:pt x="301" y="4"/>
                    <a:pt x="287" y="8"/>
                  </a:cubicBezTo>
                  <a:lnTo>
                    <a:pt x="287" y="8"/>
                  </a:lnTo>
                  <a:cubicBezTo>
                    <a:pt x="279" y="8"/>
                    <a:pt x="271" y="9"/>
                    <a:pt x="263" y="9"/>
                  </a:cubicBezTo>
                  <a:cubicBezTo>
                    <a:pt x="244" y="9"/>
                    <a:pt x="226" y="9"/>
                    <a:pt x="209" y="11"/>
                  </a:cubicBezTo>
                  <a:cubicBezTo>
                    <a:pt x="172" y="16"/>
                    <a:pt x="139" y="31"/>
                    <a:pt x="112" y="54"/>
                  </a:cubicBezTo>
                  <a:lnTo>
                    <a:pt x="112" y="54"/>
                  </a:lnTo>
                  <a:cubicBezTo>
                    <a:pt x="106" y="57"/>
                    <a:pt x="100" y="60"/>
                    <a:pt x="93" y="64"/>
                  </a:cubicBezTo>
                  <a:cubicBezTo>
                    <a:pt x="65" y="78"/>
                    <a:pt x="44" y="98"/>
                    <a:pt x="29" y="123"/>
                  </a:cubicBezTo>
                  <a:lnTo>
                    <a:pt x="29" y="123"/>
                  </a:lnTo>
                  <a:cubicBezTo>
                    <a:pt x="12" y="140"/>
                    <a:pt x="0" y="162"/>
                    <a:pt x="0" y="189"/>
                  </a:cubicBezTo>
                  <a:cubicBezTo>
                    <a:pt x="1" y="212"/>
                    <a:pt x="11" y="230"/>
                    <a:pt x="26" y="246"/>
                  </a:cubicBezTo>
                  <a:lnTo>
                    <a:pt x="26" y="246"/>
                  </a:lnTo>
                  <a:cubicBezTo>
                    <a:pt x="37" y="267"/>
                    <a:pt x="53" y="285"/>
                    <a:pt x="70" y="297"/>
                  </a:cubicBezTo>
                  <a:cubicBezTo>
                    <a:pt x="77" y="302"/>
                    <a:pt x="84" y="306"/>
                    <a:pt x="90" y="311"/>
                  </a:cubicBezTo>
                  <a:lnTo>
                    <a:pt x="90" y="311"/>
                  </a:lnTo>
                  <a:cubicBezTo>
                    <a:pt x="111" y="335"/>
                    <a:pt x="137" y="353"/>
                    <a:pt x="169" y="366"/>
                  </a:cubicBezTo>
                  <a:cubicBezTo>
                    <a:pt x="178" y="370"/>
                    <a:pt x="188" y="372"/>
                    <a:pt x="198" y="377"/>
                  </a:cubicBezTo>
                  <a:cubicBezTo>
                    <a:pt x="207" y="380"/>
                    <a:pt x="217" y="384"/>
                    <a:pt x="228" y="387"/>
                  </a:cubicBezTo>
                  <a:lnTo>
                    <a:pt x="228" y="387"/>
                  </a:lnTo>
                  <a:cubicBezTo>
                    <a:pt x="242" y="395"/>
                    <a:pt x="255" y="402"/>
                    <a:pt x="269" y="410"/>
                  </a:cubicBezTo>
                  <a:cubicBezTo>
                    <a:pt x="284" y="414"/>
                    <a:pt x="297" y="417"/>
                    <a:pt x="311" y="420"/>
                  </a:cubicBezTo>
                  <a:lnTo>
                    <a:pt x="311" y="420"/>
                  </a:lnTo>
                  <a:cubicBezTo>
                    <a:pt x="366" y="436"/>
                    <a:pt x="419" y="454"/>
                    <a:pt x="472" y="476"/>
                  </a:cubicBezTo>
                  <a:cubicBezTo>
                    <a:pt x="526" y="498"/>
                    <a:pt x="581" y="523"/>
                    <a:pt x="634" y="550"/>
                  </a:cubicBezTo>
                  <a:lnTo>
                    <a:pt x="634" y="550"/>
                  </a:lnTo>
                  <a:cubicBezTo>
                    <a:pt x="649" y="558"/>
                    <a:pt x="663" y="566"/>
                    <a:pt x="677" y="573"/>
                  </a:cubicBezTo>
                  <a:lnTo>
                    <a:pt x="677" y="573"/>
                  </a:lnTo>
                  <a:cubicBezTo>
                    <a:pt x="715" y="595"/>
                    <a:pt x="752" y="619"/>
                    <a:pt x="788" y="645"/>
                  </a:cubicBezTo>
                  <a:cubicBezTo>
                    <a:pt x="845" y="683"/>
                    <a:pt x="902" y="717"/>
                    <a:pt x="962" y="750"/>
                  </a:cubicBezTo>
                  <a:lnTo>
                    <a:pt x="925" y="729"/>
                  </a:lnTo>
                  <a:lnTo>
                    <a:pt x="925" y="729"/>
                  </a:lnTo>
                  <a:cubicBezTo>
                    <a:pt x="948" y="742"/>
                    <a:pt x="969" y="755"/>
                    <a:pt x="994" y="763"/>
                  </a:cubicBezTo>
                  <a:lnTo>
                    <a:pt x="994" y="763"/>
                  </a:lnTo>
                  <a:cubicBezTo>
                    <a:pt x="1015" y="774"/>
                    <a:pt x="1037" y="780"/>
                    <a:pt x="1059" y="781"/>
                  </a:cubicBezTo>
                  <a:lnTo>
                    <a:pt x="1059" y="781"/>
                  </a:lnTo>
                  <a:cubicBezTo>
                    <a:pt x="1060" y="781"/>
                    <a:pt x="1060" y="782"/>
                    <a:pt x="1061" y="782"/>
                  </a:cubicBezTo>
                  <a:cubicBezTo>
                    <a:pt x="1071" y="788"/>
                    <a:pt x="1083" y="790"/>
                    <a:pt x="1095" y="790"/>
                  </a:cubicBezTo>
                  <a:cubicBezTo>
                    <a:pt x="1118" y="790"/>
                    <a:pt x="1142" y="781"/>
                    <a:pt x="1160" y="767"/>
                  </a:cubicBezTo>
                  <a:cubicBezTo>
                    <a:pt x="1184" y="741"/>
                    <a:pt x="1199" y="709"/>
                    <a:pt x="1195" y="676"/>
                  </a:cubicBezTo>
                  <a:lnTo>
                    <a:pt x="1195" y="676"/>
                  </a:lnTo>
                  <a:cubicBezTo>
                    <a:pt x="1204" y="647"/>
                    <a:pt x="1201" y="617"/>
                    <a:pt x="1190" y="586"/>
                  </a:cubicBezTo>
                  <a:lnTo>
                    <a:pt x="1190" y="586"/>
                  </a:lnTo>
                  <a:cubicBezTo>
                    <a:pt x="1179" y="513"/>
                    <a:pt x="1127" y="439"/>
                    <a:pt x="1084" y="387"/>
                  </a:cubicBezTo>
                  <a:cubicBezTo>
                    <a:pt x="1066" y="365"/>
                    <a:pt x="1046" y="345"/>
                    <a:pt x="1027" y="326"/>
                  </a:cubicBezTo>
                  <a:cubicBezTo>
                    <a:pt x="994" y="295"/>
                    <a:pt x="962" y="264"/>
                    <a:pt x="927" y="236"/>
                  </a:cubicBezTo>
                  <a:cubicBezTo>
                    <a:pt x="874" y="197"/>
                    <a:pt x="819" y="164"/>
                    <a:pt x="762" y="132"/>
                  </a:cubicBezTo>
                  <a:cubicBezTo>
                    <a:pt x="729" y="114"/>
                    <a:pt x="697" y="97"/>
                    <a:pt x="663" y="83"/>
                  </a:cubicBezTo>
                  <a:cubicBezTo>
                    <a:pt x="637" y="72"/>
                    <a:pt x="610" y="63"/>
                    <a:pt x="583" y="54"/>
                  </a:cubicBezTo>
                  <a:cubicBezTo>
                    <a:pt x="554" y="44"/>
                    <a:pt x="522" y="35"/>
                    <a:pt x="491" y="28"/>
                  </a:cubicBezTo>
                  <a:cubicBezTo>
                    <a:pt x="460" y="20"/>
                    <a:pt x="427" y="11"/>
                    <a:pt x="394" y="5"/>
                  </a:cubicBezTo>
                  <a:cubicBezTo>
                    <a:pt x="386" y="3"/>
                    <a:pt x="379" y="0"/>
                    <a:pt x="37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3920" bIns="43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246;p40"/>
            <p:cNvSpPr/>
            <p:nvPr/>
          </p:nvSpPr>
          <p:spPr>
            <a:xfrm>
              <a:off x="1415160" y="2885040"/>
              <a:ext cx="118800" cy="68760"/>
            </a:xfrm>
            <a:custGeom>
              <a:avLst/>
              <a:gdLst>
                <a:gd name="textAreaLeft" fmla="*/ 0 w 118800"/>
                <a:gd name="textAreaRight" fmla="*/ 119160 w 11880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1053" h="624">
                  <a:moveTo>
                    <a:pt x="882" y="0"/>
                  </a:moveTo>
                  <a:cubicBezTo>
                    <a:pt x="871" y="0"/>
                    <a:pt x="860" y="1"/>
                    <a:pt x="850" y="3"/>
                  </a:cubicBezTo>
                  <a:cubicBezTo>
                    <a:pt x="834" y="4"/>
                    <a:pt x="818" y="7"/>
                    <a:pt x="802" y="9"/>
                  </a:cubicBezTo>
                  <a:cubicBezTo>
                    <a:pt x="773" y="14"/>
                    <a:pt x="741" y="20"/>
                    <a:pt x="710" y="27"/>
                  </a:cubicBezTo>
                  <a:cubicBezTo>
                    <a:pt x="639" y="43"/>
                    <a:pt x="570" y="79"/>
                    <a:pt x="505" y="111"/>
                  </a:cubicBezTo>
                  <a:cubicBezTo>
                    <a:pt x="477" y="124"/>
                    <a:pt x="450" y="140"/>
                    <a:pt x="423" y="155"/>
                  </a:cubicBezTo>
                  <a:cubicBezTo>
                    <a:pt x="388" y="175"/>
                    <a:pt x="347" y="196"/>
                    <a:pt x="316" y="222"/>
                  </a:cubicBezTo>
                  <a:cubicBezTo>
                    <a:pt x="266" y="264"/>
                    <a:pt x="207" y="296"/>
                    <a:pt x="165" y="346"/>
                  </a:cubicBezTo>
                  <a:lnTo>
                    <a:pt x="165" y="346"/>
                  </a:lnTo>
                  <a:cubicBezTo>
                    <a:pt x="129" y="377"/>
                    <a:pt x="95" y="409"/>
                    <a:pt x="64" y="446"/>
                  </a:cubicBezTo>
                  <a:cubicBezTo>
                    <a:pt x="56" y="455"/>
                    <a:pt x="51" y="467"/>
                    <a:pt x="48" y="481"/>
                  </a:cubicBezTo>
                  <a:lnTo>
                    <a:pt x="48" y="481"/>
                  </a:lnTo>
                  <a:cubicBezTo>
                    <a:pt x="41" y="489"/>
                    <a:pt x="35" y="498"/>
                    <a:pt x="28" y="507"/>
                  </a:cubicBezTo>
                  <a:cubicBezTo>
                    <a:pt x="11" y="530"/>
                    <a:pt x="1" y="553"/>
                    <a:pt x="1" y="583"/>
                  </a:cubicBezTo>
                  <a:cubicBezTo>
                    <a:pt x="1" y="598"/>
                    <a:pt x="17" y="616"/>
                    <a:pt x="31" y="620"/>
                  </a:cubicBezTo>
                  <a:cubicBezTo>
                    <a:pt x="40" y="622"/>
                    <a:pt x="48" y="623"/>
                    <a:pt x="57" y="623"/>
                  </a:cubicBezTo>
                  <a:cubicBezTo>
                    <a:pt x="86" y="623"/>
                    <a:pt x="115" y="612"/>
                    <a:pt x="142" y="601"/>
                  </a:cubicBezTo>
                  <a:lnTo>
                    <a:pt x="142" y="601"/>
                  </a:lnTo>
                  <a:cubicBezTo>
                    <a:pt x="143" y="601"/>
                    <a:pt x="143" y="601"/>
                    <a:pt x="143" y="601"/>
                  </a:cubicBezTo>
                  <a:cubicBezTo>
                    <a:pt x="158" y="601"/>
                    <a:pt x="172" y="598"/>
                    <a:pt x="185" y="592"/>
                  </a:cubicBezTo>
                  <a:cubicBezTo>
                    <a:pt x="223" y="577"/>
                    <a:pt x="259" y="559"/>
                    <a:pt x="296" y="542"/>
                  </a:cubicBezTo>
                  <a:lnTo>
                    <a:pt x="296" y="542"/>
                  </a:lnTo>
                  <a:cubicBezTo>
                    <a:pt x="324" y="534"/>
                    <a:pt x="351" y="522"/>
                    <a:pt x="378" y="510"/>
                  </a:cubicBezTo>
                  <a:cubicBezTo>
                    <a:pt x="406" y="499"/>
                    <a:pt x="433" y="487"/>
                    <a:pt x="460" y="476"/>
                  </a:cubicBezTo>
                  <a:lnTo>
                    <a:pt x="460" y="476"/>
                  </a:lnTo>
                  <a:cubicBezTo>
                    <a:pt x="456" y="477"/>
                    <a:pt x="452" y="478"/>
                    <a:pt x="448" y="480"/>
                  </a:cubicBezTo>
                  <a:lnTo>
                    <a:pt x="448" y="480"/>
                  </a:lnTo>
                  <a:cubicBezTo>
                    <a:pt x="473" y="472"/>
                    <a:pt x="496" y="463"/>
                    <a:pt x="521" y="453"/>
                  </a:cubicBezTo>
                  <a:cubicBezTo>
                    <a:pt x="543" y="443"/>
                    <a:pt x="565" y="433"/>
                    <a:pt x="587" y="425"/>
                  </a:cubicBezTo>
                  <a:cubicBezTo>
                    <a:pt x="631" y="408"/>
                    <a:pt x="675" y="389"/>
                    <a:pt x="719" y="373"/>
                  </a:cubicBezTo>
                  <a:cubicBezTo>
                    <a:pt x="741" y="365"/>
                    <a:pt x="763" y="356"/>
                    <a:pt x="786" y="348"/>
                  </a:cubicBezTo>
                  <a:cubicBezTo>
                    <a:pt x="808" y="340"/>
                    <a:pt x="829" y="329"/>
                    <a:pt x="851" y="318"/>
                  </a:cubicBezTo>
                  <a:cubicBezTo>
                    <a:pt x="912" y="288"/>
                    <a:pt x="991" y="260"/>
                    <a:pt x="1022" y="197"/>
                  </a:cubicBezTo>
                  <a:lnTo>
                    <a:pt x="1022" y="197"/>
                  </a:lnTo>
                  <a:cubicBezTo>
                    <a:pt x="1033" y="182"/>
                    <a:pt x="1040" y="167"/>
                    <a:pt x="1045" y="148"/>
                  </a:cubicBezTo>
                  <a:lnTo>
                    <a:pt x="1045" y="148"/>
                  </a:lnTo>
                  <a:cubicBezTo>
                    <a:pt x="1051" y="132"/>
                    <a:pt x="1052" y="113"/>
                    <a:pt x="1047" y="97"/>
                  </a:cubicBezTo>
                  <a:cubicBezTo>
                    <a:pt x="1042" y="81"/>
                    <a:pt x="1034" y="68"/>
                    <a:pt x="1023" y="59"/>
                  </a:cubicBezTo>
                  <a:lnTo>
                    <a:pt x="1023" y="59"/>
                  </a:lnTo>
                  <a:cubicBezTo>
                    <a:pt x="1017" y="52"/>
                    <a:pt x="1010" y="45"/>
                    <a:pt x="1002" y="38"/>
                  </a:cubicBezTo>
                  <a:cubicBezTo>
                    <a:pt x="989" y="29"/>
                    <a:pt x="977" y="23"/>
                    <a:pt x="964" y="20"/>
                  </a:cubicBezTo>
                  <a:lnTo>
                    <a:pt x="964" y="20"/>
                  </a:lnTo>
                  <a:cubicBezTo>
                    <a:pt x="939" y="6"/>
                    <a:pt x="911" y="0"/>
                    <a:pt x="88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560" bIns="34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247;p40"/>
            <p:cNvSpPr/>
            <p:nvPr/>
          </p:nvSpPr>
          <p:spPr>
            <a:xfrm>
              <a:off x="1334160" y="2916000"/>
              <a:ext cx="94320" cy="43560"/>
            </a:xfrm>
            <a:custGeom>
              <a:avLst/>
              <a:gdLst>
                <a:gd name="textAreaLeft" fmla="*/ 0 w 94320"/>
                <a:gd name="textAreaRight" fmla="*/ 94680 w 94320"/>
                <a:gd name="textAreaTop" fmla="*/ 0 h 43560"/>
                <a:gd name="textAreaBottom" fmla="*/ 43920 h 43560"/>
              </a:gdLst>
              <a:ahLst/>
              <a:cxnLst/>
              <a:rect l="textAreaLeft" t="textAreaTop" r="textAreaRight" b="textAreaBottom"/>
              <a:pathLst>
                <a:path w="835" h="396">
                  <a:moveTo>
                    <a:pt x="760" y="66"/>
                  </a:moveTo>
                  <a:lnTo>
                    <a:pt x="760" y="66"/>
                  </a:lnTo>
                  <a:cubicBezTo>
                    <a:pt x="761" y="66"/>
                    <a:pt x="762" y="67"/>
                    <a:pt x="763" y="67"/>
                  </a:cubicBezTo>
                  <a:cubicBezTo>
                    <a:pt x="762" y="67"/>
                    <a:pt x="761" y="66"/>
                    <a:pt x="760" y="66"/>
                  </a:cubicBezTo>
                  <a:lnTo>
                    <a:pt x="760" y="66"/>
                  </a:lnTo>
                  <a:cubicBezTo>
                    <a:pt x="760" y="66"/>
                    <a:pt x="760" y="66"/>
                    <a:pt x="760" y="66"/>
                  </a:cubicBezTo>
                  <a:close/>
                  <a:moveTo>
                    <a:pt x="709" y="288"/>
                  </a:moveTo>
                  <a:lnTo>
                    <a:pt x="709" y="288"/>
                  </a:lnTo>
                  <a:cubicBezTo>
                    <a:pt x="708" y="288"/>
                    <a:pt x="708" y="289"/>
                    <a:pt x="707" y="289"/>
                  </a:cubicBezTo>
                  <a:lnTo>
                    <a:pt x="707" y="289"/>
                  </a:lnTo>
                  <a:cubicBezTo>
                    <a:pt x="708" y="289"/>
                    <a:pt x="708" y="288"/>
                    <a:pt x="709" y="288"/>
                  </a:cubicBezTo>
                  <a:close/>
                  <a:moveTo>
                    <a:pt x="681" y="309"/>
                  </a:moveTo>
                  <a:cubicBezTo>
                    <a:pt x="680" y="309"/>
                    <a:pt x="679" y="309"/>
                    <a:pt x="679" y="309"/>
                  </a:cubicBezTo>
                  <a:lnTo>
                    <a:pt x="679" y="309"/>
                  </a:lnTo>
                  <a:cubicBezTo>
                    <a:pt x="679" y="309"/>
                    <a:pt x="680" y="309"/>
                    <a:pt x="681" y="309"/>
                  </a:cubicBezTo>
                  <a:close/>
                  <a:moveTo>
                    <a:pt x="685" y="304"/>
                  </a:moveTo>
                  <a:lnTo>
                    <a:pt x="685" y="304"/>
                  </a:lnTo>
                  <a:cubicBezTo>
                    <a:pt x="682" y="306"/>
                    <a:pt x="679" y="308"/>
                    <a:pt x="676" y="311"/>
                  </a:cubicBezTo>
                  <a:lnTo>
                    <a:pt x="676" y="311"/>
                  </a:lnTo>
                  <a:cubicBezTo>
                    <a:pt x="673" y="312"/>
                    <a:pt x="670" y="313"/>
                    <a:pt x="667" y="314"/>
                  </a:cubicBezTo>
                  <a:lnTo>
                    <a:pt x="667" y="314"/>
                  </a:lnTo>
                  <a:cubicBezTo>
                    <a:pt x="673" y="311"/>
                    <a:pt x="679" y="307"/>
                    <a:pt x="685" y="304"/>
                  </a:cubicBezTo>
                  <a:close/>
                  <a:moveTo>
                    <a:pt x="560" y="0"/>
                  </a:moveTo>
                  <a:cubicBezTo>
                    <a:pt x="520" y="0"/>
                    <a:pt x="480" y="1"/>
                    <a:pt x="440" y="5"/>
                  </a:cubicBezTo>
                  <a:cubicBezTo>
                    <a:pt x="414" y="6"/>
                    <a:pt x="389" y="11"/>
                    <a:pt x="364" y="18"/>
                  </a:cubicBezTo>
                  <a:cubicBezTo>
                    <a:pt x="352" y="21"/>
                    <a:pt x="340" y="23"/>
                    <a:pt x="328" y="28"/>
                  </a:cubicBezTo>
                  <a:cubicBezTo>
                    <a:pt x="323" y="29"/>
                    <a:pt x="317" y="31"/>
                    <a:pt x="312" y="33"/>
                  </a:cubicBezTo>
                  <a:cubicBezTo>
                    <a:pt x="287" y="40"/>
                    <a:pt x="268" y="47"/>
                    <a:pt x="248" y="58"/>
                  </a:cubicBezTo>
                  <a:lnTo>
                    <a:pt x="248" y="58"/>
                  </a:lnTo>
                  <a:cubicBezTo>
                    <a:pt x="212" y="74"/>
                    <a:pt x="172" y="90"/>
                    <a:pt x="139" y="114"/>
                  </a:cubicBezTo>
                  <a:cubicBezTo>
                    <a:pt x="127" y="123"/>
                    <a:pt x="116" y="133"/>
                    <a:pt x="105" y="143"/>
                  </a:cubicBezTo>
                  <a:cubicBezTo>
                    <a:pt x="88" y="158"/>
                    <a:pt x="71" y="175"/>
                    <a:pt x="60" y="195"/>
                  </a:cubicBezTo>
                  <a:cubicBezTo>
                    <a:pt x="57" y="200"/>
                    <a:pt x="55" y="205"/>
                    <a:pt x="53" y="211"/>
                  </a:cubicBezTo>
                  <a:lnTo>
                    <a:pt x="53" y="211"/>
                  </a:lnTo>
                  <a:cubicBezTo>
                    <a:pt x="48" y="216"/>
                    <a:pt x="44" y="221"/>
                    <a:pt x="39" y="226"/>
                  </a:cubicBezTo>
                  <a:cubicBezTo>
                    <a:pt x="22" y="247"/>
                    <a:pt x="15" y="269"/>
                    <a:pt x="13" y="293"/>
                  </a:cubicBezTo>
                  <a:lnTo>
                    <a:pt x="13" y="293"/>
                  </a:lnTo>
                  <a:cubicBezTo>
                    <a:pt x="9" y="301"/>
                    <a:pt x="7" y="308"/>
                    <a:pt x="5" y="319"/>
                  </a:cubicBezTo>
                  <a:cubicBezTo>
                    <a:pt x="1" y="341"/>
                    <a:pt x="17" y="367"/>
                    <a:pt x="38" y="374"/>
                  </a:cubicBezTo>
                  <a:cubicBezTo>
                    <a:pt x="47" y="377"/>
                    <a:pt x="55" y="378"/>
                    <a:pt x="64" y="379"/>
                  </a:cubicBezTo>
                  <a:lnTo>
                    <a:pt x="64" y="379"/>
                  </a:lnTo>
                  <a:cubicBezTo>
                    <a:pt x="82" y="386"/>
                    <a:pt x="101" y="388"/>
                    <a:pt x="120" y="388"/>
                  </a:cubicBezTo>
                  <a:cubicBezTo>
                    <a:pt x="124" y="388"/>
                    <a:pt x="127" y="388"/>
                    <a:pt x="131" y="388"/>
                  </a:cubicBezTo>
                  <a:lnTo>
                    <a:pt x="131" y="388"/>
                  </a:lnTo>
                  <a:cubicBezTo>
                    <a:pt x="147" y="394"/>
                    <a:pt x="163" y="395"/>
                    <a:pt x="180" y="395"/>
                  </a:cubicBezTo>
                  <a:cubicBezTo>
                    <a:pt x="190" y="395"/>
                    <a:pt x="200" y="395"/>
                    <a:pt x="210" y="394"/>
                  </a:cubicBezTo>
                  <a:cubicBezTo>
                    <a:pt x="227" y="392"/>
                    <a:pt x="243" y="392"/>
                    <a:pt x="260" y="391"/>
                  </a:cubicBezTo>
                  <a:cubicBezTo>
                    <a:pt x="288" y="387"/>
                    <a:pt x="316" y="380"/>
                    <a:pt x="343" y="375"/>
                  </a:cubicBezTo>
                  <a:lnTo>
                    <a:pt x="343" y="375"/>
                  </a:lnTo>
                  <a:cubicBezTo>
                    <a:pt x="371" y="373"/>
                    <a:pt x="396" y="366"/>
                    <a:pt x="425" y="359"/>
                  </a:cubicBezTo>
                  <a:cubicBezTo>
                    <a:pt x="450" y="356"/>
                    <a:pt x="473" y="352"/>
                    <a:pt x="498" y="346"/>
                  </a:cubicBezTo>
                  <a:cubicBezTo>
                    <a:pt x="522" y="341"/>
                    <a:pt x="545" y="336"/>
                    <a:pt x="571" y="332"/>
                  </a:cubicBezTo>
                  <a:cubicBezTo>
                    <a:pt x="582" y="331"/>
                    <a:pt x="594" y="330"/>
                    <a:pt x="606" y="329"/>
                  </a:cubicBezTo>
                  <a:cubicBezTo>
                    <a:pt x="611" y="329"/>
                    <a:pt x="619" y="326"/>
                    <a:pt x="625" y="326"/>
                  </a:cubicBezTo>
                  <a:cubicBezTo>
                    <a:pt x="639" y="324"/>
                    <a:pt x="651" y="320"/>
                    <a:pt x="663" y="315"/>
                  </a:cubicBezTo>
                  <a:lnTo>
                    <a:pt x="663" y="315"/>
                  </a:lnTo>
                  <a:lnTo>
                    <a:pt x="671" y="313"/>
                  </a:lnTo>
                  <a:cubicBezTo>
                    <a:pt x="685" y="309"/>
                    <a:pt x="699" y="307"/>
                    <a:pt x="713" y="301"/>
                  </a:cubicBezTo>
                  <a:cubicBezTo>
                    <a:pt x="727" y="295"/>
                    <a:pt x="740" y="286"/>
                    <a:pt x="751" y="275"/>
                  </a:cubicBezTo>
                  <a:lnTo>
                    <a:pt x="751" y="275"/>
                  </a:lnTo>
                  <a:cubicBezTo>
                    <a:pt x="793" y="262"/>
                    <a:pt x="830" y="227"/>
                    <a:pt x="833" y="181"/>
                  </a:cubicBezTo>
                  <a:cubicBezTo>
                    <a:pt x="834" y="128"/>
                    <a:pt x="808" y="83"/>
                    <a:pt x="762" y="64"/>
                  </a:cubicBezTo>
                  <a:cubicBezTo>
                    <a:pt x="760" y="63"/>
                    <a:pt x="758" y="62"/>
                    <a:pt x="756" y="61"/>
                  </a:cubicBezTo>
                  <a:lnTo>
                    <a:pt x="756" y="61"/>
                  </a:lnTo>
                  <a:cubicBezTo>
                    <a:pt x="740" y="43"/>
                    <a:pt x="720" y="29"/>
                    <a:pt x="696" y="22"/>
                  </a:cubicBezTo>
                  <a:lnTo>
                    <a:pt x="666" y="13"/>
                  </a:lnTo>
                  <a:lnTo>
                    <a:pt x="666" y="13"/>
                  </a:lnTo>
                  <a:cubicBezTo>
                    <a:pt x="679" y="21"/>
                    <a:pt x="691" y="28"/>
                    <a:pt x="702" y="34"/>
                  </a:cubicBezTo>
                  <a:cubicBezTo>
                    <a:pt x="672" y="17"/>
                    <a:pt x="652" y="5"/>
                    <a:pt x="616" y="1"/>
                  </a:cubicBezTo>
                  <a:cubicBezTo>
                    <a:pt x="609" y="0"/>
                    <a:pt x="603" y="0"/>
                    <a:pt x="595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248;p40"/>
            <p:cNvSpPr/>
            <p:nvPr/>
          </p:nvSpPr>
          <p:spPr>
            <a:xfrm>
              <a:off x="1220760" y="2689200"/>
              <a:ext cx="40680" cy="12384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123840"/>
                <a:gd name="textAreaBottom" fmla="*/ 124200 h 123840"/>
              </a:gdLst>
              <a:ahLst/>
              <a:cxnLst/>
              <a:rect l="textAreaLeft" t="textAreaTop" r="textAreaRight" b="textAreaBottom"/>
              <a:pathLst>
                <a:path w="363" h="1120">
                  <a:moveTo>
                    <a:pt x="82" y="0"/>
                  </a:moveTo>
                  <a:cubicBezTo>
                    <a:pt x="58" y="0"/>
                    <a:pt x="37" y="16"/>
                    <a:pt x="26" y="38"/>
                  </a:cubicBezTo>
                  <a:cubicBezTo>
                    <a:pt x="17" y="59"/>
                    <a:pt x="8" y="79"/>
                    <a:pt x="4" y="101"/>
                  </a:cubicBezTo>
                  <a:cubicBezTo>
                    <a:pt x="1" y="118"/>
                    <a:pt x="0" y="134"/>
                    <a:pt x="3" y="151"/>
                  </a:cubicBezTo>
                  <a:cubicBezTo>
                    <a:pt x="3" y="159"/>
                    <a:pt x="5" y="166"/>
                    <a:pt x="7" y="174"/>
                  </a:cubicBezTo>
                  <a:lnTo>
                    <a:pt x="7" y="174"/>
                  </a:lnTo>
                  <a:cubicBezTo>
                    <a:pt x="9" y="209"/>
                    <a:pt x="20" y="242"/>
                    <a:pt x="31" y="275"/>
                  </a:cubicBezTo>
                  <a:lnTo>
                    <a:pt x="31" y="275"/>
                  </a:lnTo>
                  <a:cubicBezTo>
                    <a:pt x="62" y="379"/>
                    <a:pt x="88" y="486"/>
                    <a:pt x="113" y="591"/>
                  </a:cubicBezTo>
                  <a:cubicBezTo>
                    <a:pt x="128" y="646"/>
                    <a:pt x="140" y="702"/>
                    <a:pt x="152" y="759"/>
                  </a:cubicBezTo>
                  <a:cubicBezTo>
                    <a:pt x="163" y="815"/>
                    <a:pt x="177" y="870"/>
                    <a:pt x="188" y="926"/>
                  </a:cubicBezTo>
                  <a:cubicBezTo>
                    <a:pt x="190" y="937"/>
                    <a:pt x="192" y="958"/>
                    <a:pt x="199" y="966"/>
                  </a:cubicBezTo>
                  <a:cubicBezTo>
                    <a:pt x="200" y="966"/>
                    <a:pt x="200" y="966"/>
                    <a:pt x="200" y="967"/>
                  </a:cubicBezTo>
                  <a:lnTo>
                    <a:pt x="200" y="967"/>
                  </a:lnTo>
                  <a:cubicBezTo>
                    <a:pt x="201" y="969"/>
                    <a:pt x="201" y="971"/>
                    <a:pt x="201" y="973"/>
                  </a:cubicBezTo>
                  <a:cubicBezTo>
                    <a:pt x="206" y="988"/>
                    <a:pt x="210" y="1004"/>
                    <a:pt x="214" y="1019"/>
                  </a:cubicBezTo>
                  <a:cubicBezTo>
                    <a:pt x="218" y="1037"/>
                    <a:pt x="227" y="1056"/>
                    <a:pt x="234" y="1072"/>
                  </a:cubicBezTo>
                  <a:cubicBezTo>
                    <a:pt x="238" y="1075"/>
                    <a:pt x="240" y="1081"/>
                    <a:pt x="243" y="1085"/>
                  </a:cubicBezTo>
                  <a:cubicBezTo>
                    <a:pt x="250" y="1094"/>
                    <a:pt x="256" y="1096"/>
                    <a:pt x="265" y="1102"/>
                  </a:cubicBezTo>
                  <a:cubicBezTo>
                    <a:pt x="267" y="1103"/>
                    <a:pt x="266" y="1101"/>
                    <a:pt x="269" y="1105"/>
                  </a:cubicBezTo>
                  <a:cubicBezTo>
                    <a:pt x="272" y="1107"/>
                    <a:pt x="275" y="1113"/>
                    <a:pt x="276" y="1116"/>
                  </a:cubicBezTo>
                  <a:cubicBezTo>
                    <a:pt x="279" y="1118"/>
                    <a:pt x="282" y="1119"/>
                    <a:pt x="286" y="1119"/>
                  </a:cubicBezTo>
                  <a:cubicBezTo>
                    <a:pt x="291" y="1119"/>
                    <a:pt x="297" y="1116"/>
                    <a:pt x="299" y="1112"/>
                  </a:cubicBezTo>
                  <a:cubicBezTo>
                    <a:pt x="301" y="1109"/>
                    <a:pt x="303" y="1105"/>
                    <a:pt x="305" y="1102"/>
                  </a:cubicBezTo>
                  <a:lnTo>
                    <a:pt x="305" y="1102"/>
                  </a:lnTo>
                  <a:cubicBezTo>
                    <a:pt x="322" y="1093"/>
                    <a:pt x="332" y="1081"/>
                    <a:pt x="337" y="1061"/>
                  </a:cubicBezTo>
                  <a:cubicBezTo>
                    <a:pt x="342" y="1046"/>
                    <a:pt x="348" y="1030"/>
                    <a:pt x="351" y="1015"/>
                  </a:cubicBezTo>
                  <a:lnTo>
                    <a:pt x="354" y="974"/>
                  </a:lnTo>
                  <a:cubicBezTo>
                    <a:pt x="354" y="968"/>
                    <a:pt x="356" y="962"/>
                    <a:pt x="356" y="956"/>
                  </a:cubicBezTo>
                  <a:lnTo>
                    <a:pt x="356" y="950"/>
                  </a:lnTo>
                  <a:lnTo>
                    <a:pt x="356" y="950"/>
                  </a:lnTo>
                  <a:cubicBezTo>
                    <a:pt x="357" y="947"/>
                    <a:pt x="358" y="942"/>
                    <a:pt x="359" y="936"/>
                  </a:cubicBezTo>
                  <a:cubicBezTo>
                    <a:pt x="363" y="912"/>
                    <a:pt x="362" y="885"/>
                    <a:pt x="359" y="859"/>
                  </a:cubicBezTo>
                  <a:cubicBezTo>
                    <a:pt x="359" y="833"/>
                    <a:pt x="359" y="807"/>
                    <a:pt x="358" y="780"/>
                  </a:cubicBezTo>
                  <a:lnTo>
                    <a:pt x="358" y="780"/>
                  </a:lnTo>
                  <a:cubicBezTo>
                    <a:pt x="358" y="781"/>
                    <a:pt x="358" y="782"/>
                    <a:pt x="358" y="783"/>
                  </a:cubicBezTo>
                  <a:cubicBezTo>
                    <a:pt x="357" y="723"/>
                    <a:pt x="350" y="661"/>
                    <a:pt x="342" y="602"/>
                  </a:cubicBezTo>
                  <a:cubicBezTo>
                    <a:pt x="335" y="548"/>
                    <a:pt x="330" y="496"/>
                    <a:pt x="317" y="443"/>
                  </a:cubicBezTo>
                  <a:cubicBezTo>
                    <a:pt x="305" y="391"/>
                    <a:pt x="291" y="339"/>
                    <a:pt x="276" y="287"/>
                  </a:cubicBezTo>
                  <a:cubicBezTo>
                    <a:pt x="266" y="254"/>
                    <a:pt x="256" y="222"/>
                    <a:pt x="247" y="189"/>
                  </a:cubicBezTo>
                  <a:cubicBezTo>
                    <a:pt x="237" y="156"/>
                    <a:pt x="227" y="124"/>
                    <a:pt x="205" y="95"/>
                  </a:cubicBezTo>
                  <a:lnTo>
                    <a:pt x="205" y="95"/>
                  </a:lnTo>
                  <a:cubicBezTo>
                    <a:pt x="193" y="72"/>
                    <a:pt x="181" y="52"/>
                    <a:pt x="160" y="36"/>
                  </a:cubicBezTo>
                  <a:cubicBezTo>
                    <a:pt x="143" y="23"/>
                    <a:pt x="122" y="14"/>
                    <a:pt x="102" y="5"/>
                  </a:cubicBezTo>
                  <a:cubicBezTo>
                    <a:pt x="96" y="2"/>
                    <a:pt x="89" y="0"/>
                    <a:pt x="8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920" bIns="61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249;p40"/>
            <p:cNvSpPr/>
            <p:nvPr/>
          </p:nvSpPr>
          <p:spPr>
            <a:xfrm>
              <a:off x="1179000" y="2681640"/>
              <a:ext cx="72000" cy="12996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129960"/>
                <a:gd name="textAreaBottom" fmla="*/ 130320 h 129960"/>
              </a:gdLst>
              <a:ahLst/>
              <a:cxnLst/>
              <a:rect l="textAreaLeft" t="textAreaTop" r="textAreaRight" b="textAreaBottom"/>
              <a:pathLst>
                <a:path w="639" h="1176">
                  <a:moveTo>
                    <a:pt x="488" y="1"/>
                  </a:moveTo>
                  <a:cubicBezTo>
                    <a:pt x="451" y="1"/>
                    <a:pt x="419" y="13"/>
                    <a:pt x="387" y="37"/>
                  </a:cubicBezTo>
                  <a:cubicBezTo>
                    <a:pt x="379" y="42"/>
                    <a:pt x="372" y="50"/>
                    <a:pt x="365" y="56"/>
                  </a:cubicBezTo>
                  <a:cubicBezTo>
                    <a:pt x="348" y="73"/>
                    <a:pt x="333" y="91"/>
                    <a:pt x="318" y="109"/>
                  </a:cubicBezTo>
                  <a:lnTo>
                    <a:pt x="318" y="109"/>
                  </a:lnTo>
                  <a:cubicBezTo>
                    <a:pt x="317" y="110"/>
                    <a:pt x="316" y="111"/>
                    <a:pt x="314" y="111"/>
                  </a:cubicBezTo>
                  <a:cubicBezTo>
                    <a:pt x="282" y="136"/>
                    <a:pt x="267" y="165"/>
                    <a:pt x="249" y="201"/>
                  </a:cubicBezTo>
                  <a:cubicBezTo>
                    <a:pt x="242" y="215"/>
                    <a:pt x="237" y="227"/>
                    <a:pt x="229" y="239"/>
                  </a:cubicBezTo>
                  <a:cubicBezTo>
                    <a:pt x="217" y="265"/>
                    <a:pt x="204" y="289"/>
                    <a:pt x="190" y="316"/>
                  </a:cubicBezTo>
                  <a:cubicBezTo>
                    <a:pt x="165" y="368"/>
                    <a:pt x="149" y="424"/>
                    <a:pt x="130" y="480"/>
                  </a:cubicBezTo>
                  <a:cubicBezTo>
                    <a:pt x="112" y="535"/>
                    <a:pt x="96" y="589"/>
                    <a:pt x="78" y="644"/>
                  </a:cubicBezTo>
                  <a:cubicBezTo>
                    <a:pt x="70" y="673"/>
                    <a:pt x="61" y="700"/>
                    <a:pt x="52" y="729"/>
                  </a:cubicBezTo>
                  <a:cubicBezTo>
                    <a:pt x="38" y="775"/>
                    <a:pt x="15" y="827"/>
                    <a:pt x="20" y="876"/>
                  </a:cubicBezTo>
                  <a:lnTo>
                    <a:pt x="20" y="876"/>
                  </a:lnTo>
                  <a:cubicBezTo>
                    <a:pt x="17" y="897"/>
                    <a:pt x="14" y="918"/>
                    <a:pt x="16" y="940"/>
                  </a:cubicBezTo>
                  <a:lnTo>
                    <a:pt x="16" y="940"/>
                  </a:lnTo>
                  <a:cubicBezTo>
                    <a:pt x="13" y="974"/>
                    <a:pt x="9" y="1008"/>
                    <a:pt x="6" y="1040"/>
                  </a:cubicBezTo>
                  <a:cubicBezTo>
                    <a:pt x="0" y="1093"/>
                    <a:pt x="33" y="1151"/>
                    <a:pt x="84" y="1170"/>
                  </a:cubicBezTo>
                  <a:cubicBezTo>
                    <a:pt x="98" y="1174"/>
                    <a:pt x="112" y="1176"/>
                    <a:pt x="126" y="1176"/>
                  </a:cubicBezTo>
                  <a:cubicBezTo>
                    <a:pt x="166" y="1176"/>
                    <a:pt x="206" y="1160"/>
                    <a:pt x="231" y="1126"/>
                  </a:cubicBezTo>
                  <a:cubicBezTo>
                    <a:pt x="250" y="1098"/>
                    <a:pt x="270" y="1072"/>
                    <a:pt x="289" y="1045"/>
                  </a:cubicBezTo>
                  <a:lnTo>
                    <a:pt x="289" y="1045"/>
                  </a:lnTo>
                  <a:cubicBezTo>
                    <a:pt x="305" y="1033"/>
                    <a:pt x="314" y="1021"/>
                    <a:pt x="324" y="1006"/>
                  </a:cubicBezTo>
                  <a:cubicBezTo>
                    <a:pt x="327" y="1002"/>
                    <a:pt x="330" y="998"/>
                    <a:pt x="333" y="994"/>
                  </a:cubicBezTo>
                  <a:lnTo>
                    <a:pt x="333" y="994"/>
                  </a:lnTo>
                  <a:cubicBezTo>
                    <a:pt x="341" y="987"/>
                    <a:pt x="348" y="978"/>
                    <a:pt x="356" y="968"/>
                  </a:cubicBezTo>
                  <a:cubicBezTo>
                    <a:pt x="368" y="950"/>
                    <a:pt x="378" y="931"/>
                    <a:pt x="387" y="910"/>
                  </a:cubicBezTo>
                  <a:cubicBezTo>
                    <a:pt x="392" y="898"/>
                    <a:pt x="400" y="886"/>
                    <a:pt x="406" y="874"/>
                  </a:cubicBezTo>
                  <a:cubicBezTo>
                    <a:pt x="418" y="846"/>
                    <a:pt x="431" y="820"/>
                    <a:pt x="444" y="792"/>
                  </a:cubicBezTo>
                  <a:cubicBezTo>
                    <a:pt x="468" y="740"/>
                    <a:pt x="495" y="687"/>
                    <a:pt x="518" y="634"/>
                  </a:cubicBezTo>
                  <a:cubicBezTo>
                    <a:pt x="542" y="583"/>
                    <a:pt x="569" y="529"/>
                    <a:pt x="585" y="473"/>
                  </a:cubicBezTo>
                  <a:lnTo>
                    <a:pt x="610" y="386"/>
                  </a:lnTo>
                  <a:cubicBezTo>
                    <a:pt x="613" y="372"/>
                    <a:pt x="618" y="360"/>
                    <a:pt x="621" y="346"/>
                  </a:cubicBezTo>
                  <a:cubicBezTo>
                    <a:pt x="632" y="308"/>
                    <a:pt x="638" y="273"/>
                    <a:pt x="633" y="234"/>
                  </a:cubicBezTo>
                  <a:cubicBezTo>
                    <a:pt x="633" y="233"/>
                    <a:pt x="632" y="231"/>
                    <a:pt x="632" y="230"/>
                  </a:cubicBezTo>
                  <a:lnTo>
                    <a:pt x="632" y="230"/>
                  </a:lnTo>
                  <a:cubicBezTo>
                    <a:pt x="633" y="206"/>
                    <a:pt x="634" y="182"/>
                    <a:pt x="633" y="156"/>
                  </a:cubicBezTo>
                  <a:cubicBezTo>
                    <a:pt x="633" y="149"/>
                    <a:pt x="632" y="139"/>
                    <a:pt x="630" y="130"/>
                  </a:cubicBezTo>
                  <a:cubicBezTo>
                    <a:pt x="622" y="85"/>
                    <a:pt x="601" y="50"/>
                    <a:pt x="564" y="23"/>
                  </a:cubicBezTo>
                  <a:lnTo>
                    <a:pt x="564" y="23"/>
                  </a:lnTo>
                  <a:cubicBezTo>
                    <a:pt x="557" y="16"/>
                    <a:pt x="548" y="10"/>
                    <a:pt x="539" y="7"/>
                  </a:cubicBezTo>
                  <a:cubicBezTo>
                    <a:pt x="528" y="3"/>
                    <a:pt x="517" y="1"/>
                    <a:pt x="507" y="1"/>
                  </a:cubicBezTo>
                  <a:cubicBezTo>
                    <a:pt x="505" y="1"/>
                    <a:pt x="504" y="2"/>
                    <a:pt x="503" y="2"/>
                  </a:cubicBezTo>
                  <a:lnTo>
                    <a:pt x="503" y="2"/>
                  </a:lnTo>
                  <a:cubicBezTo>
                    <a:pt x="498" y="1"/>
                    <a:pt x="493" y="1"/>
                    <a:pt x="48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5160" bIns="65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250;p40"/>
            <p:cNvSpPr/>
            <p:nvPr/>
          </p:nvSpPr>
          <p:spPr>
            <a:xfrm>
              <a:off x="1137600" y="2681640"/>
              <a:ext cx="115560" cy="8136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81360"/>
                <a:gd name="textAreaBottom" fmla="*/ 81720 h 81360"/>
              </a:gdLst>
              <a:ahLst/>
              <a:cxnLst/>
              <a:rect l="textAreaLeft" t="textAreaTop" r="textAreaRight" b="textAreaBottom"/>
              <a:pathLst>
                <a:path w="1022" h="737">
                  <a:moveTo>
                    <a:pt x="307" y="581"/>
                  </a:moveTo>
                  <a:cubicBezTo>
                    <a:pt x="306" y="582"/>
                    <a:pt x="305" y="583"/>
                    <a:pt x="304" y="584"/>
                  </a:cubicBezTo>
                  <a:lnTo>
                    <a:pt x="304" y="584"/>
                  </a:lnTo>
                  <a:cubicBezTo>
                    <a:pt x="305" y="583"/>
                    <a:pt x="306" y="582"/>
                    <a:pt x="307" y="581"/>
                  </a:cubicBezTo>
                  <a:close/>
                  <a:moveTo>
                    <a:pt x="281" y="598"/>
                  </a:moveTo>
                  <a:lnTo>
                    <a:pt x="281" y="598"/>
                  </a:lnTo>
                  <a:cubicBezTo>
                    <a:pt x="281" y="598"/>
                    <a:pt x="280" y="599"/>
                    <a:pt x="280" y="599"/>
                  </a:cubicBezTo>
                  <a:lnTo>
                    <a:pt x="280" y="599"/>
                  </a:lnTo>
                  <a:cubicBezTo>
                    <a:pt x="280" y="599"/>
                    <a:pt x="280" y="599"/>
                    <a:pt x="280" y="598"/>
                  </a:cubicBezTo>
                  <a:lnTo>
                    <a:pt x="280" y="598"/>
                  </a:lnTo>
                  <a:cubicBezTo>
                    <a:pt x="280" y="598"/>
                    <a:pt x="281" y="598"/>
                    <a:pt x="281" y="598"/>
                  </a:cubicBezTo>
                  <a:close/>
                  <a:moveTo>
                    <a:pt x="277" y="600"/>
                  </a:moveTo>
                  <a:cubicBezTo>
                    <a:pt x="277" y="601"/>
                    <a:pt x="277" y="601"/>
                    <a:pt x="276" y="601"/>
                  </a:cubicBezTo>
                  <a:cubicBezTo>
                    <a:pt x="277" y="601"/>
                    <a:pt x="277" y="601"/>
                    <a:pt x="277" y="600"/>
                  </a:cubicBezTo>
                  <a:close/>
                  <a:moveTo>
                    <a:pt x="115" y="652"/>
                  </a:moveTo>
                  <a:cubicBezTo>
                    <a:pt x="117" y="653"/>
                    <a:pt x="119" y="654"/>
                    <a:pt x="122" y="654"/>
                  </a:cubicBezTo>
                  <a:lnTo>
                    <a:pt x="122" y="654"/>
                  </a:lnTo>
                  <a:cubicBezTo>
                    <a:pt x="119" y="654"/>
                    <a:pt x="116" y="653"/>
                    <a:pt x="113" y="652"/>
                  </a:cubicBezTo>
                  <a:close/>
                  <a:moveTo>
                    <a:pt x="701" y="0"/>
                  </a:moveTo>
                  <a:cubicBezTo>
                    <a:pt x="682" y="0"/>
                    <a:pt x="664" y="3"/>
                    <a:pt x="645" y="7"/>
                  </a:cubicBezTo>
                  <a:cubicBezTo>
                    <a:pt x="631" y="10"/>
                    <a:pt x="615" y="15"/>
                    <a:pt x="599" y="19"/>
                  </a:cubicBezTo>
                  <a:cubicBezTo>
                    <a:pt x="555" y="31"/>
                    <a:pt x="505" y="43"/>
                    <a:pt x="462" y="64"/>
                  </a:cubicBezTo>
                  <a:cubicBezTo>
                    <a:pt x="420" y="85"/>
                    <a:pt x="381" y="112"/>
                    <a:pt x="341" y="137"/>
                  </a:cubicBezTo>
                  <a:cubicBezTo>
                    <a:pt x="306" y="160"/>
                    <a:pt x="271" y="185"/>
                    <a:pt x="243" y="218"/>
                  </a:cubicBezTo>
                  <a:lnTo>
                    <a:pt x="243" y="218"/>
                  </a:lnTo>
                  <a:cubicBezTo>
                    <a:pt x="216" y="245"/>
                    <a:pt x="190" y="273"/>
                    <a:pt x="165" y="301"/>
                  </a:cubicBezTo>
                  <a:cubicBezTo>
                    <a:pt x="139" y="334"/>
                    <a:pt x="110" y="366"/>
                    <a:pt x="94" y="407"/>
                  </a:cubicBezTo>
                  <a:lnTo>
                    <a:pt x="94" y="407"/>
                  </a:lnTo>
                  <a:cubicBezTo>
                    <a:pt x="82" y="424"/>
                    <a:pt x="69" y="440"/>
                    <a:pt x="58" y="458"/>
                  </a:cubicBezTo>
                  <a:cubicBezTo>
                    <a:pt x="41" y="483"/>
                    <a:pt x="30" y="517"/>
                    <a:pt x="33" y="549"/>
                  </a:cubicBezTo>
                  <a:lnTo>
                    <a:pt x="33" y="549"/>
                  </a:lnTo>
                  <a:cubicBezTo>
                    <a:pt x="31" y="557"/>
                    <a:pt x="30" y="564"/>
                    <a:pt x="29" y="571"/>
                  </a:cubicBezTo>
                  <a:lnTo>
                    <a:pt x="29" y="571"/>
                  </a:lnTo>
                  <a:cubicBezTo>
                    <a:pt x="27" y="575"/>
                    <a:pt x="26" y="578"/>
                    <a:pt x="25" y="581"/>
                  </a:cubicBezTo>
                  <a:cubicBezTo>
                    <a:pt x="20" y="598"/>
                    <a:pt x="19" y="615"/>
                    <a:pt x="21" y="631"/>
                  </a:cubicBezTo>
                  <a:lnTo>
                    <a:pt x="21" y="631"/>
                  </a:lnTo>
                  <a:cubicBezTo>
                    <a:pt x="15" y="652"/>
                    <a:pt x="10" y="673"/>
                    <a:pt x="6" y="695"/>
                  </a:cubicBezTo>
                  <a:cubicBezTo>
                    <a:pt x="1" y="718"/>
                    <a:pt x="24" y="736"/>
                    <a:pt x="46" y="736"/>
                  </a:cubicBezTo>
                  <a:cubicBezTo>
                    <a:pt x="55" y="736"/>
                    <a:pt x="64" y="734"/>
                    <a:pt x="71" y="727"/>
                  </a:cubicBezTo>
                  <a:cubicBezTo>
                    <a:pt x="86" y="716"/>
                    <a:pt x="99" y="704"/>
                    <a:pt x="113" y="692"/>
                  </a:cubicBezTo>
                  <a:lnTo>
                    <a:pt x="113" y="692"/>
                  </a:lnTo>
                  <a:cubicBezTo>
                    <a:pt x="120" y="690"/>
                    <a:pt x="128" y="688"/>
                    <a:pt x="135" y="685"/>
                  </a:cubicBezTo>
                  <a:cubicBezTo>
                    <a:pt x="141" y="681"/>
                    <a:pt x="149" y="677"/>
                    <a:pt x="157" y="672"/>
                  </a:cubicBezTo>
                  <a:lnTo>
                    <a:pt x="157" y="672"/>
                  </a:lnTo>
                  <a:cubicBezTo>
                    <a:pt x="164" y="669"/>
                    <a:pt x="171" y="664"/>
                    <a:pt x="178" y="660"/>
                  </a:cubicBezTo>
                  <a:lnTo>
                    <a:pt x="178" y="660"/>
                  </a:lnTo>
                  <a:cubicBezTo>
                    <a:pt x="201" y="657"/>
                    <a:pt x="224" y="648"/>
                    <a:pt x="242" y="633"/>
                  </a:cubicBezTo>
                  <a:cubicBezTo>
                    <a:pt x="257" y="620"/>
                    <a:pt x="273" y="607"/>
                    <a:pt x="288" y="595"/>
                  </a:cubicBezTo>
                  <a:lnTo>
                    <a:pt x="288" y="595"/>
                  </a:lnTo>
                  <a:cubicBezTo>
                    <a:pt x="303" y="590"/>
                    <a:pt x="315" y="583"/>
                    <a:pt x="334" y="570"/>
                  </a:cubicBezTo>
                  <a:cubicBezTo>
                    <a:pt x="343" y="565"/>
                    <a:pt x="353" y="558"/>
                    <a:pt x="363" y="553"/>
                  </a:cubicBezTo>
                  <a:lnTo>
                    <a:pt x="363" y="553"/>
                  </a:lnTo>
                  <a:cubicBezTo>
                    <a:pt x="352" y="559"/>
                    <a:pt x="340" y="567"/>
                    <a:pt x="329" y="575"/>
                  </a:cubicBezTo>
                  <a:cubicBezTo>
                    <a:pt x="370" y="548"/>
                    <a:pt x="414" y="527"/>
                    <a:pt x="457" y="507"/>
                  </a:cubicBezTo>
                  <a:lnTo>
                    <a:pt x="457" y="507"/>
                  </a:lnTo>
                  <a:cubicBezTo>
                    <a:pt x="457" y="507"/>
                    <a:pt x="457" y="507"/>
                    <a:pt x="457" y="507"/>
                  </a:cubicBezTo>
                  <a:lnTo>
                    <a:pt x="457" y="507"/>
                  </a:lnTo>
                  <a:cubicBezTo>
                    <a:pt x="470" y="502"/>
                    <a:pt x="483" y="497"/>
                    <a:pt x="496" y="490"/>
                  </a:cubicBezTo>
                  <a:cubicBezTo>
                    <a:pt x="510" y="481"/>
                    <a:pt x="524" y="475"/>
                    <a:pt x="540" y="468"/>
                  </a:cubicBezTo>
                  <a:cubicBezTo>
                    <a:pt x="568" y="454"/>
                    <a:pt x="598" y="442"/>
                    <a:pt x="628" y="430"/>
                  </a:cubicBezTo>
                  <a:cubicBezTo>
                    <a:pt x="656" y="417"/>
                    <a:pt x="683" y="400"/>
                    <a:pt x="711" y="388"/>
                  </a:cubicBezTo>
                  <a:cubicBezTo>
                    <a:pt x="727" y="382"/>
                    <a:pt x="742" y="375"/>
                    <a:pt x="757" y="369"/>
                  </a:cubicBezTo>
                  <a:cubicBezTo>
                    <a:pt x="787" y="357"/>
                    <a:pt x="814" y="340"/>
                    <a:pt x="837" y="319"/>
                  </a:cubicBezTo>
                  <a:lnTo>
                    <a:pt x="837" y="319"/>
                  </a:lnTo>
                  <a:lnTo>
                    <a:pt x="863" y="305"/>
                  </a:lnTo>
                  <a:cubicBezTo>
                    <a:pt x="874" y="298"/>
                    <a:pt x="885" y="293"/>
                    <a:pt x="896" y="285"/>
                  </a:cubicBezTo>
                  <a:cubicBezTo>
                    <a:pt x="909" y="277"/>
                    <a:pt x="925" y="268"/>
                    <a:pt x="938" y="260"/>
                  </a:cubicBezTo>
                  <a:cubicBezTo>
                    <a:pt x="951" y="249"/>
                    <a:pt x="962" y="237"/>
                    <a:pt x="970" y="224"/>
                  </a:cubicBezTo>
                  <a:lnTo>
                    <a:pt x="970" y="224"/>
                  </a:lnTo>
                  <a:cubicBezTo>
                    <a:pt x="981" y="216"/>
                    <a:pt x="992" y="205"/>
                    <a:pt x="1000" y="192"/>
                  </a:cubicBezTo>
                  <a:cubicBezTo>
                    <a:pt x="1019" y="161"/>
                    <a:pt x="1022" y="122"/>
                    <a:pt x="997" y="92"/>
                  </a:cubicBezTo>
                  <a:cubicBezTo>
                    <a:pt x="983" y="75"/>
                    <a:pt x="966" y="63"/>
                    <a:pt x="946" y="55"/>
                  </a:cubicBezTo>
                  <a:lnTo>
                    <a:pt x="946" y="55"/>
                  </a:lnTo>
                  <a:cubicBezTo>
                    <a:pt x="903" y="15"/>
                    <a:pt x="836" y="6"/>
                    <a:pt x="773" y="6"/>
                  </a:cubicBezTo>
                  <a:cubicBezTo>
                    <a:pt x="766" y="6"/>
                    <a:pt x="759" y="6"/>
                    <a:pt x="752" y="7"/>
                  </a:cubicBezTo>
                  <a:lnTo>
                    <a:pt x="752" y="7"/>
                  </a:lnTo>
                  <a:cubicBezTo>
                    <a:pt x="735" y="2"/>
                    <a:pt x="718" y="0"/>
                    <a:pt x="70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251;p40"/>
            <p:cNvSpPr/>
            <p:nvPr/>
          </p:nvSpPr>
          <p:spPr>
            <a:xfrm>
              <a:off x="1211760" y="2670120"/>
              <a:ext cx="100440" cy="9144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890" h="827">
                  <a:moveTo>
                    <a:pt x="812" y="440"/>
                  </a:moveTo>
                  <a:lnTo>
                    <a:pt x="812" y="440"/>
                  </a:lnTo>
                  <a:cubicBezTo>
                    <a:pt x="813" y="441"/>
                    <a:pt x="813" y="442"/>
                    <a:pt x="814" y="443"/>
                  </a:cubicBezTo>
                  <a:cubicBezTo>
                    <a:pt x="813" y="442"/>
                    <a:pt x="813" y="441"/>
                    <a:pt x="812" y="440"/>
                  </a:cubicBezTo>
                  <a:close/>
                  <a:moveTo>
                    <a:pt x="405" y="587"/>
                  </a:moveTo>
                  <a:cubicBezTo>
                    <a:pt x="414" y="596"/>
                    <a:pt x="423" y="604"/>
                    <a:pt x="432" y="613"/>
                  </a:cubicBezTo>
                  <a:lnTo>
                    <a:pt x="432" y="613"/>
                  </a:lnTo>
                  <a:cubicBezTo>
                    <a:pt x="423" y="605"/>
                    <a:pt x="414" y="596"/>
                    <a:pt x="405" y="587"/>
                  </a:cubicBezTo>
                  <a:close/>
                  <a:moveTo>
                    <a:pt x="620" y="772"/>
                  </a:moveTo>
                  <a:cubicBezTo>
                    <a:pt x="629" y="777"/>
                    <a:pt x="637" y="781"/>
                    <a:pt x="646" y="785"/>
                  </a:cubicBezTo>
                  <a:lnTo>
                    <a:pt x="646" y="785"/>
                  </a:lnTo>
                  <a:cubicBezTo>
                    <a:pt x="644" y="785"/>
                    <a:pt x="643" y="785"/>
                    <a:pt x="642" y="784"/>
                  </a:cubicBezTo>
                  <a:lnTo>
                    <a:pt x="642" y="784"/>
                  </a:lnTo>
                  <a:lnTo>
                    <a:pt x="620" y="772"/>
                  </a:lnTo>
                  <a:close/>
                  <a:moveTo>
                    <a:pt x="169" y="1"/>
                  </a:moveTo>
                  <a:cubicBezTo>
                    <a:pt x="121" y="1"/>
                    <a:pt x="82" y="18"/>
                    <a:pt x="50" y="50"/>
                  </a:cubicBezTo>
                  <a:lnTo>
                    <a:pt x="50" y="50"/>
                  </a:lnTo>
                  <a:cubicBezTo>
                    <a:pt x="49" y="51"/>
                    <a:pt x="48" y="51"/>
                    <a:pt x="47" y="53"/>
                  </a:cubicBezTo>
                  <a:cubicBezTo>
                    <a:pt x="24" y="68"/>
                    <a:pt x="13" y="97"/>
                    <a:pt x="10" y="125"/>
                  </a:cubicBezTo>
                  <a:lnTo>
                    <a:pt x="10" y="125"/>
                  </a:lnTo>
                  <a:cubicBezTo>
                    <a:pt x="0" y="171"/>
                    <a:pt x="15" y="220"/>
                    <a:pt x="45" y="257"/>
                  </a:cubicBezTo>
                  <a:cubicBezTo>
                    <a:pt x="52" y="265"/>
                    <a:pt x="57" y="272"/>
                    <a:pt x="64" y="280"/>
                  </a:cubicBezTo>
                  <a:cubicBezTo>
                    <a:pt x="72" y="291"/>
                    <a:pt x="81" y="300"/>
                    <a:pt x="91" y="310"/>
                  </a:cubicBezTo>
                  <a:lnTo>
                    <a:pt x="91" y="310"/>
                  </a:lnTo>
                  <a:cubicBezTo>
                    <a:pt x="104" y="333"/>
                    <a:pt x="122" y="353"/>
                    <a:pt x="145" y="371"/>
                  </a:cubicBezTo>
                  <a:cubicBezTo>
                    <a:pt x="169" y="391"/>
                    <a:pt x="196" y="412"/>
                    <a:pt x="221" y="434"/>
                  </a:cubicBezTo>
                  <a:cubicBezTo>
                    <a:pt x="245" y="456"/>
                    <a:pt x="271" y="475"/>
                    <a:pt x="298" y="496"/>
                  </a:cubicBezTo>
                  <a:cubicBezTo>
                    <a:pt x="345" y="533"/>
                    <a:pt x="391" y="574"/>
                    <a:pt x="434" y="615"/>
                  </a:cubicBezTo>
                  <a:lnTo>
                    <a:pt x="434" y="615"/>
                  </a:lnTo>
                  <a:cubicBezTo>
                    <a:pt x="440" y="622"/>
                    <a:pt x="446" y="628"/>
                    <a:pt x="453" y="635"/>
                  </a:cubicBezTo>
                  <a:cubicBezTo>
                    <a:pt x="473" y="656"/>
                    <a:pt x="494" y="673"/>
                    <a:pt x="515" y="691"/>
                  </a:cubicBezTo>
                  <a:lnTo>
                    <a:pt x="515" y="691"/>
                  </a:lnTo>
                  <a:lnTo>
                    <a:pt x="535" y="712"/>
                  </a:lnTo>
                  <a:cubicBezTo>
                    <a:pt x="550" y="728"/>
                    <a:pt x="565" y="746"/>
                    <a:pt x="583" y="758"/>
                  </a:cubicBezTo>
                  <a:cubicBezTo>
                    <a:pt x="603" y="771"/>
                    <a:pt x="624" y="781"/>
                    <a:pt x="646" y="787"/>
                  </a:cubicBezTo>
                  <a:lnTo>
                    <a:pt x="646" y="787"/>
                  </a:lnTo>
                  <a:lnTo>
                    <a:pt x="657" y="793"/>
                  </a:lnTo>
                  <a:lnTo>
                    <a:pt x="647" y="787"/>
                  </a:lnTo>
                  <a:lnTo>
                    <a:pt x="647" y="787"/>
                  </a:lnTo>
                  <a:cubicBezTo>
                    <a:pt x="649" y="788"/>
                    <a:pt x="651" y="788"/>
                    <a:pt x="652" y="789"/>
                  </a:cubicBezTo>
                  <a:lnTo>
                    <a:pt x="652" y="789"/>
                  </a:lnTo>
                  <a:cubicBezTo>
                    <a:pt x="667" y="796"/>
                    <a:pt x="681" y="801"/>
                    <a:pt x="695" y="805"/>
                  </a:cubicBezTo>
                  <a:lnTo>
                    <a:pt x="695" y="805"/>
                  </a:lnTo>
                  <a:cubicBezTo>
                    <a:pt x="695" y="805"/>
                    <a:pt x="695" y="805"/>
                    <a:pt x="695" y="805"/>
                  </a:cubicBezTo>
                  <a:cubicBezTo>
                    <a:pt x="714" y="819"/>
                    <a:pt x="737" y="826"/>
                    <a:pt x="761" y="826"/>
                  </a:cubicBezTo>
                  <a:cubicBezTo>
                    <a:pt x="783" y="826"/>
                    <a:pt x="806" y="820"/>
                    <a:pt x="825" y="808"/>
                  </a:cubicBezTo>
                  <a:cubicBezTo>
                    <a:pt x="858" y="787"/>
                    <a:pt x="882" y="740"/>
                    <a:pt x="874" y="695"/>
                  </a:cubicBezTo>
                  <a:cubicBezTo>
                    <a:pt x="874" y="695"/>
                    <a:pt x="874" y="695"/>
                    <a:pt x="874" y="695"/>
                  </a:cubicBezTo>
                  <a:lnTo>
                    <a:pt x="874" y="695"/>
                  </a:lnTo>
                  <a:cubicBezTo>
                    <a:pt x="879" y="674"/>
                    <a:pt x="880" y="652"/>
                    <a:pt x="879" y="630"/>
                  </a:cubicBezTo>
                  <a:lnTo>
                    <a:pt x="879" y="630"/>
                  </a:lnTo>
                  <a:cubicBezTo>
                    <a:pt x="890" y="556"/>
                    <a:pt x="842" y="484"/>
                    <a:pt x="802" y="423"/>
                  </a:cubicBezTo>
                  <a:lnTo>
                    <a:pt x="802" y="423"/>
                  </a:lnTo>
                  <a:cubicBezTo>
                    <a:pt x="793" y="406"/>
                    <a:pt x="784" y="389"/>
                    <a:pt x="772" y="374"/>
                  </a:cubicBezTo>
                  <a:cubicBezTo>
                    <a:pt x="766" y="367"/>
                    <a:pt x="759" y="358"/>
                    <a:pt x="751" y="349"/>
                  </a:cubicBezTo>
                  <a:cubicBezTo>
                    <a:pt x="738" y="333"/>
                    <a:pt x="724" y="316"/>
                    <a:pt x="710" y="300"/>
                  </a:cubicBezTo>
                  <a:cubicBezTo>
                    <a:pt x="669" y="256"/>
                    <a:pt x="625" y="213"/>
                    <a:pt x="580" y="175"/>
                  </a:cubicBezTo>
                  <a:cubicBezTo>
                    <a:pt x="564" y="160"/>
                    <a:pt x="547" y="146"/>
                    <a:pt x="530" y="133"/>
                  </a:cubicBezTo>
                  <a:cubicBezTo>
                    <a:pt x="499" y="109"/>
                    <a:pt x="466" y="92"/>
                    <a:pt x="432" y="72"/>
                  </a:cubicBezTo>
                  <a:cubicBezTo>
                    <a:pt x="414" y="64"/>
                    <a:pt x="396" y="54"/>
                    <a:pt x="377" y="44"/>
                  </a:cubicBezTo>
                  <a:cubicBezTo>
                    <a:pt x="367" y="39"/>
                    <a:pt x="358" y="34"/>
                    <a:pt x="348" y="31"/>
                  </a:cubicBezTo>
                  <a:cubicBezTo>
                    <a:pt x="334" y="25"/>
                    <a:pt x="326" y="22"/>
                    <a:pt x="310" y="18"/>
                  </a:cubicBezTo>
                  <a:cubicBezTo>
                    <a:pt x="295" y="13"/>
                    <a:pt x="279" y="11"/>
                    <a:pt x="264" y="11"/>
                  </a:cubicBezTo>
                  <a:cubicBezTo>
                    <a:pt x="261" y="11"/>
                    <a:pt x="258" y="11"/>
                    <a:pt x="256" y="11"/>
                  </a:cubicBezTo>
                  <a:lnTo>
                    <a:pt x="256" y="11"/>
                  </a:lnTo>
                  <a:cubicBezTo>
                    <a:pt x="241" y="8"/>
                    <a:pt x="226" y="5"/>
                    <a:pt x="211" y="4"/>
                  </a:cubicBezTo>
                  <a:cubicBezTo>
                    <a:pt x="201" y="3"/>
                    <a:pt x="190" y="3"/>
                    <a:pt x="180" y="1"/>
                  </a:cubicBezTo>
                  <a:cubicBezTo>
                    <a:pt x="177" y="1"/>
                    <a:pt x="173" y="1"/>
                    <a:pt x="169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252;p40"/>
            <p:cNvSpPr/>
            <p:nvPr/>
          </p:nvSpPr>
          <p:spPr>
            <a:xfrm>
              <a:off x="1234440" y="2640960"/>
              <a:ext cx="101880" cy="5544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903" h="502">
                  <a:moveTo>
                    <a:pt x="771" y="121"/>
                  </a:moveTo>
                  <a:cubicBezTo>
                    <a:pt x="770" y="121"/>
                    <a:pt x="770" y="121"/>
                    <a:pt x="769" y="121"/>
                  </a:cubicBezTo>
                  <a:cubicBezTo>
                    <a:pt x="770" y="121"/>
                    <a:pt x="770" y="121"/>
                    <a:pt x="771" y="121"/>
                  </a:cubicBezTo>
                  <a:close/>
                  <a:moveTo>
                    <a:pt x="107" y="299"/>
                  </a:moveTo>
                  <a:cubicBezTo>
                    <a:pt x="107" y="300"/>
                    <a:pt x="107" y="300"/>
                    <a:pt x="106" y="300"/>
                  </a:cubicBezTo>
                  <a:lnTo>
                    <a:pt x="106" y="300"/>
                  </a:lnTo>
                  <a:cubicBezTo>
                    <a:pt x="107" y="300"/>
                    <a:pt x="107" y="300"/>
                    <a:pt x="107" y="299"/>
                  </a:cubicBezTo>
                  <a:close/>
                  <a:moveTo>
                    <a:pt x="669" y="0"/>
                  </a:moveTo>
                  <a:cubicBezTo>
                    <a:pt x="656" y="0"/>
                    <a:pt x="642" y="3"/>
                    <a:pt x="628" y="5"/>
                  </a:cubicBezTo>
                  <a:cubicBezTo>
                    <a:pt x="562" y="12"/>
                    <a:pt x="500" y="33"/>
                    <a:pt x="438" y="57"/>
                  </a:cubicBezTo>
                  <a:cubicBezTo>
                    <a:pt x="378" y="80"/>
                    <a:pt x="320" y="115"/>
                    <a:pt x="266" y="150"/>
                  </a:cubicBezTo>
                  <a:cubicBezTo>
                    <a:pt x="214" y="184"/>
                    <a:pt x="164" y="228"/>
                    <a:pt x="122" y="276"/>
                  </a:cubicBezTo>
                  <a:cubicBezTo>
                    <a:pt x="117" y="283"/>
                    <a:pt x="114" y="291"/>
                    <a:pt x="110" y="297"/>
                  </a:cubicBezTo>
                  <a:cubicBezTo>
                    <a:pt x="109" y="299"/>
                    <a:pt x="107" y="302"/>
                    <a:pt x="106" y="304"/>
                  </a:cubicBezTo>
                  <a:cubicBezTo>
                    <a:pt x="105" y="305"/>
                    <a:pt x="105" y="306"/>
                    <a:pt x="104" y="306"/>
                  </a:cubicBezTo>
                  <a:lnTo>
                    <a:pt x="104" y="306"/>
                  </a:lnTo>
                  <a:cubicBezTo>
                    <a:pt x="105" y="305"/>
                    <a:pt x="105" y="303"/>
                    <a:pt x="106" y="300"/>
                  </a:cubicBezTo>
                  <a:lnTo>
                    <a:pt x="106" y="300"/>
                  </a:lnTo>
                  <a:cubicBezTo>
                    <a:pt x="105" y="303"/>
                    <a:pt x="93" y="316"/>
                    <a:pt x="92" y="318"/>
                  </a:cubicBezTo>
                  <a:cubicBezTo>
                    <a:pt x="81" y="330"/>
                    <a:pt x="70" y="343"/>
                    <a:pt x="61" y="358"/>
                  </a:cubicBezTo>
                  <a:cubicBezTo>
                    <a:pt x="39" y="386"/>
                    <a:pt x="17" y="415"/>
                    <a:pt x="7" y="451"/>
                  </a:cubicBezTo>
                  <a:cubicBezTo>
                    <a:pt x="0" y="474"/>
                    <a:pt x="16" y="501"/>
                    <a:pt x="40" y="501"/>
                  </a:cubicBezTo>
                  <a:cubicBezTo>
                    <a:pt x="45" y="501"/>
                    <a:pt x="50" y="500"/>
                    <a:pt x="56" y="497"/>
                  </a:cubicBezTo>
                  <a:cubicBezTo>
                    <a:pt x="87" y="483"/>
                    <a:pt x="111" y="459"/>
                    <a:pt x="137" y="439"/>
                  </a:cubicBezTo>
                  <a:cubicBezTo>
                    <a:pt x="148" y="429"/>
                    <a:pt x="159" y="420"/>
                    <a:pt x="171" y="413"/>
                  </a:cubicBezTo>
                  <a:cubicBezTo>
                    <a:pt x="177" y="408"/>
                    <a:pt x="182" y="404"/>
                    <a:pt x="189" y="400"/>
                  </a:cubicBezTo>
                  <a:cubicBezTo>
                    <a:pt x="190" y="400"/>
                    <a:pt x="195" y="397"/>
                    <a:pt x="197" y="396"/>
                  </a:cubicBezTo>
                  <a:lnTo>
                    <a:pt x="197" y="396"/>
                  </a:lnTo>
                  <a:cubicBezTo>
                    <a:pt x="199" y="395"/>
                    <a:pt x="201" y="395"/>
                    <a:pt x="202" y="395"/>
                  </a:cubicBezTo>
                  <a:cubicBezTo>
                    <a:pt x="220" y="386"/>
                    <a:pt x="235" y="374"/>
                    <a:pt x="252" y="363"/>
                  </a:cubicBezTo>
                  <a:cubicBezTo>
                    <a:pt x="265" y="353"/>
                    <a:pt x="280" y="346"/>
                    <a:pt x="296" y="336"/>
                  </a:cubicBezTo>
                  <a:cubicBezTo>
                    <a:pt x="296" y="335"/>
                    <a:pt x="296" y="335"/>
                    <a:pt x="297" y="335"/>
                  </a:cubicBezTo>
                  <a:lnTo>
                    <a:pt x="297" y="335"/>
                  </a:lnTo>
                  <a:cubicBezTo>
                    <a:pt x="298" y="334"/>
                    <a:pt x="300" y="333"/>
                    <a:pt x="301" y="332"/>
                  </a:cubicBezTo>
                  <a:cubicBezTo>
                    <a:pt x="306" y="329"/>
                    <a:pt x="313" y="326"/>
                    <a:pt x="319" y="321"/>
                  </a:cubicBezTo>
                  <a:cubicBezTo>
                    <a:pt x="332" y="314"/>
                    <a:pt x="347" y="307"/>
                    <a:pt x="361" y="298"/>
                  </a:cubicBezTo>
                  <a:cubicBezTo>
                    <a:pt x="416" y="266"/>
                    <a:pt x="473" y="241"/>
                    <a:pt x="532" y="216"/>
                  </a:cubicBezTo>
                  <a:cubicBezTo>
                    <a:pt x="561" y="203"/>
                    <a:pt x="592" y="192"/>
                    <a:pt x="622" y="181"/>
                  </a:cubicBezTo>
                  <a:cubicBezTo>
                    <a:pt x="636" y="175"/>
                    <a:pt x="648" y="170"/>
                    <a:pt x="661" y="164"/>
                  </a:cubicBezTo>
                  <a:cubicBezTo>
                    <a:pt x="681" y="156"/>
                    <a:pt x="700" y="149"/>
                    <a:pt x="716" y="138"/>
                  </a:cubicBezTo>
                  <a:cubicBezTo>
                    <a:pt x="718" y="137"/>
                    <a:pt x="719" y="137"/>
                    <a:pt x="721" y="135"/>
                  </a:cubicBezTo>
                  <a:cubicBezTo>
                    <a:pt x="723" y="133"/>
                    <a:pt x="725" y="132"/>
                    <a:pt x="725" y="132"/>
                  </a:cubicBezTo>
                  <a:lnTo>
                    <a:pt x="725" y="132"/>
                  </a:lnTo>
                  <a:cubicBezTo>
                    <a:pt x="725" y="132"/>
                    <a:pt x="724" y="133"/>
                    <a:pt x="722" y="135"/>
                  </a:cubicBezTo>
                  <a:cubicBezTo>
                    <a:pt x="720" y="136"/>
                    <a:pt x="719" y="137"/>
                    <a:pt x="719" y="137"/>
                  </a:cubicBezTo>
                  <a:cubicBezTo>
                    <a:pt x="720" y="137"/>
                    <a:pt x="721" y="136"/>
                    <a:pt x="724" y="135"/>
                  </a:cubicBezTo>
                  <a:cubicBezTo>
                    <a:pt x="725" y="135"/>
                    <a:pt x="726" y="134"/>
                    <a:pt x="729" y="134"/>
                  </a:cubicBezTo>
                  <a:lnTo>
                    <a:pt x="753" y="126"/>
                  </a:lnTo>
                  <a:cubicBezTo>
                    <a:pt x="757" y="124"/>
                    <a:pt x="760" y="123"/>
                    <a:pt x="763" y="123"/>
                  </a:cubicBezTo>
                  <a:cubicBezTo>
                    <a:pt x="764" y="123"/>
                    <a:pt x="772" y="120"/>
                    <a:pt x="773" y="120"/>
                  </a:cubicBezTo>
                  <a:cubicBezTo>
                    <a:pt x="773" y="120"/>
                    <a:pt x="772" y="120"/>
                    <a:pt x="771" y="121"/>
                  </a:cubicBezTo>
                  <a:lnTo>
                    <a:pt x="771" y="121"/>
                  </a:lnTo>
                  <a:cubicBezTo>
                    <a:pt x="778" y="118"/>
                    <a:pt x="787" y="116"/>
                    <a:pt x="795" y="115"/>
                  </a:cubicBezTo>
                  <a:cubicBezTo>
                    <a:pt x="801" y="113"/>
                    <a:pt x="807" y="112"/>
                    <a:pt x="813" y="109"/>
                  </a:cubicBezTo>
                  <a:cubicBezTo>
                    <a:pt x="818" y="107"/>
                    <a:pt x="822" y="103"/>
                    <a:pt x="826" y="100"/>
                  </a:cubicBezTo>
                  <a:lnTo>
                    <a:pt x="826" y="100"/>
                  </a:lnTo>
                  <a:cubicBezTo>
                    <a:pt x="830" y="99"/>
                    <a:pt x="847" y="93"/>
                    <a:pt x="848" y="93"/>
                  </a:cubicBezTo>
                  <a:cubicBezTo>
                    <a:pt x="863" y="85"/>
                    <a:pt x="879" y="76"/>
                    <a:pt x="892" y="69"/>
                  </a:cubicBezTo>
                  <a:cubicBezTo>
                    <a:pt x="903" y="56"/>
                    <a:pt x="902" y="44"/>
                    <a:pt x="894" y="39"/>
                  </a:cubicBezTo>
                  <a:cubicBezTo>
                    <a:pt x="881" y="34"/>
                    <a:pt x="869" y="25"/>
                    <a:pt x="856" y="22"/>
                  </a:cubicBezTo>
                  <a:cubicBezTo>
                    <a:pt x="844" y="17"/>
                    <a:pt x="832" y="15"/>
                    <a:pt x="820" y="12"/>
                  </a:cubicBezTo>
                  <a:lnTo>
                    <a:pt x="820" y="12"/>
                  </a:lnTo>
                  <a:cubicBezTo>
                    <a:pt x="813" y="9"/>
                    <a:pt x="806" y="6"/>
                    <a:pt x="797" y="5"/>
                  </a:cubicBezTo>
                  <a:cubicBezTo>
                    <a:pt x="794" y="4"/>
                    <a:pt x="791" y="4"/>
                    <a:pt x="787" y="4"/>
                  </a:cubicBezTo>
                  <a:cubicBezTo>
                    <a:pt x="784" y="4"/>
                    <a:pt x="780" y="4"/>
                    <a:pt x="777" y="3"/>
                  </a:cubicBezTo>
                  <a:lnTo>
                    <a:pt x="730" y="3"/>
                  </a:lnTo>
                  <a:cubicBezTo>
                    <a:pt x="719" y="3"/>
                    <a:pt x="708" y="3"/>
                    <a:pt x="697" y="5"/>
                  </a:cubicBezTo>
                  <a:lnTo>
                    <a:pt x="693" y="5"/>
                  </a:lnTo>
                  <a:cubicBezTo>
                    <a:pt x="694" y="5"/>
                    <a:pt x="693" y="4"/>
                    <a:pt x="689" y="3"/>
                  </a:cubicBezTo>
                  <a:cubicBezTo>
                    <a:pt x="682" y="1"/>
                    <a:pt x="676" y="0"/>
                    <a:pt x="66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720" bIns="27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253;p40"/>
            <p:cNvSpPr/>
            <p:nvPr/>
          </p:nvSpPr>
          <p:spPr>
            <a:xfrm>
              <a:off x="1190880" y="2587320"/>
              <a:ext cx="69120" cy="11592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613" h="1048">
                  <a:moveTo>
                    <a:pt x="151" y="1"/>
                  </a:moveTo>
                  <a:cubicBezTo>
                    <a:pt x="133" y="1"/>
                    <a:pt x="115" y="4"/>
                    <a:pt x="101" y="11"/>
                  </a:cubicBezTo>
                  <a:cubicBezTo>
                    <a:pt x="70" y="27"/>
                    <a:pt x="51" y="49"/>
                    <a:pt x="36" y="80"/>
                  </a:cubicBezTo>
                  <a:cubicBezTo>
                    <a:pt x="33" y="90"/>
                    <a:pt x="28" y="98"/>
                    <a:pt x="25" y="108"/>
                  </a:cubicBezTo>
                  <a:cubicBezTo>
                    <a:pt x="21" y="118"/>
                    <a:pt x="18" y="129"/>
                    <a:pt x="16" y="140"/>
                  </a:cubicBezTo>
                  <a:lnTo>
                    <a:pt x="16" y="140"/>
                  </a:lnTo>
                  <a:cubicBezTo>
                    <a:pt x="10" y="156"/>
                    <a:pt x="6" y="172"/>
                    <a:pt x="3" y="189"/>
                  </a:cubicBezTo>
                  <a:cubicBezTo>
                    <a:pt x="1" y="213"/>
                    <a:pt x="3" y="240"/>
                    <a:pt x="7" y="264"/>
                  </a:cubicBezTo>
                  <a:cubicBezTo>
                    <a:pt x="11" y="286"/>
                    <a:pt x="13" y="308"/>
                    <a:pt x="17" y="330"/>
                  </a:cubicBezTo>
                  <a:cubicBezTo>
                    <a:pt x="25" y="393"/>
                    <a:pt x="47" y="450"/>
                    <a:pt x="70" y="510"/>
                  </a:cubicBezTo>
                  <a:cubicBezTo>
                    <a:pt x="106" y="596"/>
                    <a:pt x="139" y="681"/>
                    <a:pt x="186" y="761"/>
                  </a:cubicBezTo>
                  <a:lnTo>
                    <a:pt x="186" y="761"/>
                  </a:lnTo>
                  <a:cubicBezTo>
                    <a:pt x="185" y="759"/>
                    <a:pt x="184" y="757"/>
                    <a:pt x="183" y="756"/>
                  </a:cubicBezTo>
                  <a:lnTo>
                    <a:pt x="183" y="756"/>
                  </a:lnTo>
                  <a:lnTo>
                    <a:pt x="237" y="850"/>
                  </a:lnTo>
                  <a:cubicBezTo>
                    <a:pt x="247" y="867"/>
                    <a:pt x="254" y="882"/>
                    <a:pt x="264" y="899"/>
                  </a:cubicBezTo>
                  <a:cubicBezTo>
                    <a:pt x="275" y="917"/>
                    <a:pt x="285" y="939"/>
                    <a:pt x="298" y="955"/>
                  </a:cubicBezTo>
                  <a:cubicBezTo>
                    <a:pt x="312" y="971"/>
                    <a:pt x="327" y="985"/>
                    <a:pt x="344" y="995"/>
                  </a:cubicBezTo>
                  <a:lnTo>
                    <a:pt x="344" y="995"/>
                  </a:lnTo>
                  <a:cubicBezTo>
                    <a:pt x="361" y="1012"/>
                    <a:pt x="381" y="1028"/>
                    <a:pt x="404" y="1038"/>
                  </a:cubicBezTo>
                  <a:cubicBezTo>
                    <a:pt x="421" y="1044"/>
                    <a:pt x="438" y="1047"/>
                    <a:pt x="456" y="1047"/>
                  </a:cubicBezTo>
                  <a:cubicBezTo>
                    <a:pt x="471" y="1047"/>
                    <a:pt x="486" y="1045"/>
                    <a:pt x="502" y="1041"/>
                  </a:cubicBezTo>
                  <a:cubicBezTo>
                    <a:pt x="526" y="1032"/>
                    <a:pt x="547" y="1020"/>
                    <a:pt x="565" y="1001"/>
                  </a:cubicBezTo>
                  <a:cubicBezTo>
                    <a:pt x="584" y="976"/>
                    <a:pt x="605" y="944"/>
                    <a:pt x="605" y="912"/>
                  </a:cubicBezTo>
                  <a:lnTo>
                    <a:pt x="605" y="888"/>
                  </a:lnTo>
                  <a:lnTo>
                    <a:pt x="605" y="888"/>
                  </a:lnTo>
                  <a:cubicBezTo>
                    <a:pt x="613" y="857"/>
                    <a:pt x="612" y="823"/>
                    <a:pt x="605" y="791"/>
                  </a:cubicBezTo>
                  <a:cubicBezTo>
                    <a:pt x="600" y="777"/>
                    <a:pt x="598" y="761"/>
                    <a:pt x="594" y="746"/>
                  </a:cubicBezTo>
                  <a:cubicBezTo>
                    <a:pt x="587" y="716"/>
                    <a:pt x="578" y="685"/>
                    <a:pt x="572" y="656"/>
                  </a:cubicBezTo>
                  <a:cubicBezTo>
                    <a:pt x="565" y="624"/>
                    <a:pt x="558" y="597"/>
                    <a:pt x="549" y="565"/>
                  </a:cubicBezTo>
                  <a:cubicBezTo>
                    <a:pt x="544" y="549"/>
                    <a:pt x="539" y="534"/>
                    <a:pt x="534" y="519"/>
                  </a:cubicBezTo>
                  <a:cubicBezTo>
                    <a:pt x="525" y="488"/>
                    <a:pt x="516" y="458"/>
                    <a:pt x="505" y="427"/>
                  </a:cubicBezTo>
                  <a:cubicBezTo>
                    <a:pt x="494" y="397"/>
                    <a:pt x="481" y="368"/>
                    <a:pt x="470" y="338"/>
                  </a:cubicBezTo>
                  <a:cubicBezTo>
                    <a:pt x="459" y="308"/>
                    <a:pt x="450" y="278"/>
                    <a:pt x="433" y="251"/>
                  </a:cubicBezTo>
                  <a:cubicBezTo>
                    <a:pt x="409" y="211"/>
                    <a:pt x="384" y="170"/>
                    <a:pt x="357" y="134"/>
                  </a:cubicBezTo>
                  <a:cubicBezTo>
                    <a:pt x="348" y="123"/>
                    <a:pt x="341" y="110"/>
                    <a:pt x="331" y="99"/>
                  </a:cubicBezTo>
                  <a:cubicBezTo>
                    <a:pt x="312" y="74"/>
                    <a:pt x="289" y="56"/>
                    <a:pt x="263" y="44"/>
                  </a:cubicBezTo>
                  <a:lnTo>
                    <a:pt x="263" y="44"/>
                  </a:lnTo>
                  <a:cubicBezTo>
                    <a:pt x="260" y="41"/>
                    <a:pt x="257" y="38"/>
                    <a:pt x="253" y="36"/>
                  </a:cubicBezTo>
                  <a:cubicBezTo>
                    <a:pt x="237" y="25"/>
                    <a:pt x="217" y="16"/>
                    <a:pt x="198" y="9"/>
                  </a:cubicBezTo>
                  <a:cubicBezTo>
                    <a:pt x="184" y="4"/>
                    <a:pt x="168" y="1"/>
                    <a:pt x="15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254;p40"/>
            <p:cNvSpPr/>
            <p:nvPr/>
          </p:nvSpPr>
          <p:spPr>
            <a:xfrm>
              <a:off x="1451880" y="3553560"/>
              <a:ext cx="73440" cy="125640"/>
            </a:xfrm>
            <a:custGeom>
              <a:avLst/>
              <a:gdLst>
                <a:gd name="textAreaLeft" fmla="*/ 0 w 73440"/>
                <a:gd name="textAreaRight" fmla="*/ 73800 w 73440"/>
                <a:gd name="textAreaTop" fmla="*/ 0 h 125640"/>
                <a:gd name="textAreaBottom" fmla="*/ 126000 h 125640"/>
              </a:gdLst>
              <a:ahLst/>
              <a:cxnLst/>
              <a:rect l="textAreaLeft" t="textAreaTop" r="textAreaRight" b="textAreaBottom"/>
              <a:pathLst>
                <a:path w="651" h="1137">
                  <a:moveTo>
                    <a:pt x="605" y="824"/>
                  </a:moveTo>
                  <a:cubicBezTo>
                    <a:pt x="606" y="827"/>
                    <a:pt x="607" y="830"/>
                    <a:pt x="608" y="833"/>
                  </a:cubicBezTo>
                  <a:lnTo>
                    <a:pt x="608" y="833"/>
                  </a:lnTo>
                  <a:cubicBezTo>
                    <a:pt x="607" y="830"/>
                    <a:pt x="606" y="827"/>
                    <a:pt x="605" y="824"/>
                  </a:cubicBezTo>
                  <a:close/>
                  <a:moveTo>
                    <a:pt x="166" y="1"/>
                  </a:moveTo>
                  <a:cubicBezTo>
                    <a:pt x="156" y="1"/>
                    <a:pt x="146" y="2"/>
                    <a:pt x="136" y="5"/>
                  </a:cubicBezTo>
                  <a:cubicBezTo>
                    <a:pt x="109" y="13"/>
                    <a:pt x="89" y="30"/>
                    <a:pt x="72" y="53"/>
                  </a:cubicBezTo>
                  <a:cubicBezTo>
                    <a:pt x="66" y="62"/>
                    <a:pt x="61" y="72"/>
                    <a:pt x="57" y="83"/>
                  </a:cubicBezTo>
                  <a:lnTo>
                    <a:pt x="57" y="83"/>
                  </a:lnTo>
                  <a:cubicBezTo>
                    <a:pt x="28" y="121"/>
                    <a:pt x="22" y="172"/>
                    <a:pt x="19" y="221"/>
                  </a:cubicBezTo>
                  <a:lnTo>
                    <a:pt x="19" y="221"/>
                  </a:lnTo>
                  <a:cubicBezTo>
                    <a:pt x="5" y="258"/>
                    <a:pt x="1" y="298"/>
                    <a:pt x="10" y="338"/>
                  </a:cubicBezTo>
                  <a:lnTo>
                    <a:pt x="17" y="380"/>
                  </a:lnTo>
                  <a:cubicBezTo>
                    <a:pt x="23" y="407"/>
                    <a:pt x="33" y="434"/>
                    <a:pt x="37" y="461"/>
                  </a:cubicBezTo>
                  <a:cubicBezTo>
                    <a:pt x="50" y="535"/>
                    <a:pt x="82" y="605"/>
                    <a:pt x="114" y="673"/>
                  </a:cubicBezTo>
                  <a:lnTo>
                    <a:pt x="151" y="752"/>
                  </a:lnTo>
                  <a:cubicBezTo>
                    <a:pt x="170" y="791"/>
                    <a:pt x="190" y="832"/>
                    <a:pt x="216" y="868"/>
                  </a:cubicBezTo>
                  <a:cubicBezTo>
                    <a:pt x="234" y="891"/>
                    <a:pt x="247" y="915"/>
                    <a:pt x="263" y="939"/>
                  </a:cubicBezTo>
                  <a:cubicBezTo>
                    <a:pt x="272" y="950"/>
                    <a:pt x="279" y="962"/>
                    <a:pt x="287" y="973"/>
                  </a:cubicBezTo>
                  <a:cubicBezTo>
                    <a:pt x="299" y="990"/>
                    <a:pt x="315" y="1004"/>
                    <a:pt x="331" y="1017"/>
                  </a:cubicBezTo>
                  <a:lnTo>
                    <a:pt x="331" y="1017"/>
                  </a:lnTo>
                  <a:cubicBezTo>
                    <a:pt x="340" y="1027"/>
                    <a:pt x="347" y="1037"/>
                    <a:pt x="355" y="1047"/>
                  </a:cubicBezTo>
                  <a:cubicBezTo>
                    <a:pt x="365" y="1057"/>
                    <a:pt x="375" y="1068"/>
                    <a:pt x="386" y="1078"/>
                  </a:cubicBezTo>
                  <a:cubicBezTo>
                    <a:pt x="410" y="1101"/>
                    <a:pt x="436" y="1114"/>
                    <a:pt x="466" y="1119"/>
                  </a:cubicBezTo>
                  <a:lnTo>
                    <a:pt x="466" y="1119"/>
                  </a:lnTo>
                  <a:cubicBezTo>
                    <a:pt x="485" y="1131"/>
                    <a:pt x="507" y="1137"/>
                    <a:pt x="529" y="1137"/>
                  </a:cubicBezTo>
                  <a:cubicBezTo>
                    <a:pt x="549" y="1137"/>
                    <a:pt x="570" y="1131"/>
                    <a:pt x="589" y="1119"/>
                  </a:cubicBezTo>
                  <a:cubicBezTo>
                    <a:pt x="628" y="1095"/>
                    <a:pt x="650" y="1051"/>
                    <a:pt x="643" y="1006"/>
                  </a:cubicBezTo>
                  <a:lnTo>
                    <a:pt x="643" y="1006"/>
                  </a:lnTo>
                  <a:cubicBezTo>
                    <a:pt x="649" y="985"/>
                    <a:pt x="651" y="963"/>
                    <a:pt x="646" y="941"/>
                  </a:cubicBezTo>
                  <a:cubicBezTo>
                    <a:pt x="642" y="920"/>
                    <a:pt x="634" y="900"/>
                    <a:pt x="626" y="880"/>
                  </a:cubicBezTo>
                  <a:cubicBezTo>
                    <a:pt x="623" y="871"/>
                    <a:pt x="619" y="863"/>
                    <a:pt x="616" y="855"/>
                  </a:cubicBezTo>
                  <a:lnTo>
                    <a:pt x="616" y="855"/>
                  </a:lnTo>
                  <a:cubicBezTo>
                    <a:pt x="612" y="832"/>
                    <a:pt x="608" y="811"/>
                    <a:pt x="598" y="787"/>
                  </a:cubicBezTo>
                  <a:cubicBezTo>
                    <a:pt x="593" y="775"/>
                    <a:pt x="588" y="763"/>
                    <a:pt x="583" y="752"/>
                  </a:cubicBezTo>
                  <a:cubicBezTo>
                    <a:pt x="575" y="731"/>
                    <a:pt x="567" y="709"/>
                    <a:pt x="559" y="688"/>
                  </a:cubicBezTo>
                  <a:lnTo>
                    <a:pt x="559" y="688"/>
                  </a:lnTo>
                  <a:cubicBezTo>
                    <a:pt x="541" y="634"/>
                    <a:pt x="518" y="582"/>
                    <a:pt x="499" y="529"/>
                  </a:cubicBezTo>
                  <a:cubicBezTo>
                    <a:pt x="487" y="495"/>
                    <a:pt x="476" y="459"/>
                    <a:pt x="464" y="423"/>
                  </a:cubicBezTo>
                  <a:lnTo>
                    <a:pt x="464" y="423"/>
                  </a:lnTo>
                  <a:cubicBezTo>
                    <a:pt x="465" y="424"/>
                    <a:pt x="465" y="425"/>
                    <a:pt x="465" y="426"/>
                  </a:cubicBezTo>
                  <a:cubicBezTo>
                    <a:pt x="459" y="402"/>
                    <a:pt x="453" y="377"/>
                    <a:pt x="442" y="354"/>
                  </a:cubicBezTo>
                  <a:cubicBezTo>
                    <a:pt x="438" y="346"/>
                    <a:pt x="433" y="337"/>
                    <a:pt x="431" y="329"/>
                  </a:cubicBezTo>
                  <a:cubicBezTo>
                    <a:pt x="424" y="313"/>
                    <a:pt x="418" y="294"/>
                    <a:pt x="413" y="278"/>
                  </a:cubicBezTo>
                  <a:cubicBezTo>
                    <a:pt x="408" y="261"/>
                    <a:pt x="403" y="247"/>
                    <a:pt x="396" y="231"/>
                  </a:cubicBezTo>
                  <a:cubicBezTo>
                    <a:pt x="388" y="206"/>
                    <a:pt x="378" y="184"/>
                    <a:pt x="363" y="167"/>
                  </a:cubicBezTo>
                  <a:cubicBezTo>
                    <a:pt x="355" y="157"/>
                    <a:pt x="346" y="148"/>
                    <a:pt x="337" y="140"/>
                  </a:cubicBezTo>
                  <a:lnTo>
                    <a:pt x="337" y="140"/>
                  </a:lnTo>
                  <a:cubicBezTo>
                    <a:pt x="327" y="122"/>
                    <a:pt x="316" y="105"/>
                    <a:pt x="305" y="89"/>
                  </a:cubicBezTo>
                  <a:cubicBezTo>
                    <a:pt x="290" y="69"/>
                    <a:pt x="273" y="55"/>
                    <a:pt x="254" y="44"/>
                  </a:cubicBezTo>
                  <a:lnTo>
                    <a:pt x="254" y="44"/>
                  </a:lnTo>
                  <a:cubicBezTo>
                    <a:pt x="230" y="19"/>
                    <a:pt x="201" y="1"/>
                    <a:pt x="16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000" bIns="63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255;p40"/>
            <p:cNvSpPr/>
            <p:nvPr/>
          </p:nvSpPr>
          <p:spPr>
            <a:xfrm>
              <a:off x="1428120" y="3541320"/>
              <a:ext cx="50400" cy="10836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448" h="979">
                  <a:moveTo>
                    <a:pt x="389" y="510"/>
                  </a:moveTo>
                  <a:lnTo>
                    <a:pt x="383" y="533"/>
                  </a:lnTo>
                  <a:cubicBezTo>
                    <a:pt x="385" y="525"/>
                    <a:pt x="387" y="517"/>
                    <a:pt x="389" y="510"/>
                  </a:cubicBezTo>
                  <a:close/>
                  <a:moveTo>
                    <a:pt x="47" y="856"/>
                  </a:moveTo>
                  <a:lnTo>
                    <a:pt x="47" y="856"/>
                  </a:lnTo>
                  <a:cubicBezTo>
                    <a:pt x="47" y="856"/>
                    <a:pt x="48" y="857"/>
                    <a:pt x="48" y="857"/>
                  </a:cubicBezTo>
                  <a:lnTo>
                    <a:pt x="48" y="857"/>
                  </a:lnTo>
                  <a:cubicBezTo>
                    <a:pt x="48" y="857"/>
                    <a:pt x="47" y="856"/>
                    <a:pt x="47" y="856"/>
                  </a:cubicBezTo>
                  <a:close/>
                  <a:moveTo>
                    <a:pt x="374" y="0"/>
                  </a:moveTo>
                  <a:cubicBezTo>
                    <a:pt x="370" y="0"/>
                    <a:pt x="366" y="0"/>
                    <a:pt x="362" y="1"/>
                  </a:cubicBezTo>
                  <a:cubicBezTo>
                    <a:pt x="349" y="5"/>
                    <a:pt x="338" y="9"/>
                    <a:pt x="327" y="14"/>
                  </a:cubicBezTo>
                  <a:lnTo>
                    <a:pt x="327" y="14"/>
                  </a:lnTo>
                  <a:cubicBezTo>
                    <a:pt x="273" y="21"/>
                    <a:pt x="228" y="65"/>
                    <a:pt x="191" y="109"/>
                  </a:cubicBezTo>
                  <a:lnTo>
                    <a:pt x="191" y="109"/>
                  </a:lnTo>
                  <a:cubicBezTo>
                    <a:pt x="137" y="143"/>
                    <a:pt x="106" y="209"/>
                    <a:pt x="78" y="266"/>
                  </a:cubicBezTo>
                  <a:cubicBezTo>
                    <a:pt x="69" y="287"/>
                    <a:pt x="59" y="307"/>
                    <a:pt x="49" y="326"/>
                  </a:cubicBezTo>
                  <a:cubicBezTo>
                    <a:pt x="34" y="362"/>
                    <a:pt x="26" y="396"/>
                    <a:pt x="20" y="431"/>
                  </a:cubicBezTo>
                  <a:cubicBezTo>
                    <a:pt x="10" y="474"/>
                    <a:pt x="4" y="515"/>
                    <a:pt x="3" y="557"/>
                  </a:cubicBezTo>
                  <a:cubicBezTo>
                    <a:pt x="3" y="579"/>
                    <a:pt x="1" y="600"/>
                    <a:pt x="3" y="622"/>
                  </a:cubicBezTo>
                  <a:cubicBezTo>
                    <a:pt x="3" y="647"/>
                    <a:pt x="3" y="672"/>
                    <a:pt x="5" y="698"/>
                  </a:cubicBezTo>
                  <a:cubicBezTo>
                    <a:pt x="7" y="710"/>
                    <a:pt x="11" y="722"/>
                    <a:pt x="15" y="734"/>
                  </a:cubicBezTo>
                  <a:lnTo>
                    <a:pt x="15" y="734"/>
                  </a:lnTo>
                  <a:cubicBezTo>
                    <a:pt x="21" y="783"/>
                    <a:pt x="25" y="833"/>
                    <a:pt x="55" y="874"/>
                  </a:cubicBezTo>
                  <a:lnTo>
                    <a:pt x="55" y="874"/>
                  </a:lnTo>
                  <a:cubicBezTo>
                    <a:pt x="57" y="878"/>
                    <a:pt x="58" y="882"/>
                    <a:pt x="60" y="885"/>
                  </a:cubicBezTo>
                  <a:cubicBezTo>
                    <a:pt x="75" y="915"/>
                    <a:pt x="96" y="938"/>
                    <a:pt x="123" y="952"/>
                  </a:cubicBezTo>
                  <a:lnTo>
                    <a:pt x="123" y="952"/>
                  </a:lnTo>
                  <a:cubicBezTo>
                    <a:pt x="137" y="967"/>
                    <a:pt x="157" y="977"/>
                    <a:pt x="177" y="978"/>
                  </a:cubicBezTo>
                  <a:cubicBezTo>
                    <a:pt x="182" y="978"/>
                    <a:pt x="187" y="979"/>
                    <a:pt x="193" y="979"/>
                  </a:cubicBezTo>
                  <a:cubicBezTo>
                    <a:pt x="198" y="979"/>
                    <a:pt x="204" y="978"/>
                    <a:pt x="210" y="977"/>
                  </a:cubicBezTo>
                  <a:lnTo>
                    <a:pt x="223" y="972"/>
                  </a:lnTo>
                  <a:cubicBezTo>
                    <a:pt x="239" y="966"/>
                    <a:pt x="251" y="955"/>
                    <a:pt x="259" y="940"/>
                  </a:cubicBezTo>
                  <a:lnTo>
                    <a:pt x="259" y="940"/>
                  </a:lnTo>
                  <a:cubicBezTo>
                    <a:pt x="279" y="925"/>
                    <a:pt x="295" y="905"/>
                    <a:pt x="303" y="881"/>
                  </a:cubicBezTo>
                  <a:cubicBezTo>
                    <a:pt x="305" y="875"/>
                    <a:pt x="306" y="868"/>
                    <a:pt x="308" y="861"/>
                  </a:cubicBezTo>
                  <a:lnTo>
                    <a:pt x="308" y="861"/>
                  </a:lnTo>
                  <a:cubicBezTo>
                    <a:pt x="316" y="847"/>
                    <a:pt x="321" y="833"/>
                    <a:pt x="325" y="818"/>
                  </a:cubicBezTo>
                  <a:cubicBezTo>
                    <a:pt x="329" y="803"/>
                    <a:pt x="330" y="788"/>
                    <a:pt x="334" y="773"/>
                  </a:cubicBezTo>
                  <a:cubicBezTo>
                    <a:pt x="335" y="763"/>
                    <a:pt x="336" y="752"/>
                    <a:pt x="338" y="742"/>
                  </a:cubicBezTo>
                  <a:lnTo>
                    <a:pt x="338" y="742"/>
                  </a:lnTo>
                  <a:cubicBezTo>
                    <a:pt x="355" y="692"/>
                    <a:pt x="359" y="638"/>
                    <a:pt x="372" y="587"/>
                  </a:cubicBezTo>
                  <a:lnTo>
                    <a:pt x="372" y="587"/>
                  </a:lnTo>
                  <a:cubicBezTo>
                    <a:pt x="370" y="595"/>
                    <a:pt x="368" y="603"/>
                    <a:pt x="365" y="611"/>
                  </a:cubicBezTo>
                  <a:lnTo>
                    <a:pt x="365" y="611"/>
                  </a:lnTo>
                  <a:cubicBezTo>
                    <a:pt x="374" y="575"/>
                    <a:pt x="382" y="540"/>
                    <a:pt x="390" y="504"/>
                  </a:cubicBezTo>
                  <a:lnTo>
                    <a:pt x="390" y="504"/>
                  </a:lnTo>
                  <a:cubicBezTo>
                    <a:pt x="396" y="483"/>
                    <a:pt x="402" y="462"/>
                    <a:pt x="405" y="441"/>
                  </a:cubicBezTo>
                  <a:cubicBezTo>
                    <a:pt x="406" y="424"/>
                    <a:pt x="409" y="409"/>
                    <a:pt x="412" y="392"/>
                  </a:cubicBezTo>
                  <a:cubicBezTo>
                    <a:pt x="417" y="362"/>
                    <a:pt x="423" y="330"/>
                    <a:pt x="431" y="298"/>
                  </a:cubicBezTo>
                  <a:lnTo>
                    <a:pt x="431" y="298"/>
                  </a:lnTo>
                  <a:cubicBezTo>
                    <a:pt x="429" y="305"/>
                    <a:pt x="427" y="312"/>
                    <a:pt x="426" y="319"/>
                  </a:cubicBezTo>
                  <a:lnTo>
                    <a:pt x="426" y="319"/>
                  </a:lnTo>
                  <a:cubicBezTo>
                    <a:pt x="430" y="302"/>
                    <a:pt x="433" y="285"/>
                    <a:pt x="435" y="268"/>
                  </a:cubicBezTo>
                  <a:cubicBezTo>
                    <a:pt x="437" y="251"/>
                    <a:pt x="436" y="234"/>
                    <a:pt x="433" y="218"/>
                  </a:cubicBezTo>
                  <a:lnTo>
                    <a:pt x="433" y="218"/>
                  </a:lnTo>
                  <a:cubicBezTo>
                    <a:pt x="435" y="202"/>
                    <a:pt x="438" y="187"/>
                    <a:pt x="440" y="172"/>
                  </a:cubicBezTo>
                  <a:cubicBezTo>
                    <a:pt x="446" y="143"/>
                    <a:pt x="448" y="107"/>
                    <a:pt x="436" y="77"/>
                  </a:cubicBezTo>
                  <a:lnTo>
                    <a:pt x="436" y="77"/>
                  </a:lnTo>
                  <a:cubicBezTo>
                    <a:pt x="436" y="69"/>
                    <a:pt x="435" y="60"/>
                    <a:pt x="434" y="52"/>
                  </a:cubicBezTo>
                  <a:cubicBezTo>
                    <a:pt x="429" y="25"/>
                    <a:pt x="402" y="0"/>
                    <a:pt x="37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256;p40"/>
            <p:cNvSpPr/>
            <p:nvPr/>
          </p:nvSpPr>
          <p:spPr>
            <a:xfrm>
              <a:off x="1387080" y="3539520"/>
              <a:ext cx="91800" cy="64800"/>
            </a:xfrm>
            <a:custGeom>
              <a:avLst/>
              <a:gdLst>
                <a:gd name="textAreaLeft" fmla="*/ 0 w 91800"/>
                <a:gd name="textAreaRight" fmla="*/ 92160 w 91800"/>
                <a:gd name="textAreaTop" fmla="*/ 0 h 64800"/>
                <a:gd name="textAreaBottom" fmla="*/ 65160 h 64800"/>
              </a:gdLst>
              <a:ahLst/>
              <a:cxnLst/>
              <a:rect l="textAreaLeft" t="textAreaTop" r="textAreaRight" b="textAreaBottom"/>
              <a:pathLst>
                <a:path w="813" h="586">
                  <a:moveTo>
                    <a:pt x="610" y="281"/>
                  </a:moveTo>
                  <a:cubicBezTo>
                    <a:pt x="600" y="287"/>
                    <a:pt x="591" y="293"/>
                    <a:pt x="581" y="299"/>
                  </a:cubicBezTo>
                  <a:lnTo>
                    <a:pt x="581" y="299"/>
                  </a:lnTo>
                  <a:cubicBezTo>
                    <a:pt x="590" y="294"/>
                    <a:pt x="600" y="287"/>
                    <a:pt x="610" y="281"/>
                  </a:cubicBezTo>
                  <a:close/>
                  <a:moveTo>
                    <a:pt x="61" y="352"/>
                  </a:moveTo>
                  <a:cubicBezTo>
                    <a:pt x="61" y="353"/>
                    <a:pt x="61" y="353"/>
                    <a:pt x="61" y="354"/>
                  </a:cubicBezTo>
                  <a:lnTo>
                    <a:pt x="61" y="354"/>
                  </a:lnTo>
                  <a:cubicBezTo>
                    <a:pt x="61" y="354"/>
                    <a:pt x="61" y="353"/>
                    <a:pt x="61" y="352"/>
                  </a:cubicBezTo>
                  <a:close/>
                  <a:moveTo>
                    <a:pt x="60" y="357"/>
                  </a:moveTo>
                  <a:cubicBezTo>
                    <a:pt x="60" y="357"/>
                    <a:pt x="60" y="357"/>
                    <a:pt x="60" y="357"/>
                  </a:cubicBezTo>
                  <a:lnTo>
                    <a:pt x="60" y="357"/>
                  </a:lnTo>
                  <a:lnTo>
                    <a:pt x="60" y="358"/>
                  </a:lnTo>
                  <a:lnTo>
                    <a:pt x="60" y="358"/>
                  </a:lnTo>
                  <a:cubicBezTo>
                    <a:pt x="60" y="357"/>
                    <a:pt x="60" y="357"/>
                    <a:pt x="60" y="357"/>
                  </a:cubicBezTo>
                  <a:close/>
                  <a:moveTo>
                    <a:pt x="598" y="0"/>
                  </a:moveTo>
                  <a:cubicBezTo>
                    <a:pt x="548" y="0"/>
                    <a:pt x="494" y="16"/>
                    <a:pt x="455" y="29"/>
                  </a:cubicBezTo>
                  <a:cubicBezTo>
                    <a:pt x="425" y="40"/>
                    <a:pt x="395" y="52"/>
                    <a:pt x="366" y="65"/>
                  </a:cubicBezTo>
                  <a:lnTo>
                    <a:pt x="366" y="65"/>
                  </a:lnTo>
                  <a:cubicBezTo>
                    <a:pt x="348" y="67"/>
                    <a:pt x="330" y="72"/>
                    <a:pt x="315" y="79"/>
                  </a:cubicBezTo>
                  <a:cubicBezTo>
                    <a:pt x="298" y="88"/>
                    <a:pt x="284" y="99"/>
                    <a:pt x="269" y="108"/>
                  </a:cubicBezTo>
                  <a:cubicBezTo>
                    <a:pt x="258" y="115"/>
                    <a:pt x="248" y="123"/>
                    <a:pt x="237" y="132"/>
                  </a:cubicBezTo>
                  <a:cubicBezTo>
                    <a:pt x="207" y="153"/>
                    <a:pt x="184" y="183"/>
                    <a:pt x="159" y="213"/>
                  </a:cubicBezTo>
                  <a:cubicBezTo>
                    <a:pt x="142" y="231"/>
                    <a:pt x="127" y="251"/>
                    <a:pt x="110" y="270"/>
                  </a:cubicBezTo>
                  <a:cubicBezTo>
                    <a:pt x="103" y="280"/>
                    <a:pt x="95" y="290"/>
                    <a:pt x="87" y="298"/>
                  </a:cubicBezTo>
                  <a:cubicBezTo>
                    <a:pt x="71" y="319"/>
                    <a:pt x="61" y="340"/>
                    <a:pt x="56" y="364"/>
                  </a:cubicBezTo>
                  <a:lnTo>
                    <a:pt x="56" y="364"/>
                  </a:lnTo>
                  <a:lnTo>
                    <a:pt x="42" y="389"/>
                  </a:lnTo>
                  <a:cubicBezTo>
                    <a:pt x="33" y="405"/>
                    <a:pt x="28" y="422"/>
                    <a:pt x="27" y="439"/>
                  </a:cubicBezTo>
                  <a:lnTo>
                    <a:pt x="27" y="439"/>
                  </a:lnTo>
                  <a:cubicBezTo>
                    <a:pt x="14" y="469"/>
                    <a:pt x="0" y="504"/>
                    <a:pt x="8" y="536"/>
                  </a:cubicBezTo>
                  <a:lnTo>
                    <a:pt x="8" y="536"/>
                  </a:lnTo>
                  <a:cubicBezTo>
                    <a:pt x="6" y="543"/>
                    <a:pt x="4" y="550"/>
                    <a:pt x="2" y="557"/>
                  </a:cubicBezTo>
                  <a:cubicBezTo>
                    <a:pt x="1" y="572"/>
                    <a:pt x="17" y="585"/>
                    <a:pt x="31" y="585"/>
                  </a:cubicBezTo>
                  <a:cubicBezTo>
                    <a:pt x="35" y="585"/>
                    <a:pt x="38" y="585"/>
                    <a:pt x="41" y="583"/>
                  </a:cubicBezTo>
                  <a:cubicBezTo>
                    <a:pt x="46" y="580"/>
                    <a:pt x="52" y="578"/>
                    <a:pt x="58" y="575"/>
                  </a:cubicBezTo>
                  <a:lnTo>
                    <a:pt x="58" y="575"/>
                  </a:lnTo>
                  <a:cubicBezTo>
                    <a:pt x="61" y="575"/>
                    <a:pt x="63" y="575"/>
                    <a:pt x="65" y="575"/>
                  </a:cubicBezTo>
                  <a:cubicBezTo>
                    <a:pt x="73" y="575"/>
                    <a:pt x="80" y="574"/>
                    <a:pt x="88" y="571"/>
                  </a:cubicBezTo>
                  <a:cubicBezTo>
                    <a:pt x="97" y="568"/>
                    <a:pt x="105" y="564"/>
                    <a:pt x="114" y="560"/>
                  </a:cubicBezTo>
                  <a:cubicBezTo>
                    <a:pt x="125" y="555"/>
                    <a:pt x="135" y="549"/>
                    <a:pt x="145" y="543"/>
                  </a:cubicBezTo>
                  <a:lnTo>
                    <a:pt x="145" y="543"/>
                  </a:lnTo>
                  <a:cubicBezTo>
                    <a:pt x="160" y="541"/>
                    <a:pt x="174" y="536"/>
                    <a:pt x="188" y="528"/>
                  </a:cubicBezTo>
                  <a:cubicBezTo>
                    <a:pt x="196" y="524"/>
                    <a:pt x="204" y="520"/>
                    <a:pt x="212" y="516"/>
                  </a:cubicBezTo>
                  <a:lnTo>
                    <a:pt x="212" y="516"/>
                  </a:lnTo>
                  <a:cubicBezTo>
                    <a:pt x="227" y="512"/>
                    <a:pt x="240" y="508"/>
                    <a:pt x="253" y="501"/>
                  </a:cubicBezTo>
                  <a:cubicBezTo>
                    <a:pt x="264" y="494"/>
                    <a:pt x="274" y="488"/>
                    <a:pt x="285" y="482"/>
                  </a:cubicBezTo>
                  <a:cubicBezTo>
                    <a:pt x="306" y="469"/>
                    <a:pt x="328" y="458"/>
                    <a:pt x="350" y="449"/>
                  </a:cubicBezTo>
                  <a:cubicBezTo>
                    <a:pt x="372" y="439"/>
                    <a:pt x="395" y="430"/>
                    <a:pt x="416" y="418"/>
                  </a:cubicBezTo>
                  <a:cubicBezTo>
                    <a:pt x="427" y="412"/>
                    <a:pt x="438" y="406"/>
                    <a:pt x="449" y="399"/>
                  </a:cubicBezTo>
                  <a:cubicBezTo>
                    <a:pt x="463" y="391"/>
                    <a:pt x="482" y="381"/>
                    <a:pt x="495" y="370"/>
                  </a:cubicBezTo>
                  <a:cubicBezTo>
                    <a:pt x="507" y="361"/>
                    <a:pt x="518" y="349"/>
                    <a:pt x="527" y="337"/>
                  </a:cubicBezTo>
                  <a:lnTo>
                    <a:pt x="527" y="337"/>
                  </a:lnTo>
                  <a:cubicBezTo>
                    <a:pt x="545" y="324"/>
                    <a:pt x="563" y="311"/>
                    <a:pt x="581" y="299"/>
                  </a:cubicBezTo>
                  <a:lnTo>
                    <a:pt x="581" y="299"/>
                  </a:lnTo>
                  <a:cubicBezTo>
                    <a:pt x="580" y="300"/>
                    <a:pt x="579" y="300"/>
                    <a:pt x="578" y="301"/>
                  </a:cubicBezTo>
                  <a:cubicBezTo>
                    <a:pt x="608" y="282"/>
                    <a:pt x="633" y="263"/>
                    <a:pt x="659" y="244"/>
                  </a:cubicBezTo>
                  <a:cubicBezTo>
                    <a:pt x="680" y="229"/>
                    <a:pt x="699" y="212"/>
                    <a:pt x="712" y="192"/>
                  </a:cubicBezTo>
                  <a:lnTo>
                    <a:pt x="712" y="192"/>
                  </a:lnTo>
                  <a:cubicBezTo>
                    <a:pt x="723" y="185"/>
                    <a:pt x="734" y="178"/>
                    <a:pt x="745" y="171"/>
                  </a:cubicBezTo>
                  <a:cubicBezTo>
                    <a:pt x="748" y="170"/>
                    <a:pt x="749" y="169"/>
                    <a:pt x="749" y="169"/>
                  </a:cubicBezTo>
                  <a:lnTo>
                    <a:pt x="749" y="169"/>
                  </a:lnTo>
                  <a:cubicBezTo>
                    <a:pt x="749" y="169"/>
                    <a:pt x="738" y="176"/>
                    <a:pt x="739" y="176"/>
                  </a:cubicBezTo>
                  <a:cubicBezTo>
                    <a:pt x="739" y="176"/>
                    <a:pt x="739" y="175"/>
                    <a:pt x="741" y="174"/>
                  </a:cubicBezTo>
                  <a:cubicBezTo>
                    <a:pt x="748" y="169"/>
                    <a:pt x="758" y="164"/>
                    <a:pt x="767" y="158"/>
                  </a:cubicBezTo>
                  <a:cubicBezTo>
                    <a:pt x="784" y="145"/>
                    <a:pt x="792" y="128"/>
                    <a:pt x="800" y="111"/>
                  </a:cubicBezTo>
                  <a:cubicBezTo>
                    <a:pt x="812" y="82"/>
                    <a:pt x="801" y="45"/>
                    <a:pt x="775" y="27"/>
                  </a:cubicBezTo>
                  <a:cubicBezTo>
                    <a:pt x="758" y="15"/>
                    <a:pt x="741" y="6"/>
                    <a:pt x="720" y="5"/>
                  </a:cubicBezTo>
                  <a:cubicBezTo>
                    <a:pt x="717" y="5"/>
                    <a:pt x="714" y="5"/>
                    <a:pt x="711" y="5"/>
                  </a:cubicBezTo>
                  <a:cubicBezTo>
                    <a:pt x="698" y="5"/>
                    <a:pt x="685" y="6"/>
                    <a:pt x="672" y="6"/>
                  </a:cubicBezTo>
                  <a:cubicBezTo>
                    <a:pt x="665" y="7"/>
                    <a:pt x="657" y="7"/>
                    <a:pt x="650" y="8"/>
                  </a:cubicBezTo>
                  <a:lnTo>
                    <a:pt x="650" y="8"/>
                  </a:lnTo>
                  <a:cubicBezTo>
                    <a:pt x="634" y="3"/>
                    <a:pt x="616" y="0"/>
                    <a:pt x="59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257;p40"/>
            <p:cNvSpPr/>
            <p:nvPr/>
          </p:nvSpPr>
          <p:spPr>
            <a:xfrm>
              <a:off x="1455120" y="3542040"/>
              <a:ext cx="127080" cy="79200"/>
            </a:xfrm>
            <a:custGeom>
              <a:avLst/>
              <a:gdLst>
                <a:gd name="textAreaLeft" fmla="*/ 0 w 127080"/>
                <a:gd name="textAreaRight" fmla="*/ 127440 w 127080"/>
                <a:gd name="textAreaTop" fmla="*/ 0 h 79200"/>
                <a:gd name="textAreaBottom" fmla="*/ 79560 h 79200"/>
              </a:gdLst>
              <a:ahLst/>
              <a:cxnLst/>
              <a:rect l="textAreaLeft" t="textAreaTop" r="textAreaRight" b="textAreaBottom"/>
              <a:pathLst>
                <a:path w="1126" h="717">
                  <a:moveTo>
                    <a:pt x="394" y="428"/>
                  </a:moveTo>
                  <a:cubicBezTo>
                    <a:pt x="401" y="431"/>
                    <a:pt x="408" y="435"/>
                    <a:pt x="414" y="439"/>
                  </a:cubicBezTo>
                  <a:cubicBezTo>
                    <a:pt x="407" y="435"/>
                    <a:pt x="401" y="432"/>
                    <a:pt x="394" y="428"/>
                  </a:cubicBezTo>
                  <a:close/>
                  <a:moveTo>
                    <a:pt x="581" y="522"/>
                  </a:moveTo>
                  <a:lnTo>
                    <a:pt x="581" y="522"/>
                  </a:lnTo>
                  <a:cubicBezTo>
                    <a:pt x="589" y="527"/>
                    <a:pt x="598" y="531"/>
                    <a:pt x="606" y="536"/>
                  </a:cubicBezTo>
                  <a:cubicBezTo>
                    <a:pt x="598" y="532"/>
                    <a:pt x="589" y="527"/>
                    <a:pt x="581" y="522"/>
                  </a:cubicBezTo>
                  <a:close/>
                  <a:moveTo>
                    <a:pt x="665" y="573"/>
                  </a:moveTo>
                  <a:lnTo>
                    <a:pt x="665" y="573"/>
                  </a:lnTo>
                  <a:cubicBezTo>
                    <a:pt x="671" y="577"/>
                    <a:pt x="678" y="581"/>
                    <a:pt x="685" y="585"/>
                  </a:cubicBezTo>
                  <a:lnTo>
                    <a:pt x="685" y="585"/>
                  </a:lnTo>
                  <a:cubicBezTo>
                    <a:pt x="678" y="581"/>
                    <a:pt x="671" y="577"/>
                    <a:pt x="665" y="573"/>
                  </a:cubicBezTo>
                  <a:close/>
                  <a:moveTo>
                    <a:pt x="292" y="1"/>
                  </a:moveTo>
                  <a:cubicBezTo>
                    <a:pt x="270" y="1"/>
                    <a:pt x="247" y="1"/>
                    <a:pt x="227" y="4"/>
                  </a:cubicBezTo>
                  <a:cubicBezTo>
                    <a:pt x="198" y="8"/>
                    <a:pt x="167" y="21"/>
                    <a:pt x="141" y="41"/>
                  </a:cubicBezTo>
                  <a:lnTo>
                    <a:pt x="141" y="41"/>
                  </a:lnTo>
                  <a:cubicBezTo>
                    <a:pt x="130" y="47"/>
                    <a:pt x="119" y="54"/>
                    <a:pt x="110" y="62"/>
                  </a:cubicBezTo>
                  <a:lnTo>
                    <a:pt x="110" y="62"/>
                  </a:lnTo>
                  <a:cubicBezTo>
                    <a:pt x="102" y="64"/>
                    <a:pt x="94" y="66"/>
                    <a:pt x="87" y="69"/>
                  </a:cubicBezTo>
                  <a:cubicBezTo>
                    <a:pt x="78" y="73"/>
                    <a:pt x="70" y="78"/>
                    <a:pt x="63" y="83"/>
                  </a:cubicBezTo>
                  <a:lnTo>
                    <a:pt x="63" y="83"/>
                  </a:lnTo>
                  <a:cubicBezTo>
                    <a:pt x="58" y="84"/>
                    <a:pt x="55" y="88"/>
                    <a:pt x="52" y="89"/>
                  </a:cubicBezTo>
                  <a:cubicBezTo>
                    <a:pt x="9" y="112"/>
                    <a:pt x="0" y="167"/>
                    <a:pt x="41" y="198"/>
                  </a:cubicBezTo>
                  <a:cubicBezTo>
                    <a:pt x="44" y="203"/>
                    <a:pt x="49" y="208"/>
                    <a:pt x="54" y="209"/>
                  </a:cubicBezTo>
                  <a:lnTo>
                    <a:pt x="54" y="209"/>
                  </a:lnTo>
                  <a:cubicBezTo>
                    <a:pt x="59" y="215"/>
                    <a:pt x="66" y="220"/>
                    <a:pt x="70" y="223"/>
                  </a:cubicBezTo>
                  <a:cubicBezTo>
                    <a:pt x="75" y="226"/>
                    <a:pt x="80" y="229"/>
                    <a:pt x="84" y="232"/>
                  </a:cubicBezTo>
                  <a:lnTo>
                    <a:pt x="84" y="232"/>
                  </a:lnTo>
                  <a:cubicBezTo>
                    <a:pt x="90" y="240"/>
                    <a:pt x="96" y="248"/>
                    <a:pt x="103" y="255"/>
                  </a:cubicBezTo>
                  <a:lnTo>
                    <a:pt x="103" y="255"/>
                  </a:lnTo>
                  <a:cubicBezTo>
                    <a:pt x="142" y="317"/>
                    <a:pt x="222" y="349"/>
                    <a:pt x="288" y="376"/>
                  </a:cubicBezTo>
                  <a:cubicBezTo>
                    <a:pt x="315" y="389"/>
                    <a:pt x="343" y="402"/>
                    <a:pt x="371" y="416"/>
                  </a:cubicBezTo>
                  <a:lnTo>
                    <a:pt x="371" y="416"/>
                  </a:lnTo>
                  <a:cubicBezTo>
                    <a:pt x="416" y="441"/>
                    <a:pt x="461" y="464"/>
                    <a:pt x="508" y="486"/>
                  </a:cubicBezTo>
                  <a:cubicBezTo>
                    <a:pt x="526" y="495"/>
                    <a:pt x="545" y="504"/>
                    <a:pt x="563" y="513"/>
                  </a:cubicBezTo>
                  <a:lnTo>
                    <a:pt x="563" y="513"/>
                  </a:lnTo>
                  <a:cubicBezTo>
                    <a:pt x="607" y="538"/>
                    <a:pt x="649" y="564"/>
                    <a:pt x="693" y="589"/>
                  </a:cubicBezTo>
                  <a:lnTo>
                    <a:pt x="693" y="589"/>
                  </a:lnTo>
                  <a:cubicBezTo>
                    <a:pt x="691" y="588"/>
                    <a:pt x="688" y="586"/>
                    <a:pt x="685" y="585"/>
                  </a:cubicBezTo>
                  <a:lnTo>
                    <a:pt x="685" y="585"/>
                  </a:lnTo>
                  <a:cubicBezTo>
                    <a:pt x="709" y="598"/>
                    <a:pt x="733" y="612"/>
                    <a:pt x="757" y="626"/>
                  </a:cubicBezTo>
                  <a:lnTo>
                    <a:pt x="757" y="626"/>
                  </a:lnTo>
                  <a:cubicBezTo>
                    <a:pt x="755" y="625"/>
                    <a:pt x="752" y="623"/>
                    <a:pt x="750" y="622"/>
                  </a:cubicBezTo>
                  <a:lnTo>
                    <a:pt x="750" y="622"/>
                  </a:lnTo>
                  <a:cubicBezTo>
                    <a:pt x="767" y="632"/>
                    <a:pt x="783" y="642"/>
                    <a:pt x="799" y="651"/>
                  </a:cubicBezTo>
                  <a:cubicBezTo>
                    <a:pt x="824" y="667"/>
                    <a:pt x="853" y="682"/>
                    <a:pt x="881" y="698"/>
                  </a:cubicBezTo>
                  <a:cubicBezTo>
                    <a:pt x="868" y="692"/>
                    <a:pt x="856" y="684"/>
                    <a:pt x="842" y="677"/>
                  </a:cubicBezTo>
                  <a:lnTo>
                    <a:pt x="842" y="677"/>
                  </a:lnTo>
                  <a:cubicBezTo>
                    <a:pt x="872" y="694"/>
                    <a:pt x="900" y="714"/>
                    <a:pt x="936" y="716"/>
                  </a:cubicBezTo>
                  <a:cubicBezTo>
                    <a:pt x="942" y="716"/>
                    <a:pt x="949" y="717"/>
                    <a:pt x="955" y="717"/>
                  </a:cubicBezTo>
                  <a:cubicBezTo>
                    <a:pt x="971" y="717"/>
                    <a:pt x="987" y="714"/>
                    <a:pt x="1002" y="710"/>
                  </a:cubicBezTo>
                  <a:lnTo>
                    <a:pt x="1002" y="710"/>
                  </a:lnTo>
                  <a:cubicBezTo>
                    <a:pt x="1005" y="711"/>
                    <a:pt x="1009" y="711"/>
                    <a:pt x="1013" y="711"/>
                  </a:cubicBezTo>
                  <a:cubicBezTo>
                    <a:pt x="1016" y="712"/>
                    <a:pt x="1019" y="712"/>
                    <a:pt x="1022" y="712"/>
                  </a:cubicBezTo>
                  <a:cubicBezTo>
                    <a:pt x="1028" y="712"/>
                    <a:pt x="1033" y="711"/>
                    <a:pt x="1039" y="710"/>
                  </a:cubicBezTo>
                  <a:lnTo>
                    <a:pt x="1039" y="710"/>
                  </a:lnTo>
                  <a:cubicBezTo>
                    <a:pt x="1045" y="713"/>
                    <a:pt x="1052" y="714"/>
                    <a:pt x="1058" y="714"/>
                  </a:cubicBezTo>
                  <a:cubicBezTo>
                    <a:pt x="1083" y="714"/>
                    <a:pt x="1102" y="693"/>
                    <a:pt x="1100" y="668"/>
                  </a:cubicBezTo>
                  <a:lnTo>
                    <a:pt x="1100" y="668"/>
                  </a:lnTo>
                  <a:cubicBezTo>
                    <a:pt x="1106" y="654"/>
                    <a:pt x="1108" y="641"/>
                    <a:pt x="1107" y="626"/>
                  </a:cubicBezTo>
                  <a:lnTo>
                    <a:pt x="1107" y="626"/>
                  </a:lnTo>
                  <a:cubicBezTo>
                    <a:pt x="1125" y="583"/>
                    <a:pt x="1126" y="533"/>
                    <a:pt x="1103" y="488"/>
                  </a:cubicBezTo>
                  <a:cubicBezTo>
                    <a:pt x="1096" y="475"/>
                    <a:pt x="1090" y="463"/>
                    <a:pt x="1081" y="451"/>
                  </a:cubicBezTo>
                  <a:cubicBezTo>
                    <a:pt x="1059" y="414"/>
                    <a:pt x="1035" y="384"/>
                    <a:pt x="1008" y="349"/>
                  </a:cubicBezTo>
                  <a:cubicBezTo>
                    <a:pt x="981" y="315"/>
                    <a:pt x="946" y="285"/>
                    <a:pt x="914" y="254"/>
                  </a:cubicBezTo>
                  <a:cubicBezTo>
                    <a:pt x="893" y="236"/>
                    <a:pt x="870" y="217"/>
                    <a:pt x="845" y="201"/>
                  </a:cubicBezTo>
                  <a:cubicBezTo>
                    <a:pt x="784" y="159"/>
                    <a:pt x="718" y="117"/>
                    <a:pt x="651" y="86"/>
                  </a:cubicBezTo>
                  <a:cubicBezTo>
                    <a:pt x="624" y="73"/>
                    <a:pt x="598" y="61"/>
                    <a:pt x="569" y="54"/>
                  </a:cubicBezTo>
                  <a:cubicBezTo>
                    <a:pt x="525" y="40"/>
                    <a:pt x="481" y="29"/>
                    <a:pt x="437" y="21"/>
                  </a:cubicBezTo>
                  <a:cubicBezTo>
                    <a:pt x="408" y="13"/>
                    <a:pt x="375" y="6"/>
                    <a:pt x="343" y="4"/>
                  </a:cubicBezTo>
                  <a:cubicBezTo>
                    <a:pt x="326" y="2"/>
                    <a:pt x="309" y="2"/>
                    <a:pt x="292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600" bIns="39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258;p40"/>
            <p:cNvSpPr/>
            <p:nvPr/>
          </p:nvSpPr>
          <p:spPr>
            <a:xfrm>
              <a:off x="1457280" y="3489120"/>
              <a:ext cx="120240" cy="8172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1064" h="739">
                  <a:moveTo>
                    <a:pt x="780" y="2"/>
                  </a:moveTo>
                  <a:lnTo>
                    <a:pt x="780" y="2"/>
                  </a:lnTo>
                  <a:cubicBezTo>
                    <a:pt x="779" y="2"/>
                    <a:pt x="778" y="2"/>
                    <a:pt x="777" y="2"/>
                  </a:cubicBezTo>
                  <a:lnTo>
                    <a:pt x="777" y="2"/>
                  </a:lnTo>
                  <a:cubicBezTo>
                    <a:pt x="778" y="2"/>
                    <a:pt x="779" y="2"/>
                    <a:pt x="780" y="2"/>
                  </a:cubicBezTo>
                  <a:close/>
                  <a:moveTo>
                    <a:pt x="908" y="15"/>
                  </a:moveTo>
                  <a:lnTo>
                    <a:pt x="912" y="16"/>
                  </a:lnTo>
                  <a:cubicBezTo>
                    <a:pt x="911" y="16"/>
                    <a:pt x="910" y="16"/>
                    <a:pt x="908" y="15"/>
                  </a:cubicBezTo>
                  <a:close/>
                  <a:moveTo>
                    <a:pt x="952" y="231"/>
                  </a:moveTo>
                  <a:lnTo>
                    <a:pt x="948" y="232"/>
                  </a:lnTo>
                  <a:lnTo>
                    <a:pt x="948" y="232"/>
                  </a:lnTo>
                  <a:cubicBezTo>
                    <a:pt x="950" y="231"/>
                    <a:pt x="951" y="231"/>
                    <a:pt x="952" y="231"/>
                  </a:cubicBezTo>
                  <a:close/>
                  <a:moveTo>
                    <a:pt x="948" y="232"/>
                  </a:moveTo>
                  <a:cubicBezTo>
                    <a:pt x="946" y="232"/>
                    <a:pt x="944" y="233"/>
                    <a:pt x="942" y="233"/>
                  </a:cubicBezTo>
                  <a:lnTo>
                    <a:pt x="942" y="233"/>
                  </a:lnTo>
                  <a:lnTo>
                    <a:pt x="948" y="232"/>
                  </a:lnTo>
                  <a:close/>
                  <a:moveTo>
                    <a:pt x="917" y="242"/>
                  </a:moveTo>
                  <a:cubicBezTo>
                    <a:pt x="916" y="243"/>
                    <a:pt x="915" y="243"/>
                    <a:pt x="915" y="244"/>
                  </a:cubicBezTo>
                  <a:cubicBezTo>
                    <a:pt x="915" y="243"/>
                    <a:pt x="916" y="243"/>
                    <a:pt x="917" y="242"/>
                  </a:cubicBezTo>
                  <a:close/>
                  <a:moveTo>
                    <a:pt x="216" y="248"/>
                  </a:moveTo>
                  <a:cubicBezTo>
                    <a:pt x="212" y="253"/>
                    <a:pt x="208" y="259"/>
                    <a:pt x="203" y="264"/>
                  </a:cubicBezTo>
                  <a:cubicBezTo>
                    <a:pt x="207" y="258"/>
                    <a:pt x="212" y="253"/>
                    <a:pt x="216" y="248"/>
                  </a:cubicBezTo>
                  <a:close/>
                  <a:moveTo>
                    <a:pt x="63" y="444"/>
                  </a:moveTo>
                  <a:lnTo>
                    <a:pt x="63" y="444"/>
                  </a:lnTo>
                  <a:cubicBezTo>
                    <a:pt x="63" y="444"/>
                    <a:pt x="63" y="444"/>
                    <a:pt x="63" y="444"/>
                  </a:cubicBezTo>
                  <a:lnTo>
                    <a:pt x="63" y="444"/>
                  </a:lnTo>
                  <a:lnTo>
                    <a:pt x="63" y="444"/>
                  </a:lnTo>
                  <a:close/>
                  <a:moveTo>
                    <a:pt x="80" y="416"/>
                  </a:moveTo>
                  <a:lnTo>
                    <a:pt x="64" y="444"/>
                  </a:lnTo>
                  <a:lnTo>
                    <a:pt x="64" y="444"/>
                  </a:lnTo>
                  <a:cubicBezTo>
                    <a:pt x="69" y="434"/>
                    <a:pt x="74" y="426"/>
                    <a:pt x="80" y="416"/>
                  </a:cubicBezTo>
                  <a:close/>
                  <a:moveTo>
                    <a:pt x="540" y="430"/>
                  </a:moveTo>
                  <a:lnTo>
                    <a:pt x="540" y="430"/>
                  </a:lnTo>
                  <a:cubicBezTo>
                    <a:pt x="530" y="438"/>
                    <a:pt x="519" y="444"/>
                    <a:pt x="508" y="451"/>
                  </a:cubicBezTo>
                  <a:lnTo>
                    <a:pt x="508" y="451"/>
                  </a:lnTo>
                  <a:cubicBezTo>
                    <a:pt x="518" y="444"/>
                    <a:pt x="529" y="437"/>
                    <a:pt x="540" y="430"/>
                  </a:cubicBezTo>
                  <a:close/>
                  <a:moveTo>
                    <a:pt x="172" y="674"/>
                  </a:moveTo>
                  <a:cubicBezTo>
                    <a:pt x="171" y="675"/>
                    <a:pt x="171" y="675"/>
                    <a:pt x="170" y="676"/>
                  </a:cubicBezTo>
                  <a:lnTo>
                    <a:pt x="170" y="676"/>
                  </a:lnTo>
                  <a:cubicBezTo>
                    <a:pt x="170" y="676"/>
                    <a:pt x="169" y="676"/>
                    <a:pt x="169" y="676"/>
                  </a:cubicBezTo>
                  <a:lnTo>
                    <a:pt x="169" y="676"/>
                  </a:lnTo>
                  <a:cubicBezTo>
                    <a:pt x="170" y="675"/>
                    <a:pt x="171" y="675"/>
                    <a:pt x="172" y="674"/>
                  </a:cubicBezTo>
                  <a:close/>
                  <a:moveTo>
                    <a:pt x="162" y="680"/>
                  </a:moveTo>
                  <a:cubicBezTo>
                    <a:pt x="160" y="682"/>
                    <a:pt x="157" y="683"/>
                    <a:pt x="158" y="683"/>
                  </a:cubicBezTo>
                  <a:cubicBezTo>
                    <a:pt x="158" y="683"/>
                    <a:pt x="159" y="682"/>
                    <a:pt x="162" y="680"/>
                  </a:cubicBezTo>
                  <a:close/>
                  <a:moveTo>
                    <a:pt x="851" y="1"/>
                  </a:moveTo>
                  <a:cubicBezTo>
                    <a:pt x="845" y="1"/>
                    <a:pt x="839" y="1"/>
                    <a:pt x="832" y="1"/>
                  </a:cubicBezTo>
                  <a:cubicBezTo>
                    <a:pt x="816" y="1"/>
                    <a:pt x="799" y="1"/>
                    <a:pt x="783" y="2"/>
                  </a:cubicBezTo>
                  <a:lnTo>
                    <a:pt x="783" y="2"/>
                  </a:lnTo>
                  <a:cubicBezTo>
                    <a:pt x="773" y="2"/>
                    <a:pt x="763" y="2"/>
                    <a:pt x="753" y="2"/>
                  </a:cubicBezTo>
                  <a:cubicBezTo>
                    <a:pt x="742" y="2"/>
                    <a:pt x="731" y="2"/>
                    <a:pt x="720" y="4"/>
                  </a:cubicBezTo>
                  <a:cubicBezTo>
                    <a:pt x="709" y="5"/>
                    <a:pt x="698" y="8"/>
                    <a:pt x="687" y="11"/>
                  </a:cubicBezTo>
                  <a:cubicBezTo>
                    <a:pt x="666" y="15"/>
                    <a:pt x="648" y="19"/>
                    <a:pt x="628" y="24"/>
                  </a:cubicBezTo>
                  <a:cubicBezTo>
                    <a:pt x="574" y="38"/>
                    <a:pt x="524" y="56"/>
                    <a:pt x="473" y="78"/>
                  </a:cubicBezTo>
                  <a:cubicBezTo>
                    <a:pt x="423" y="99"/>
                    <a:pt x="376" y="127"/>
                    <a:pt x="330" y="158"/>
                  </a:cubicBezTo>
                  <a:cubicBezTo>
                    <a:pt x="313" y="169"/>
                    <a:pt x="296" y="180"/>
                    <a:pt x="280" y="192"/>
                  </a:cubicBezTo>
                  <a:cubicBezTo>
                    <a:pt x="270" y="199"/>
                    <a:pt x="261" y="204"/>
                    <a:pt x="252" y="211"/>
                  </a:cubicBezTo>
                  <a:cubicBezTo>
                    <a:pt x="241" y="220"/>
                    <a:pt x="232" y="230"/>
                    <a:pt x="223" y="240"/>
                  </a:cubicBezTo>
                  <a:lnTo>
                    <a:pt x="223" y="240"/>
                  </a:lnTo>
                  <a:cubicBezTo>
                    <a:pt x="191" y="270"/>
                    <a:pt x="156" y="300"/>
                    <a:pt x="129" y="334"/>
                  </a:cubicBezTo>
                  <a:cubicBezTo>
                    <a:pt x="101" y="370"/>
                    <a:pt x="68" y="411"/>
                    <a:pt x="56" y="457"/>
                  </a:cubicBezTo>
                  <a:lnTo>
                    <a:pt x="56" y="457"/>
                  </a:lnTo>
                  <a:lnTo>
                    <a:pt x="51" y="466"/>
                  </a:lnTo>
                  <a:cubicBezTo>
                    <a:pt x="44" y="480"/>
                    <a:pt x="34" y="495"/>
                    <a:pt x="27" y="512"/>
                  </a:cubicBezTo>
                  <a:cubicBezTo>
                    <a:pt x="20" y="529"/>
                    <a:pt x="19" y="546"/>
                    <a:pt x="19" y="563"/>
                  </a:cubicBezTo>
                  <a:lnTo>
                    <a:pt x="19" y="563"/>
                  </a:lnTo>
                  <a:cubicBezTo>
                    <a:pt x="19" y="562"/>
                    <a:pt x="18" y="562"/>
                    <a:pt x="18" y="561"/>
                  </a:cubicBezTo>
                  <a:lnTo>
                    <a:pt x="18" y="565"/>
                  </a:lnTo>
                  <a:lnTo>
                    <a:pt x="18" y="565"/>
                  </a:lnTo>
                  <a:cubicBezTo>
                    <a:pt x="14" y="585"/>
                    <a:pt x="10" y="605"/>
                    <a:pt x="7" y="627"/>
                  </a:cubicBezTo>
                  <a:cubicBezTo>
                    <a:pt x="6" y="638"/>
                    <a:pt x="5" y="649"/>
                    <a:pt x="3" y="659"/>
                  </a:cubicBezTo>
                  <a:cubicBezTo>
                    <a:pt x="1" y="678"/>
                    <a:pt x="2" y="693"/>
                    <a:pt x="7" y="711"/>
                  </a:cubicBezTo>
                  <a:cubicBezTo>
                    <a:pt x="12" y="726"/>
                    <a:pt x="34" y="738"/>
                    <a:pt x="51" y="738"/>
                  </a:cubicBezTo>
                  <a:cubicBezTo>
                    <a:pt x="53" y="738"/>
                    <a:pt x="55" y="738"/>
                    <a:pt x="57" y="738"/>
                  </a:cubicBezTo>
                  <a:cubicBezTo>
                    <a:pt x="73" y="734"/>
                    <a:pt x="88" y="727"/>
                    <a:pt x="101" y="717"/>
                  </a:cubicBezTo>
                  <a:cubicBezTo>
                    <a:pt x="105" y="715"/>
                    <a:pt x="111" y="711"/>
                    <a:pt x="115" y="708"/>
                  </a:cubicBezTo>
                  <a:cubicBezTo>
                    <a:pt x="116" y="707"/>
                    <a:pt x="116" y="707"/>
                    <a:pt x="117" y="706"/>
                  </a:cubicBezTo>
                  <a:lnTo>
                    <a:pt x="117" y="706"/>
                  </a:lnTo>
                  <a:cubicBezTo>
                    <a:pt x="124" y="704"/>
                    <a:pt x="137" y="696"/>
                    <a:pt x="144" y="692"/>
                  </a:cubicBezTo>
                  <a:cubicBezTo>
                    <a:pt x="150" y="688"/>
                    <a:pt x="157" y="683"/>
                    <a:pt x="163" y="679"/>
                  </a:cubicBezTo>
                  <a:lnTo>
                    <a:pt x="163" y="679"/>
                  </a:lnTo>
                  <a:cubicBezTo>
                    <a:pt x="164" y="679"/>
                    <a:pt x="164" y="679"/>
                    <a:pt x="165" y="679"/>
                  </a:cubicBezTo>
                  <a:lnTo>
                    <a:pt x="165" y="679"/>
                  </a:lnTo>
                  <a:cubicBezTo>
                    <a:pt x="164" y="679"/>
                    <a:pt x="163" y="680"/>
                    <a:pt x="162" y="680"/>
                  </a:cubicBezTo>
                  <a:lnTo>
                    <a:pt x="162" y="680"/>
                  </a:lnTo>
                  <a:cubicBezTo>
                    <a:pt x="163" y="680"/>
                    <a:pt x="164" y="679"/>
                    <a:pt x="165" y="679"/>
                  </a:cubicBezTo>
                  <a:lnTo>
                    <a:pt x="165" y="679"/>
                  </a:lnTo>
                  <a:cubicBezTo>
                    <a:pt x="174" y="677"/>
                    <a:pt x="182" y="674"/>
                    <a:pt x="190" y="670"/>
                  </a:cubicBezTo>
                  <a:cubicBezTo>
                    <a:pt x="208" y="661"/>
                    <a:pt x="220" y="652"/>
                    <a:pt x="234" y="639"/>
                  </a:cubicBezTo>
                  <a:cubicBezTo>
                    <a:pt x="240" y="634"/>
                    <a:pt x="247" y="629"/>
                    <a:pt x="253" y="624"/>
                  </a:cubicBezTo>
                  <a:lnTo>
                    <a:pt x="253" y="624"/>
                  </a:lnTo>
                  <a:cubicBezTo>
                    <a:pt x="267" y="618"/>
                    <a:pt x="281" y="610"/>
                    <a:pt x="294" y="601"/>
                  </a:cubicBezTo>
                  <a:cubicBezTo>
                    <a:pt x="302" y="595"/>
                    <a:pt x="308" y="590"/>
                    <a:pt x="315" y="585"/>
                  </a:cubicBezTo>
                  <a:cubicBezTo>
                    <a:pt x="329" y="574"/>
                    <a:pt x="343" y="566"/>
                    <a:pt x="359" y="555"/>
                  </a:cubicBezTo>
                  <a:cubicBezTo>
                    <a:pt x="385" y="536"/>
                    <a:pt x="411" y="515"/>
                    <a:pt x="438" y="495"/>
                  </a:cubicBezTo>
                  <a:lnTo>
                    <a:pt x="438" y="495"/>
                  </a:lnTo>
                  <a:cubicBezTo>
                    <a:pt x="462" y="481"/>
                    <a:pt x="484" y="466"/>
                    <a:pt x="507" y="451"/>
                  </a:cubicBezTo>
                  <a:lnTo>
                    <a:pt x="507" y="451"/>
                  </a:lnTo>
                  <a:cubicBezTo>
                    <a:pt x="558" y="421"/>
                    <a:pt x="611" y="390"/>
                    <a:pt x="664" y="364"/>
                  </a:cubicBezTo>
                  <a:cubicBezTo>
                    <a:pt x="692" y="349"/>
                    <a:pt x="717" y="337"/>
                    <a:pt x="744" y="325"/>
                  </a:cubicBezTo>
                  <a:cubicBezTo>
                    <a:pt x="778" y="311"/>
                    <a:pt x="811" y="301"/>
                    <a:pt x="840" y="282"/>
                  </a:cubicBezTo>
                  <a:lnTo>
                    <a:pt x="840" y="282"/>
                  </a:lnTo>
                  <a:cubicBezTo>
                    <a:pt x="851" y="277"/>
                    <a:pt x="863" y="272"/>
                    <a:pt x="874" y="267"/>
                  </a:cubicBezTo>
                  <a:cubicBezTo>
                    <a:pt x="882" y="265"/>
                    <a:pt x="889" y="260"/>
                    <a:pt x="897" y="258"/>
                  </a:cubicBezTo>
                  <a:cubicBezTo>
                    <a:pt x="911" y="252"/>
                    <a:pt x="920" y="245"/>
                    <a:pt x="929" y="237"/>
                  </a:cubicBezTo>
                  <a:lnTo>
                    <a:pt x="929" y="237"/>
                  </a:lnTo>
                  <a:cubicBezTo>
                    <a:pt x="933" y="236"/>
                    <a:pt x="937" y="235"/>
                    <a:pt x="942" y="233"/>
                  </a:cubicBezTo>
                  <a:lnTo>
                    <a:pt x="942" y="233"/>
                  </a:lnTo>
                  <a:lnTo>
                    <a:pt x="935" y="235"/>
                  </a:lnTo>
                  <a:lnTo>
                    <a:pt x="935" y="235"/>
                  </a:lnTo>
                  <a:cubicBezTo>
                    <a:pt x="944" y="233"/>
                    <a:pt x="953" y="230"/>
                    <a:pt x="963" y="227"/>
                  </a:cubicBezTo>
                  <a:cubicBezTo>
                    <a:pt x="986" y="221"/>
                    <a:pt x="1006" y="212"/>
                    <a:pt x="1023" y="194"/>
                  </a:cubicBezTo>
                  <a:cubicBezTo>
                    <a:pt x="1036" y="181"/>
                    <a:pt x="1047" y="164"/>
                    <a:pt x="1051" y="146"/>
                  </a:cubicBezTo>
                  <a:lnTo>
                    <a:pt x="1051" y="146"/>
                  </a:lnTo>
                  <a:cubicBezTo>
                    <a:pt x="1063" y="129"/>
                    <a:pt x="1063" y="106"/>
                    <a:pt x="1052" y="89"/>
                  </a:cubicBezTo>
                  <a:lnTo>
                    <a:pt x="1052" y="89"/>
                  </a:lnTo>
                  <a:cubicBezTo>
                    <a:pt x="1039" y="49"/>
                    <a:pt x="1001" y="18"/>
                    <a:pt x="958" y="13"/>
                  </a:cubicBezTo>
                  <a:cubicBezTo>
                    <a:pt x="937" y="11"/>
                    <a:pt x="912" y="13"/>
                    <a:pt x="891" y="10"/>
                  </a:cubicBezTo>
                  <a:lnTo>
                    <a:pt x="891" y="10"/>
                  </a:lnTo>
                  <a:cubicBezTo>
                    <a:pt x="881" y="6"/>
                    <a:pt x="871" y="3"/>
                    <a:pt x="860" y="1"/>
                  </a:cubicBezTo>
                  <a:cubicBezTo>
                    <a:pt x="857" y="1"/>
                    <a:pt x="854" y="1"/>
                    <a:pt x="85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040" bIns="41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259;p40"/>
            <p:cNvSpPr/>
            <p:nvPr/>
          </p:nvSpPr>
          <p:spPr>
            <a:xfrm>
              <a:off x="1446120" y="3425040"/>
              <a:ext cx="50400" cy="12924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129240"/>
                <a:gd name="textAreaBottom" fmla="*/ 129600 h 129240"/>
              </a:gdLst>
              <a:ahLst/>
              <a:cxnLst/>
              <a:rect l="textAreaLeft" t="textAreaTop" r="textAreaRight" b="textAreaBottom"/>
              <a:pathLst>
                <a:path w="448" h="1167">
                  <a:moveTo>
                    <a:pt x="273" y="916"/>
                  </a:moveTo>
                  <a:cubicBezTo>
                    <a:pt x="272" y="919"/>
                    <a:pt x="271" y="921"/>
                    <a:pt x="270" y="924"/>
                  </a:cubicBezTo>
                  <a:lnTo>
                    <a:pt x="270" y="924"/>
                  </a:lnTo>
                  <a:cubicBezTo>
                    <a:pt x="271" y="921"/>
                    <a:pt x="272" y="919"/>
                    <a:pt x="273" y="916"/>
                  </a:cubicBezTo>
                  <a:close/>
                  <a:moveTo>
                    <a:pt x="253" y="969"/>
                  </a:moveTo>
                  <a:cubicBezTo>
                    <a:pt x="252" y="971"/>
                    <a:pt x="251" y="974"/>
                    <a:pt x="250" y="976"/>
                  </a:cubicBezTo>
                  <a:lnTo>
                    <a:pt x="250" y="976"/>
                  </a:lnTo>
                  <a:cubicBezTo>
                    <a:pt x="251" y="974"/>
                    <a:pt x="252" y="971"/>
                    <a:pt x="253" y="969"/>
                  </a:cubicBezTo>
                  <a:close/>
                  <a:moveTo>
                    <a:pt x="242" y="992"/>
                  </a:moveTo>
                  <a:cubicBezTo>
                    <a:pt x="241" y="993"/>
                    <a:pt x="240" y="994"/>
                    <a:pt x="240" y="995"/>
                  </a:cubicBezTo>
                  <a:cubicBezTo>
                    <a:pt x="240" y="994"/>
                    <a:pt x="241" y="993"/>
                    <a:pt x="242" y="992"/>
                  </a:cubicBezTo>
                  <a:close/>
                  <a:moveTo>
                    <a:pt x="337" y="1"/>
                  </a:moveTo>
                  <a:cubicBezTo>
                    <a:pt x="325" y="1"/>
                    <a:pt x="313" y="3"/>
                    <a:pt x="300" y="7"/>
                  </a:cubicBezTo>
                  <a:cubicBezTo>
                    <a:pt x="293" y="9"/>
                    <a:pt x="287" y="12"/>
                    <a:pt x="281" y="15"/>
                  </a:cubicBezTo>
                  <a:lnTo>
                    <a:pt x="281" y="15"/>
                  </a:lnTo>
                  <a:cubicBezTo>
                    <a:pt x="216" y="32"/>
                    <a:pt x="181" y="99"/>
                    <a:pt x="152" y="154"/>
                  </a:cubicBezTo>
                  <a:cubicBezTo>
                    <a:pt x="140" y="177"/>
                    <a:pt x="129" y="199"/>
                    <a:pt x="118" y="222"/>
                  </a:cubicBezTo>
                  <a:lnTo>
                    <a:pt x="118" y="222"/>
                  </a:lnTo>
                  <a:cubicBezTo>
                    <a:pt x="100" y="242"/>
                    <a:pt x="86" y="264"/>
                    <a:pt x="77" y="291"/>
                  </a:cubicBezTo>
                  <a:cubicBezTo>
                    <a:pt x="72" y="309"/>
                    <a:pt x="66" y="327"/>
                    <a:pt x="61" y="346"/>
                  </a:cubicBezTo>
                  <a:cubicBezTo>
                    <a:pt x="47" y="395"/>
                    <a:pt x="32" y="444"/>
                    <a:pt x="24" y="494"/>
                  </a:cubicBezTo>
                  <a:cubicBezTo>
                    <a:pt x="19" y="529"/>
                    <a:pt x="14" y="565"/>
                    <a:pt x="10" y="599"/>
                  </a:cubicBezTo>
                  <a:cubicBezTo>
                    <a:pt x="8" y="618"/>
                    <a:pt x="6" y="637"/>
                    <a:pt x="5" y="655"/>
                  </a:cubicBezTo>
                  <a:cubicBezTo>
                    <a:pt x="3" y="664"/>
                    <a:pt x="3" y="671"/>
                    <a:pt x="2" y="680"/>
                  </a:cubicBezTo>
                  <a:cubicBezTo>
                    <a:pt x="0" y="705"/>
                    <a:pt x="2" y="727"/>
                    <a:pt x="9" y="752"/>
                  </a:cubicBezTo>
                  <a:cubicBezTo>
                    <a:pt x="8" y="748"/>
                    <a:pt x="7" y="745"/>
                    <a:pt x="6" y="742"/>
                  </a:cubicBezTo>
                  <a:lnTo>
                    <a:pt x="6" y="742"/>
                  </a:lnTo>
                  <a:cubicBezTo>
                    <a:pt x="6" y="759"/>
                    <a:pt x="8" y="776"/>
                    <a:pt x="9" y="793"/>
                  </a:cubicBezTo>
                  <a:cubicBezTo>
                    <a:pt x="10" y="813"/>
                    <a:pt x="16" y="830"/>
                    <a:pt x="17" y="848"/>
                  </a:cubicBezTo>
                  <a:cubicBezTo>
                    <a:pt x="19" y="867"/>
                    <a:pt x="20" y="883"/>
                    <a:pt x="22" y="901"/>
                  </a:cubicBezTo>
                  <a:cubicBezTo>
                    <a:pt x="25" y="924"/>
                    <a:pt x="31" y="946"/>
                    <a:pt x="40" y="968"/>
                  </a:cubicBezTo>
                  <a:lnTo>
                    <a:pt x="40" y="968"/>
                  </a:lnTo>
                  <a:cubicBezTo>
                    <a:pt x="43" y="980"/>
                    <a:pt x="45" y="992"/>
                    <a:pt x="47" y="1004"/>
                  </a:cubicBezTo>
                  <a:cubicBezTo>
                    <a:pt x="50" y="1017"/>
                    <a:pt x="53" y="1033"/>
                    <a:pt x="60" y="1045"/>
                  </a:cubicBezTo>
                  <a:cubicBezTo>
                    <a:pt x="65" y="1055"/>
                    <a:pt x="72" y="1064"/>
                    <a:pt x="80" y="1072"/>
                  </a:cubicBezTo>
                  <a:lnTo>
                    <a:pt x="80" y="1072"/>
                  </a:lnTo>
                  <a:cubicBezTo>
                    <a:pt x="80" y="1073"/>
                    <a:pt x="80" y="1074"/>
                    <a:pt x="80" y="1076"/>
                  </a:cubicBezTo>
                  <a:cubicBezTo>
                    <a:pt x="81" y="1079"/>
                    <a:pt x="81" y="1083"/>
                    <a:pt x="83" y="1088"/>
                  </a:cubicBezTo>
                  <a:cubicBezTo>
                    <a:pt x="86" y="1107"/>
                    <a:pt x="93" y="1122"/>
                    <a:pt x="106" y="1134"/>
                  </a:cubicBezTo>
                  <a:lnTo>
                    <a:pt x="106" y="1134"/>
                  </a:lnTo>
                  <a:cubicBezTo>
                    <a:pt x="109" y="1138"/>
                    <a:pt x="111" y="1143"/>
                    <a:pt x="113" y="1148"/>
                  </a:cubicBezTo>
                  <a:cubicBezTo>
                    <a:pt x="121" y="1160"/>
                    <a:pt x="134" y="1166"/>
                    <a:pt x="145" y="1166"/>
                  </a:cubicBezTo>
                  <a:cubicBezTo>
                    <a:pt x="157" y="1166"/>
                    <a:pt x="169" y="1160"/>
                    <a:pt x="175" y="1147"/>
                  </a:cubicBezTo>
                  <a:cubicBezTo>
                    <a:pt x="177" y="1143"/>
                    <a:pt x="178" y="1140"/>
                    <a:pt x="180" y="1136"/>
                  </a:cubicBezTo>
                  <a:lnTo>
                    <a:pt x="180" y="1136"/>
                  </a:lnTo>
                  <a:cubicBezTo>
                    <a:pt x="183" y="1133"/>
                    <a:pt x="187" y="1130"/>
                    <a:pt x="190" y="1126"/>
                  </a:cubicBezTo>
                  <a:cubicBezTo>
                    <a:pt x="198" y="1114"/>
                    <a:pt x="201" y="1100"/>
                    <a:pt x="203" y="1087"/>
                  </a:cubicBezTo>
                  <a:cubicBezTo>
                    <a:pt x="205" y="1084"/>
                    <a:pt x="205" y="1081"/>
                    <a:pt x="206" y="1078"/>
                  </a:cubicBezTo>
                  <a:lnTo>
                    <a:pt x="206" y="1078"/>
                  </a:lnTo>
                  <a:cubicBezTo>
                    <a:pt x="222" y="1064"/>
                    <a:pt x="232" y="1043"/>
                    <a:pt x="239" y="1022"/>
                  </a:cubicBezTo>
                  <a:cubicBezTo>
                    <a:pt x="241" y="1009"/>
                    <a:pt x="243" y="995"/>
                    <a:pt x="248" y="982"/>
                  </a:cubicBezTo>
                  <a:lnTo>
                    <a:pt x="248" y="982"/>
                  </a:lnTo>
                  <a:cubicBezTo>
                    <a:pt x="252" y="975"/>
                    <a:pt x="257" y="968"/>
                    <a:pt x="260" y="960"/>
                  </a:cubicBezTo>
                  <a:cubicBezTo>
                    <a:pt x="265" y="948"/>
                    <a:pt x="267" y="936"/>
                    <a:pt x="270" y="924"/>
                  </a:cubicBezTo>
                  <a:lnTo>
                    <a:pt x="270" y="924"/>
                  </a:lnTo>
                  <a:cubicBezTo>
                    <a:pt x="268" y="932"/>
                    <a:pt x="266" y="940"/>
                    <a:pt x="264" y="947"/>
                  </a:cubicBezTo>
                  <a:cubicBezTo>
                    <a:pt x="271" y="920"/>
                    <a:pt x="277" y="889"/>
                    <a:pt x="288" y="863"/>
                  </a:cubicBezTo>
                  <a:cubicBezTo>
                    <a:pt x="299" y="835"/>
                    <a:pt x="307" y="807"/>
                    <a:pt x="315" y="779"/>
                  </a:cubicBezTo>
                  <a:lnTo>
                    <a:pt x="315" y="779"/>
                  </a:lnTo>
                  <a:cubicBezTo>
                    <a:pt x="315" y="780"/>
                    <a:pt x="314" y="781"/>
                    <a:pt x="313" y="782"/>
                  </a:cubicBezTo>
                  <a:lnTo>
                    <a:pt x="313" y="782"/>
                  </a:lnTo>
                  <a:cubicBezTo>
                    <a:pt x="324" y="762"/>
                    <a:pt x="328" y="741"/>
                    <a:pt x="333" y="719"/>
                  </a:cubicBezTo>
                  <a:cubicBezTo>
                    <a:pt x="335" y="708"/>
                    <a:pt x="337" y="698"/>
                    <a:pt x="340" y="687"/>
                  </a:cubicBezTo>
                  <a:cubicBezTo>
                    <a:pt x="342" y="674"/>
                    <a:pt x="345" y="661"/>
                    <a:pt x="348" y="648"/>
                  </a:cubicBezTo>
                  <a:lnTo>
                    <a:pt x="348" y="648"/>
                  </a:lnTo>
                  <a:cubicBezTo>
                    <a:pt x="359" y="608"/>
                    <a:pt x="370" y="568"/>
                    <a:pt x="379" y="526"/>
                  </a:cubicBezTo>
                  <a:cubicBezTo>
                    <a:pt x="386" y="500"/>
                    <a:pt x="391" y="473"/>
                    <a:pt x="397" y="447"/>
                  </a:cubicBezTo>
                  <a:lnTo>
                    <a:pt x="397" y="447"/>
                  </a:lnTo>
                  <a:lnTo>
                    <a:pt x="404" y="418"/>
                  </a:lnTo>
                  <a:cubicBezTo>
                    <a:pt x="410" y="397"/>
                    <a:pt x="416" y="375"/>
                    <a:pt x="418" y="353"/>
                  </a:cubicBezTo>
                  <a:cubicBezTo>
                    <a:pt x="419" y="337"/>
                    <a:pt x="418" y="323"/>
                    <a:pt x="416" y="310"/>
                  </a:cubicBezTo>
                  <a:lnTo>
                    <a:pt x="416" y="310"/>
                  </a:lnTo>
                  <a:cubicBezTo>
                    <a:pt x="421" y="282"/>
                    <a:pt x="427" y="254"/>
                    <a:pt x="432" y="227"/>
                  </a:cubicBezTo>
                  <a:cubicBezTo>
                    <a:pt x="442" y="177"/>
                    <a:pt x="447" y="122"/>
                    <a:pt x="423" y="76"/>
                  </a:cubicBezTo>
                  <a:lnTo>
                    <a:pt x="423" y="76"/>
                  </a:lnTo>
                  <a:cubicBezTo>
                    <a:pt x="420" y="67"/>
                    <a:pt x="417" y="58"/>
                    <a:pt x="412" y="50"/>
                  </a:cubicBezTo>
                  <a:cubicBezTo>
                    <a:pt x="403" y="30"/>
                    <a:pt x="387" y="13"/>
                    <a:pt x="366" y="6"/>
                  </a:cubicBezTo>
                  <a:cubicBezTo>
                    <a:pt x="356" y="2"/>
                    <a:pt x="347" y="1"/>
                    <a:pt x="33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0" bIns="64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260;p40"/>
            <p:cNvSpPr/>
            <p:nvPr/>
          </p:nvSpPr>
          <p:spPr>
            <a:xfrm>
              <a:off x="1349640" y="3512520"/>
              <a:ext cx="132120" cy="5040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50400"/>
                <a:gd name="textAreaBottom" fmla="*/ 50760 h 50400"/>
              </a:gdLst>
              <a:ahLst/>
              <a:cxnLst/>
              <a:rect l="textAreaLeft" t="textAreaTop" r="textAreaRight" b="textAreaBottom"/>
              <a:pathLst>
                <a:path w="1170" h="457">
                  <a:moveTo>
                    <a:pt x="314" y="442"/>
                  </a:moveTo>
                  <a:cubicBezTo>
                    <a:pt x="306" y="443"/>
                    <a:pt x="297" y="443"/>
                    <a:pt x="289" y="443"/>
                  </a:cubicBezTo>
                  <a:cubicBezTo>
                    <a:pt x="297" y="443"/>
                    <a:pt x="306" y="442"/>
                    <a:pt x="314" y="442"/>
                  </a:cubicBezTo>
                  <a:close/>
                  <a:moveTo>
                    <a:pt x="451" y="1"/>
                  </a:moveTo>
                  <a:cubicBezTo>
                    <a:pt x="408" y="1"/>
                    <a:pt x="366" y="3"/>
                    <a:pt x="323" y="6"/>
                  </a:cubicBezTo>
                  <a:cubicBezTo>
                    <a:pt x="292" y="7"/>
                    <a:pt x="262" y="10"/>
                    <a:pt x="234" y="13"/>
                  </a:cubicBezTo>
                  <a:cubicBezTo>
                    <a:pt x="201" y="18"/>
                    <a:pt x="174" y="29"/>
                    <a:pt x="146" y="45"/>
                  </a:cubicBezTo>
                  <a:cubicBezTo>
                    <a:pt x="108" y="68"/>
                    <a:pt x="71" y="88"/>
                    <a:pt x="44" y="125"/>
                  </a:cubicBezTo>
                  <a:cubicBezTo>
                    <a:pt x="16" y="162"/>
                    <a:pt x="0" y="221"/>
                    <a:pt x="10" y="266"/>
                  </a:cubicBezTo>
                  <a:cubicBezTo>
                    <a:pt x="21" y="315"/>
                    <a:pt x="44" y="354"/>
                    <a:pt x="83" y="387"/>
                  </a:cubicBezTo>
                  <a:cubicBezTo>
                    <a:pt x="102" y="402"/>
                    <a:pt x="125" y="412"/>
                    <a:pt x="147" y="420"/>
                  </a:cubicBezTo>
                  <a:cubicBezTo>
                    <a:pt x="157" y="424"/>
                    <a:pt x="166" y="427"/>
                    <a:pt x="177" y="431"/>
                  </a:cubicBezTo>
                  <a:cubicBezTo>
                    <a:pt x="187" y="434"/>
                    <a:pt x="198" y="436"/>
                    <a:pt x="209" y="439"/>
                  </a:cubicBezTo>
                  <a:cubicBezTo>
                    <a:pt x="225" y="445"/>
                    <a:pt x="243" y="448"/>
                    <a:pt x="260" y="448"/>
                  </a:cubicBezTo>
                  <a:cubicBezTo>
                    <a:pt x="272" y="448"/>
                    <a:pt x="283" y="447"/>
                    <a:pt x="295" y="445"/>
                  </a:cubicBezTo>
                  <a:cubicBezTo>
                    <a:pt x="301" y="445"/>
                    <a:pt x="306" y="445"/>
                    <a:pt x="312" y="443"/>
                  </a:cubicBezTo>
                  <a:cubicBezTo>
                    <a:pt x="318" y="443"/>
                    <a:pt x="324" y="442"/>
                    <a:pt x="330" y="442"/>
                  </a:cubicBezTo>
                  <a:lnTo>
                    <a:pt x="330" y="442"/>
                  </a:lnTo>
                  <a:cubicBezTo>
                    <a:pt x="335" y="442"/>
                    <a:pt x="340" y="442"/>
                    <a:pt x="346" y="442"/>
                  </a:cubicBezTo>
                  <a:cubicBezTo>
                    <a:pt x="424" y="442"/>
                    <a:pt x="503" y="445"/>
                    <a:pt x="582" y="446"/>
                  </a:cubicBezTo>
                  <a:cubicBezTo>
                    <a:pt x="630" y="447"/>
                    <a:pt x="680" y="446"/>
                    <a:pt x="728" y="449"/>
                  </a:cubicBezTo>
                  <a:cubicBezTo>
                    <a:pt x="751" y="450"/>
                    <a:pt x="774" y="452"/>
                    <a:pt x="799" y="453"/>
                  </a:cubicBezTo>
                  <a:cubicBezTo>
                    <a:pt x="818" y="455"/>
                    <a:pt x="836" y="456"/>
                    <a:pt x="854" y="456"/>
                  </a:cubicBezTo>
                  <a:cubicBezTo>
                    <a:pt x="864" y="456"/>
                    <a:pt x="874" y="456"/>
                    <a:pt x="884" y="455"/>
                  </a:cubicBezTo>
                  <a:cubicBezTo>
                    <a:pt x="891" y="454"/>
                    <a:pt x="898" y="452"/>
                    <a:pt x="905" y="450"/>
                  </a:cubicBezTo>
                  <a:lnTo>
                    <a:pt x="905" y="450"/>
                  </a:lnTo>
                  <a:cubicBezTo>
                    <a:pt x="920" y="450"/>
                    <a:pt x="935" y="451"/>
                    <a:pt x="949" y="452"/>
                  </a:cubicBezTo>
                  <a:cubicBezTo>
                    <a:pt x="951" y="452"/>
                    <a:pt x="954" y="452"/>
                    <a:pt x="957" y="452"/>
                  </a:cubicBezTo>
                  <a:cubicBezTo>
                    <a:pt x="991" y="452"/>
                    <a:pt x="1022" y="445"/>
                    <a:pt x="1052" y="427"/>
                  </a:cubicBezTo>
                  <a:cubicBezTo>
                    <a:pt x="1054" y="426"/>
                    <a:pt x="1055" y="425"/>
                    <a:pt x="1056" y="424"/>
                  </a:cubicBezTo>
                  <a:lnTo>
                    <a:pt x="1056" y="424"/>
                  </a:lnTo>
                  <a:cubicBezTo>
                    <a:pt x="1067" y="421"/>
                    <a:pt x="1076" y="417"/>
                    <a:pt x="1085" y="413"/>
                  </a:cubicBezTo>
                  <a:lnTo>
                    <a:pt x="1085" y="413"/>
                  </a:lnTo>
                  <a:cubicBezTo>
                    <a:pt x="1117" y="405"/>
                    <a:pt x="1144" y="384"/>
                    <a:pt x="1156" y="352"/>
                  </a:cubicBezTo>
                  <a:cubicBezTo>
                    <a:pt x="1170" y="320"/>
                    <a:pt x="1167" y="274"/>
                    <a:pt x="1142" y="249"/>
                  </a:cubicBezTo>
                  <a:cubicBezTo>
                    <a:pt x="1141" y="248"/>
                    <a:pt x="1140" y="248"/>
                    <a:pt x="1139" y="247"/>
                  </a:cubicBezTo>
                  <a:lnTo>
                    <a:pt x="1139" y="247"/>
                  </a:lnTo>
                  <a:cubicBezTo>
                    <a:pt x="1131" y="233"/>
                    <a:pt x="1120" y="220"/>
                    <a:pt x="1109" y="209"/>
                  </a:cubicBezTo>
                  <a:cubicBezTo>
                    <a:pt x="1109" y="209"/>
                    <a:pt x="1109" y="208"/>
                    <a:pt x="1109" y="208"/>
                  </a:cubicBezTo>
                  <a:lnTo>
                    <a:pt x="1109" y="208"/>
                  </a:lnTo>
                  <a:cubicBezTo>
                    <a:pt x="1107" y="205"/>
                    <a:pt x="1105" y="203"/>
                    <a:pt x="1104" y="200"/>
                  </a:cubicBezTo>
                  <a:cubicBezTo>
                    <a:pt x="1085" y="169"/>
                    <a:pt x="1059" y="148"/>
                    <a:pt x="1025" y="133"/>
                  </a:cubicBezTo>
                  <a:cubicBezTo>
                    <a:pt x="1008" y="125"/>
                    <a:pt x="992" y="118"/>
                    <a:pt x="975" y="111"/>
                  </a:cubicBezTo>
                  <a:lnTo>
                    <a:pt x="975" y="111"/>
                  </a:lnTo>
                  <a:cubicBezTo>
                    <a:pt x="957" y="97"/>
                    <a:pt x="938" y="86"/>
                    <a:pt x="916" y="78"/>
                  </a:cubicBezTo>
                  <a:cubicBezTo>
                    <a:pt x="902" y="74"/>
                    <a:pt x="887" y="70"/>
                    <a:pt x="873" y="66"/>
                  </a:cubicBezTo>
                  <a:cubicBezTo>
                    <a:pt x="829" y="54"/>
                    <a:pt x="784" y="43"/>
                    <a:pt x="739" y="33"/>
                  </a:cubicBezTo>
                  <a:cubicBezTo>
                    <a:pt x="679" y="19"/>
                    <a:pt x="618" y="8"/>
                    <a:pt x="556" y="5"/>
                  </a:cubicBezTo>
                  <a:cubicBezTo>
                    <a:pt x="521" y="2"/>
                    <a:pt x="486" y="1"/>
                    <a:pt x="45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261;p40"/>
            <p:cNvSpPr/>
            <p:nvPr/>
          </p:nvSpPr>
          <p:spPr>
            <a:xfrm>
              <a:off x="1142640" y="3077280"/>
              <a:ext cx="186840" cy="338040"/>
            </a:xfrm>
            <a:custGeom>
              <a:avLst/>
              <a:gdLst>
                <a:gd name="textAreaLeft" fmla="*/ 0 w 186840"/>
                <a:gd name="textAreaRight" fmla="*/ 187200 w 186840"/>
                <a:gd name="textAreaTop" fmla="*/ 0 h 338040"/>
                <a:gd name="textAreaBottom" fmla="*/ 338400 h 338040"/>
              </a:gdLst>
              <a:ahLst/>
              <a:cxnLst/>
              <a:rect l="textAreaLeft" t="textAreaTop" r="textAreaRight" b="textAreaBottom"/>
              <a:pathLst>
                <a:path w="1652" h="3050">
                  <a:moveTo>
                    <a:pt x="444" y="1096"/>
                  </a:moveTo>
                  <a:lnTo>
                    <a:pt x="444" y="1096"/>
                  </a:lnTo>
                  <a:cubicBezTo>
                    <a:pt x="442" y="1099"/>
                    <a:pt x="441" y="1101"/>
                    <a:pt x="441" y="1101"/>
                  </a:cubicBezTo>
                  <a:cubicBezTo>
                    <a:pt x="441" y="1101"/>
                    <a:pt x="441" y="1100"/>
                    <a:pt x="443" y="1097"/>
                  </a:cubicBezTo>
                  <a:cubicBezTo>
                    <a:pt x="443" y="1097"/>
                    <a:pt x="444" y="1097"/>
                    <a:pt x="444" y="1096"/>
                  </a:cubicBezTo>
                  <a:close/>
                  <a:moveTo>
                    <a:pt x="660" y="1584"/>
                  </a:moveTo>
                  <a:lnTo>
                    <a:pt x="660" y="1584"/>
                  </a:lnTo>
                  <a:cubicBezTo>
                    <a:pt x="659" y="1585"/>
                    <a:pt x="659" y="1585"/>
                    <a:pt x="659" y="1585"/>
                  </a:cubicBezTo>
                  <a:cubicBezTo>
                    <a:pt x="658" y="1585"/>
                    <a:pt x="659" y="1585"/>
                    <a:pt x="660" y="1584"/>
                  </a:cubicBezTo>
                  <a:close/>
                  <a:moveTo>
                    <a:pt x="1128" y="1888"/>
                  </a:moveTo>
                  <a:cubicBezTo>
                    <a:pt x="1128" y="1889"/>
                    <a:pt x="1127" y="1889"/>
                    <a:pt x="1127" y="1889"/>
                  </a:cubicBezTo>
                  <a:cubicBezTo>
                    <a:pt x="1126" y="1891"/>
                    <a:pt x="1126" y="1891"/>
                    <a:pt x="1126" y="1891"/>
                  </a:cubicBezTo>
                  <a:cubicBezTo>
                    <a:pt x="1126" y="1891"/>
                    <a:pt x="1127" y="1890"/>
                    <a:pt x="1128" y="1888"/>
                  </a:cubicBezTo>
                  <a:close/>
                  <a:moveTo>
                    <a:pt x="725" y="2438"/>
                  </a:moveTo>
                  <a:lnTo>
                    <a:pt x="725" y="2438"/>
                  </a:lnTo>
                  <a:cubicBezTo>
                    <a:pt x="725" y="2438"/>
                    <a:pt x="721" y="2443"/>
                    <a:pt x="720" y="2444"/>
                  </a:cubicBezTo>
                  <a:lnTo>
                    <a:pt x="720" y="2444"/>
                  </a:lnTo>
                  <a:cubicBezTo>
                    <a:pt x="721" y="2442"/>
                    <a:pt x="723" y="2441"/>
                    <a:pt x="724" y="2439"/>
                  </a:cubicBezTo>
                  <a:cubicBezTo>
                    <a:pt x="725" y="2438"/>
                    <a:pt x="725" y="2438"/>
                    <a:pt x="725" y="2438"/>
                  </a:cubicBezTo>
                  <a:close/>
                  <a:moveTo>
                    <a:pt x="257" y="2822"/>
                  </a:moveTo>
                  <a:cubicBezTo>
                    <a:pt x="256" y="2822"/>
                    <a:pt x="255" y="2822"/>
                    <a:pt x="253" y="2824"/>
                  </a:cubicBezTo>
                  <a:cubicBezTo>
                    <a:pt x="252" y="2825"/>
                    <a:pt x="251" y="2825"/>
                    <a:pt x="251" y="2826"/>
                  </a:cubicBezTo>
                  <a:lnTo>
                    <a:pt x="251" y="2826"/>
                  </a:lnTo>
                  <a:cubicBezTo>
                    <a:pt x="253" y="2824"/>
                    <a:pt x="257" y="2822"/>
                    <a:pt x="257" y="2822"/>
                  </a:cubicBezTo>
                  <a:close/>
                  <a:moveTo>
                    <a:pt x="1349" y="294"/>
                  </a:moveTo>
                  <a:lnTo>
                    <a:pt x="1349" y="294"/>
                  </a:lnTo>
                  <a:cubicBezTo>
                    <a:pt x="1332" y="328"/>
                    <a:pt x="1315" y="361"/>
                    <a:pt x="1296" y="395"/>
                  </a:cubicBezTo>
                  <a:cubicBezTo>
                    <a:pt x="1290" y="408"/>
                    <a:pt x="1281" y="422"/>
                    <a:pt x="1274" y="435"/>
                  </a:cubicBezTo>
                  <a:cubicBezTo>
                    <a:pt x="1273" y="439"/>
                    <a:pt x="1270" y="444"/>
                    <a:pt x="1268" y="449"/>
                  </a:cubicBezTo>
                  <a:lnTo>
                    <a:pt x="1268" y="449"/>
                  </a:lnTo>
                  <a:cubicBezTo>
                    <a:pt x="1265" y="452"/>
                    <a:pt x="1263" y="456"/>
                    <a:pt x="1261" y="460"/>
                  </a:cubicBezTo>
                  <a:cubicBezTo>
                    <a:pt x="1246" y="488"/>
                    <a:pt x="1231" y="515"/>
                    <a:pt x="1214" y="542"/>
                  </a:cubicBezTo>
                  <a:cubicBezTo>
                    <a:pt x="1182" y="594"/>
                    <a:pt x="1151" y="647"/>
                    <a:pt x="1118" y="699"/>
                  </a:cubicBezTo>
                  <a:cubicBezTo>
                    <a:pt x="987" y="910"/>
                    <a:pt x="838" y="1107"/>
                    <a:pt x="683" y="1301"/>
                  </a:cubicBezTo>
                  <a:cubicBezTo>
                    <a:pt x="641" y="1354"/>
                    <a:pt x="597" y="1406"/>
                    <a:pt x="553" y="1460"/>
                  </a:cubicBezTo>
                  <a:cubicBezTo>
                    <a:pt x="531" y="1487"/>
                    <a:pt x="507" y="1514"/>
                    <a:pt x="485" y="1541"/>
                  </a:cubicBezTo>
                  <a:cubicBezTo>
                    <a:pt x="474" y="1553"/>
                    <a:pt x="466" y="1566"/>
                    <a:pt x="456" y="1581"/>
                  </a:cubicBezTo>
                  <a:cubicBezTo>
                    <a:pt x="447" y="1595"/>
                    <a:pt x="435" y="1609"/>
                    <a:pt x="428" y="1624"/>
                  </a:cubicBezTo>
                  <a:lnTo>
                    <a:pt x="428" y="1624"/>
                  </a:lnTo>
                  <a:cubicBezTo>
                    <a:pt x="409" y="1645"/>
                    <a:pt x="391" y="1668"/>
                    <a:pt x="374" y="1689"/>
                  </a:cubicBezTo>
                  <a:lnTo>
                    <a:pt x="345" y="1725"/>
                  </a:lnTo>
                  <a:cubicBezTo>
                    <a:pt x="337" y="1736"/>
                    <a:pt x="329" y="1752"/>
                    <a:pt x="320" y="1761"/>
                  </a:cubicBezTo>
                  <a:cubicBezTo>
                    <a:pt x="306" y="1774"/>
                    <a:pt x="301" y="1797"/>
                    <a:pt x="315" y="1813"/>
                  </a:cubicBezTo>
                  <a:cubicBezTo>
                    <a:pt x="322" y="1822"/>
                    <a:pt x="334" y="1828"/>
                    <a:pt x="346" y="1828"/>
                  </a:cubicBezTo>
                  <a:cubicBezTo>
                    <a:pt x="354" y="1828"/>
                    <a:pt x="362" y="1825"/>
                    <a:pt x="368" y="1819"/>
                  </a:cubicBezTo>
                  <a:cubicBezTo>
                    <a:pt x="379" y="1808"/>
                    <a:pt x="396" y="1800"/>
                    <a:pt x="410" y="1790"/>
                  </a:cubicBezTo>
                  <a:cubicBezTo>
                    <a:pt x="423" y="1780"/>
                    <a:pt x="439" y="1769"/>
                    <a:pt x="452" y="1758"/>
                  </a:cubicBezTo>
                  <a:cubicBezTo>
                    <a:pt x="465" y="1750"/>
                    <a:pt x="478" y="1739"/>
                    <a:pt x="490" y="1728"/>
                  </a:cubicBezTo>
                  <a:cubicBezTo>
                    <a:pt x="496" y="1722"/>
                    <a:pt x="504" y="1718"/>
                    <a:pt x="509" y="1712"/>
                  </a:cubicBezTo>
                  <a:cubicBezTo>
                    <a:pt x="513" y="1709"/>
                    <a:pt x="513" y="1708"/>
                    <a:pt x="513" y="1708"/>
                  </a:cubicBezTo>
                  <a:cubicBezTo>
                    <a:pt x="512" y="1708"/>
                    <a:pt x="510" y="1709"/>
                    <a:pt x="509" y="1709"/>
                  </a:cubicBezTo>
                  <a:cubicBezTo>
                    <a:pt x="516" y="1704"/>
                    <a:pt x="525" y="1700"/>
                    <a:pt x="532" y="1695"/>
                  </a:cubicBezTo>
                  <a:cubicBezTo>
                    <a:pt x="560" y="1674"/>
                    <a:pt x="587" y="1654"/>
                    <a:pt x="611" y="1631"/>
                  </a:cubicBezTo>
                  <a:cubicBezTo>
                    <a:pt x="624" y="1620"/>
                    <a:pt x="635" y="1608"/>
                    <a:pt x="647" y="1597"/>
                  </a:cubicBezTo>
                  <a:cubicBezTo>
                    <a:pt x="652" y="1593"/>
                    <a:pt x="657" y="1588"/>
                    <a:pt x="662" y="1582"/>
                  </a:cubicBezTo>
                  <a:lnTo>
                    <a:pt x="662" y="1582"/>
                  </a:lnTo>
                  <a:cubicBezTo>
                    <a:pt x="662" y="1581"/>
                    <a:pt x="663" y="1581"/>
                    <a:pt x="664" y="1581"/>
                  </a:cubicBezTo>
                  <a:lnTo>
                    <a:pt x="685" y="1560"/>
                  </a:lnTo>
                  <a:cubicBezTo>
                    <a:pt x="785" y="1460"/>
                    <a:pt x="878" y="1350"/>
                    <a:pt x="965" y="1237"/>
                  </a:cubicBezTo>
                  <a:cubicBezTo>
                    <a:pt x="1133" y="1016"/>
                    <a:pt x="1284" y="783"/>
                    <a:pt x="1418" y="538"/>
                  </a:cubicBezTo>
                  <a:cubicBezTo>
                    <a:pt x="1435" y="509"/>
                    <a:pt x="1451" y="479"/>
                    <a:pt x="1466" y="449"/>
                  </a:cubicBezTo>
                  <a:lnTo>
                    <a:pt x="1466" y="449"/>
                  </a:lnTo>
                  <a:cubicBezTo>
                    <a:pt x="1467" y="458"/>
                    <a:pt x="1467" y="467"/>
                    <a:pt x="1468" y="477"/>
                  </a:cubicBezTo>
                  <a:cubicBezTo>
                    <a:pt x="1468" y="483"/>
                    <a:pt x="1468" y="492"/>
                    <a:pt x="1470" y="499"/>
                  </a:cubicBezTo>
                  <a:lnTo>
                    <a:pt x="1470" y="501"/>
                  </a:lnTo>
                  <a:cubicBezTo>
                    <a:pt x="1470" y="531"/>
                    <a:pt x="1471" y="558"/>
                    <a:pt x="1471" y="587"/>
                  </a:cubicBezTo>
                  <a:cubicBezTo>
                    <a:pt x="1471" y="642"/>
                    <a:pt x="1468" y="697"/>
                    <a:pt x="1464" y="751"/>
                  </a:cubicBezTo>
                  <a:cubicBezTo>
                    <a:pt x="1456" y="863"/>
                    <a:pt x="1440" y="975"/>
                    <a:pt x="1418" y="1085"/>
                  </a:cubicBezTo>
                  <a:cubicBezTo>
                    <a:pt x="1413" y="1113"/>
                    <a:pt x="1406" y="1140"/>
                    <a:pt x="1401" y="1168"/>
                  </a:cubicBezTo>
                  <a:cubicBezTo>
                    <a:pt x="1399" y="1180"/>
                    <a:pt x="1395" y="1192"/>
                    <a:pt x="1393" y="1206"/>
                  </a:cubicBezTo>
                  <a:cubicBezTo>
                    <a:pt x="1392" y="1208"/>
                    <a:pt x="1392" y="1210"/>
                    <a:pt x="1391" y="1212"/>
                  </a:cubicBezTo>
                  <a:lnTo>
                    <a:pt x="1391" y="1212"/>
                  </a:lnTo>
                  <a:cubicBezTo>
                    <a:pt x="1391" y="1211"/>
                    <a:pt x="1392" y="1210"/>
                    <a:pt x="1392" y="1210"/>
                  </a:cubicBezTo>
                  <a:lnTo>
                    <a:pt x="1392" y="1210"/>
                  </a:lnTo>
                  <a:cubicBezTo>
                    <a:pt x="1391" y="1210"/>
                    <a:pt x="1388" y="1225"/>
                    <a:pt x="1388" y="1229"/>
                  </a:cubicBezTo>
                  <a:cubicBezTo>
                    <a:pt x="1373" y="1283"/>
                    <a:pt x="1358" y="1338"/>
                    <a:pt x="1341" y="1389"/>
                  </a:cubicBezTo>
                  <a:cubicBezTo>
                    <a:pt x="1307" y="1497"/>
                    <a:pt x="1268" y="1601"/>
                    <a:pt x="1221" y="1702"/>
                  </a:cubicBezTo>
                  <a:cubicBezTo>
                    <a:pt x="1198" y="1753"/>
                    <a:pt x="1173" y="1805"/>
                    <a:pt x="1147" y="1854"/>
                  </a:cubicBezTo>
                  <a:cubicBezTo>
                    <a:pt x="1141" y="1865"/>
                    <a:pt x="1136" y="1876"/>
                    <a:pt x="1129" y="1886"/>
                  </a:cubicBezTo>
                  <a:lnTo>
                    <a:pt x="1129" y="1886"/>
                  </a:lnTo>
                  <a:lnTo>
                    <a:pt x="1131" y="1884"/>
                  </a:lnTo>
                  <a:cubicBezTo>
                    <a:pt x="1132" y="1882"/>
                    <a:pt x="1132" y="1881"/>
                    <a:pt x="1132" y="1881"/>
                  </a:cubicBezTo>
                  <a:lnTo>
                    <a:pt x="1132" y="1881"/>
                  </a:lnTo>
                  <a:cubicBezTo>
                    <a:pt x="1132" y="1881"/>
                    <a:pt x="1129" y="1885"/>
                    <a:pt x="1128" y="1888"/>
                  </a:cubicBezTo>
                  <a:lnTo>
                    <a:pt x="1128" y="1888"/>
                  </a:lnTo>
                  <a:cubicBezTo>
                    <a:pt x="1128" y="1888"/>
                    <a:pt x="1129" y="1887"/>
                    <a:pt x="1129" y="1886"/>
                  </a:cubicBezTo>
                  <a:lnTo>
                    <a:pt x="1129" y="1886"/>
                  </a:lnTo>
                  <a:lnTo>
                    <a:pt x="1126" y="1892"/>
                  </a:lnTo>
                  <a:lnTo>
                    <a:pt x="1114" y="1912"/>
                  </a:lnTo>
                  <a:cubicBezTo>
                    <a:pt x="1100" y="1936"/>
                    <a:pt x="1087" y="1961"/>
                    <a:pt x="1071" y="1984"/>
                  </a:cubicBezTo>
                  <a:cubicBezTo>
                    <a:pt x="1012" y="2080"/>
                    <a:pt x="948" y="2172"/>
                    <a:pt x="878" y="2261"/>
                  </a:cubicBezTo>
                  <a:cubicBezTo>
                    <a:pt x="844" y="2304"/>
                    <a:pt x="808" y="2346"/>
                    <a:pt x="773" y="2388"/>
                  </a:cubicBezTo>
                  <a:cubicBezTo>
                    <a:pt x="763" y="2398"/>
                    <a:pt x="754" y="2409"/>
                    <a:pt x="745" y="2417"/>
                  </a:cubicBezTo>
                  <a:cubicBezTo>
                    <a:pt x="740" y="2423"/>
                    <a:pt x="735" y="2428"/>
                    <a:pt x="730" y="2434"/>
                  </a:cubicBezTo>
                  <a:lnTo>
                    <a:pt x="723" y="2442"/>
                  </a:lnTo>
                  <a:cubicBezTo>
                    <a:pt x="721" y="2443"/>
                    <a:pt x="720" y="2444"/>
                    <a:pt x="720" y="2444"/>
                  </a:cubicBezTo>
                  <a:cubicBezTo>
                    <a:pt x="720" y="2444"/>
                    <a:pt x="720" y="2444"/>
                    <a:pt x="720" y="2444"/>
                  </a:cubicBezTo>
                  <a:lnTo>
                    <a:pt x="720" y="2444"/>
                  </a:lnTo>
                  <a:cubicBezTo>
                    <a:pt x="702" y="2463"/>
                    <a:pt x="683" y="2481"/>
                    <a:pt x="664" y="2500"/>
                  </a:cubicBezTo>
                  <a:cubicBezTo>
                    <a:pt x="584" y="2579"/>
                    <a:pt x="499" y="2650"/>
                    <a:pt x="410" y="2717"/>
                  </a:cubicBezTo>
                  <a:cubicBezTo>
                    <a:pt x="364" y="2750"/>
                    <a:pt x="319" y="2782"/>
                    <a:pt x="273" y="2812"/>
                  </a:cubicBezTo>
                  <a:cubicBezTo>
                    <a:pt x="267" y="2816"/>
                    <a:pt x="262" y="2818"/>
                    <a:pt x="256" y="2823"/>
                  </a:cubicBezTo>
                  <a:cubicBezTo>
                    <a:pt x="255" y="2823"/>
                    <a:pt x="250" y="2826"/>
                    <a:pt x="250" y="2826"/>
                  </a:cubicBezTo>
                  <a:cubicBezTo>
                    <a:pt x="250" y="2826"/>
                    <a:pt x="250" y="2826"/>
                    <a:pt x="251" y="2826"/>
                  </a:cubicBezTo>
                  <a:lnTo>
                    <a:pt x="251" y="2826"/>
                  </a:lnTo>
                  <a:cubicBezTo>
                    <a:pt x="249" y="2826"/>
                    <a:pt x="248" y="2827"/>
                    <a:pt x="248" y="2827"/>
                  </a:cubicBezTo>
                  <a:cubicBezTo>
                    <a:pt x="236" y="2834"/>
                    <a:pt x="225" y="2840"/>
                    <a:pt x="213" y="2848"/>
                  </a:cubicBezTo>
                  <a:cubicBezTo>
                    <a:pt x="194" y="2857"/>
                    <a:pt x="176" y="2868"/>
                    <a:pt x="158" y="2878"/>
                  </a:cubicBezTo>
                  <a:lnTo>
                    <a:pt x="158" y="2878"/>
                  </a:lnTo>
                  <a:cubicBezTo>
                    <a:pt x="158" y="2804"/>
                    <a:pt x="158" y="2730"/>
                    <a:pt x="158" y="2656"/>
                  </a:cubicBezTo>
                  <a:cubicBezTo>
                    <a:pt x="158" y="2543"/>
                    <a:pt x="159" y="2428"/>
                    <a:pt x="163" y="2316"/>
                  </a:cubicBezTo>
                  <a:cubicBezTo>
                    <a:pt x="172" y="2092"/>
                    <a:pt x="196" y="1867"/>
                    <a:pt x="243" y="1648"/>
                  </a:cubicBezTo>
                  <a:cubicBezTo>
                    <a:pt x="247" y="1634"/>
                    <a:pt x="249" y="1621"/>
                    <a:pt x="252" y="1608"/>
                  </a:cubicBezTo>
                  <a:cubicBezTo>
                    <a:pt x="253" y="1603"/>
                    <a:pt x="254" y="1597"/>
                    <a:pt x="256" y="1592"/>
                  </a:cubicBezTo>
                  <a:lnTo>
                    <a:pt x="256" y="1592"/>
                  </a:lnTo>
                  <a:cubicBezTo>
                    <a:pt x="255" y="1597"/>
                    <a:pt x="254" y="1601"/>
                    <a:pt x="254" y="1601"/>
                  </a:cubicBezTo>
                  <a:cubicBezTo>
                    <a:pt x="254" y="1601"/>
                    <a:pt x="255" y="1598"/>
                    <a:pt x="256" y="1590"/>
                  </a:cubicBezTo>
                  <a:lnTo>
                    <a:pt x="256" y="1590"/>
                  </a:lnTo>
                  <a:cubicBezTo>
                    <a:pt x="256" y="1591"/>
                    <a:pt x="256" y="1591"/>
                    <a:pt x="256" y="1592"/>
                  </a:cubicBezTo>
                  <a:lnTo>
                    <a:pt x="256" y="1592"/>
                  </a:lnTo>
                  <a:cubicBezTo>
                    <a:pt x="257" y="1588"/>
                    <a:pt x="257" y="1585"/>
                    <a:pt x="258" y="1583"/>
                  </a:cubicBezTo>
                  <a:cubicBezTo>
                    <a:pt x="264" y="1557"/>
                    <a:pt x="271" y="1530"/>
                    <a:pt x="279" y="1504"/>
                  </a:cubicBezTo>
                  <a:cubicBezTo>
                    <a:pt x="295" y="1451"/>
                    <a:pt x="312" y="1399"/>
                    <a:pt x="330" y="1347"/>
                  </a:cubicBezTo>
                  <a:cubicBezTo>
                    <a:pt x="350" y="1296"/>
                    <a:pt x="370" y="1246"/>
                    <a:pt x="394" y="1196"/>
                  </a:cubicBezTo>
                  <a:cubicBezTo>
                    <a:pt x="405" y="1173"/>
                    <a:pt x="417" y="1148"/>
                    <a:pt x="429" y="1125"/>
                  </a:cubicBezTo>
                  <a:cubicBezTo>
                    <a:pt x="432" y="1118"/>
                    <a:pt x="435" y="1113"/>
                    <a:pt x="439" y="1105"/>
                  </a:cubicBezTo>
                  <a:cubicBezTo>
                    <a:pt x="440" y="1103"/>
                    <a:pt x="445" y="1093"/>
                    <a:pt x="445" y="1093"/>
                  </a:cubicBezTo>
                  <a:lnTo>
                    <a:pt x="445" y="1093"/>
                  </a:lnTo>
                  <a:cubicBezTo>
                    <a:pt x="445" y="1093"/>
                    <a:pt x="445" y="1094"/>
                    <a:pt x="444" y="1096"/>
                  </a:cubicBezTo>
                  <a:lnTo>
                    <a:pt x="444" y="1096"/>
                  </a:lnTo>
                  <a:cubicBezTo>
                    <a:pt x="446" y="1092"/>
                    <a:pt x="449" y="1087"/>
                    <a:pt x="450" y="1086"/>
                  </a:cubicBezTo>
                  <a:cubicBezTo>
                    <a:pt x="454" y="1081"/>
                    <a:pt x="456" y="1074"/>
                    <a:pt x="461" y="1069"/>
                  </a:cubicBezTo>
                  <a:cubicBezTo>
                    <a:pt x="517" y="972"/>
                    <a:pt x="583" y="880"/>
                    <a:pt x="658" y="798"/>
                  </a:cubicBezTo>
                  <a:cubicBezTo>
                    <a:pt x="668" y="787"/>
                    <a:pt x="679" y="778"/>
                    <a:pt x="687" y="767"/>
                  </a:cubicBezTo>
                  <a:lnTo>
                    <a:pt x="687" y="767"/>
                  </a:lnTo>
                  <a:lnTo>
                    <a:pt x="690" y="763"/>
                  </a:lnTo>
                  <a:lnTo>
                    <a:pt x="708" y="746"/>
                  </a:lnTo>
                  <a:cubicBezTo>
                    <a:pt x="729" y="725"/>
                    <a:pt x="748" y="706"/>
                    <a:pt x="769" y="687"/>
                  </a:cubicBezTo>
                  <a:cubicBezTo>
                    <a:pt x="813" y="647"/>
                    <a:pt x="858" y="610"/>
                    <a:pt x="905" y="572"/>
                  </a:cubicBezTo>
                  <a:cubicBezTo>
                    <a:pt x="952" y="537"/>
                    <a:pt x="1001" y="503"/>
                    <a:pt x="1050" y="470"/>
                  </a:cubicBezTo>
                  <a:cubicBezTo>
                    <a:pt x="1076" y="454"/>
                    <a:pt x="1100" y="437"/>
                    <a:pt x="1126" y="422"/>
                  </a:cubicBezTo>
                  <a:cubicBezTo>
                    <a:pt x="1131" y="419"/>
                    <a:pt x="1133" y="418"/>
                    <a:pt x="1133" y="418"/>
                  </a:cubicBezTo>
                  <a:lnTo>
                    <a:pt x="1133" y="418"/>
                  </a:lnTo>
                  <a:cubicBezTo>
                    <a:pt x="1133" y="418"/>
                    <a:pt x="1125" y="423"/>
                    <a:pt x="1126" y="423"/>
                  </a:cubicBezTo>
                  <a:cubicBezTo>
                    <a:pt x="1126" y="423"/>
                    <a:pt x="1127" y="422"/>
                    <a:pt x="1129" y="421"/>
                  </a:cubicBezTo>
                  <a:cubicBezTo>
                    <a:pt x="1136" y="416"/>
                    <a:pt x="1143" y="412"/>
                    <a:pt x="1148" y="408"/>
                  </a:cubicBezTo>
                  <a:cubicBezTo>
                    <a:pt x="1162" y="400"/>
                    <a:pt x="1175" y="391"/>
                    <a:pt x="1188" y="385"/>
                  </a:cubicBezTo>
                  <a:cubicBezTo>
                    <a:pt x="1241" y="353"/>
                    <a:pt x="1295" y="323"/>
                    <a:pt x="1349" y="294"/>
                  </a:cubicBezTo>
                  <a:close/>
                  <a:moveTo>
                    <a:pt x="1541" y="0"/>
                  </a:moveTo>
                  <a:cubicBezTo>
                    <a:pt x="1528" y="0"/>
                    <a:pt x="1516" y="3"/>
                    <a:pt x="1504" y="9"/>
                  </a:cubicBezTo>
                  <a:cubicBezTo>
                    <a:pt x="1283" y="120"/>
                    <a:pt x="1065" y="236"/>
                    <a:pt x="864" y="380"/>
                  </a:cubicBezTo>
                  <a:cubicBezTo>
                    <a:pt x="669" y="521"/>
                    <a:pt x="495" y="690"/>
                    <a:pt x="364" y="891"/>
                  </a:cubicBezTo>
                  <a:cubicBezTo>
                    <a:pt x="241" y="1082"/>
                    <a:pt x="154" y="1295"/>
                    <a:pt x="99" y="1515"/>
                  </a:cubicBezTo>
                  <a:cubicBezTo>
                    <a:pt x="43" y="1741"/>
                    <a:pt x="16" y="1971"/>
                    <a:pt x="6" y="2203"/>
                  </a:cubicBezTo>
                  <a:cubicBezTo>
                    <a:pt x="1" y="2321"/>
                    <a:pt x="1" y="2436"/>
                    <a:pt x="2" y="2552"/>
                  </a:cubicBezTo>
                  <a:lnTo>
                    <a:pt x="6" y="2738"/>
                  </a:lnTo>
                  <a:cubicBezTo>
                    <a:pt x="6" y="2751"/>
                    <a:pt x="7" y="2765"/>
                    <a:pt x="7" y="2779"/>
                  </a:cubicBezTo>
                  <a:cubicBezTo>
                    <a:pt x="7" y="2785"/>
                    <a:pt x="7" y="2794"/>
                    <a:pt x="9" y="2801"/>
                  </a:cubicBezTo>
                  <a:lnTo>
                    <a:pt x="9" y="2812"/>
                  </a:lnTo>
                  <a:cubicBezTo>
                    <a:pt x="9" y="2845"/>
                    <a:pt x="13" y="2877"/>
                    <a:pt x="16" y="2910"/>
                  </a:cubicBezTo>
                  <a:cubicBezTo>
                    <a:pt x="18" y="2938"/>
                    <a:pt x="20" y="2966"/>
                    <a:pt x="23" y="2994"/>
                  </a:cubicBezTo>
                  <a:cubicBezTo>
                    <a:pt x="25" y="3026"/>
                    <a:pt x="58" y="3050"/>
                    <a:pt x="90" y="3050"/>
                  </a:cubicBezTo>
                  <a:cubicBezTo>
                    <a:pt x="99" y="3050"/>
                    <a:pt x="108" y="3048"/>
                    <a:pt x="116" y="3043"/>
                  </a:cubicBezTo>
                  <a:cubicBezTo>
                    <a:pt x="165" y="3016"/>
                    <a:pt x="218" y="2992"/>
                    <a:pt x="265" y="2964"/>
                  </a:cubicBezTo>
                  <a:cubicBezTo>
                    <a:pt x="318" y="2933"/>
                    <a:pt x="370" y="2903"/>
                    <a:pt x="421" y="2868"/>
                  </a:cubicBezTo>
                  <a:cubicBezTo>
                    <a:pt x="516" y="2805"/>
                    <a:pt x="606" y="2735"/>
                    <a:pt x="691" y="2661"/>
                  </a:cubicBezTo>
                  <a:cubicBezTo>
                    <a:pt x="866" y="2509"/>
                    <a:pt x="1021" y="2334"/>
                    <a:pt x="1153" y="2143"/>
                  </a:cubicBezTo>
                  <a:cubicBezTo>
                    <a:pt x="1284" y="1953"/>
                    <a:pt x="1393" y="1744"/>
                    <a:pt x="1475" y="1527"/>
                  </a:cubicBezTo>
                  <a:cubicBezTo>
                    <a:pt x="1558" y="1308"/>
                    <a:pt x="1613" y="1080"/>
                    <a:pt x="1635" y="846"/>
                  </a:cubicBezTo>
                  <a:cubicBezTo>
                    <a:pt x="1646" y="726"/>
                    <a:pt x="1648" y="609"/>
                    <a:pt x="1643" y="489"/>
                  </a:cubicBezTo>
                  <a:cubicBezTo>
                    <a:pt x="1641" y="433"/>
                    <a:pt x="1638" y="377"/>
                    <a:pt x="1631" y="320"/>
                  </a:cubicBezTo>
                  <a:cubicBezTo>
                    <a:pt x="1629" y="292"/>
                    <a:pt x="1626" y="264"/>
                    <a:pt x="1620" y="236"/>
                  </a:cubicBezTo>
                  <a:cubicBezTo>
                    <a:pt x="1618" y="223"/>
                    <a:pt x="1615" y="209"/>
                    <a:pt x="1613" y="197"/>
                  </a:cubicBezTo>
                  <a:cubicBezTo>
                    <a:pt x="1610" y="186"/>
                    <a:pt x="1609" y="174"/>
                    <a:pt x="1606" y="162"/>
                  </a:cubicBezTo>
                  <a:lnTo>
                    <a:pt x="1606" y="162"/>
                  </a:lnTo>
                  <a:cubicBezTo>
                    <a:pt x="1613" y="149"/>
                    <a:pt x="1619" y="136"/>
                    <a:pt x="1625" y="122"/>
                  </a:cubicBezTo>
                  <a:cubicBezTo>
                    <a:pt x="1651" y="65"/>
                    <a:pt x="1599" y="0"/>
                    <a:pt x="154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262;p40"/>
            <p:cNvSpPr/>
            <p:nvPr/>
          </p:nvSpPr>
          <p:spPr>
            <a:xfrm>
              <a:off x="1841760" y="1701360"/>
              <a:ext cx="419040" cy="4500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45000"/>
                <a:gd name="textAreaBottom" fmla="*/ 45360 h 45000"/>
              </a:gdLst>
              <a:ahLst/>
              <a:cxnLst/>
              <a:rect l="textAreaLeft" t="textAreaTop" r="textAreaRight" b="textAreaBottom"/>
              <a:pathLst>
                <a:path w="3704" h="408">
                  <a:moveTo>
                    <a:pt x="3031" y="0"/>
                  </a:moveTo>
                  <a:cubicBezTo>
                    <a:pt x="2998" y="0"/>
                    <a:pt x="2965" y="0"/>
                    <a:pt x="2931" y="0"/>
                  </a:cubicBezTo>
                  <a:cubicBezTo>
                    <a:pt x="2691" y="1"/>
                    <a:pt x="2449" y="10"/>
                    <a:pt x="2210" y="22"/>
                  </a:cubicBezTo>
                  <a:cubicBezTo>
                    <a:pt x="1975" y="34"/>
                    <a:pt x="1740" y="53"/>
                    <a:pt x="1507" y="76"/>
                  </a:cubicBezTo>
                  <a:cubicBezTo>
                    <a:pt x="1272" y="99"/>
                    <a:pt x="1037" y="129"/>
                    <a:pt x="804" y="165"/>
                  </a:cubicBezTo>
                  <a:cubicBezTo>
                    <a:pt x="687" y="183"/>
                    <a:pt x="570" y="202"/>
                    <a:pt x="454" y="223"/>
                  </a:cubicBezTo>
                  <a:cubicBezTo>
                    <a:pt x="425" y="228"/>
                    <a:pt x="396" y="233"/>
                    <a:pt x="367" y="241"/>
                  </a:cubicBezTo>
                  <a:cubicBezTo>
                    <a:pt x="350" y="244"/>
                    <a:pt x="333" y="249"/>
                    <a:pt x="317" y="254"/>
                  </a:cubicBezTo>
                  <a:cubicBezTo>
                    <a:pt x="313" y="255"/>
                    <a:pt x="310" y="257"/>
                    <a:pt x="307" y="257"/>
                  </a:cubicBezTo>
                  <a:cubicBezTo>
                    <a:pt x="307" y="257"/>
                    <a:pt x="301" y="259"/>
                    <a:pt x="300" y="259"/>
                  </a:cubicBezTo>
                  <a:cubicBezTo>
                    <a:pt x="300" y="259"/>
                    <a:pt x="300" y="259"/>
                    <a:pt x="301" y="258"/>
                  </a:cubicBezTo>
                  <a:lnTo>
                    <a:pt x="301" y="258"/>
                  </a:lnTo>
                  <a:lnTo>
                    <a:pt x="296" y="260"/>
                  </a:lnTo>
                  <a:cubicBezTo>
                    <a:pt x="291" y="262"/>
                    <a:pt x="286" y="263"/>
                    <a:pt x="282" y="264"/>
                  </a:cubicBezTo>
                  <a:cubicBezTo>
                    <a:pt x="224" y="279"/>
                    <a:pt x="166" y="296"/>
                    <a:pt x="109" y="312"/>
                  </a:cubicBezTo>
                  <a:cubicBezTo>
                    <a:pt x="81" y="320"/>
                    <a:pt x="53" y="335"/>
                    <a:pt x="26" y="350"/>
                  </a:cubicBezTo>
                  <a:cubicBezTo>
                    <a:pt x="0" y="362"/>
                    <a:pt x="5" y="402"/>
                    <a:pt x="36" y="404"/>
                  </a:cubicBezTo>
                  <a:cubicBezTo>
                    <a:pt x="57" y="405"/>
                    <a:pt x="80" y="408"/>
                    <a:pt x="102" y="408"/>
                  </a:cubicBezTo>
                  <a:cubicBezTo>
                    <a:pt x="110" y="408"/>
                    <a:pt x="118" y="408"/>
                    <a:pt x="126" y="407"/>
                  </a:cubicBezTo>
                  <a:cubicBezTo>
                    <a:pt x="154" y="404"/>
                    <a:pt x="183" y="400"/>
                    <a:pt x="213" y="397"/>
                  </a:cubicBezTo>
                  <a:cubicBezTo>
                    <a:pt x="242" y="395"/>
                    <a:pt x="272" y="391"/>
                    <a:pt x="301" y="389"/>
                  </a:cubicBezTo>
                  <a:cubicBezTo>
                    <a:pt x="308" y="389"/>
                    <a:pt x="316" y="388"/>
                    <a:pt x="322" y="388"/>
                  </a:cubicBezTo>
                  <a:cubicBezTo>
                    <a:pt x="327" y="388"/>
                    <a:pt x="329" y="386"/>
                    <a:pt x="333" y="386"/>
                  </a:cubicBezTo>
                  <a:cubicBezTo>
                    <a:pt x="352" y="386"/>
                    <a:pt x="372" y="385"/>
                    <a:pt x="390" y="384"/>
                  </a:cubicBezTo>
                  <a:cubicBezTo>
                    <a:pt x="508" y="367"/>
                    <a:pt x="624" y="346"/>
                    <a:pt x="741" y="330"/>
                  </a:cubicBezTo>
                  <a:cubicBezTo>
                    <a:pt x="972" y="296"/>
                    <a:pt x="1206" y="266"/>
                    <a:pt x="1439" y="242"/>
                  </a:cubicBezTo>
                  <a:cubicBezTo>
                    <a:pt x="1673" y="216"/>
                    <a:pt x="1908" y="197"/>
                    <a:pt x="2141" y="182"/>
                  </a:cubicBezTo>
                  <a:cubicBezTo>
                    <a:pt x="2257" y="175"/>
                    <a:pt x="2375" y="168"/>
                    <a:pt x="2491" y="164"/>
                  </a:cubicBezTo>
                  <a:cubicBezTo>
                    <a:pt x="2521" y="163"/>
                    <a:pt x="2551" y="161"/>
                    <a:pt x="2581" y="161"/>
                  </a:cubicBezTo>
                  <a:cubicBezTo>
                    <a:pt x="2595" y="161"/>
                    <a:pt x="2609" y="160"/>
                    <a:pt x="2624" y="160"/>
                  </a:cubicBezTo>
                  <a:lnTo>
                    <a:pt x="2656" y="160"/>
                  </a:lnTo>
                  <a:cubicBezTo>
                    <a:pt x="2714" y="158"/>
                    <a:pt x="2772" y="156"/>
                    <a:pt x="2831" y="155"/>
                  </a:cubicBezTo>
                  <a:cubicBezTo>
                    <a:pt x="2913" y="154"/>
                    <a:pt x="2995" y="154"/>
                    <a:pt x="3077" y="154"/>
                  </a:cubicBezTo>
                  <a:cubicBezTo>
                    <a:pt x="3229" y="154"/>
                    <a:pt x="3383" y="155"/>
                    <a:pt x="3537" y="157"/>
                  </a:cubicBezTo>
                  <a:cubicBezTo>
                    <a:pt x="3565" y="157"/>
                    <a:pt x="3596" y="158"/>
                    <a:pt x="3624" y="158"/>
                  </a:cubicBezTo>
                  <a:cubicBezTo>
                    <a:pt x="3662" y="158"/>
                    <a:pt x="3700" y="137"/>
                    <a:pt x="3703" y="95"/>
                  </a:cubicBezTo>
                  <a:cubicBezTo>
                    <a:pt x="3703" y="56"/>
                    <a:pt x="3678" y="18"/>
                    <a:pt x="3639" y="16"/>
                  </a:cubicBezTo>
                  <a:cubicBezTo>
                    <a:pt x="3436" y="3"/>
                    <a:pt x="3234" y="0"/>
                    <a:pt x="303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263;p40"/>
            <p:cNvSpPr/>
            <p:nvPr/>
          </p:nvSpPr>
          <p:spPr>
            <a:xfrm>
              <a:off x="1797480" y="1729440"/>
              <a:ext cx="53640" cy="4824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476" h="437">
                  <a:moveTo>
                    <a:pt x="246" y="167"/>
                  </a:moveTo>
                  <a:cubicBezTo>
                    <a:pt x="247" y="167"/>
                    <a:pt x="246" y="167"/>
                    <a:pt x="244" y="168"/>
                  </a:cubicBezTo>
                  <a:lnTo>
                    <a:pt x="244" y="168"/>
                  </a:lnTo>
                  <a:cubicBezTo>
                    <a:pt x="244" y="168"/>
                    <a:pt x="245" y="168"/>
                    <a:pt x="246" y="167"/>
                  </a:cubicBezTo>
                  <a:lnTo>
                    <a:pt x="246" y="167"/>
                  </a:lnTo>
                  <a:cubicBezTo>
                    <a:pt x="246" y="167"/>
                    <a:pt x="246" y="167"/>
                    <a:pt x="246" y="167"/>
                  </a:cubicBezTo>
                  <a:close/>
                  <a:moveTo>
                    <a:pt x="107" y="372"/>
                  </a:moveTo>
                  <a:cubicBezTo>
                    <a:pt x="107" y="372"/>
                    <a:pt x="107" y="372"/>
                    <a:pt x="107" y="372"/>
                  </a:cubicBezTo>
                  <a:lnTo>
                    <a:pt x="107" y="372"/>
                  </a:lnTo>
                  <a:cubicBezTo>
                    <a:pt x="107" y="372"/>
                    <a:pt x="107" y="372"/>
                    <a:pt x="107" y="372"/>
                  </a:cubicBezTo>
                  <a:lnTo>
                    <a:pt x="107" y="372"/>
                  </a:lnTo>
                  <a:cubicBezTo>
                    <a:pt x="107" y="372"/>
                    <a:pt x="107" y="372"/>
                    <a:pt x="107" y="372"/>
                  </a:cubicBezTo>
                  <a:close/>
                  <a:moveTo>
                    <a:pt x="273" y="0"/>
                  </a:moveTo>
                  <a:cubicBezTo>
                    <a:pt x="241" y="0"/>
                    <a:pt x="216" y="7"/>
                    <a:pt x="185" y="16"/>
                  </a:cubicBezTo>
                  <a:cubicBezTo>
                    <a:pt x="160" y="24"/>
                    <a:pt x="139" y="39"/>
                    <a:pt x="117" y="54"/>
                  </a:cubicBezTo>
                  <a:cubicBezTo>
                    <a:pt x="127" y="48"/>
                    <a:pt x="136" y="43"/>
                    <a:pt x="144" y="37"/>
                  </a:cubicBezTo>
                  <a:lnTo>
                    <a:pt x="144" y="37"/>
                  </a:lnTo>
                  <a:cubicBezTo>
                    <a:pt x="126" y="49"/>
                    <a:pt x="105" y="60"/>
                    <a:pt x="88" y="77"/>
                  </a:cubicBezTo>
                  <a:cubicBezTo>
                    <a:pt x="77" y="88"/>
                    <a:pt x="65" y="100"/>
                    <a:pt x="55" y="112"/>
                  </a:cubicBezTo>
                  <a:cubicBezTo>
                    <a:pt x="46" y="125"/>
                    <a:pt x="39" y="139"/>
                    <a:pt x="31" y="152"/>
                  </a:cubicBezTo>
                  <a:lnTo>
                    <a:pt x="31" y="152"/>
                  </a:lnTo>
                  <a:cubicBezTo>
                    <a:pt x="36" y="144"/>
                    <a:pt x="41" y="135"/>
                    <a:pt x="46" y="126"/>
                  </a:cubicBezTo>
                  <a:lnTo>
                    <a:pt x="46" y="126"/>
                  </a:lnTo>
                  <a:cubicBezTo>
                    <a:pt x="35" y="145"/>
                    <a:pt x="23" y="163"/>
                    <a:pt x="17" y="183"/>
                  </a:cubicBezTo>
                  <a:cubicBezTo>
                    <a:pt x="7" y="216"/>
                    <a:pt x="1" y="251"/>
                    <a:pt x="6" y="285"/>
                  </a:cubicBezTo>
                  <a:cubicBezTo>
                    <a:pt x="9" y="302"/>
                    <a:pt x="15" y="319"/>
                    <a:pt x="20" y="335"/>
                  </a:cubicBezTo>
                  <a:cubicBezTo>
                    <a:pt x="26" y="350"/>
                    <a:pt x="32" y="361"/>
                    <a:pt x="43" y="374"/>
                  </a:cubicBezTo>
                  <a:cubicBezTo>
                    <a:pt x="55" y="391"/>
                    <a:pt x="71" y="402"/>
                    <a:pt x="88" y="411"/>
                  </a:cubicBezTo>
                  <a:cubicBezTo>
                    <a:pt x="94" y="416"/>
                    <a:pt x="100" y="418"/>
                    <a:pt x="109" y="422"/>
                  </a:cubicBezTo>
                  <a:cubicBezTo>
                    <a:pt x="141" y="431"/>
                    <a:pt x="170" y="437"/>
                    <a:pt x="201" y="437"/>
                  </a:cubicBezTo>
                  <a:cubicBezTo>
                    <a:pt x="212" y="437"/>
                    <a:pt x="223" y="436"/>
                    <a:pt x="234" y="435"/>
                  </a:cubicBezTo>
                  <a:cubicBezTo>
                    <a:pt x="263" y="430"/>
                    <a:pt x="292" y="422"/>
                    <a:pt x="319" y="408"/>
                  </a:cubicBezTo>
                  <a:cubicBezTo>
                    <a:pt x="339" y="401"/>
                    <a:pt x="356" y="386"/>
                    <a:pt x="373" y="378"/>
                  </a:cubicBezTo>
                  <a:cubicBezTo>
                    <a:pt x="377" y="374"/>
                    <a:pt x="381" y="373"/>
                    <a:pt x="384" y="370"/>
                  </a:cubicBezTo>
                  <a:cubicBezTo>
                    <a:pt x="394" y="359"/>
                    <a:pt x="405" y="350"/>
                    <a:pt x="415" y="339"/>
                  </a:cubicBezTo>
                  <a:cubicBezTo>
                    <a:pt x="416" y="337"/>
                    <a:pt x="417" y="335"/>
                    <a:pt x="418" y="334"/>
                  </a:cubicBezTo>
                  <a:cubicBezTo>
                    <a:pt x="433" y="308"/>
                    <a:pt x="450" y="281"/>
                    <a:pt x="456" y="253"/>
                  </a:cubicBezTo>
                  <a:cubicBezTo>
                    <a:pt x="462" y="235"/>
                    <a:pt x="467" y="214"/>
                    <a:pt x="471" y="193"/>
                  </a:cubicBezTo>
                  <a:cubicBezTo>
                    <a:pt x="476" y="152"/>
                    <a:pt x="462" y="114"/>
                    <a:pt x="440" y="82"/>
                  </a:cubicBezTo>
                  <a:lnTo>
                    <a:pt x="440" y="82"/>
                  </a:lnTo>
                  <a:cubicBezTo>
                    <a:pt x="434" y="73"/>
                    <a:pt x="428" y="65"/>
                    <a:pt x="422" y="57"/>
                  </a:cubicBezTo>
                  <a:cubicBezTo>
                    <a:pt x="405" y="34"/>
                    <a:pt x="369" y="13"/>
                    <a:pt x="339" y="12"/>
                  </a:cubicBezTo>
                  <a:lnTo>
                    <a:pt x="339" y="12"/>
                  </a:lnTo>
                  <a:cubicBezTo>
                    <a:pt x="323" y="6"/>
                    <a:pt x="306" y="2"/>
                    <a:pt x="287" y="1"/>
                  </a:cubicBezTo>
                  <a:cubicBezTo>
                    <a:pt x="282" y="1"/>
                    <a:pt x="277" y="0"/>
                    <a:pt x="27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264;p40"/>
            <p:cNvSpPr/>
            <p:nvPr/>
          </p:nvSpPr>
          <p:spPr>
            <a:xfrm>
              <a:off x="1964160" y="1657800"/>
              <a:ext cx="214560" cy="5688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56880"/>
                <a:gd name="textAreaBottom" fmla="*/ 57240 h 56880"/>
              </a:gdLst>
              <a:ahLst/>
              <a:cxnLst/>
              <a:rect l="textAreaLeft" t="textAreaTop" r="textAreaRight" b="textAreaBottom"/>
              <a:pathLst>
                <a:path w="1899" h="515">
                  <a:moveTo>
                    <a:pt x="57" y="1"/>
                  </a:moveTo>
                  <a:cubicBezTo>
                    <a:pt x="46" y="1"/>
                    <a:pt x="35" y="1"/>
                    <a:pt x="24" y="2"/>
                  </a:cubicBezTo>
                  <a:cubicBezTo>
                    <a:pt x="3" y="3"/>
                    <a:pt x="0" y="35"/>
                    <a:pt x="20" y="41"/>
                  </a:cubicBezTo>
                  <a:cubicBezTo>
                    <a:pt x="50" y="50"/>
                    <a:pt x="80" y="54"/>
                    <a:pt x="110" y="61"/>
                  </a:cubicBezTo>
                  <a:cubicBezTo>
                    <a:pt x="141" y="66"/>
                    <a:pt x="169" y="74"/>
                    <a:pt x="199" y="79"/>
                  </a:cubicBezTo>
                  <a:cubicBezTo>
                    <a:pt x="214" y="81"/>
                    <a:pt x="230" y="86"/>
                    <a:pt x="244" y="88"/>
                  </a:cubicBezTo>
                  <a:cubicBezTo>
                    <a:pt x="260" y="92"/>
                    <a:pt x="274" y="98"/>
                    <a:pt x="290" y="102"/>
                  </a:cubicBezTo>
                  <a:cubicBezTo>
                    <a:pt x="321" y="109"/>
                    <a:pt x="349" y="114"/>
                    <a:pt x="379" y="121"/>
                  </a:cubicBezTo>
                  <a:cubicBezTo>
                    <a:pt x="500" y="147"/>
                    <a:pt x="621" y="173"/>
                    <a:pt x="740" y="198"/>
                  </a:cubicBezTo>
                  <a:cubicBezTo>
                    <a:pt x="974" y="251"/>
                    <a:pt x="1210" y="318"/>
                    <a:pt x="1443" y="390"/>
                  </a:cubicBezTo>
                  <a:cubicBezTo>
                    <a:pt x="1508" y="411"/>
                    <a:pt x="1573" y="432"/>
                    <a:pt x="1636" y="454"/>
                  </a:cubicBezTo>
                  <a:cubicBezTo>
                    <a:pt x="1669" y="465"/>
                    <a:pt x="1701" y="477"/>
                    <a:pt x="1734" y="488"/>
                  </a:cubicBezTo>
                  <a:cubicBezTo>
                    <a:pt x="1752" y="494"/>
                    <a:pt x="1771" y="502"/>
                    <a:pt x="1789" y="505"/>
                  </a:cubicBezTo>
                  <a:cubicBezTo>
                    <a:pt x="1807" y="509"/>
                    <a:pt x="1824" y="511"/>
                    <a:pt x="1841" y="514"/>
                  </a:cubicBezTo>
                  <a:cubicBezTo>
                    <a:pt x="1842" y="514"/>
                    <a:pt x="1844" y="514"/>
                    <a:pt x="1845" y="514"/>
                  </a:cubicBezTo>
                  <a:cubicBezTo>
                    <a:pt x="1882" y="514"/>
                    <a:pt x="1899" y="467"/>
                    <a:pt x="1870" y="447"/>
                  </a:cubicBezTo>
                  <a:cubicBezTo>
                    <a:pt x="1843" y="427"/>
                    <a:pt x="1816" y="411"/>
                    <a:pt x="1785" y="399"/>
                  </a:cubicBezTo>
                  <a:cubicBezTo>
                    <a:pt x="1756" y="388"/>
                    <a:pt x="1728" y="376"/>
                    <a:pt x="1697" y="365"/>
                  </a:cubicBezTo>
                  <a:cubicBezTo>
                    <a:pt x="1640" y="343"/>
                    <a:pt x="1581" y="322"/>
                    <a:pt x="1524" y="301"/>
                  </a:cubicBezTo>
                  <a:cubicBezTo>
                    <a:pt x="1409" y="260"/>
                    <a:pt x="1290" y="224"/>
                    <a:pt x="1173" y="191"/>
                  </a:cubicBezTo>
                  <a:cubicBezTo>
                    <a:pt x="931" y="124"/>
                    <a:pt x="686" y="68"/>
                    <a:pt x="438" y="31"/>
                  </a:cubicBezTo>
                  <a:cubicBezTo>
                    <a:pt x="404" y="25"/>
                    <a:pt x="370" y="21"/>
                    <a:pt x="335" y="19"/>
                  </a:cubicBezTo>
                  <a:cubicBezTo>
                    <a:pt x="301" y="14"/>
                    <a:pt x="267" y="16"/>
                    <a:pt x="233" y="13"/>
                  </a:cubicBezTo>
                  <a:lnTo>
                    <a:pt x="130" y="5"/>
                  </a:lnTo>
                  <a:cubicBezTo>
                    <a:pt x="105" y="3"/>
                    <a:pt x="81" y="1"/>
                    <a:pt x="5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265;p40"/>
            <p:cNvSpPr/>
            <p:nvPr/>
          </p:nvSpPr>
          <p:spPr>
            <a:xfrm>
              <a:off x="1928520" y="1614600"/>
              <a:ext cx="49320" cy="51480"/>
            </a:xfrm>
            <a:custGeom>
              <a:avLst/>
              <a:gdLst>
                <a:gd name="textAreaLeft" fmla="*/ 0 w 49320"/>
                <a:gd name="textAreaRight" fmla="*/ 49680 w 49320"/>
                <a:gd name="textAreaTop" fmla="*/ 0 h 51480"/>
                <a:gd name="textAreaBottom" fmla="*/ 51840 h 51480"/>
              </a:gdLst>
              <a:ahLst/>
              <a:cxnLst/>
              <a:rect l="textAreaLeft" t="textAreaTop" r="textAreaRight" b="textAreaBottom"/>
              <a:pathLst>
                <a:path w="438" h="468">
                  <a:moveTo>
                    <a:pt x="294" y="26"/>
                  </a:moveTo>
                  <a:cubicBezTo>
                    <a:pt x="302" y="30"/>
                    <a:pt x="309" y="34"/>
                    <a:pt x="316" y="39"/>
                  </a:cubicBezTo>
                  <a:cubicBezTo>
                    <a:pt x="308" y="34"/>
                    <a:pt x="301" y="30"/>
                    <a:pt x="294" y="26"/>
                  </a:cubicBezTo>
                  <a:close/>
                  <a:moveTo>
                    <a:pt x="196" y="179"/>
                  </a:moveTo>
                  <a:lnTo>
                    <a:pt x="196" y="179"/>
                  </a:lnTo>
                  <a:cubicBezTo>
                    <a:pt x="196" y="179"/>
                    <a:pt x="196" y="179"/>
                    <a:pt x="196" y="179"/>
                  </a:cubicBezTo>
                  <a:lnTo>
                    <a:pt x="196" y="179"/>
                  </a:lnTo>
                  <a:cubicBezTo>
                    <a:pt x="196" y="181"/>
                    <a:pt x="195" y="182"/>
                    <a:pt x="195" y="183"/>
                  </a:cubicBezTo>
                  <a:lnTo>
                    <a:pt x="195" y="183"/>
                  </a:lnTo>
                  <a:cubicBezTo>
                    <a:pt x="195" y="182"/>
                    <a:pt x="196" y="181"/>
                    <a:pt x="196" y="179"/>
                  </a:cubicBezTo>
                  <a:close/>
                  <a:moveTo>
                    <a:pt x="306" y="452"/>
                  </a:moveTo>
                  <a:cubicBezTo>
                    <a:pt x="296" y="455"/>
                    <a:pt x="286" y="458"/>
                    <a:pt x="278" y="460"/>
                  </a:cubicBezTo>
                  <a:lnTo>
                    <a:pt x="278" y="460"/>
                  </a:lnTo>
                  <a:cubicBezTo>
                    <a:pt x="288" y="458"/>
                    <a:pt x="297" y="455"/>
                    <a:pt x="306" y="452"/>
                  </a:cubicBezTo>
                  <a:close/>
                  <a:moveTo>
                    <a:pt x="199" y="0"/>
                  </a:moveTo>
                  <a:cubicBezTo>
                    <a:pt x="158" y="0"/>
                    <a:pt x="116" y="14"/>
                    <a:pt x="84" y="42"/>
                  </a:cubicBezTo>
                  <a:cubicBezTo>
                    <a:pt x="56" y="67"/>
                    <a:pt x="30" y="97"/>
                    <a:pt x="18" y="134"/>
                  </a:cubicBezTo>
                  <a:cubicBezTo>
                    <a:pt x="5" y="172"/>
                    <a:pt x="1" y="212"/>
                    <a:pt x="9" y="251"/>
                  </a:cubicBezTo>
                  <a:cubicBezTo>
                    <a:pt x="12" y="269"/>
                    <a:pt x="16" y="283"/>
                    <a:pt x="21" y="295"/>
                  </a:cubicBezTo>
                  <a:lnTo>
                    <a:pt x="21" y="295"/>
                  </a:lnTo>
                  <a:cubicBezTo>
                    <a:pt x="26" y="316"/>
                    <a:pt x="35" y="335"/>
                    <a:pt x="46" y="354"/>
                  </a:cubicBezTo>
                  <a:lnTo>
                    <a:pt x="46" y="354"/>
                  </a:lnTo>
                  <a:cubicBezTo>
                    <a:pt x="48" y="359"/>
                    <a:pt x="50" y="363"/>
                    <a:pt x="52" y="368"/>
                  </a:cubicBezTo>
                  <a:cubicBezTo>
                    <a:pt x="67" y="392"/>
                    <a:pt x="80" y="412"/>
                    <a:pt x="103" y="429"/>
                  </a:cubicBezTo>
                  <a:cubicBezTo>
                    <a:pt x="116" y="438"/>
                    <a:pt x="133" y="446"/>
                    <a:pt x="147" y="452"/>
                  </a:cubicBezTo>
                  <a:cubicBezTo>
                    <a:pt x="157" y="456"/>
                    <a:pt x="168" y="457"/>
                    <a:pt x="178" y="459"/>
                  </a:cubicBezTo>
                  <a:cubicBezTo>
                    <a:pt x="189" y="463"/>
                    <a:pt x="198" y="465"/>
                    <a:pt x="207" y="467"/>
                  </a:cubicBezTo>
                  <a:cubicBezTo>
                    <a:pt x="213" y="467"/>
                    <a:pt x="219" y="468"/>
                    <a:pt x="224" y="468"/>
                  </a:cubicBezTo>
                  <a:cubicBezTo>
                    <a:pt x="246" y="468"/>
                    <a:pt x="260" y="465"/>
                    <a:pt x="278" y="460"/>
                  </a:cubicBezTo>
                  <a:lnTo>
                    <a:pt x="278" y="460"/>
                  </a:lnTo>
                  <a:cubicBezTo>
                    <a:pt x="275" y="461"/>
                    <a:pt x="271" y="462"/>
                    <a:pt x="268" y="463"/>
                  </a:cubicBezTo>
                  <a:cubicBezTo>
                    <a:pt x="283" y="458"/>
                    <a:pt x="301" y="454"/>
                    <a:pt x="316" y="447"/>
                  </a:cubicBezTo>
                  <a:cubicBezTo>
                    <a:pt x="331" y="441"/>
                    <a:pt x="345" y="431"/>
                    <a:pt x="359" y="421"/>
                  </a:cubicBezTo>
                  <a:cubicBezTo>
                    <a:pt x="372" y="412"/>
                    <a:pt x="383" y="398"/>
                    <a:pt x="394" y="386"/>
                  </a:cubicBezTo>
                  <a:cubicBezTo>
                    <a:pt x="397" y="383"/>
                    <a:pt x="399" y="380"/>
                    <a:pt x="402" y="376"/>
                  </a:cubicBezTo>
                  <a:cubicBezTo>
                    <a:pt x="421" y="346"/>
                    <a:pt x="435" y="315"/>
                    <a:pt x="438" y="278"/>
                  </a:cubicBezTo>
                  <a:lnTo>
                    <a:pt x="438" y="266"/>
                  </a:lnTo>
                  <a:cubicBezTo>
                    <a:pt x="438" y="249"/>
                    <a:pt x="438" y="229"/>
                    <a:pt x="436" y="211"/>
                  </a:cubicBezTo>
                  <a:cubicBezTo>
                    <a:pt x="436" y="207"/>
                    <a:pt x="435" y="204"/>
                    <a:pt x="432" y="199"/>
                  </a:cubicBezTo>
                  <a:cubicBezTo>
                    <a:pt x="429" y="183"/>
                    <a:pt x="424" y="165"/>
                    <a:pt x="416" y="149"/>
                  </a:cubicBezTo>
                  <a:cubicBezTo>
                    <a:pt x="415" y="144"/>
                    <a:pt x="413" y="141"/>
                    <a:pt x="410" y="138"/>
                  </a:cubicBezTo>
                  <a:cubicBezTo>
                    <a:pt x="403" y="122"/>
                    <a:pt x="393" y="107"/>
                    <a:pt x="383" y="94"/>
                  </a:cubicBezTo>
                  <a:cubicBezTo>
                    <a:pt x="356" y="56"/>
                    <a:pt x="319" y="34"/>
                    <a:pt x="278" y="17"/>
                  </a:cubicBezTo>
                  <a:lnTo>
                    <a:pt x="278" y="17"/>
                  </a:lnTo>
                  <a:cubicBezTo>
                    <a:pt x="278" y="17"/>
                    <a:pt x="279" y="18"/>
                    <a:pt x="280" y="18"/>
                  </a:cubicBezTo>
                  <a:lnTo>
                    <a:pt x="280" y="18"/>
                  </a:lnTo>
                  <a:cubicBezTo>
                    <a:pt x="262" y="10"/>
                    <a:pt x="244" y="4"/>
                    <a:pt x="220" y="2"/>
                  </a:cubicBezTo>
                  <a:cubicBezTo>
                    <a:pt x="213" y="1"/>
                    <a:pt x="206" y="0"/>
                    <a:pt x="19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266;p40"/>
            <p:cNvSpPr/>
            <p:nvPr/>
          </p:nvSpPr>
          <p:spPr>
            <a:xfrm>
              <a:off x="2150280" y="1828080"/>
              <a:ext cx="50040" cy="9468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446" h="857">
                  <a:moveTo>
                    <a:pt x="341" y="1"/>
                  </a:moveTo>
                  <a:cubicBezTo>
                    <a:pt x="310" y="1"/>
                    <a:pt x="280" y="16"/>
                    <a:pt x="258" y="43"/>
                  </a:cubicBezTo>
                  <a:cubicBezTo>
                    <a:pt x="226" y="80"/>
                    <a:pt x="201" y="120"/>
                    <a:pt x="175" y="161"/>
                  </a:cubicBezTo>
                  <a:lnTo>
                    <a:pt x="175" y="161"/>
                  </a:lnTo>
                  <a:cubicBezTo>
                    <a:pt x="150" y="186"/>
                    <a:pt x="137" y="221"/>
                    <a:pt x="123" y="253"/>
                  </a:cubicBezTo>
                  <a:cubicBezTo>
                    <a:pt x="114" y="275"/>
                    <a:pt x="105" y="298"/>
                    <a:pt x="95" y="320"/>
                  </a:cubicBezTo>
                  <a:cubicBezTo>
                    <a:pt x="88" y="342"/>
                    <a:pt x="79" y="364"/>
                    <a:pt x="72" y="386"/>
                  </a:cubicBezTo>
                  <a:cubicBezTo>
                    <a:pt x="61" y="418"/>
                    <a:pt x="55" y="449"/>
                    <a:pt x="46" y="482"/>
                  </a:cubicBezTo>
                  <a:cubicBezTo>
                    <a:pt x="35" y="527"/>
                    <a:pt x="29" y="574"/>
                    <a:pt x="22" y="620"/>
                  </a:cubicBezTo>
                  <a:cubicBezTo>
                    <a:pt x="17" y="642"/>
                    <a:pt x="13" y="665"/>
                    <a:pt x="10" y="687"/>
                  </a:cubicBezTo>
                  <a:cubicBezTo>
                    <a:pt x="5" y="715"/>
                    <a:pt x="0" y="746"/>
                    <a:pt x="10" y="771"/>
                  </a:cubicBezTo>
                  <a:lnTo>
                    <a:pt x="10" y="771"/>
                  </a:lnTo>
                  <a:cubicBezTo>
                    <a:pt x="11" y="784"/>
                    <a:pt x="13" y="797"/>
                    <a:pt x="21" y="810"/>
                  </a:cubicBezTo>
                  <a:cubicBezTo>
                    <a:pt x="24" y="815"/>
                    <a:pt x="27" y="820"/>
                    <a:pt x="31" y="824"/>
                  </a:cubicBezTo>
                  <a:lnTo>
                    <a:pt x="31" y="824"/>
                  </a:lnTo>
                  <a:cubicBezTo>
                    <a:pt x="32" y="828"/>
                    <a:pt x="32" y="833"/>
                    <a:pt x="33" y="837"/>
                  </a:cubicBezTo>
                  <a:cubicBezTo>
                    <a:pt x="33" y="849"/>
                    <a:pt x="46" y="857"/>
                    <a:pt x="60" y="857"/>
                  </a:cubicBezTo>
                  <a:cubicBezTo>
                    <a:pt x="69" y="857"/>
                    <a:pt x="77" y="853"/>
                    <a:pt x="82" y="846"/>
                  </a:cubicBezTo>
                  <a:cubicBezTo>
                    <a:pt x="84" y="844"/>
                    <a:pt x="85" y="841"/>
                    <a:pt x="87" y="838"/>
                  </a:cubicBezTo>
                  <a:lnTo>
                    <a:pt x="87" y="838"/>
                  </a:lnTo>
                  <a:cubicBezTo>
                    <a:pt x="94" y="836"/>
                    <a:pt x="102" y="834"/>
                    <a:pt x="108" y="829"/>
                  </a:cubicBezTo>
                  <a:cubicBezTo>
                    <a:pt x="116" y="824"/>
                    <a:pt x="122" y="817"/>
                    <a:pt x="128" y="810"/>
                  </a:cubicBezTo>
                  <a:lnTo>
                    <a:pt x="128" y="810"/>
                  </a:lnTo>
                  <a:cubicBezTo>
                    <a:pt x="160" y="790"/>
                    <a:pt x="174" y="742"/>
                    <a:pt x="189" y="709"/>
                  </a:cubicBezTo>
                  <a:cubicBezTo>
                    <a:pt x="201" y="682"/>
                    <a:pt x="213" y="656"/>
                    <a:pt x="225" y="631"/>
                  </a:cubicBezTo>
                  <a:lnTo>
                    <a:pt x="225" y="631"/>
                  </a:lnTo>
                  <a:cubicBezTo>
                    <a:pt x="257" y="573"/>
                    <a:pt x="288" y="515"/>
                    <a:pt x="315" y="455"/>
                  </a:cubicBezTo>
                  <a:cubicBezTo>
                    <a:pt x="329" y="425"/>
                    <a:pt x="342" y="397"/>
                    <a:pt x="356" y="368"/>
                  </a:cubicBezTo>
                  <a:cubicBezTo>
                    <a:pt x="362" y="354"/>
                    <a:pt x="368" y="341"/>
                    <a:pt x="373" y="327"/>
                  </a:cubicBezTo>
                  <a:cubicBezTo>
                    <a:pt x="378" y="319"/>
                    <a:pt x="380" y="312"/>
                    <a:pt x="384" y="303"/>
                  </a:cubicBezTo>
                  <a:cubicBezTo>
                    <a:pt x="389" y="291"/>
                    <a:pt x="391" y="280"/>
                    <a:pt x="393" y="269"/>
                  </a:cubicBezTo>
                  <a:lnTo>
                    <a:pt x="393" y="269"/>
                  </a:lnTo>
                  <a:cubicBezTo>
                    <a:pt x="407" y="227"/>
                    <a:pt x="423" y="185"/>
                    <a:pt x="434" y="142"/>
                  </a:cubicBezTo>
                  <a:lnTo>
                    <a:pt x="434" y="142"/>
                  </a:lnTo>
                  <a:cubicBezTo>
                    <a:pt x="433" y="150"/>
                    <a:pt x="430" y="157"/>
                    <a:pt x="429" y="165"/>
                  </a:cubicBezTo>
                  <a:cubicBezTo>
                    <a:pt x="432" y="155"/>
                    <a:pt x="434" y="145"/>
                    <a:pt x="436" y="137"/>
                  </a:cubicBezTo>
                  <a:lnTo>
                    <a:pt x="436" y="137"/>
                  </a:lnTo>
                  <a:cubicBezTo>
                    <a:pt x="435" y="138"/>
                    <a:pt x="435" y="140"/>
                    <a:pt x="434" y="142"/>
                  </a:cubicBezTo>
                  <a:lnTo>
                    <a:pt x="434" y="142"/>
                  </a:lnTo>
                  <a:cubicBezTo>
                    <a:pt x="434" y="141"/>
                    <a:pt x="435" y="141"/>
                    <a:pt x="435" y="140"/>
                  </a:cubicBezTo>
                  <a:cubicBezTo>
                    <a:pt x="441" y="115"/>
                    <a:pt x="446" y="87"/>
                    <a:pt x="434" y="61"/>
                  </a:cubicBezTo>
                  <a:cubicBezTo>
                    <a:pt x="424" y="40"/>
                    <a:pt x="408" y="25"/>
                    <a:pt x="390" y="14"/>
                  </a:cubicBezTo>
                  <a:cubicBezTo>
                    <a:pt x="374" y="5"/>
                    <a:pt x="357" y="1"/>
                    <a:pt x="341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520" bIns="47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267;p40"/>
            <p:cNvSpPr/>
            <p:nvPr/>
          </p:nvSpPr>
          <p:spPr>
            <a:xfrm>
              <a:off x="2118600" y="1830960"/>
              <a:ext cx="77400" cy="51840"/>
            </a:xfrm>
            <a:custGeom>
              <a:avLst/>
              <a:gdLst>
                <a:gd name="textAreaLeft" fmla="*/ 0 w 77400"/>
                <a:gd name="textAreaRight" fmla="*/ 77760 w 77400"/>
                <a:gd name="textAreaTop" fmla="*/ 0 h 51840"/>
                <a:gd name="textAreaBottom" fmla="*/ 52200 h 51840"/>
              </a:gdLst>
              <a:ahLst/>
              <a:cxnLst/>
              <a:rect l="textAreaLeft" t="textAreaTop" r="textAreaRight" b="textAreaBottom"/>
              <a:pathLst>
                <a:path w="688" h="469">
                  <a:moveTo>
                    <a:pt x="624" y="1"/>
                  </a:moveTo>
                  <a:cubicBezTo>
                    <a:pt x="595" y="1"/>
                    <a:pt x="568" y="15"/>
                    <a:pt x="541" y="25"/>
                  </a:cubicBezTo>
                  <a:cubicBezTo>
                    <a:pt x="529" y="30"/>
                    <a:pt x="517" y="34"/>
                    <a:pt x="505" y="39"/>
                  </a:cubicBezTo>
                  <a:lnTo>
                    <a:pt x="497" y="39"/>
                  </a:lnTo>
                  <a:cubicBezTo>
                    <a:pt x="484" y="40"/>
                    <a:pt x="473" y="45"/>
                    <a:pt x="462" y="50"/>
                  </a:cubicBezTo>
                  <a:cubicBezTo>
                    <a:pt x="405" y="78"/>
                    <a:pt x="347" y="107"/>
                    <a:pt x="295" y="144"/>
                  </a:cubicBezTo>
                  <a:cubicBezTo>
                    <a:pt x="272" y="160"/>
                    <a:pt x="248" y="177"/>
                    <a:pt x="225" y="191"/>
                  </a:cubicBezTo>
                  <a:cubicBezTo>
                    <a:pt x="202" y="208"/>
                    <a:pt x="181" y="227"/>
                    <a:pt x="159" y="245"/>
                  </a:cubicBezTo>
                  <a:cubicBezTo>
                    <a:pt x="148" y="254"/>
                    <a:pt x="136" y="264"/>
                    <a:pt x="125" y="272"/>
                  </a:cubicBezTo>
                  <a:cubicBezTo>
                    <a:pt x="119" y="276"/>
                    <a:pt x="114" y="281"/>
                    <a:pt x="110" y="286"/>
                  </a:cubicBezTo>
                  <a:lnTo>
                    <a:pt x="93" y="303"/>
                  </a:lnTo>
                  <a:cubicBezTo>
                    <a:pt x="92" y="304"/>
                    <a:pt x="92" y="305"/>
                    <a:pt x="92" y="305"/>
                  </a:cubicBezTo>
                  <a:cubicBezTo>
                    <a:pt x="91" y="305"/>
                    <a:pt x="92" y="303"/>
                    <a:pt x="94" y="301"/>
                  </a:cubicBezTo>
                  <a:lnTo>
                    <a:pt x="94" y="301"/>
                  </a:lnTo>
                  <a:cubicBezTo>
                    <a:pt x="72" y="320"/>
                    <a:pt x="50" y="341"/>
                    <a:pt x="28" y="360"/>
                  </a:cubicBezTo>
                  <a:cubicBezTo>
                    <a:pt x="6" y="380"/>
                    <a:pt x="1" y="410"/>
                    <a:pt x="16" y="436"/>
                  </a:cubicBezTo>
                  <a:cubicBezTo>
                    <a:pt x="27" y="458"/>
                    <a:pt x="46" y="468"/>
                    <a:pt x="66" y="468"/>
                  </a:cubicBezTo>
                  <a:cubicBezTo>
                    <a:pt x="74" y="468"/>
                    <a:pt x="81" y="467"/>
                    <a:pt x="89" y="463"/>
                  </a:cubicBezTo>
                  <a:cubicBezTo>
                    <a:pt x="116" y="452"/>
                    <a:pt x="143" y="441"/>
                    <a:pt x="170" y="429"/>
                  </a:cubicBezTo>
                  <a:cubicBezTo>
                    <a:pt x="169" y="429"/>
                    <a:pt x="166" y="430"/>
                    <a:pt x="164" y="430"/>
                  </a:cubicBezTo>
                  <a:cubicBezTo>
                    <a:pt x="173" y="428"/>
                    <a:pt x="181" y="425"/>
                    <a:pt x="191" y="422"/>
                  </a:cubicBezTo>
                  <a:cubicBezTo>
                    <a:pt x="197" y="419"/>
                    <a:pt x="203" y="417"/>
                    <a:pt x="209" y="414"/>
                  </a:cubicBezTo>
                  <a:cubicBezTo>
                    <a:pt x="223" y="408"/>
                    <a:pt x="235" y="403"/>
                    <a:pt x="247" y="396"/>
                  </a:cubicBezTo>
                  <a:cubicBezTo>
                    <a:pt x="273" y="384"/>
                    <a:pt x="301" y="373"/>
                    <a:pt x="327" y="358"/>
                  </a:cubicBezTo>
                  <a:cubicBezTo>
                    <a:pt x="351" y="343"/>
                    <a:pt x="376" y="330"/>
                    <a:pt x="401" y="315"/>
                  </a:cubicBezTo>
                  <a:cubicBezTo>
                    <a:pt x="431" y="297"/>
                    <a:pt x="461" y="280"/>
                    <a:pt x="488" y="259"/>
                  </a:cubicBezTo>
                  <a:cubicBezTo>
                    <a:pt x="510" y="241"/>
                    <a:pt x="533" y="225"/>
                    <a:pt x="555" y="206"/>
                  </a:cubicBezTo>
                  <a:cubicBezTo>
                    <a:pt x="565" y="200"/>
                    <a:pt x="574" y="192"/>
                    <a:pt x="582" y="181"/>
                  </a:cubicBezTo>
                  <a:cubicBezTo>
                    <a:pt x="585" y="177"/>
                    <a:pt x="587" y="173"/>
                    <a:pt x="589" y="169"/>
                  </a:cubicBezTo>
                  <a:lnTo>
                    <a:pt x="589" y="169"/>
                  </a:lnTo>
                  <a:cubicBezTo>
                    <a:pt x="598" y="162"/>
                    <a:pt x="606" y="153"/>
                    <a:pt x="615" y="145"/>
                  </a:cubicBezTo>
                  <a:cubicBezTo>
                    <a:pt x="640" y="122"/>
                    <a:pt x="669" y="101"/>
                    <a:pt x="678" y="67"/>
                  </a:cubicBezTo>
                  <a:cubicBezTo>
                    <a:pt x="687" y="36"/>
                    <a:pt x="671" y="6"/>
                    <a:pt x="638" y="2"/>
                  </a:cubicBezTo>
                  <a:cubicBezTo>
                    <a:pt x="633" y="1"/>
                    <a:pt x="629" y="1"/>
                    <a:pt x="624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1268;p40"/>
            <p:cNvSpPr/>
            <p:nvPr/>
          </p:nvSpPr>
          <p:spPr>
            <a:xfrm>
              <a:off x="2192760" y="1822680"/>
              <a:ext cx="34200" cy="9540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95400"/>
                <a:gd name="textAreaBottom" fmla="*/ 95760 h 95400"/>
              </a:gdLst>
              <a:ahLst/>
              <a:cxnLst/>
              <a:rect l="textAreaLeft" t="textAreaTop" r="textAreaRight" b="textAreaBottom"/>
              <a:pathLst>
                <a:path w="304" h="863">
                  <a:moveTo>
                    <a:pt x="93" y="0"/>
                  </a:moveTo>
                  <a:cubicBezTo>
                    <a:pt x="72" y="0"/>
                    <a:pt x="54" y="11"/>
                    <a:pt x="44" y="33"/>
                  </a:cubicBezTo>
                  <a:cubicBezTo>
                    <a:pt x="43" y="35"/>
                    <a:pt x="43" y="36"/>
                    <a:pt x="42" y="38"/>
                  </a:cubicBezTo>
                  <a:lnTo>
                    <a:pt x="42" y="38"/>
                  </a:lnTo>
                  <a:cubicBezTo>
                    <a:pt x="15" y="65"/>
                    <a:pt x="12" y="104"/>
                    <a:pt x="11" y="142"/>
                  </a:cubicBezTo>
                  <a:lnTo>
                    <a:pt x="11" y="142"/>
                  </a:lnTo>
                  <a:cubicBezTo>
                    <a:pt x="7" y="152"/>
                    <a:pt x="4" y="162"/>
                    <a:pt x="3" y="175"/>
                  </a:cubicBezTo>
                  <a:cubicBezTo>
                    <a:pt x="1" y="193"/>
                    <a:pt x="4" y="214"/>
                    <a:pt x="7" y="235"/>
                  </a:cubicBezTo>
                  <a:cubicBezTo>
                    <a:pt x="10" y="256"/>
                    <a:pt x="12" y="275"/>
                    <a:pt x="14" y="295"/>
                  </a:cubicBezTo>
                  <a:cubicBezTo>
                    <a:pt x="19" y="336"/>
                    <a:pt x="27" y="378"/>
                    <a:pt x="30" y="418"/>
                  </a:cubicBezTo>
                  <a:cubicBezTo>
                    <a:pt x="38" y="492"/>
                    <a:pt x="48" y="564"/>
                    <a:pt x="53" y="637"/>
                  </a:cubicBezTo>
                  <a:lnTo>
                    <a:pt x="53" y="637"/>
                  </a:lnTo>
                  <a:cubicBezTo>
                    <a:pt x="53" y="636"/>
                    <a:pt x="52" y="634"/>
                    <a:pt x="52" y="633"/>
                  </a:cubicBezTo>
                  <a:lnTo>
                    <a:pt x="52" y="633"/>
                  </a:lnTo>
                  <a:cubicBezTo>
                    <a:pt x="54" y="658"/>
                    <a:pt x="52" y="684"/>
                    <a:pt x="57" y="708"/>
                  </a:cubicBezTo>
                  <a:cubicBezTo>
                    <a:pt x="60" y="725"/>
                    <a:pt x="61" y="741"/>
                    <a:pt x="63" y="757"/>
                  </a:cubicBezTo>
                  <a:cubicBezTo>
                    <a:pt x="66" y="776"/>
                    <a:pt x="76" y="795"/>
                    <a:pt x="90" y="809"/>
                  </a:cubicBezTo>
                  <a:lnTo>
                    <a:pt x="90" y="809"/>
                  </a:lnTo>
                  <a:cubicBezTo>
                    <a:pt x="95" y="835"/>
                    <a:pt x="118" y="861"/>
                    <a:pt x="146" y="862"/>
                  </a:cubicBezTo>
                  <a:cubicBezTo>
                    <a:pt x="176" y="858"/>
                    <a:pt x="197" y="846"/>
                    <a:pt x="211" y="823"/>
                  </a:cubicBezTo>
                  <a:lnTo>
                    <a:pt x="211" y="823"/>
                  </a:lnTo>
                  <a:cubicBezTo>
                    <a:pt x="231" y="812"/>
                    <a:pt x="247" y="793"/>
                    <a:pt x="254" y="773"/>
                  </a:cubicBezTo>
                  <a:cubicBezTo>
                    <a:pt x="265" y="742"/>
                    <a:pt x="277" y="711"/>
                    <a:pt x="283" y="680"/>
                  </a:cubicBezTo>
                  <a:cubicBezTo>
                    <a:pt x="287" y="655"/>
                    <a:pt x="292" y="628"/>
                    <a:pt x="294" y="604"/>
                  </a:cubicBezTo>
                  <a:cubicBezTo>
                    <a:pt x="299" y="555"/>
                    <a:pt x="304" y="505"/>
                    <a:pt x="304" y="456"/>
                  </a:cubicBezTo>
                  <a:cubicBezTo>
                    <a:pt x="304" y="395"/>
                    <a:pt x="297" y="336"/>
                    <a:pt x="288" y="278"/>
                  </a:cubicBezTo>
                  <a:cubicBezTo>
                    <a:pt x="285" y="252"/>
                    <a:pt x="279" y="228"/>
                    <a:pt x="272" y="203"/>
                  </a:cubicBezTo>
                  <a:cubicBezTo>
                    <a:pt x="269" y="188"/>
                    <a:pt x="263" y="171"/>
                    <a:pt x="259" y="157"/>
                  </a:cubicBezTo>
                  <a:cubicBezTo>
                    <a:pt x="251" y="132"/>
                    <a:pt x="238" y="108"/>
                    <a:pt x="219" y="91"/>
                  </a:cubicBezTo>
                  <a:lnTo>
                    <a:pt x="219" y="91"/>
                  </a:lnTo>
                  <a:cubicBezTo>
                    <a:pt x="197" y="54"/>
                    <a:pt x="171" y="17"/>
                    <a:pt x="129" y="11"/>
                  </a:cubicBezTo>
                  <a:lnTo>
                    <a:pt x="129" y="11"/>
                  </a:lnTo>
                  <a:cubicBezTo>
                    <a:pt x="128" y="10"/>
                    <a:pt x="128" y="10"/>
                    <a:pt x="127" y="10"/>
                  </a:cubicBezTo>
                  <a:cubicBezTo>
                    <a:pt x="116" y="4"/>
                    <a:pt x="104" y="0"/>
                    <a:pt x="9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7880" bIns="47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1269;p40"/>
            <p:cNvSpPr/>
            <p:nvPr/>
          </p:nvSpPr>
          <p:spPr>
            <a:xfrm>
              <a:off x="2186640" y="1821240"/>
              <a:ext cx="89280" cy="6120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792" h="554">
                  <a:moveTo>
                    <a:pt x="121" y="177"/>
                  </a:moveTo>
                  <a:cubicBezTo>
                    <a:pt x="122" y="177"/>
                    <a:pt x="122" y="178"/>
                    <a:pt x="123" y="178"/>
                  </a:cubicBezTo>
                  <a:lnTo>
                    <a:pt x="123" y="178"/>
                  </a:lnTo>
                  <a:cubicBezTo>
                    <a:pt x="122" y="178"/>
                    <a:pt x="122" y="177"/>
                    <a:pt x="121" y="177"/>
                  </a:cubicBezTo>
                  <a:close/>
                  <a:moveTo>
                    <a:pt x="147" y="200"/>
                  </a:moveTo>
                  <a:cubicBezTo>
                    <a:pt x="150" y="201"/>
                    <a:pt x="153" y="203"/>
                    <a:pt x="155" y="204"/>
                  </a:cubicBezTo>
                  <a:cubicBezTo>
                    <a:pt x="153" y="203"/>
                    <a:pt x="150" y="201"/>
                    <a:pt x="147" y="200"/>
                  </a:cubicBezTo>
                  <a:close/>
                  <a:moveTo>
                    <a:pt x="267" y="258"/>
                  </a:moveTo>
                  <a:cubicBezTo>
                    <a:pt x="270" y="259"/>
                    <a:pt x="273" y="261"/>
                    <a:pt x="275" y="262"/>
                  </a:cubicBezTo>
                  <a:lnTo>
                    <a:pt x="275" y="262"/>
                  </a:lnTo>
                  <a:cubicBezTo>
                    <a:pt x="273" y="261"/>
                    <a:pt x="270" y="260"/>
                    <a:pt x="267" y="258"/>
                  </a:cubicBezTo>
                  <a:close/>
                  <a:moveTo>
                    <a:pt x="627" y="519"/>
                  </a:moveTo>
                  <a:cubicBezTo>
                    <a:pt x="629" y="520"/>
                    <a:pt x="630" y="521"/>
                    <a:pt x="632" y="523"/>
                  </a:cubicBezTo>
                  <a:cubicBezTo>
                    <a:pt x="630" y="521"/>
                    <a:pt x="629" y="520"/>
                    <a:pt x="627" y="519"/>
                  </a:cubicBezTo>
                  <a:close/>
                  <a:moveTo>
                    <a:pt x="150" y="0"/>
                  </a:moveTo>
                  <a:cubicBezTo>
                    <a:pt x="143" y="0"/>
                    <a:pt x="136" y="0"/>
                    <a:pt x="129" y="1"/>
                  </a:cubicBezTo>
                  <a:cubicBezTo>
                    <a:pt x="121" y="2"/>
                    <a:pt x="114" y="4"/>
                    <a:pt x="107" y="8"/>
                  </a:cubicBezTo>
                  <a:lnTo>
                    <a:pt x="107" y="8"/>
                  </a:lnTo>
                  <a:cubicBezTo>
                    <a:pt x="107" y="8"/>
                    <a:pt x="107" y="8"/>
                    <a:pt x="106" y="8"/>
                  </a:cubicBezTo>
                  <a:lnTo>
                    <a:pt x="96" y="8"/>
                  </a:lnTo>
                  <a:cubicBezTo>
                    <a:pt x="88" y="10"/>
                    <a:pt x="81" y="11"/>
                    <a:pt x="73" y="13"/>
                  </a:cubicBezTo>
                  <a:cubicBezTo>
                    <a:pt x="57" y="19"/>
                    <a:pt x="41" y="22"/>
                    <a:pt x="28" y="33"/>
                  </a:cubicBezTo>
                  <a:cubicBezTo>
                    <a:pt x="12" y="46"/>
                    <a:pt x="1" y="77"/>
                    <a:pt x="13" y="98"/>
                  </a:cubicBezTo>
                  <a:cubicBezTo>
                    <a:pt x="23" y="114"/>
                    <a:pt x="35" y="123"/>
                    <a:pt x="48" y="135"/>
                  </a:cubicBezTo>
                  <a:cubicBezTo>
                    <a:pt x="56" y="141"/>
                    <a:pt x="61" y="145"/>
                    <a:pt x="69" y="149"/>
                  </a:cubicBezTo>
                  <a:cubicBezTo>
                    <a:pt x="71" y="151"/>
                    <a:pt x="73" y="152"/>
                    <a:pt x="76" y="154"/>
                  </a:cubicBezTo>
                  <a:lnTo>
                    <a:pt x="76" y="154"/>
                  </a:lnTo>
                  <a:cubicBezTo>
                    <a:pt x="88" y="169"/>
                    <a:pt x="106" y="177"/>
                    <a:pt x="123" y="187"/>
                  </a:cubicBezTo>
                  <a:cubicBezTo>
                    <a:pt x="128" y="189"/>
                    <a:pt x="134" y="192"/>
                    <a:pt x="140" y="195"/>
                  </a:cubicBezTo>
                  <a:lnTo>
                    <a:pt x="140" y="195"/>
                  </a:lnTo>
                  <a:cubicBezTo>
                    <a:pt x="154" y="208"/>
                    <a:pt x="170" y="217"/>
                    <a:pt x="188" y="223"/>
                  </a:cubicBezTo>
                  <a:cubicBezTo>
                    <a:pt x="201" y="228"/>
                    <a:pt x="213" y="233"/>
                    <a:pt x="226" y="238"/>
                  </a:cubicBezTo>
                  <a:cubicBezTo>
                    <a:pt x="246" y="248"/>
                    <a:pt x="267" y="258"/>
                    <a:pt x="287" y="268"/>
                  </a:cubicBezTo>
                  <a:lnTo>
                    <a:pt x="287" y="268"/>
                  </a:lnTo>
                  <a:cubicBezTo>
                    <a:pt x="302" y="276"/>
                    <a:pt x="316" y="283"/>
                    <a:pt x="330" y="291"/>
                  </a:cubicBezTo>
                  <a:lnTo>
                    <a:pt x="330" y="291"/>
                  </a:lnTo>
                  <a:cubicBezTo>
                    <a:pt x="328" y="290"/>
                    <a:pt x="326" y="289"/>
                    <a:pt x="325" y="288"/>
                  </a:cubicBezTo>
                  <a:lnTo>
                    <a:pt x="325" y="288"/>
                  </a:lnTo>
                  <a:cubicBezTo>
                    <a:pt x="330" y="291"/>
                    <a:pt x="335" y="293"/>
                    <a:pt x="340" y="296"/>
                  </a:cubicBezTo>
                  <a:lnTo>
                    <a:pt x="340" y="296"/>
                  </a:lnTo>
                  <a:cubicBezTo>
                    <a:pt x="337" y="295"/>
                    <a:pt x="333" y="293"/>
                    <a:pt x="330" y="291"/>
                  </a:cubicBezTo>
                  <a:lnTo>
                    <a:pt x="330" y="291"/>
                  </a:lnTo>
                  <a:cubicBezTo>
                    <a:pt x="334" y="293"/>
                    <a:pt x="338" y="296"/>
                    <a:pt x="343" y="298"/>
                  </a:cubicBezTo>
                  <a:lnTo>
                    <a:pt x="343" y="298"/>
                  </a:lnTo>
                  <a:cubicBezTo>
                    <a:pt x="342" y="297"/>
                    <a:pt x="341" y="297"/>
                    <a:pt x="340" y="296"/>
                  </a:cubicBezTo>
                  <a:lnTo>
                    <a:pt x="340" y="296"/>
                  </a:lnTo>
                  <a:cubicBezTo>
                    <a:pt x="344" y="299"/>
                    <a:pt x="348" y="301"/>
                    <a:pt x="352" y="303"/>
                  </a:cubicBezTo>
                  <a:cubicBezTo>
                    <a:pt x="349" y="301"/>
                    <a:pt x="346" y="300"/>
                    <a:pt x="343" y="298"/>
                  </a:cubicBezTo>
                  <a:lnTo>
                    <a:pt x="343" y="298"/>
                  </a:lnTo>
                  <a:cubicBezTo>
                    <a:pt x="396" y="329"/>
                    <a:pt x="442" y="366"/>
                    <a:pt x="492" y="403"/>
                  </a:cubicBezTo>
                  <a:cubicBezTo>
                    <a:pt x="518" y="423"/>
                    <a:pt x="544" y="443"/>
                    <a:pt x="567" y="464"/>
                  </a:cubicBezTo>
                  <a:lnTo>
                    <a:pt x="605" y="497"/>
                  </a:lnTo>
                  <a:cubicBezTo>
                    <a:pt x="611" y="503"/>
                    <a:pt x="617" y="508"/>
                    <a:pt x="623" y="516"/>
                  </a:cubicBezTo>
                  <a:cubicBezTo>
                    <a:pt x="624" y="517"/>
                    <a:pt x="625" y="517"/>
                    <a:pt x="626" y="518"/>
                  </a:cubicBezTo>
                  <a:lnTo>
                    <a:pt x="626" y="518"/>
                  </a:lnTo>
                  <a:cubicBezTo>
                    <a:pt x="627" y="519"/>
                    <a:pt x="629" y="521"/>
                    <a:pt x="630" y="523"/>
                  </a:cubicBezTo>
                  <a:cubicBezTo>
                    <a:pt x="649" y="541"/>
                    <a:pt x="673" y="554"/>
                    <a:pt x="697" y="554"/>
                  </a:cubicBezTo>
                  <a:cubicBezTo>
                    <a:pt x="711" y="554"/>
                    <a:pt x="726" y="550"/>
                    <a:pt x="740" y="540"/>
                  </a:cubicBezTo>
                  <a:cubicBezTo>
                    <a:pt x="775" y="519"/>
                    <a:pt x="791" y="474"/>
                    <a:pt x="772" y="436"/>
                  </a:cubicBezTo>
                  <a:cubicBezTo>
                    <a:pt x="744" y="380"/>
                    <a:pt x="714" y="329"/>
                    <a:pt x="675" y="281"/>
                  </a:cubicBezTo>
                  <a:cubicBezTo>
                    <a:pt x="634" y="233"/>
                    <a:pt x="590" y="192"/>
                    <a:pt x="541" y="155"/>
                  </a:cubicBezTo>
                  <a:cubicBezTo>
                    <a:pt x="492" y="117"/>
                    <a:pt x="439" y="83"/>
                    <a:pt x="384" y="57"/>
                  </a:cubicBezTo>
                  <a:cubicBezTo>
                    <a:pt x="359" y="46"/>
                    <a:pt x="334" y="37"/>
                    <a:pt x="309" y="27"/>
                  </a:cubicBezTo>
                  <a:cubicBezTo>
                    <a:pt x="295" y="22"/>
                    <a:pt x="282" y="18"/>
                    <a:pt x="267" y="13"/>
                  </a:cubicBezTo>
                  <a:cubicBezTo>
                    <a:pt x="253" y="10"/>
                    <a:pt x="238" y="3"/>
                    <a:pt x="222" y="2"/>
                  </a:cubicBezTo>
                  <a:cubicBezTo>
                    <a:pt x="220" y="2"/>
                    <a:pt x="217" y="2"/>
                    <a:pt x="215" y="2"/>
                  </a:cubicBezTo>
                  <a:cubicBezTo>
                    <a:pt x="209" y="2"/>
                    <a:pt x="204" y="2"/>
                    <a:pt x="199" y="3"/>
                  </a:cubicBezTo>
                  <a:lnTo>
                    <a:pt x="199" y="3"/>
                  </a:lnTo>
                  <a:cubicBezTo>
                    <a:pt x="190" y="2"/>
                    <a:pt x="180" y="1"/>
                    <a:pt x="171" y="1"/>
                  </a:cubicBezTo>
                  <a:cubicBezTo>
                    <a:pt x="164" y="0"/>
                    <a:pt x="157" y="0"/>
                    <a:pt x="15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600" bIns="30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270;p40"/>
            <p:cNvSpPr/>
            <p:nvPr/>
          </p:nvSpPr>
          <p:spPr>
            <a:xfrm>
              <a:off x="2103840" y="1812600"/>
              <a:ext cx="103680" cy="25200"/>
            </a:xfrm>
            <a:custGeom>
              <a:avLst/>
              <a:gdLst>
                <a:gd name="textAreaLeft" fmla="*/ 0 w 103680"/>
                <a:gd name="textAreaRight" fmla="*/ 104040 w 103680"/>
                <a:gd name="textAreaTop" fmla="*/ 0 h 25200"/>
                <a:gd name="textAreaBottom" fmla="*/ 25560 h 25200"/>
              </a:gdLst>
              <a:ahLst/>
              <a:cxnLst/>
              <a:rect l="textAreaLeft" t="textAreaTop" r="textAreaRight" b="textAreaBottom"/>
              <a:pathLst>
                <a:path w="917" h="232">
                  <a:moveTo>
                    <a:pt x="10" y="94"/>
                  </a:moveTo>
                  <a:lnTo>
                    <a:pt x="10" y="94"/>
                  </a:lnTo>
                  <a:cubicBezTo>
                    <a:pt x="10" y="94"/>
                    <a:pt x="10" y="94"/>
                    <a:pt x="10" y="94"/>
                  </a:cubicBezTo>
                  <a:cubicBezTo>
                    <a:pt x="10" y="96"/>
                    <a:pt x="9" y="96"/>
                    <a:pt x="9" y="96"/>
                  </a:cubicBezTo>
                  <a:cubicBezTo>
                    <a:pt x="9" y="96"/>
                    <a:pt x="10" y="95"/>
                    <a:pt x="10" y="94"/>
                  </a:cubicBezTo>
                  <a:close/>
                  <a:moveTo>
                    <a:pt x="892" y="97"/>
                  </a:moveTo>
                  <a:cubicBezTo>
                    <a:pt x="894" y="99"/>
                    <a:pt x="897" y="101"/>
                    <a:pt x="900" y="103"/>
                  </a:cubicBezTo>
                  <a:cubicBezTo>
                    <a:pt x="898" y="104"/>
                    <a:pt x="897" y="104"/>
                    <a:pt x="896" y="104"/>
                  </a:cubicBezTo>
                  <a:cubicBezTo>
                    <a:pt x="893" y="104"/>
                    <a:pt x="892" y="101"/>
                    <a:pt x="892" y="97"/>
                  </a:cubicBezTo>
                  <a:close/>
                  <a:moveTo>
                    <a:pt x="518" y="0"/>
                  </a:moveTo>
                  <a:cubicBezTo>
                    <a:pt x="512" y="0"/>
                    <a:pt x="506" y="1"/>
                    <a:pt x="500" y="1"/>
                  </a:cubicBezTo>
                  <a:cubicBezTo>
                    <a:pt x="436" y="2"/>
                    <a:pt x="372" y="2"/>
                    <a:pt x="308" y="3"/>
                  </a:cubicBezTo>
                  <a:cubicBezTo>
                    <a:pt x="268" y="3"/>
                    <a:pt x="230" y="9"/>
                    <a:pt x="190" y="13"/>
                  </a:cubicBezTo>
                  <a:cubicBezTo>
                    <a:pt x="168" y="15"/>
                    <a:pt x="147" y="19"/>
                    <a:pt x="125" y="25"/>
                  </a:cubicBezTo>
                  <a:cubicBezTo>
                    <a:pt x="118" y="28"/>
                    <a:pt x="109" y="30"/>
                    <a:pt x="102" y="34"/>
                  </a:cubicBezTo>
                  <a:cubicBezTo>
                    <a:pt x="94" y="38"/>
                    <a:pt x="87" y="42"/>
                    <a:pt x="81" y="47"/>
                  </a:cubicBezTo>
                  <a:lnTo>
                    <a:pt x="81" y="47"/>
                  </a:lnTo>
                  <a:cubicBezTo>
                    <a:pt x="75" y="49"/>
                    <a:pt x="69" y="51"/>
                    <a:pt x="63" y="53"/>
                  </a:cubicBezTo>
                  <a:cubicBezTo>
                    <a:pt x="44" y="58"/>
                    <a:pt x="31" y="62"/>
                    <a:pt x="20" y="78"/>
                  </a:cubicBezTo>
                  <a:cubicBezTo>
                    <a:pt x="16" y="81"/>
                    <a:pt x="12" y="85"/>
                    <a:pt x="11" y="92"/>
                  </a:cubicBezTo>
                  <a:lnTo>
                    <a:pt x="11" y="92"/>
                  </a:lnTo>
                  <a:cubicBezTo>
                    <a:pt x="0" y="106"/>
                    <a:pt x="3" y="124"/>
                    <a:pt x="13" y="139"/>
                  </a:cubicBezTo>
                  <a:cubicBezTo>
                    <a:pt x="12" y="138"/>
                    <a:pt x="11" y="137"/>
                    <a:pt x="11" y="137"/>
                  </a:cubicBezTo>
                  <a:lnTo>
                    <a:pt x="11" y="137"/>
                  </a:lnTo>
                  <a:cubicBezTo>
                    <a:pt x="10" y="137"/>
                    <a:pt x="19" y="150"/>
                    <a:pt x="22" y="155"/>
                  </a:cubicBezTo>
                  <a:cubicBezTo>
                    <a:pt x="32" y="164"/>
                    <a:pt x="42" y="171"/>
                    <a:pt x="54" y="174"/>
                  </a:cubicBezTo>
                  <a:cubicBezTo>
                    <a:pt x="62" y="177"/>
                    <a:pt x="71" y="180"/>
                    <a:pt x="79" y="182"/>
                  </a:cubicBezTo>
                  <a:lnTo>
                    <a:pt x="79" y="182"/>
                  </a:lnTo>
                  <a:cubicBezTo>
                    <a:pt x="81" y="184"/>
                    <a:pt x="83" y="186"/>
                    <a:pt x="86" y="188"/>
                  </a:cubicBezTo>
                  <a:cubicBezTo>
                    <a:pt x="97" y="195"/>
                    <a:pt x="108" y="200"/>
                    <a:pt x="121" y="204"/>
                  </a:cubicBezTo>
                  <a:cubicBezTo>
                    <a:pt x="143" y="211"/>
                    <a:pt x="167" y="215"/>
                    <a:pt x="190" y="217"/>
                  </a:cubicBezTo>
                  <a:cubicBezTo>
                    <a:pt x="222" y="222"/>
                    <a:pt x="253" y="227"/>
                    <a:pt x="285" y="228"/>
                  </a:cubicBezTo>
                  <a:cubicBezTo>
                    <a:pt x="349" y="232"/>
                    <a:pt x="414" y="232"/>
                    <a:pt x="480" y="232"/>
                  </a:cubicBezTo>
                  <a:cubicBezTo>
                    <a:pt x="521" y="232"/>
                    <a:pt x="562" y="228"/>
                    <a:pt x="602" y="226"/>
                  </a:cubicBezTo>
                  <a:cubicBezTo>
                    <a:pt x="632" y="224"/>
                    <a:pt x="667" y="226"/>
                    <a:pt x="696" y="218"/>
                  </a:cubicBezTo>
                  <a:cubicBezTo>
                    <a:pt x="728" y="212"/>
                    <a:pt x="757" y="202"/>
                    <a:pt x="789" y="199"/>
                  </a:cubicBezTo>
                  <a:cubicBezTo>
                    <a:pt x="807" y="195"/>
                    <a:pt x="827" y="190"/>
                    <a:pt x="846" y="183"/>
                  </a:cubicBezTo>
                  <a:cubicBezTo>
                    <a:pt x="857" y="179"/>
                    <a:pt x="868" y="174"/>
                    <a:pt x="878" y="168"/>
                  </a:cubicBezTo>
                  <a:cubicBezTo>
                    <a:pt x="887" y="160"/>
                    <a:pt x="892" y="151"/>
                    <a:pt x="897" y="141"/>
                  </a:cubicBezTo>
                  <a:lnTo>
                    <a:pt x="897" y="141"/>
                  </a:lnTo>
                  <a:lnTo>
                    <a:pt x="903" y="139"/>
                  </a:lnTo>
                  <a:cubicBezTo>
                    <a:pt x="916" y="128"/>
                    <a:pt x="914" y="100"/>
                    <a:pt x="897" y="94"/>
                  </a:cubicBezTo>
                  <a:lnTo>
                    <a:pt x="892" y="93"/>
                  </a:lnTo>
                  <a:lnTo>
                    <a:pt x="892" y="93"/>
                  </a:lnTo>
                  <a:cubicBezTo>
                    <a:pt x="892" y="91"/>
                    <a:pt x="893" y="90"/>
                    <a:pt x="893" y="89"/>
                  </a:cubicBezTo>
                  <a:cubicBezTo>
                    <a:pt x="889" y="79"/>
                    <a:pt x="882" y="70"/>
                    <a:pt x="872" y="64"/>
                  </a:cubicBezTo>
                  <a:cubicBezTo>
                    <a:pt x="864" y="57"/>
                    <a:pt x="853" y="54"/>
                    <a:pt x="844" y="50"/>
                  </a:cubicBezTo>
                  <a:cubicBezTo>
                    <a:pt x="824" y="42"/>
                    <a:pt x="805" y="37"/>
                    <a:pt x="785" y="35"/>
                  </a:cubicBezTo>
                  <a:cubicBezTo>
                    <a:pt x="778" y="34"/>
                    <a:pt x="771" y="32"/>
                    <a:pt x="762" y="31"/>
                  </a:cubicBezTo>
                  <a:cubicBezTo>
                    <a:pt x="760" y="31"/>
                    <a:pt x="757" y="30"/>
                    <a:pt x="754" y="30"/>
                  </a:cubicBezTo>
                  <a:lnTo>
                    <a:pt x="754" y="30"/>
                  </a:lnTo>
                  <a:cubicBezTo>
                    <a:pt x="754" y="30"/>
                    <a:pt x="753" y="30"/>
                    <a:pt x="752" y="30"/>
                  </a:cubicBezTo>
                  <a:cubicBezTo>
                    <a:pt x="739" y="25"/>
                    <a:pt x="724" y="21"/>
                    <a:pt x="711" y="17"/>
                  </a:cubicBezTo>
                  <a:cubicBezTo>
                    <a:pt x="673" y="8"/>
                    <a:pt x="634" y="8"/>
                    <a:pt x="595" y="4"/>
                  </a:cubicBezTo>
                  <a:cubicBezTo>
                    <a:pt x="570" y="3"/>
                    <a:pt x="544" y="0"/>
                    <a:pt x="51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600" bIns="12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271;p40"/>
            <p:cNvSpPr/>
            <p:nvPr/>
          </p:nvSpPr>
          <p:spPr>
            <a:xfrm>
              <a:off x="2136240" y="1769040"/>
              <a:ext cx="68760" cy="7236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72360"/>
                <a:gd name="textAreaBottom" fmla="*/ 72720 h 72360"/>
              </a:gdLst>
              <a:ahLst/>
              <a:cxnLst/>
              <a:rect l="textAreaLeft" t="textAreaTop" r="textAreaRight" b="textAreaBottom"/>
              <a:pathLst>
                <a:path w="609" h="656">
                  <a:moveTo>
                    <a:pt x="573" y="342"/>
                  </a:moveTo>
                  <a:cubicBezTo>
                    <a:pt x="574" y="344"/>
                    <a:pt x="574" y="346"/>
                    <a:pt x="575" y="347"/>
                  </a:cubicBezTo>
                  <a:lnTo>
                    <a:pt x="575" y="347"/>
                  </a:lnTo>
                  <a:cubicBezTo>
                    <a:pt x="574" y="346"/>
                    <a:pt x="574" y="344"/>
                    <a:pt x="573" y="342"/>
                  </a:cubicBezTo>
                  <a:close/>
                  <a:moveTo>
                    <a:pt x="283" y="434"/>
                  </a:moveTo>
                  <a:cubicBezTo>
                    <a:pt x="284" y="435"/>
                    <a:pt x="286" y="436"/>
                    <a:pt x="287" y="437"/>
                  </a:cubicBezTo>
                  <a:lnTo>
                    <a:pt x="287" y="437"/>
                  </a:lnTo>
                  <a:cubicBezTo>
                    <a:pt x="286" y="436"/>
                    <a:pt x="284" y="435"/>
                    <a:pt x="283" y="434"/>
                  </a:cubicBezTo>
                  <a:close/>
                  <a:moveTo>
                    <a:pt x="306" y="455"/>
                  </a:moveTo>
                  <a:lnTo>
                    <a:pt x="306" y="455"/>
                  </a:lnTo>
                  <a:cubicBezTo>
                    <a:pt x="306" y="455"/>
                    <a:pt x="306" y="456"/>
                    <a:pt x="307" y="456"/>
                  </a:cubicBezTo>
                  <a:lnTo>
                    <a:pt x="307" y="456"/>
                  </a:lnTo>
                  <a:cubicBezTo>
                    <a:pt x="308" y="457"/>
                    <a:pt x="310" y="459"/>
                    <a:pt x="312" y="461"/>
                  </a:cubicBezTo>
                  <a:cubicBezTo>
                    <a:pt x="310" y="459"/>
                    <a:pt x="308" y="457"/>
                    <a:pt x="306" y="455"/>
                  </a:cubicBezTo>
                  <a:close/>
                  <a:moveTo>
                    <a:pt x="394" y="566"/>
                  </a:moveTo>
                  <a:cubicBezTo>
                    <a:pt x="396" y="569"/>
                    <a:pt x="398" y="572"/>
                    <a:pt x="399" y="575"/>
                  </a:cubicBezTo>
                  <a:cubicBezTo>
                    <a:pt x="398" y="572"/>
                    <a:pt x="396" y="569"/>
                    <a:pt x="394" y="566"/>
                  </a:cubicBezTo>
                  <a:close/>
                  <a:moveTo>
                    <a:pt x="470" y="626"/>
                  </a:moveTo>
                  <a:cubicBezTo>
                    <a:pt x="470" y="626"/>
                    <a:pt x="471" y="626"/>
                    <a:pt x="471" y="627"/>
                  </a:cubicBezTo>
                  <a:lnTo>
                    <a:pt x="471" y="627"/>
                  </a:lnTo>
                  <a:cubicBezTo>
                    <a:pt x="470" y="626"/>
                    <a:pt x="470" y="626"/>
                    <a:pt x="470" y="626"/>
                  </a:cubicBezTo>
                  <a:close/>
                  <a:moveTo>
                    <a:pt x="175" y="1"/>
                  </a:moveTo>
                  <a:cubicBezTo>
                    <a:pt x="138" y="1"/>
                    <a:pt x="102" y="12"/>
                    <a:pt x="72" y="35"/>
                  </a:cubicBezTo>
                  <a:cubicBezTo>
                    <a:pt x="61" y="44"/>
                    <a:pt x="50" y="55"/>
                    <a:pt x="42" y="68"/>
                  </a:cubicBezTo>
                  <a:lnTo>
                    <a:pt x="42" y="68"/>
                  </a:lnTo>
                  <a:cubicBezTo>
                    <a:pt x="33" y="73"/>
                    <a:pt x="26" y="80"/>
                    <a:pt x="20" y="89"/>
                  </a:cubicBezTo>
                  <a:lnTo>
                    <a:pt x="20" y="89"/>
                  </a:lnTo>
                  <a:cubicBezTo>
                    <a:pt x="19" y="91"/>
                    <a:pt x="17" y="92"/>
                    <a:pt x="15" y="94"/>
                  </a:cubicBezTo>
                  <a:cubicBezTo>
                    <a:pt x="2" y="110"/>
                    <a:pt x="1" y="138"/>
                    <a:pt x="8" y="156"/>
                  </a:cubicBezTo>
                  <a:cubicBezTo>
                    <a:pt x="9" y="156"/>
                    <a:pt x="9" y="156"/>
                    <a:pt x="9" y="156"/>
                  </a:cubicBezTo>
                  <a:lnTo>
                    <a:pt x="9" y="156"/>
                  </a:lnTo>
                  <a:cubicBezTo>
                    <a:pt x="9" y="158"/>
                    <a:pt x="10" y="160"/>
                    <a:pt x="10" y="161"/>
                  </a:cubicBezTo>
                  <a:lnTo>
                    <a:pt x="10" y="161"/>
                  </a:lnTo>
                  <a:cubicBezTo>
                    <a:pt x="11" y="217"/>
                    <a:pt x="42" y="265"/>
                    <a:pt x="89" y="298"/>
                  </a:cubicBezTo>
                  <a:cubicBezTo>
                    <a:pt x="97" y="306"/>
                    <a:pt x="107" y="313"/>
                    <a:pt x="117" y="320"/>
                  </a:cubicBezTo>
                  <a:cubicBezTo>
                    <a:pt x="127" y="329"/>
                    <a:pt x="136" y="336"/>
                    <a:pt x="146" y="342"/>
                  </a:cubicBezTo>
                  <a:lnTo>
                    <a:pt x="146" y="342"/>
                  </a:lnTo>
                  <a:cubicBezTo>
                    <a:pt x="146" y="342"/>
                    <a:pt x="145" y="342"/>
                    <a:pt x="145" y="341"/>
                  </a:cubicBezTo>
                  <a:lnTo>
                    <a:pt x="145" y="341"/>
                  </a:lnTo>
                  <a:cubicBezTo>
                    <a:pt x="145" y="342"/>
                    <a:pt x="146" y="342"/>
                    <a:pt x="147" y="342"/>
                  </a:cubicBezTo>
                  <a:lnTo>
                    <a:pt x="147" y="342"/>
                  </a:lnTo>
                  <a:cubicBezTo>
                    <a:pt x="154" y="347"/>
                    <a:pt x="161" y="351"/>
                    <a:pt x="169" y="355"/>
                  </a:cubicBezTo>
                  <a:lnTo>
                    <a:pt x="169" y="355"/>
                  </a:lnTo>
                  <a:cubicBezTo>
                    <a:pt x="188" y="367"/>
                    <a:pt x="207" y="381"/>
                    <a:pt x="226" y="394"/>
                  </a:cubicBezTo>
                  <a:cubicBezTo>
                    <a:pt x="252" y="412"/>
                    <a:pt x="275" y="436"/>
                    <a:pt x="302" y="453"/>
                  </a:cubicBezTo>
                  <a:lnTo>
                    <a:pt x="302" y="453"/>
                  </a:lnTo>
                  <a:cubicBezTo>
                    <a:pt x="315" y="466"/>
                    <a:pt x="327" y="480"/>
                    <a:pt x="340" y="492"/>
                  </a:cubicBezTo>
                  <a:lnTo>
                    <a:pt x="340" y="492"/>
                  </a:lnTo>
                  <a:cubicBezTo>
                    <a:pt x="360" y="516"/>
                    <a:pt x="378" y="540"/>
                    <a:pt x="394" y="566"/>
                  </a:cubicBezTo>
                  <a:lnTo>
                    <a:pt x="394" y="566"/>
                  </a:lnTo>
                  <a:cubicBezTo>
                    <a:pt x="390" y="561"/>
                    <a:pt x="387" y="555"/>
                    <a:pt x="385" y="550"/>
                  </a:cubicBezTo>
                  <a:lnTo>
                    <a:pt x="385" y="550"/>
                  </a:lnTo>
                  <a:cubicBezTo>
                    <a:pt x="397" y="571"/>
                    <a:pt x="405" y="586"/>
                    <a:pt x="426" y="600"/>
                  </a:cubicBezTo>
                  <a:cubicBezTo>
                    <a:pt x="430" y="604"/>
                    <a:pt x="434" y="607"/>
                    <a:pt x="439" y="609"/>
                  </a:cubicBezTo>
                  <a:lnTo>
                    <a:pt x="439" y="609"/>
                  </a:lnTo>
                  <a:cubicBezTo>
                    <a:pt x="449" y="622"/>
                    <a:pt x="461" y="630"/>
                    <a:pt x="476" y="637"/>
                  </a:cubicBezTo>
                  <a:lnTo>
                    <a:pt x="476" y="637"/>
                  </a:lnTo>
                  <a:cubicBezTo>
                    <a:pt x="484" y="650"/>
                    <a:pt x="497" y="656"/>
                    <a:pt x="510" y="656"/>
                  </a:cubicBezTo>
                  <a:cubicBezTo>
                    <a:pt x="529" y="656"/>
                    <a:pt x="550" y="644"/>
                    <a:pt x="557" y="627"/>
                  </a:cubicBezTo>
                  <a:lnTo>
                    <a:pt x="557" y="627"/>
                  </a:lnTo>
                  <a:cubicBezTo>
                    <a:pt x="575" y="611"/>
                    <a:pt x="585" y="594"/>
                    <a:pt x="589" y="571"/>
                  </a:cubicBezTo>
                  <a:lnTo>
                    <a:pt x="589" y="571"/>
                  </a:lnTo>
                  <a:cubicBezTo>
                    <a:pt x="594" y="564"/>
                    <a:pt x="597" y="557"/>
                    <a:pt x="600" y="549"/>
                  </a:cubicBezTo>
                  <a:cubicBezTo>
                    <a:pt x="608" y="525"/>
                    <a:pt x="608" y="504"/>
                    <a:pt x="606" y="479"/>
                  </a:cubicBezTo>
                  <a:cubicBezTo>
                    <a:pt x="605" y="466"/>
                    <a:pt x="603" y="455"/>
                    <a:pt x="601" y="442"/>
                  </a:cubicBezTo>
                  <a:cubicBezTo>
                    <a:pt x="597" y="417"/>
                    <a:pt x="590" y="392"/>
                    <a:pt x="582" y="367"/>
                  </a:cubicBezTo>
                  <a:lnTo>
                    <a:pt x="582" y="367"/>
                  </a:lnTo>
                  <a:cubicBezTo>
                    <a:pt x="573" y="330"/>
                    <a:pt x="558" y="296"/>
                    <a:pt x="540" y="265"/>
                  </a:cubicBezTo>
                  <a:lnTo>
                    <a:pt x="540" y="265"/>
                  </a:lnTo>
                  <a:cubicBezTo>
                    <a:pt x="526" y="224"/>
                    <a:pt x="496" y="187"/>
                    <a:pt x="469" y="156"/>
                  </a:cubicBezTo>
                  <a:cubicBezTo>
                    <a:pt x="440" y="123"/>
                    <a:pt x="407" y="93"/>
                    <a:pt x="371" y="68"/>
                  </a:cubicBezTo>
                  <a:cubicBezTo>
                    <a:pt x="349" y="54"/>
                    <a:pt x="323" y="35"/>
                    <a:pt x="298" y="27"/>
                  </a:cubicBezTo>
                  <a:cubicBezTo>
                    <a:pt x="271" y="18"/>
                    <a:pt x="243" y="12"/>
                    <a:pt x="216" y="5"/>
                  </a:cubicBezTo>
                  <a:cubicBezTo>
                    <a:pt x="202" y="2"/>
                    <a:pt x="188" y="1"/>
                    <a:pt x="175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272;p40"/>
            <p:cNvSpPr/>
            <p:nvPr/>
          </p:nvSpPr>
          <p:spPr>
            <a:xfrm>
              <a:off x="2986920" y="1652760"/>
              <a:ext cx="281520" cy="135000"/>
            </a:xfrm>
            <a:custGeom>
              <a:avLst/>
              <a:gdLst>
                <a:gd name="textAreaLeft" fmla="*/ 0 w 281520"/>
                <a:gd name="textAreaRight" fmla="*/ 281880 w 28152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2489" h="1221">
                  <a:moveTo>
                    <a:pt x="159" y="10"/>
                  </a:moveTo>
                  <a:cubicBezTo>
                    <a:pt x="159" y="10"/>
                    <a:pt x="158" y="10"/>
                    <a:pt x="157" y="11"/>
                  </a:cubicBezTo>
                  <a:lnTo>
                    <a:pt x="157" y="11"/>
                  </a:lnTo>
                  <a:cubicBezTo>
                    <a:pt x="158" y="10"/>
                    <a:pt x="159" y="10"/>
                    <a:pt x="159" y="10"/>
                  </a:cubicBezTo>
                  <a:close/>
                  <a:moveTo>
                    <a:pt x="71" y="46"/>
                  </a:moveTo>
                  <a:cubicBezTo>
                    <a:pt x="69" y="48"/>
                    <a:pt x="67" y="49"/>
                    <a:pt x="65" y="50"/>
                  </a:cubicBezTo>
                  <a:lnTo>
                    <a:pt x="65" y="50"/>
                  </a:lnTo>
                  <a:cubicBezTo>
                    <a:pt x="67" y="49"/>
                    <a:pt x="70" y="46"/>
                    <a:pt x="71" y="46"/>
                  </a:cubicBezTo>
                  <a:close/>
                  <a:moveTo>
                    <a:pt x="67" y="170"/>
                  </a:moveTo>
                  <a:cubicBezTo>
                    <a:pt x="68" y="170"/>
                    <a:pt x="68" y="170"/>
                    <a:pt x="68" y="170"/>
                  </a:cubicBezTo>
                  <a:cubicBezTo>
                    <a:pt x="68" y="170"/>
                    <a:pt x="68" y="170"/>
                    <a:pt x="67" y="170"/>
                  </a:cubicBezTo>
                  <a:lnTo>
                    <a:pt x="67" y="170"/>
                  </a:lnTo>
                  <a:cubicBezTo>
                    <a:pt x="68" y="170"/>
                    <a:pt x="68" y="170"/>
                    <a:pt x="68" y="170"/>
                  </a:cubicBezTo>
                  <a:lnTo>
                    <a:pt x="68" y="170"/>
                  </a:lnTo>
                  <a:cubicBezTo>
                    <a:pt x="68" y="170"/>
                    <a:pt x="68" y="170"/>
                    <a:pt x="67" y="170"/>
                  </a:cubicBezTo>
                  <a:lnTo>
                    <a:pt x="67" y="170"/>
                  </a:lnTo>
                  <a:cubicBezTo>
                    <a:pt x="67" y="170"/>
                    <a:pt x="67" y="170"/>
                    <a:pt x="67" y="170"/>
                  </a:cubicBezTo>
                  <a:lnTo>
                    <a:pt x="67" y="170"/>
                  </a:lnTo>
                  <a:cubicBezTo>
                    <a:pt x="67" y="170"/>
                    <a:pt x="67" y="170"/>
                    <a:pt x="67" y="170"/>
                  </a:cubicBezTo>
                  <a:close/>
                  <a:moveTo>
                    <a:pt x="72" y="173"/>
                  </a:moveTo>
                  <a:cubicBezTo>
                    <a:pt x="73" y="173"/>
                    <a:pt x="74" y="174"/>
                    <a:pt x="74" y="174"/>
                  </a:cubicBezTo>
                  <a:cubicBezTo>
                    <a:pt x="74" y="174"/>
                    <a:pt x="73" y="173"/>
                    <a:pt x="72" y="173"/>
                  </a:cubicBezTo>
                  <a:close/>
                  <a:moveTo>
                    <a:pt x="842" y="278"/>
                  </a:moveTo>
                  <a:cubicBezTo>
                    <a:pt x="842" y="278"/>
                    <a:pt x="842" y="278"/>
                    <a:pt x="843" y="278"/>
                  </a:cubicBezTo>
                  <a:lnTo>
                    <a:pt x="843" y="278"/>
                  </a:lnTo>
                  <a:cubicBezTo>
                    <a:pt x="842" y="278"/>
                    <a:pt x="842" y="278"/>
                    <a:pt x="842" y="278"/>
                  </a:cubicBezTo>
                  <a:close/>
                  <a:moveTo>
                    <a:pt x="1561" y="548"/>
                  </a:moveTo>
                  <a:cubicBezTo>
                    <a:pt x="1563" y="549"/>
                    <a:pt x="1565" y="550"/>
                    <a:pt x="1568" y="552"/>
                  </a:cubicBezTo>
                  <a:lnTo>
                    <a:pt x="1568" y="552"/>
                  </a:lnTo>
                  <a:cubicBezTo>
                    <a:pt x="1565" y="551"/>
                    <a:pt x="1563" y="549"/>
                    <a:pt x="1561" y="548"/>
                  </a:cubicBezTo>
                  <a:close/>
                  <a:moveTo>
                    <a:pt x="1569" y="553"/>
                  </a:moveTo>
                  <a:cubicBezTo>
                    <a:pt x="1569" y="553"/>
                    <a:pt x="1569" y="553"/>
                    <a:pt x="1570" y="554"/>
                  </a:cubicBezTo>
                  <a:cubicBezTo>
                    <a:pt x="1571" y="554"/>
                    <a:pt x="1572" y="555"/>
                    <a:pt x="1572" y="555"/>
                  </a:cubicBezTo>
                  <a:cubicBezTo>
                    <a:pt x="1572" y="555"/>
                    <a:pt x="1571" y="554"/>
                    <a:pt x="1569" y="553"/>
                  </a:cubicBezTo>
                  <a:close/>
                  <a:moveTo>
                    <a:pt x="2467" y="1161"/>
                  </a:moveTo>
                  <a:cubicBezTo>
                    <a:pt x="2467" y="1164"/>
                    <a:pt x="2466" y="1166"/>
                    <a:pt x="2465" y="1166"/>
                  </a:cubicBezTo>
                  <a:cubicBezTo>
                    <a:pt x="2465" y="1166"/>
                    <a:pt x="2465" y="1164"/>
                    <a:pt x="2467" y="1161"/>
                  </a:cubicBezTo>
                  <a:close/>
                  <a:moveTo>
                    <a:pt x="2417" y="1201"/>
                  </a:moveTo>
                  <a:cubicBezTo>
                    <a:pt x="2420" y="1201"/>
                    <a:pt x="2423" y="1202"/>
                    <a:pt x="2422" y="1202"/>
                  </a:cubicBezTo>
                  <a:cubicBezTo>
                    <a:pt x="2421" y="1202"/>
                    <a:pt x="2419" y="1202"/>
                    <a:pt x="2416" y="1202"/>
                  </a:cubicBezTo>
                  <a:lnTo>
                    <a:pt x="2416" y="1202"/>
                  </a:lnTo>
                  <a:cubicBezTo>
                    <a:pt x="2417" y="1202"/>
                    <a:pt x="2417" y="1202"/>
                    <a:pt x="2417" y="1201"/>
                  </a:cubicBezTo>
                  <a:close/>
                  <a:moveTo>
                    <a:pt x="274" y="0"/>
                  </a:moveTo>
                  <a:cubicBezTo>
                    <a:pt x="244" y="0"/>
                    <a:pt x="213" y="1"/>
                    <a:pt x="184" y="6"/>
                  </a:cubicBezTo>
                  <a:cubicBezTo>
                    <a:pt x="178" y="6"/>
                    <a:pt x="173" y="7"/>
                    <a:pt x="168" y="7"/>
                  </a:cubicBezTo>
                  <a:cubicBezTo>
                    <a:pt x="168" y="7"/>
                    <a:pt x="161" y="9"/>
                    <a:pt x="154" y="11"/>
                  </a:cubicBezTo>
                  <a:lnTo>
                    <a:pt x="154" y="11"/>
                  </a:lnTo>
                  <a:cubicBezTo>
                    <a:pt x="153" y="11"/>
                    <a:pt x="153" y="11"/>
                    <a:pt x="153" y="11"/>
                  </a:cubicBezTo>
                  <a:cubicBezTo>
                    <a:pt x="142" y="13"/>
                    <a:pt x="132" y="17"/>
                    <a:pt x="120" y="21"/>
                  </a:cubicBezTo>
                  <a:cubicBezTo>
                    <a:pt x="102" y="26"/>
                    <a:pt x="78" y="33"/>
                    <a:pt x="64" y="49"/>
                  </a:cubicBezTo>
                  <a:cubicBezTo>
                    <a:pt x="63" y="51"/>
                    <a:pt x="63" y="51"/>
                    <a:pt x="63" y="51"/>
                  </a:cubicBezTo>
                  <a:lnTo>
                    <a:pt x="63" y="51"/>
                  </a:lnTo>
                  <a:cubicBezTo>
                    <a:pt x="58" y="54"/>
                    <a:pt x="54" y="56"/>
                    <a:pt x="50" y="57"/>
                  </a:cubicBezTo>
                  <a:cubicBezTo>
                    <a:pt x="33" y="62"/>
                    <a:pt x="16" y="84"/>
                    <a:pt x="14" y="102"/>
                  </a:cubicBezTo>
                  <a:lnTo>
                    <a:pt x="14" y="102"/>
                  </a:lnTo>
                  <a:cubicBezTo>
                    <a:pt x="2" y="106"/>
                    <a:pt x="1" y="128"/>
                    <a:pt x="17" y="131"/>
                  </a:cubicBezTo>
                  <a:lnTo>
                    <a:pt x="17" y="131"/>
                  </a:lnTo>
                  <a:cubicBezTo>
                    <a:pt x="25" y="152"/>
                    <a:pt x="46" y="166"/>
                    <a:pt x="67" y="170"/>
                  </a:cubicBezTo>
                  <a:lnTo>
                    <a:pt x="67" y="170"/>
                  </a:lnTo>
                  <a:cubicBezTo>
                    <a:pt x="67" y="170"/>
                    <a:pt x="67" y="170"/>
                    <a:pt x="66" y="169"/>
                  </a:cubicBezTo>
                  <a:lnTo>
                    <a:pt x="66" y="169"/>
                  </a:lnTo>
                  <a:cubicBezTo>
                    <a:pt x="67" y="169"/>
                    <a:pt x="67" y="170"/>
                    <a:pt x="67" y="170"/>
                  </a:cubicBezTo>
                  <a:lnTo>
                    <a:pt x="67" y="170"/>
                  </a:lnTo>
                  <a:cubicBezTo>
                    <a:pt x="67" y="170"/>
                    <a:pt x="67" y="170"/>
                    <a:pt x="67" y="170"/>
                  </a:cubicBezTo>
                  <a:lnTo>
                    <a:pt x="67" y="170"/>
                  </a:lnTo>
                  <a:cubicBezTo>
                    <a:pt x="67" y="170"/>
                    <a:pt x="67" y="170"/>
                    <a:pt x="67" y="170"/>
                  </a:cubicBezTo>
                  <a:lnTo>
                    <a:pt x="67" y="170"/>
                  </a:lnTo>
                  <a:cubicBezTo>
                    <a:pt x="64" y="170"/>
                    <a:pt x="62" y="169"/>
                    <a:pt x="62" y="169"/>
                  </a:cubicBezTo>
                  <a:cubicBezTo>
                    <a:pt x="60" y="169"/>
                    <a:pt x="65" y="171"/>
                    <a:pt x="68" y="171"/>
                  </a:cubicBezTo>
                  <a:cubicBezTo>
                    <a:pt x="69" y="172"/>
                    <a:pt x="70" y="172"/>
                    <a:pt x="70" y="172"/>
                  </a:cubicBezTo>
                  <a:lnTo>
                    <a:pt x="70" y="172"/>
                  </a:lnTo>
                  <a:cubicBezTo>
                    <a:pt x="79" y="178"/>
                    <a:pt x="91" y="185"/>
                    <a:pt x="100" y="188"/>
                  </a:cubicBezTo>
                  <a:cubicBezTo>
                    <a:pt x="122" y="197"/>
                    <a:pt x="146" y="198"/>
                    <a:pt x="168" y="203"/>
                  </a:cubicBezTo>
                  <a:cubicBezTo>
                    <a:pt x="168" y="203"/>
                    <a:pt x="167" y="203"/>
                    <a:pt x="167" y="203"/>
                  </a:cubicBezTo>
                  <a:lnTo>
                    <a:pt x="167" y="203"/>
                  </a:lnTo>
                  <a:cubicBezTo>
                    <a:pt x="196" y="208"/>
                    <a:pt x="227" y="209"/>
                    <a:pt x="257" y="209"/>
                  </a:cubicBezTo>
                  <a:cubicBezTo>
                    <a:pt x="264" y="209"/>
                    <a:pt x="270" y="209"/>
                    <a:pt x="277" y="209"/>
                  </a:cubicBezTo>
                  <a:cubicBezTo>
                    <a:pt x="285" y="209"/>
                    <a:pt x="293" y="209"/>
                    <a:pt x="301" y="209"/>
                  </a:cubicBezTo>
                  <a:cubicBezTo>
                    <a:pt x="348" y="210"/>
                    <a:pt x="395" y="213"/>
                    <a:pt x="441" y="215"/>
                  </a:cubicBezTo>
                  <a:cubicBezTo>
                    <a:pt x="532" y="223"/>
                    <a:pt x="625" y="235"/>
                    <a:pt x="716" y="252"/>
                  </a:cubicBezTo>
                  <a:cubicBezTo>
                    <a:pt x="761" y="260"/>
                    <a:pt x="805" y="269"/>
                    <a:pt x="849" y="280"/>
                  </a:cubicBezTo>
                  <a:lnTo>
                    <a:pt x="849" y="280"/>
                  </a:lnTo>
                  <a:cubicBezTo>
                    <a:pt x="847" y="279"/>
                    <a:pt x="845" y="279"/>
                    <a:pt x="843" y="278"/>
                  </a:cubicBezTo>
                  <a:lnTo>
                    <a:pt x="843" y="278"/>
                  </a:lnTo>
                  <a:cubicBezTo>
                    <a:pt x="1079" y="335"/>
                    <a:pt x="1305" y="415"/>
                    <a:pt x="1520" y="527"/>
                  </a:cubicBezTo>
                  <a:cubicBezTo>
                    <a:pt x="1534" y="533"/>
                    <a:pt x="1545" y="541"/>
                    <a:pt x="1558" y="547"/>
                  </a:cubicBezTo>
                  <a:lnTo>
                    <a:pt x="1558" y="547"/>
                  </a:lnTo>
                  <a:cubicBezTo>
                    <a:pt x="1558" y="547"/>
                    <a:pt x="1558" y="547"/>
                    <a:pt x="1558" y="547"/>
                  </a:cubicBezTo>
                  <a:lnTo>
                    <a:pt x="1558" y="547"/>
                  </a:lnTo>
                  <a:cubicBezTo>
                    <a:pt x="1558" y="547"/>
                    <a:pt x="1559" y="547"/>
                    <a:pt x="1561" y="548"/>
                  </a:cubicBezTo>
                  <a:cubicBezTo>
                    <a:pt x="1560" y="548"/>
                    <a:pt x="1559" y="547"/>
                    <a:pt x="1558" y="547"/>
                  </a:cubicBezTo>
                  <a:lnTo>
                    <a:pt x="1558" y="547"/>
                  </a:lnTo>
                  <a:cubicBezTo>
                    <a:pt x="1558" y="547"/>
                    <a:pt x="1565" y="551"/>
                    <a:pt x="1569" y="553"/>
                  </a:cubicBezTo>
                  <a:lnTo>
                    <a:pt x="1569" y="553"/>
                  </a:lnTo>
                  <a:cubicBezTo>
                    <a:pt x="1568" y="552"/>
                    <a:pt x="1568" y="552"/>
                    <a:pt x="1568" y="552"/>
                  </a:cubicBezTo>
                  <a:lnTo>
                    <a:pt x="1568" y="552"/>
                  </a:lnTo>
                  <a:cubicBezTo>
                    <a:pt x="1573" y="555"/>
                    <a:pt x="1578" y="557"/>
                    <a:pt x="1584" y="560"/>
                  </a:cubicBezTo>
                  <a:cubicBezTo>
                    <a:pt x="1610" y="576"/>
                    <a:pt x="1638" y="591"/>
                    <a:pt x="1663" y="607"/>
                  </a:cubicBezTo>
                  <a:cubicBezTo>
                    <a:pt x="1715" y="638"/>
                    <a:pt x="1764" y="671"/>
                    <a:pt x="1813" y="706"/>
                  </a:cubicBezTo>
                  <a:cubicBezTo>
                    <a:pt x="1912" y="775"/>
                    <a:pt x="2007" y="851"/>
                    <a:pt x="2095" y="934"/>
                  </a:cubicBezTo>
                  <a:cubicBezTo>
                    <a:pt x="2101" y="939"/>
                    <a:pt x="2106" y="944"/>
                    <a:pt x="2112" y="950"/>
                  </a:cubicBezTo>
                  <a:lnTo>
                    <a:pt x="2112" y="950"/>
                  </a:lnTo>
                  <a:cubicBezTo>
                    <a:pt x="2115" y="952"/>
                    <a:pt x="2117" y="954"/>
                    <a:pt x="2119" y="957"/>
                  </a:cubicBezTo>
                  <a:cubicBezTo>
                    <a:pt x="2132" y="968"/>
                    <a:pt x="2143" y="981"/>
                    <a:pt x="2155" y="993"/>
                  </a:cubicBezTo>
                  <a:cubicBezTo>
                    <a:pt x="2179" y="1017"/>
                    <a:pt x="2203" y="1042"/>
                    <a:pt x="2226" y="1066"/>
                  </a:cubicBezTo>
                  <a:cubicBezTo>
                    <a:pt x="2254" y="1094"/>
                    <a:pt x="2278" y="1125"/>
                    <a:pt x="2310" y="1149"/>
                  </a:cubicBezTo>
                  <a:cubicBezTo>
                    <a:pt x="2324" y="1160"/>
                    <a:pt x="2336" y="1170"/>
                    <a:pt x="2349" y="1181"/>
                  </a:cubicBezTo>
                  <a:cubicBezTo>
                    <a:pt x="2362" y="1192"/>
                    <a:pt x="2379" y="1201"/>
                    <a:pt x="2397" y="1203"/>
                  </a:cubicBezTo>
                  <a:cubicBezTo>
                    <a:pt x="2398" y="1203"/>
                    <a:pt x="2400" y="1203"/>
                    <a:pt x="2402" y="1203"/>
                  </a:cubicBezTo>
                  <a:lnTo>
                    <a:pt x="2402" y="1203"/>
                  </a:lnTo>
                  <a:cubicBezTo>
                    <a:pt x="2405" y="1205"/>
                    <a:pt x="2408" y="1208"/>
                    <a:pt x="2411" y="1210"/>
                  </a:cubicBezTo>
                  <a:cubicBezTo>
                    <a:pt x="2418" y="1217"/>
                    <a:pt x="2426" y="1220"/>
                    <a:pt x="2434" y="1220"/>
                  </a:cubicBezTo>
                  <a:cubicBezTo>
                    <a:pt x="2462" y="1220"/>
                    <a:pt x="2489" y="1187"/>
                    <a:pt x="2474" y="1159"/>
                  </a:cubicBezTo>
                  <a:cubicBezTo>
                    <a:pt x="2473" y="1155"/>
                    <a:pt x="2472" y="1152"/>
                    <a:pt x="2470" y="1149"/>
                  </a:cubicBezTo>
                  <a:lnTo>
                    <a:pt x="2470" y="1149"/>
                  </a:lnTo>
                  <a:cubicBezTo>
                    <a:pt x="2472" y="1140"/>
                    <a:pt x="2472" y="1132"/>
                    <a:pt x="2470" y="1122"/>
                  </a:cubicBezTo>
                  <a:cubicBezTo>
                    <a:pt x="2469" y="1108"/>
                    <a:pt x="2461" y="1094"/>
                    <a:pt x="2454" y="1081"/>
                  </a:cubicBezTo>
                  <a:cubicBezTo>
                    <a:pt x="2442" y="1057"/>
                    <a:pt x="2431" y="1031"/>
                    <a:pt x="2414" y="1009"/>
                  </a:cubicBezTo>
                  <a:cubicBezTo>
                    <a:pt x="2388" y="973"/>
                    <a:pt x="2359" y="939"/>
                    <a:pt x="2330" y="906"/>
                  </a:cubicBezTo>
                  <a:cubicBezTo>
                    <a:pt x="2266" y="837"/>
                    <a:pt x="2198" y="771"/>
                    <a:pt x="2127" y="709"/>
                  </a:cubicBezTo>
                  <a:cubicBezTo>
                    <a:pt x="1996" y="592"/>
                    <a:pt x="1852" y="488"/>
                    <a:pt x="1699" y="398"/>
                  </a:cubicBezTo>
                  <a:cubicBezTo>
                    <a:pt x="1541" y="304"/>
                    <a:pt x="1375" y="225"/>
                    <a:pt x="1204" y="161"/>
                  </a:cubicBezTo>
                  <a:cubicBezTo>
                    <a:pt x="1030" y="99"/>
                    <a:pt x="850" y="54"/>
                    <a:pt x="669" y="28"/>
                  </a:cubicBezTo>
                  <a:cubicBezTo>
                    <a:pt x="581" y="15"/>
                    <a:pt x="493" y="7"/>
                    <a:pt x="406" y="2"/>
                  </a:cubicBezTo>
                  <a:cubicBezTo>
                    <a:pt x="362" y="1"/>
                    <a:pt x="318" y="0"/>
                    <a:pt x="27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273;p40"/>
            <p:cNvSpPr/>
            <p:nvPr/>
          </p:nvSpPr>
          <p:spPr>
            <a:xfrm>
              <a:off x="3185640" y="1648440"/>
              <a:ext cx="81720" cy="12456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726" h="1127">
                  <a:moveTo>
                    <a:pt x="37" y="0"/>
                  </a:moveTo>
                  <a:cubicBezTo>
                    <a:pt x="23" y="0"/>
                    <a:pt x="1" y="19"/>
                    <a:pt x="11" y="38"/>
                  </a:cubicBezTo>
                  <a:cubicBezTo>
                    <a:pt x="15" y="44"/>
                    <a:pt x="19" y="50"/>
                    <a:pt x="23" y="57"/>
                  </a:cubicBezTo>
                  <a:lnTo>
                    <a:pt x="23" y="57"/>
                  </a:lnTo>
                  <a:cubicBezTo>
                    <a:pt x="24" y="83"/>
                    <a:pt x="40" y="100"/>
                    <a:pt x="58" y="119"/>
                  </a:cubicBezTo>
                  <a:cubicBezTo>
                    <a:pt x="71" y="134"/>
                    <a:pt x="87" y="149"/>
                    <a:pt x="100" y="165"/>
                  </a:cubicBezTo>
                  <a:cubicBezTo>
                    <a:pt x="126" y="196"/>
                    <a:pt x="155" y="225"/>
                    <a:pt x="181" y="254"/>
                  </a:cubicBezTo>
                  <a:cubicBezTo>
                    <a:pt x="236" y="315"/>
                    <a:pt x="287" y="380"/>
                    <a:pt x="334" y="446"/>
                  </a:cubicBezTo>
                  <a:cubicBezTo>
                    <a:pt x="345" y="462"/>
                    <a:pt x="355" y="477"/>
                    <a:pt x="364" y="492"/>
                  </a:cubicBezTo>
                  <a:cubicBezTo>
                    <a:pt x="369" y="501"/>
                    <a:pt x="377" y="510"/>
                    <a:pt x="382" y="519"/>
                  </a:cubicBezTo>
                  <a:cubicBezTo>
                    <a:pt x="383" y="521"/>
                    <a:pt x="384" y="524"/>
                    <a:pt x="385" y="526"/>
                  </a:cubicBezTo>
                  <a:lnTo>
                    <a:pt x="385" y="526"/>
                  </a:lnTo>
                  <a:cubicBezTo>
                    <a:pt x="385" y="525"/>
                    <a:pt x="385" y="525"/>
                    <a:pt x="385" y="525"/>
                  </a:cubicBezTo>
                  <a:lnTo>
                    <a:pt x="385" y="525"/>
                  </a:lnTo>
                  <a:cubicBezTo>
                    <a:pt x="384" y="525"/>
                    <a:pt x="392" y="537"/>
                    <a:pt x="393" y="539"/>
                  </a:cubicBezTo>
                  <a:cubicBezTo>
                    <a:pt x="413" y="573"/>
                    <a:pt x="434" y="609"/>
                    <a:pt x="451" y="644"/>
                  </a:cubicBezTo>
                  <a:cubicBezTo>
                    <a:pt x="489" y="716"/>
                    <a:pt x="526" y="789"/>
                    <a:pt x="556" y="863"/>
                  </a:cubicBezTo>
                  <a:lnTo>
                    <a:pt x="581" y="924"/>
                  </a:lnTo>
                  <a:cubicBezTo>
                    <a:pt x="584" y="937"/>
                    <a:pt x="589" y="949"/>
                    <a:pt x="594" y="960"/>
                  </a:cubicBezTo>
                  <a:cubicBezTo>
                    <a:pt x="597" y="966"/>
                    <a:pt x="603" y="971"/>
                    <a:pt x="605" y="977"/>
                  </a:cubicBezTo>
                  <a:cubicBezTo>
                    <a:pt x="605" y="976"/>
                    <a:pt x="604" y="975"/>
                    <a:pt x="604" y="975"/>
                  </a:cubicBezTo>
                  <a:lnTo>
                    <a:pt x="604" y="975"/>
                  </a:lnTo>
                  <a:cubicBezTo>
                    <a:pt x="604" y="975"/>
                    <a:pt x="610" y="988"/>
                    <a:pt x="610" y="989"/>
                  </a:cubicBezTo>
                  <a:cubicBezTo>
                    <a:pt x="617" y="1010"/>
                    <a:pt x="626" y="1031"/>
                    <a:pt x="633" y="1049"/>
                  </a:cubicBezTo>
                  <a:cubicBezTo>
                    <a:pt x="641" y="1072"/>
                    <a:pt x="647" y="1098"/>
                    <a:pt x="663" y="1115"/>
                  </a:cubicBezTo>
                  <a:cubicBezTo>
                    <a:pt x="671" y="1123"/>
                    <a:pt x="681" y="1127"/>
                    <a:pt x="691" y="1127"/>
                  </a:cubicBezTo>
                  <a:cubicBezTo>
                    <a:pt x="702" y="1127"/>
                    <a:pt x="713" y="1121"/>
                    <a:pt x="718" y="1108"/>
                  </a:cubicBezTo>
                  <a:cubicBezTo>
                    <a:pt x="726" y="1083"/>
                    <a:pt x="722" y="1063"/>
                    <a:pt x="718" y="1040"/>
                  </a:cubicBezTo>
                  <a:cubicBezTo>
                    <a:pt x="715" y="1018"/>
                    <a:pt x="712" y="996"/>
                    <a:pt x="707" y="976"/>
                  </a:cubicBezTo>
                  <a:cubicBezTo>
                    <a:pt x="706" y="967"/>
                    <a:pt x="704" y="957"/>
                    <a:pt x="702" y="948"/>
                  </a:cubicBezTo>
                  <a:cubicBezTo>
                    <a:pt x="701" y="947"/>
                    <a:pt x="701" y="945"/>
                    <a:pt x="701" y="944"/>
                  </a:cubicBezTo>
                  <a:lnTo>
                    <a:pt x="701" y="944"/>
                  </a:lnTo>
                  <a:cubicBezTo>
                    <a:pt x="701" y="944"/>
                    <a:pt x="701" y="942"/>
                    <a:pt x="701" y="941"/>
                  </a:cubicBezTo>
                  <a:cubicBezTo>
                    <a:pt x="701" y="930"/>
                    <a:pt x="701" y="924"/>
                    <a:pt x="697" y="915"/>
                  </a:cubicBezTo>
                  <a:lnTo>
                    <a:pt x="677" y="845"/>
                  </a:lnTo>
                  <a:cubicBezTo>
                    <a:pt x="652" y="765"/>
                    <a:pt x="622" y="686"/>
                    <a:pt x="583" y="611"/>
                  </a:cubicBezTo>
                  <a:cubicBezTo>
                    <a:pt x="505" y="462"/>
                    <a:pt x="410" y="320"/>
                    <a:pt x="297" y="194"/>
                  </a:cubicBezTo>
                  <a:cubicBezTo>
                    <a:pt x="264" y="157"/>
                    <a:pt x="231" y="120"/>
                    <a:pt x="192" y="88"/>
                  </a:cubicBezTo>
                  <a:cubicBezTo>
                    <a:pt x="175" y="73"/>
                    <a:pt x="155" y="58"/>
                    <a:pt x="137" y="45"/>
                  </a:cubicBezTo>
                  <a:cubicBezTo>
                    <a:pt x="114" y="27"/>
                    <a:pt x="94" y="8"/>
                    <a:pt x="66" y="8"/>
                  </a:cubicBezTo>
                  <a:cubicBezTo>
                    <a:pt x="65" y="8"/>
                    <a:pt x="63" y="8"/>
                    <a:pt x="61" y="8"/>
                  </a:cubicBezTo>
                  <a:lnTo>
                    <a:pt x="61" y="8"/>
                  </a:lnTo>
                  <a:cubicBezTo>
                    <a:pt x="54" y="6"/>
                    <a:pt x="47" y="4"/>
                    <a:pt x="40" y="1"/>
                  </a:cubicBezTo>
                  <a:cubicBezTo>
                    <a:pt x="39" y="1"/>
                    <a:pt x="38" y="0"/>
                    <a:pt x="3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274;p40"/>
            <p:cNvSpPr/>
            <p:nvPr/>
          </p:nvSpPr>
          <p:spPr>
            <a:xfrm>
              <a:off x="3174120" y="1760400"/>
              <a:ext cx="65160" cy="32760"/>
            </a:xfrm>
            <a:custGeom>
              <a:avLst/>
              <a:gdLst>
                <a:gd name="textAreaLeft" fmla="*/ 0 w 65160"/>
                <a:gd name="textAreaRight" fmla="*/ 65520 w 651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578" h="297">
                  <a:moveTo>
                    <a:pt x="36" y="1"/>
                  </a:moveTo>
                  <a:cubicBezTo>
                    <a:pt x="9" y="1"/>
                    <a:pt x="0" y="39"/>
                    <a:pt x="19" y="54"/>
                  </a:cubicBezTo>
                  <a:cubicBezTo>
                    <a:pt x="35" y="68"/>
                    <a:pt x="51" y="83"/>
                    <a:pt x="68" y="95"/>
                  </a:cubicBezTo>
                  <a:cubicBezTo>
                    <a:pt x="87" y="107"/>
                    <a:pt x="103" y="119"/>
                    <a:pt x="121" y="133"/>
                  </a:cubicBezTo>
                  <a:cubicBezTo>
                    <a:pt x="159" y="160"/>
                    <a:pt x="200" y="184"/>
                    <a:pt x="243" y="205"/>
                  </a:cubicBezTo>
                  <a:cubicBezTo>
                    <a:pt x="281" y="223"/>
                    <a:pt x="320" y="245"/>
                    <a:pt x="361" y="259"/>
                  </a:cubicBezTo>
                  <a:lnTo>
                    <a:pt x="423" y="279"/>
                  </a:lnTo>
                  <a:cubicBezTo>
                    <a:pt x="441" y="285"/>
                    <a:pt x="460" y="293"/>
                    <a:pt x="479" y="293"/>
                  </a:cubicBezTo>
                  <a:cubicBezTo>
                    <a:pt x="484" y="293"/>
                    <a:pt x="488" y="293"/>
                    <a:pt x="493" y="292"/>
                  </a:cubicBezTo>
                  <a:lnTo>
                    <a:pt x="493" y="292"/>
                  </a:lnTo>
                  <a:cubicBezTo>
                    <a:pt x="506" y="294"/>
                    <a:pt x="519" y="297"/>
                    <a:pt x="532" y="297"/>
                  </a:cubicBezTo>
                  <a:cubicBezTo>
                    <a:pt x="539" y="297"/>
                    <a:pt x="546" y="296"/>
                    <a:pt x="554" y="294"/>
                  </a:cubicBezTo>
                  <a:cubicBezTo>
                    <a:pt x="567" y="292"/>
                    <a:pt x="578" y="276"/>
                    <a:pt x="571" y="261"/>
                  </a:cubicBezTo>
                  <a:cubicBezTo>
                    <a:pt x="560" y="241"/>
                    <a:pt x="544" y="227"/>
                    <a:pt x="528" y="213"/>
                  </a:cubicBezTo>
                  <a:lnTo>
                    <a:pt x="528" y="213"/>
                  </a:lnTo>
                  <a:cubicBezTo>
                    <a:pt x="517" y="195"/>
                    <a:pt x="500" y="185"/>
                    <a:pt x="480" y="172"/>
                  </a:cubicBezTo>
                  <a:cubicBezTo>
                    <a:pt x="462" y="161"/>
                    <a:pt x="445" y="150"/>
                    <a:pt x="425" y="139"/>
                  </a:cubicBezTo>
                  <a:cubicBezTo>
                    <a:pt x="385" y="114"/>
                    <a:pt x="341" y="96"/>
                    <a:pt x="297" y="76"/>
                  </a:cubicBezTo>
                  <a:cubicBezTo>
                    <a:pt x="256" y="57"/>
                    <a:pt x="216" y="43"/>
                    <a:pt x="176" y="32"/>
                  </a:cubicBezTo>
                  <a:cubicBezTo>
                    <a:pt x="154" y="26"/>
                    <a:pt x="132" y="20"/>
                    <a:pt x="110" y="14"/>
                  </a:cubicBezTo>
                  <a:cubicBezTo>
                    <a:pt x="87" y="9"/>
                    <a:pt x="65" y="6"/>
                    <a:pt x="41" y="1"/>
                  </a:cubicBezTo>
                  <a:cubicBezTo>
                    <a:pt x="39" y="1"/>
                    <a:pt x="38" y="1"/>
                    <a:pt x="3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560" bIns="16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275;p40"/>
            <p:cNvSpPr/>
            <p:nvPr/>
          </p:nvSpPr>
          <p:spPr>
            <a:xfrm>
              <a:off x="2916000" y="1541880"/>
              <a:ext cx="234720" cy="124560"/>
            </a:xfrm>
            <a:custGeom>
              <a:avLst/>
              <a:gdLst>
                <a:gd name="textAreaLeft" fmla="*/ 0 w 234720"/>
                <a:gd name="textAreaRight" fmla="*/ 235080 w 23472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2074" h="1127">
                  <a:moveTo>
                    <a:pt x="1104" y="537"/>
                  </a:moveTo>
                  <a:cubicBezTo>
                    <a:pt x="1104" y="537"/>
                    <a:pt x="1105" y="537"/>
                    <a:pt x="1106" y="538"/>
                  </a:cubicBezTo>
                  <a:lnTo>
                    <a:pt x="1106" y="538"/>
                  </a:lnTo>
                  <a:cubicBezTo>
                    <a:pt x="1105" y="537"/>
                    <a:pt x="1104" y="537"/>
                    <a:pt x="1104" y="537"/>
                  </a:cubicBezTo>
                  <a:close/>
                  <a:moveTo>
                    <a:pt x="86" y="1"/>
                  </a:moveTo>
                  <a:cubicBezTo>
                    <a:pt x="64" y="1"/>
                    <a:pt x="43" y="5"/>
                    <a:pt x="21" y="7"/>
                  </a:cubicBezTo>
                  <a:cubicBezTo>
                    <a:pt x="6" y="15"/>
                    <a:pt x="0" y="37"/>
                    <a:pt x="14" y="46"/>
                  </a:cubicBezTo>
                  <a:cubicBezTo>
                    <a:pt x="44" y="70"/>
                    <a:pt x="76" y="91"/>
                    <a:pt x="111" y="106"/>
                  </a:cubicBezTo>
                  <a:cubicBezTo>
                    <a:pt x="146" y="122"/>
                    <a:pt x="179" y="136"/>
                    <a:pt x="213" y="149"/>
                  </a:cubicBezTo>
                  <a:cubicBezTo>
                    <a:pt x="282" y="179"/>
                    <a:pt x="354" y="202"/>
                    <a:pt x="423" y="228"/>
                  </a:cubicBezTo>
                  <a:cubicBezTo>
                    <a:pt x="561" y="280"/>
                    <a:pt x="699" y="338"/>
                    <a:pt x="834" y="399"/>
                  </a:cubicBezTo>
                  <a:cubicBezTo>
                    <a:pt x="901" y="430"/>
                    <a:pt x="969" y="464"/>
                    <a:pt x="1035" y="499"/>
                  </a:cubicBezTo>
                  <a:cubicBezTo>
                    <a:pt x="1049" y="508"/>
                    <a:pt x="1065" y="516"/>
                    <a:pt x="1081" y="524"/>
                  </a:cubicBezTo>
                  <a:cubicBezTo>
                    <a:pt x="1090" y="528"/>
                    <a:pt x="1096" y="532"/>
                    <a:pt x="1104" y="537"/>
                  </a:cubicBezTo>
                  <a:cubicBezTo>
                    <a:pt x="1104" y="537"/>
                    <a:pt x="1104" y="537"/>
                    <a:pt x="1104" y="537"/>
                  </a:cubicBezTo>
                  <a:lnTo>
                    <a:pt x="1104" y="537"/>
                  </a:lnTo>
                  <a:cubicBezTo>
                    <a:pt x="1109" y="541"/>
                    <a:pt x="1111" y="542"/>
                    <a:pt x="1111" y="542"/>
                  </a:cubicBezTo>
                  <a:cubicBezTo>
                    <a:pt x="1112" y="542"/>
                    <a:pt x="1109" y="539"/>
                    <a:pt x="1106" y="538"/>
                  </a:cubicBezTo>
                  <a:lnTo>
                    <a:pt x="1106" y="538"/>
                  </a:lnTo>
                  <a:cubicBezTo>
                    <a:pt x="1110" y="540"/>
                    <a:pt x="1115" y="543"/>
                    <a:pt x="1119" y="544"/>
                  </a:cubicBezTo>
                  <a:cubicBezTo>
                    <a:pt x="1151" y="562"/>
                    <a:pt x="1184" y="581"/>
                    <a:pt x="1216" y="599"/>
                  </a:cubicBezTo>
                  <a:cubicBezTo>
                    <a:pt x="1344" y="675"/>
                    <a:pt x="1470" y="759"/>
                    <a:pt x="1592" y="841"/>
                  </a:cubicBezTo>
                  <a:cubicBezTo>
                    <a:pt x="1662" y="888"/>
                    <a:pt x="1729" y="934"/>
                    <a:pt x="1795" y="984"/>
                  </a:cubicBezTo>
                  <a:cubicBezTo>
                    <a:pt x="1814" y="999"/>
                    <a:pt x="1833" y="1011"/>
                    <a:pt x="1855" y="1022"/>
                  </a:cubicBezTo>
                  <a:cubicBezTo>
                    <a:pt x="1856" y="1022"/>
                    <a:pt x="1856" y="1023"/>
                    <a:pt x="1857" y="1023"/>
                  </a:cubicBezTo>
                  <a:lnTo>
                    <a:pt x="1857" y="1023"/>
                  </a:lnTo>
                  <a:cubicBezTo>
                    <a:pt x="1858" y="1024"/>
                    <a:pt x="1859" y="1025"/>
                    <a:pt x="1860" y="1027"/>
                  </a:cubicBezTo>
                  <a:cubicBezTo>
                    <a:pt x="1865" y="1031"/>
                    <a:pt x="1870" y="1033"/>
                    <a:pt x="1875" y="1036"/>
                  </a:cubicBezTo>
                  <a:cubicBezTo>
                    <a:pt x="1882" y="1042"/>
                    <a:pt x="1889" y="1047"/>
                    <a:pt x="1898" y="1053"/>
                  </a:cubicBezTo>
                  <a:cubicBezTo>
                    <a:pt x="1915" y="1065"/>
                    <a:pt x="1932" y="1077"/>
                    <a:pt x="1949" y="1091"/>
                  </a:cubicBezTo>
                  <a:cubicBezTo>
                    <a:pt x="1968" y="1104"/>
                    <a:pt x="1990" y="1114"/>
                    <a:pt x="2010" y="1124"/>
                  </a:cubicBezTo>
                  <a:cubicBezTo>
                    <a:pt x="2014" y="1126"/>
                    <a:pt x="2018" y="1127"/>
                    <a:pt x="2023" y="1127"/>
                  </a:cubicBezTo>
                  <a:cubicBezTo>
                    <a:pt x="2049" y="1127"/>
                    <a:pt x="2073" y="1098"/>
                    <a:pt x="2058" y="1073"/>
                  </a:cubicBezTo>
                  <a:cubicBezTo>
                    <a:pt x="2048" y="1056"/>
                    <a:pt x="2039" y="1039"/>
                    <a:pt x="2026" y="1023"/>
                  </a:cubicBezTo>
                  <a:cubicBezTo>
                    <a:pt x="2013" y="1009"/>
                    <a:pt x="1998" y="995"/>
                    <a:pt x="1985" y="981"/>
                  </a:cubicBezTo>
                  <a:lnTo>
                    <a:pt x="1947" y="944"/>
                  </a:lnTo>
                  <a:cubicBezTo>
                    <a:pt x="1931" y="928"/>
                    <a:pt x="1919" y="910"/>
                    <a:pt x="1900" y="895"/>
                  </a:cubicBezTo>
                  <a:cubicBezTo>
                    <a:pt x="1844" y="844"/>
                    <a:pt x="1785" y="796"/>
                    <a:pt x="1724" y="749"/>
                  </a:cubicBezTo>
                  <a:cubicBezTo>
                    <a:pt x="1667" y="704"/>
                    <a:pt x="1608" y="659"/>
                    <a:pt x="1546" y="617"/>
                  </a:cubicBezTo>
                  <a:cubicBezTo>
                    <a:pt x="1483" y="575"/>
                    <a:pt x="1419" y="535"/>
                    <a:pt x="1354" y="496"/>
                  </a:cubicBezTo>
                  <a:cubicBezTo>
                    <a:pt x="1092" y="340"/>
                    <a:pt x="815" y="204"/>
                    <a:pt x="526" y="104"/>
                  </a:cubicBezTo>
                  <a:cubicBezTo>
                    <a:pt x="444" y="75"/>
                    <a:pt x="360" y="45"/>
                    <a:pt x="274" y="27"/>
                  </a:cubicBezTo>
                  <a:cubicBezTo>
                    <a:pt x="233" y="18"/>
                    <a:pt x="191" y="11"/>
                    <a:pt x="148" y="5"/>
                  </a:cubicBezTo>
                  <a:cubicBezTo>
                    <a:pt x="126" y="2"/>
                    <a:pt x="108" y="1"/>
                    <a:pt x="86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280" bIns="62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276;p40"/>
            <p:cNvSpPr/>
            <p:nvPr/>
          </p:nvSpPr>
          <p:spPr>
            <a:xfrm>
              <a:off x="2194200" y="1585440"/>
              <a:ext cx="415800" cy="83160"/>
            </a:xfrm>
            <a:custGeom>
              <a:avLst/>
              <a:gdLst>
                <a:gd name="textAreaLeft" fmla="*/ 0 w 415800"/>
                <a:gd name="textAreaRight" fmla="*/ 416160 w 4158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3673" h="754">
                  <a:moveTo>
                    <a:pt x="1467" y="1"/>
                  </a:moveTo>
                  <a:cubicBezTo>
                    <a:pt x="1269" y="1"/>
                    <a:pt x="1071" y="12"/>
                    <a:pt x="874" y="31"/>
                  </a:cubicBezTo>
                  <a:cubicBezTo>
                    <a:pt x="742" y="43"/>
                    <a:pt x="610" y="59"/>
                    <a:pt x="478" y="77"/>
                  </a:cubicBezTo>
                  <a:cubicBezTo>
                    <a:pt x="413" y="87"/>
                    <a:pt x="348" y="101"/>
                    <a:pt x="284" y="113"/>
                  </a:cubicBezTo>
                  <a:cubicBezTo>
                    <a:pt x="251" y="119"/>
                    <a:pt x="219" y="126"/>
                    <a:pt x="186" y="134"/>
                  </a:cubicBezTo>
                  <a:cubicBezTo>
                    <a:pt x="169" y="137"/>
                    <a:pt x="149" y="140"/>
                    <a:pt x="133" y="147"/>
                  </a:cubicBezTo>
                  <a:cubicBezTo>
                    <a:pt x="117" y="152"/>
                    <a:pt x="103" y="159"/>
                    <a:pt x="87" y="163"/>
                  </a:cubicBezTo>
                  <a:cubicBezTo>
                    <a:pt x="72" y="169"/>
                    <a:pt x="57" y="173"/>
                    <a:pt x="42" y="179"/>
                  </a:cubicBezTo>
                  <a:cubicBezTo>
                    <a:pt x="27" y="184"/>
                    <a:pt x="17" y="196"/>
                    <a:pt x="5" y="207"/>
                  </a:cubicBezTo>
                  <a:cubicBezTo>
                    <a:pt x="1" y="213"/>
                    <a:pt x="3" y="223"/>
                    <a:pt x="10" y="226"/>
                  </a:cubicBezTo>
                  <a:cubicBezTo>
                    <a:pt x="22" y="230"/>
                    <a:pt x="36" y="239"/>
                    <a:pt x="49" y="240"/>
                  </a:cubicBezTo>
                  <a:cubicBezTo>
                    <a:pt x="66" y="240"/>
                    <a:pt x="83" y="239"/>
                    <a:pt x="100" y="239"/>
                  </a:cubicBezTo>
                  <a:cubicBezTo>
                    <a:pt x="115" y="239"/>
                    <a:pt x="130" y="239"/>
                    <a:pt x="143" y="240"/>
                  </a:cubicBezTo>
                  <a:cubicBezTo>
                    <a:pt x="149" y="241"/>
                    <a:pt x="153" y="241"/>
                    <a:pt x="158" y="241"/>
                  </a:cubicBezTo>
                  <a:cubicBezTo>
                    <a:pt x="174" y="241"/>
                    <a:pt x="189" y="239"/>
                    <a:pt x="203" y="238"/>
                  </a:cubicBezTo>
                  <a:cubicBezTo>
                    <a:pt x="268" y="230"/>
                    <a:pt x="333" y="224"/>
                    <a:pt x="398" y="217"/>
                  </a:cubicBezTo>
                  <a:cubicBezTo>
                    <a:pt x="528" y="205"/>
                    <a:pt x="659" y="186"/>
                    <a:pt x="790" y="174"/>
                  </a:cubicBezTo>
                  <a:cubicBezTo>
                    <a:pt x="921" y="162"/>
                    <a:pt x="1053" y="154"/>
                    <a:pt x="1183" y="148"/>
                  </a:cubicBezTo>
                  <a:cubicBezTo>
                    <a:pt x="1198" y="148"/>
                    <a:pt x="1213" y="147"/>
                    <a:pt x="1230" y="147"/>
                  </a:cubicBezTo>
                  <a:lnTo>
                    <a:pt x="1271" y="147"/>
                  </a:lnTo>
                  <a:cubicBezTo>
                    <a:pt x="1304" y="147"/>
                    <a:pt x="1337" y="146"/>
                    <a:pt x="1370" y="146"/>
                  </a:cubicBezTo>
                  <a:cubicBezTo>
                    <a:pt x="1434" y="146"/>
                    <a:pt x="1500" y="146"/>
                    <a:pt x="1565" y="147"/>
                  </a:cubicBezTo>
                  <a:cubicBezTo>
                    <a:pt x="1806" y="152"/>
                    <a:pt x="2049" y="175"/>
                    <a:pt x="2287" y="223"/>
                  </a:cubicBezTo>
                  <a:cubicBezTo>
                    <a:pt x="2343" y="234"/>
                    <a:pt x="2400" y="246"/>
                    <a:pt x="2457" y="260"/>
                  </a:cubicBezTo>
                  <a:cubicBezTo>
                    <a:pt x="2457" y="260"/>
                    <a:pt x="2458" y="260"/>
                    <a:pt x="2458" y="260"/>
                  </a:cubicBezTo>
                  <a:lnTo>
                    <a:pt x="2458" y="260"/>
                  </a:lnTo>
                  <a:cubicBezTo>
                    <a:pt x="2458" y="260"/>
                    <a:pt x="2459" y="261"/>
                    <a:pt x="2461" y="261"/>
                  </a:cubicBezTo>
                  <a:cubicBezTo>
                    <a:pt x="2468" y="262"/>
                    <a:pt x="2475" y="266"/>
                    <a:pt x="2482" y="267"/>
                  </a:cubicBezTo>
                  <a:cubicBezTo>
                    <a:pt x="2497" y="271"/>
                    <a:pt x="2512" y="275"/>
                    <a:pt x="2527" y="278"/>
                  </a:cubicBezTo>
                  <a:cubicBezTo>
                    <a:pt x="2554" y="284"/>
                    <a:pt x="2580" y="293"/>
                    <a:pt x="2608" y="300"/>
                  </a:cubicBezTo>
                  <a:cubicBezTo>
                    <a:pt x="2718" y="331"/>
                    <a:pt x="2826" y="368"/>
                    <a:pt x="2932" y="413"/>
                  </a:cubicBezTo>
                  <a:cubicBezTo>
                    <a:pt x="3037" y="454"/>
                    <a:pt x="3140" y="505"/>
                    <a:pt x="3243" y="555"/>
                  </a:cubicBezTo>
                  <a:cubicBezTo>
                    <a:pt x="3268" y="568"/>
                    <a:pt x="3293" y="581"/>
                    <a:pt x="3319" y="595"/>
                  </a:cubicBezTo>
                  <a:cubicBezTo>
                    <a:pt x="3330" y="602"/>
                    <a:pt x="3342" y="608"/>
                    <a:pt x="3355" y="614"/>
                  </a:cubicBezTo>
                  <a:cubicBezTo>
                    <a:pt x="3369" y="620"/>
                    <a:pt x="3383" y="624"/>
                    <a:pt x="3397" y="630"/>
                  </a:cubicBezTo>
                  <a:cubicBezTo>
                    <a:pt x="3447" y="656"/>
                    <a:pt x="3492" y="680"/>
                    <a:pt x="3538" y="707"/>
                  </a:cubicBezTo>
                  <a:cubicBezTo>
                    <a:pt x="3564" y="722"/>
                    <a:pt x="3591" y="737"/>
                    <a:pt x="3617" y="750"/>
                  </a:cubicBezTo>
                  <a:cubicBezTo>
                    <a:pt x="3621" y="752"/>
                    <a:pt x="3625" y="753"/>
                    <a:pt x="3629" y="753"/>
                  </a:cubicBezTo>
                  <a:cubicBezTo>
                    <a:pt x="3653" y="753"/>
                    <a:pt x="3672" y="718"/>
                    <a:pt x="3653" y="699"/>
                  </a:cubicBezTo>
                  <a:cubicBezTo>
                    <a:pt x="3613" y="656"/>
                    <a:pt x="3569" y="618"/>
                    <a:pt x="3524" y="581"/>
                  </a:cubicBezTo>
                  <a:cubicBezTo>
                    <a:pt x="3502" y="563"/>
                    <a:pt x="3480" y="542"/>
                    <a:pt x="3456" y="528"/>
                  </a:cubicBezTo>
                  <a:cubicBezTo>
                    <a:pt x="3455" y="528"/>
                    <a:pt x="3451" y="525"/>
                    <a:pt x="3451" y="525"/>
                  </a:cubicBezTo>
                  <a:lnTo>
                    <a:pt x="3451" y="525"/>
                  </a:lnTo>
                  <a:cubicBezTo>
                    <a:pt x="3451" y="525"/>
                    <a:pt x="3451" y="525"/>
                    <a:pt x="3453" y="528"/>
                  </a:cubicBezTo>
                  <a:cubicBezTo>
                    <a:pt x="3448" y="524"/>
                    <a:pt x="3444" y="519"/>
                    <a:pt x="3439" y="514"/>
                  </a:cubicBezTo>
                  <a:cubicBezTo>
                    <a:pt x="3434" y="508"/>
                    <a:pt x="3428" y="504"/>
                    <a:pt x="3423" y="501"/>
                  </a:cubicBezTo>
                  <a:cubicBezTo>
                    <a:pt x="3412" y="491"/>
                    <a:pt x="3400" y="483"/>
                    <a:pt x="3387" y="476"/>
                  </a:cubicBezTo>
                  <a:cubicBezTo>
                    <a:pt x="3285" y="412"/>
                    <a:pt x="3181" y="359"/>
                    <a:pt x="3071" y="311"/>
                  </a:cubicBezTo>
                  <a:cubicBezTo>
                    <a:pt x="2855" y="216"/>
                    <a:pt x="2626" y="146"/>
                    <a:pt x="2396" y="96"/>
                  </a:cubicBezTo>
                  <a:cubicBezTo>
                    <a:pt x="2162" y="46"/>
                    <a:pt x="1923" y="16"/>
                    <a:pt x="1682" y="5"/>
                  </a:cubicBezTo>
                  <a:cubicBezTo>
                    <a:pt x="1610" y="2"/>
                    <a:pt x="1539" y="1"/>
                    <a:pt x="146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760" bIns="41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277;p40"/>
            <p:cNvSpPr/>
            <p:nvPr/>
          </p:nvSpPr>
          <p:spPr>
            <a:xfrm>
              <a:off x="2342880" y="1524600"/>
              <a:ext cx="163080" cy="102600"/>
            </a:xfrm>
            <a:custGeom>
              <a:avLst/>
              <a:gdLst>
                <a:gd name="textAreaLeft" fmla="*/ 0 w 163080"/>
                <a:gd name="textAreaRight" fmla="*/ 163440 w 16308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444" h="929">
                  <a:moveTo>
                    <a:pt x="73" y="1"/>
                  </a:moveTo>
                  <a:cubicBezTo>
                    <a:pt x="59" y="1"/>
                    <a:pt x="44" y="2"/>
                    <a:pt x="27" y="4"/>
                  </a:cubicBezTo>
                  <a:cubicBezTo>
                    <a:pt x="4" y="4"/>
                    <a:pt x="1" y="33"/>
                    <a:pt x="16" y="45"/>
                  </a:cubicBezTo>
                  <a:lnTo>
                    <a:pt x="45" y="69"/>
                  </a:lnTo>
                  <a:cubicBezTo>
                    <a:pt x="57" y="79"/>
                    <a:pt x="71" y="84"/>
                    <a:pt x="84" y="90"/>
                  </a:cubicBezTo>
                  <a:cubicBezTo>
                    <a:pt x="110" y="100"/>
                    <a:pt x="134" y="111"/>
                    <a:pt x="159" y="122"/>
                  </a:cubicBezTo>
                  <a:cubicBezTo>
                    <a:pt x="209" y="144"/>
                    <a:pt x="257" y="167"/>
                    <a:pt x="304" y="190"/>
                  </a:cubicBezTo>
                  <a:cubicBezTo>
                    <a:pt x="352" y="212"/>
                    <a:pt x="402" y="236"/>
                    <a:pt x="450" y="259"/>
                  </a:cubicBezTo>
                  <a:cubicBezTo>
                    <a:pt x="474" y="271"/>
                    <a:pt x="500" y="283"/>
                    <a:pt x="524" y="297"/>
                  </a:cubicBezTo>
                  <a:cubicBezTo>
                    <a:pt x="529" y="300"/>
                    <a:pt x="534" y="303"/>
                    <a:pt x="539" y="305"/>
                  </a:cubicBezTo>
                  <a:cubicBezTo>
                    <a:pt x="542" y="307"/>
                    <a:pt x="551" y="312"/>
                    <a:pt x="551" y="312"/>
                  </a:cubicBezTo>
                  <a:cubicBezTo>
                    <a:pt x="551" y="312"/>
                    <a:pt x="551" y="312"/>
                    <a:pt x="549" y="311"/>
                  </a:cubicBezTo>
                  <a:lnTo>
                    <a:pt x="549" y="311"/>
                  </a:lnTo>
                  <a:lnTo>
                    <a:pt x="586" y="332"/>
                  </a:lnTo>
                  <a:cubicBezTo>
                    <a:pt x="680" y="385"/>
                    <a:pt x="769" y="441"/>
                    <a:pt x="856" y="503"/>
                  </a:cubicBezTo>
                  <a:cubicBezTo>
                    <a:pt x="944" y="565"/>
                    <a:pt x="1027" y="632"/>
                    <a:pt x="1110" y="698"/>
                  </a:cubicBezTo>
                  <a:cubicBezTo>
                    <a:pt x="1157" y="736"/>
                    <a:pt x="1202" y="774"/>
                    <a:pt x="1248" y="814"/>
                  </a:cubicBezTo>
                  <a:cubicBezTo>
                    <a:pt x="1273" y="832"/>
                    <a:pt x="1297" y="849"/>
                    <a:pt x="1320" y="870"/>
                  </a:cubicBezTo>
                  <a:cubicBezTo>
                    <a:pt x="1344" y="891"/>
                    <a:pt x="1366" y="912"/>
                    <a:pt x="1395" y="926"/>
                  </a:cubicBezTo>
                  <a:cubicBezTo>
                    <a:pt x="1399" y="928"/>
                    <a:pt x="1403" y="929"/>
                    <a:pt x="1407" y="929"/>
                  </a:cubicBezTo>
                  <a:cubicBezTo>
                    <a:pt x="1428" y="929"/>
                    <a:pt x="1443" y="903"/>
                    <a:pt x="1435" y="884"/>
                  </a:cubicBezTo>
                  <a:cubicBezTo>
                    <a:pt x="1424" y="858"/>
                    <a:pt x="1404" y="836"/>
                    <a:pt x="1386" y="814"/>
                  </a:cubicBezTo>
                  <a:cubicBezTo>
                    <a:pt x="1369" y="793"/>
                    <a:pt x="1355" y="771"/>
                    <a:pt x="1336" y="752"/>
                  </a:cubicBezTo>
                  <a:cubicBezTo>
                    <a:pt x="1298" y="709"/>
                    <a:pt x="1256" y="671"/>
                    <a:pt x="1214" y="631"/>
                  </a:cubicBezTo>
                  <a:cubicBezTo>
                    <a:pt x="1135" y="557"/>
                    <a:pt x="1049" y="490"/>
                    <a:pt x="960" y="428"/>
                  </a:cubicBezTo>
                  <a:cubicBezTo>
                    <a:pt x="778" y="302"/>
                    <a:pt x="584" y="192"/>
                    <a:pt x="383" y="104"/>
                  </a:cubicBezTo>
                  <a:cubicBezTo>
                    <a:pt x="328" y="79"/>
                    <a:pt x="270" y="60"/>
                    <a:pt x="214" y="41"/>
                  </a:cubicBezTo>
                  <a:cubicBezTo>
                    <a:pt x="185" y="31"/>
                    <a:pt x="156" y="22"/>
                    <a:pt x="126" y="13"/>
                  </a:cubicBezTo>
                  <a:cubicBezTo>
                    <a:pt x="110" y="8"/>
                    <a:pt x="92" y="1"/>
                    <a:pt x="73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278;p40"/>
            <p:cNvSpPr/>
            <p:nvPr/>
          </p:nvSpPr>
          <p:spPr>
            <a:xfrm>
              <a:off x="2288160" y="1609560"/>
              <a:ext cx="204480" cy="48240"/>
            </a:xfrm>
            <a:custGeom>
              <a:avLst/>
              <a:gdLst>
                <a:gd name="textAreaLeft" fmla="*/ 0 w 204480"/>
                <a:gd name="textAreaRight" fmla="*/ 204840 w 204480"/>
                <a:gd name="textAreaTop" fmla="*/ 0 h 48240"/>
                <a:gd name="textAreaBottom" fmla="*/ 48600 h 48240"/>
              </a:gdLst>
              <a:ahLst/>
              <a:cxnLst/>
              <a:rect l="textAreaLeft" t="textAreaTop" r="textAreaRight" b="textAreaBottom"/>
              <a:pathLst>
                <a:path w="1810" h="439">
                  <a:moveTo>
                    <a:pt x="1433" y="0"/>
                  </a:moveTo>
                  <a:cubicBezTo>
                    <a:pt x="1312" y="0"/>
                    <a:pt x="1189" y="14"/>
                    <a:pt x="1069" y="31"/>
                  </a:cubicBezTo>
                  <a:cubicBezTo>
                    <a:pt x="835" y="66"/>
                    <a:pt x="605" y="123"/>
                    <a:pt x="380" y="199"/>
                  </a:cubicBezTo>
                  <a:cubicBezTo>
                    <a:pt x="318" y="219"/>
                    <a:pt x="258" y="244"/>
                    <a:pt x="197" y="268"/>
                  </a:cubicBezTo>
                  <a:cubicBezTo>
                    <a:pt x="190" y="272"/>
                    <a:pt x="182" y="276"/>
                    <a:pt x="174" y="278"/>
                  </a:cubicBezTo>
                  <a:lnTo>
                    <a:pt x="166" y="283"/>
                  </a:lnTo>
                  <a:cubicBezTo>
                    <a:pt x="162" y="284"/>
                    <a:pt x="159" y="286"/>
                    <a:pt x="155" y="289"/>
                  </a:cubicBezTo>
                  <a:lnTo>
                    <a:pt x="155" y="289"/>
                  </a:lnTo>
                  <a:cubicBezTo>
                    <a:pt x="155" y="289"/>
                    <a:pt x="155" y="289"/>
                    <a:pt x="155" y="289"/>
                  </a:cubicBezTo>
                  <a:cubicBezTo>
                    <a:pt x="155" y="289"/>
                    <a:pt x="154" y="290"/>
                    <a:pt x="152" y="290"/>
                  </a:cubicBezTo>
                  <a:cubicBezTo>
                    <a:pt x="138" y="298"/>
                    <a:pt x="125" y="307"/>
                    <a:pt x="111" y="316"/>
                  </a:cubicBezTo>
                  <a:cubicBezTo>
                    <a:pt x="94" y="325"/>
                    <a:pt x="77" y="334"/>
                    <a:pt x="61" y="346"/>
                  </a:cubicBezTo>
                  <a:cubicBezTo>
                    <a:pt x="56" y="352"/>
                    <a:pt x="52" y="357"/>
                    <a:pt x="48" y="364"/>
                  </a:cubicBezTo>
                  <a:cubicBezTo>
                    <a:pt x="41" y="370"/>
                    <a:pt x="34" y="376"/>
                    <a:pt x="27" y="381"/>
                  </a:cubicBezTo>
                  <a:cubicBezTo>
                    <a:pt x="1" y="403"/>
                    <a:pt x="18" y="439"/>
                    <a:pt x="49" y="439"/>
                  </a:cubicBezTo>
                  <a:cubicBezTo>
                    <a:pt x="50" y="439"/>
                    <a:pt x="51" y="439"/>
                    <a:pt x="52" y="439"/>
                  </a:cubicBezTo>
                  <a:cubicBezTo>
                    <a:pt x="60" y="438"/>
                    <a:pt x="68" y="437"/>
                    <a:pt x="76" y="437"/>
                  </a:cubicBezTo>
                  <a:cubicBezTo>
                    <a:pt x="79" y="437"/>
                    <a:pt x="82" y="437"/>
                    <a:pt x="85" y="437"/>
                  </a:cubicBezTo>
                  <a:cubicBezTo>
                    <a:pt x="87" y="438"/>
                    <a:pt x="89" y="438"/>
                    <a:pt x="91" y="438"/>
                  </a:cubicBezTo>
                  <a:cubicBezTo>
                    <a:pt x="106" y="438"/>
                    <a:pt x="120" y="434"/>
                    <a:pt x="135" y="431"/>
                  </a:cubicBezTo>
                  <a:cubicBezTo>
                    <a:pt x="166" y="422"/>
                    <a:pt x="199" y="417"/>
                    <a:pt x="230" y="406"/>
                  </a:cubicBezTo>
                  <a:cubicBezTo>
                    <a:pt x="284" y="387"/>
                    <a:pt x="339" y="368"/>
                    <a:pt x="394" y="353"/>
                  </a:cubicBezTo>
                  <a:cubicBezTo>
                    <a:pt x="421" y="344"/>
                    <a:pt x="449" y="334"/>
                    <a:pt x="475" y="327"/>
                  </a:cubicBezTo>
                  <a:lnTo>
                    <a:pt x="487" y="322"/>
                  </a:lnTo>
                  <a:cubicBezTo>
                    <a:pt x="488" y="322"/>
                    <a:pt x="490" y="321"/>
                    <a:pt x="492" y="320"/>
                  </a:cubicBezTo>
                  <a:lnTo>
                    <a:pt x="492" y="320"/>
                  </a:lnTo>
                  <a:cubicBezTo>
                    <a:pt x="492" y="320"/>
                    <a:pt x="492" y="320"/>
                    <a:pt x="492" y="320"/>
                  </a:cubicBezTo>
                  <a:lnTo>
                    <a:pt x="492" y="320"/>
                  </a:lnTo>
                  <a:cubicBezTo>
                    <a:pt x="493" y="320"/>
                    <a:pt x="493" y="320"/>
                    <a:pt x="493" y="320"/>
                  </a:cubicBezTo>
                  <a:lnTo>
                    <a:pt x="493" y="320"/>
                  </a:lnTo>
                  <a:lnTo>
                    <a:pt x="505" y="316"/>
                  </a:lnTo>
                  <a:cubicBezTo>
                    <a:pt x="519" y="311"/>
                    <a:pt x="533" y="307"/>
                    <a:pt x="548" y="304"/>
                  </a:cubicBezTo>
                  <a:cubicBezTo>
                    <a:pt x="603" y="288"/>
                    <a:pt x="658" y="273"/>
                    <a:pt x="712" y="260"/>
                  </a:cubicBezTo>
                  <a:cubicBezTo>
                    <a:pt x="824" y="232"/>
                    <a:pt x="939" y="210"/>
                    <a:pt x="1054" y="191"/>
                  </a:cubicBezTo>
                  <a:cubicBezTo>
                    <a:pt x="1168" y="175"/>
                    <a:pt x="1282" y="161"/>
                    <a:pt x="1396" y="150"/>
                  </a:cubicBezTo>
                  <a:cubicBezTo>
                    <a:pt x="1427" y="146"/>
                    <a:pt x="1459" y="142"/>
                    <a:pt x="1491" y="140"/>
                  </a:cubicBezTo>
                  <a:cubicBezTo>
                    <a:pt x="1508" y="139"/>
                    <a:pt x="1525" y="137"/>
                    <a:pt x="1540" y="134"/>
                  </a:cubicBezTo>
                  <a:cubicBezTo>
                    <a:pt x="1555" y="131"/>
                    <a:pt x="1570" y="128"/>
                    <a:pt x="1587" y="126"/>
                  </a:cubicBezTo>
                  <a:cubicBezTo>
                    <a:pt x="1651" y="119"/>
                    <a:pt x="1716" y="115"/>
                    <a:pt x="1779" y="104"/>
                  </a:cubicBezTo>
                  <a:cubicBezTo>
                    <a:pt x="1796" y="101"/>
                    <a:pt x="1810" y="85"/>
                    <a:pt x="1810" y="66"/>
                  </a:cubicBezTo>
                  <a:cubicBezTo>
                    <a:pt x="1807" y="48"/>
                    <a:pt x="1795" y="37"/>
                    <a:pt x="1778" y="32"/>
                  </a:cubicBezTo>
                  <a:cubicBezTo>
                    <a:pt x="1722" y="20"/>
                    <a:pt x="1663" y="15"/>
                    <a:pt x="1606" y="10"/>
                  </a:cubicBezTo>
                  <a:cubicBezTo>
                    <a:pt x="1577" y="9"/>
                    <a:pt x="1547" y="3"/>
                    <a:pt x="1519" y="3"/>
                  </a:cubicBezTo>
                  <a:cubicBezTo>
                    <a:pt x="1489" y="3"/>
                    <a:pt x="1461" y="0"/>
                    <a:pt x="143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279;p40"/>
            <p:cNvSpPr/>
            <p:nvPr/>
          </p:nvSpPr>
          <p:spPr>
            <a:xfrm>
              <a:off x="3417480" y="2057760"/>
              <a:ext cx="260640" cy="160200"/>
            </a:xfrm>
            <a:custGeom>
              <a:avLst/>
              <a:gdLst>
                <a:gd name="textAreaLeft" fmla="*/ 0 w 260640"/>
                <a:gd name="textAreaRight" fmla="*/ 261000 w 26064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2303" h="1446">
                  <a:moveTo>
                    <a:pt x="1072" y="473"/>
                  </a:moveTo>
                  <a:cubicBezTo>
                    <a:pt x="1073" y="473"/>
                    <a:pt x="1074" y="474"/>
                    <a:pt x="1075" y="475"/>
                  </a:cubicBezTo>
                  <a:lnTo>
                    <a:pt x="1075" y="475"/>
                  </a:lnTo>
                  <a:cubicBezTo>
                    <a:pt x="1074" y="474"/>
                    <a:pt x="1073" y="473"/>
                    <a:pt x="1072" y="473"/>
                  </a:cubicBezTo>
                  <a:close/>
                  <a:moveTo>
                    <a:pt x="18" y="0"/>
                  </a:moveTo>
                  <a:cubicBezTo>
                    <a:pt x="7" y="0"/>
                    <a:pt x="1" y="22"/>
                    <a:pt x="14" y="26"/>
                  </a:cubicBezTo>
                  <a:cubicBezTo>
                    <a:pt x="35" y="32"/>
                    <a:pt x="56" y="38"/>
                    <a:pt x="75" y="45"/>
                  </a:cubicBezTo>
                  <a:cubicBezTo>
                    <a:pt x="97" y="52"/>
                    <a:pt x="116" y="65"/>
                    <a:pt x="138" y="75"/>
                  </a:cubicBezTo>
                  <a:cubicBezTo>
                    <a:pt x="157" y="83"/>
                    <a:pt x="179" y="88"/>
                    <a:pt x="199" y="96"/>
                  </a:cubicBezTo>
                  <a:cubicBezTo>
                    <a:pt x="210" y="99"/>
                    <a:pt x="212" y="99"/>
                    <a:pt x="221" y="105"/>
                  </a:cubicBezTo>
                  <a:cubicBezTo>
                    <a:pt x="233" y="114"/>
                    <a:pt x="245" y="118"/>
                    <a:pt x="259" y="121"/>
                  </a:cubicBezTo>
                  <a:cubicBezTo>
                    <a:pt x="343" y="149"/>
                    <a:pt x="426" y="180"/>
                    <a:pt x="508" y="213"/>
                  </a:cubicBezTo>
                  <a:cubicBezTo>
                    <a:pt x="672" y="278"/>
                    <a:pt x="834" y="345"/>
                    <a:pt x="991" y="429"/>
                  </a:cubicBezTo>
                  <a:cubicBezTo>
                    <a:pt x="998" y="433"/>
                    <a:pt x="1007" y="438"/>
                    <a:pt x="1014" y="442"/>
                  </a:cubicBezTo>
                  <a:cubicBezTo>
                    <a:pt x="1015" y="443"/>
                    <a:pt x="1017" y="444"/>
                    <a:pt x="1019" y="445"/>
                  </a:cubicBezTo>
                  <a:lnTo>
                    <a:pt x="1019" y="445"/>
                  </a:lnTo>
                  <a:cubicBezTo>
                    <a:pt x="1018" y="445"/>
                    <a:pt x="1018" y="445"/>
                    <a:pt x="1018" y="445"/>
                  </a:cubicBezTo>
                  <a:lnTo>
                    <a:pt x="1018" y="445"/>
                  </a:lnTo>
                  <a:cubicBezTo>
                    <a:pt x="1018" y="445"/>
                    <a:pt x="1020" y="446"/>
                    <a:pt x="1023" y="447"/>
                  </a:cubicBezTo>
                  <a:lnTo>
                    <a:pt x="1023" y="447"/>
                  </a:lnTo>
                  <a:cubicBezTo>
                    <a:pt x="1025" y="448"/>
                    <a:pt x="1026" y="449"/>
                    <a:pt x="1028" y="450"/>
                  </a:cubicBezTo>
                  <a:cubicBezTo>
                    <a:pt x="1027" y="449"/>
                    <a:pt x="1026" y="449"/>
                    <a:pt x="1025" y="448"/>
                  </a:cubicBezTo>
                  <a:lnTo>
                    <a:pt x="1025" y="448"/>
                  </a:lnTo>
                  <a:cubicBezTo>
                    <a:pt x="1026" y="449"/>
                    <a:pt x="1028" y="450"/>
                    <a:pt x="1029" y="450"/>
                  </a:cubicBezTo>
                  <a:cubicBezTo>
                    <a:pt x="1042" y="459"/>
                    <a:pt x="1056" y="465"/>
                    <a:pt x="1070" y="473"/>
                  </a:cubicBezTo>
                  <a:cubicBezTo>
                    <a:pt x="1072" y="475"/>
                    <a:pt x="1079" y="478"/>
                    <a:pt x="1080" y="478"/>
                  </a:cubicBezTo>
                  <a:cubicBezTo>
                    <a:pt x="1081" y="478"/>
                    <a:pt x="1081" y="478"/>
                    <a:pt x="1080" y="478"/>
                  </a:cubicBezTo>
                  <a:lnTo>
                    <a:pt x="1080" y="478"/>
                  </a:lnTo>
                  <a:cubicBezTo>
                    <a:pt x="1084" y="480"/>
                    <a:pt x="1087" y="482"/>
                    <a:pt x="1090" y="484"/>
                  </a:cubicBezTo>
                  <a:cubicBezTo>
                    <a:pt x="1130" y="506"/>
                    <a:pt x="1168" y="530"/>
                    <a:pt x="1207" y="553"/>
                  </a:cubicBezTo>
                  <a:cubicBezTo>
                    <a:pt x="1283" y="598"/>
                    <a:pt x="1355" y="647"/>
                    <a:pt x="1427" y="698"/>
                  </a:cubicBezTo>
                  <a:cubicBezTo>
                    <a:pt x="1569" y="800"/>
                    <a:pt x="1707" y="912"/>
                    <a:pt x="1835" y="1032"/>
                  </a:cubicBezTo>
                  <a:cubicBezTo>
                    <a:pt x="1838" y="1036"/>
                    <a:pt x="1843" y="1038"/>
                    <a:pt x="1847" y="1043"/>
                  </a:cubicBezTo>
                  <a:cubicBezTo>
                    <a:pt x="1849" y="1046"/>
                    <a:pt x="1853" y="1048"/>
                    <a:pt x="1855" y="1049"/>
                  </a:cubicBezTo>
                  <a:lnTo>
                    <a:pt x="1854" y="1048"/>
                  </a:lnTo>
                  <a:lnTo>
                    <a:pt x="1854" y="1048"/>
                  </a:lnTo>
                  <a:cubicBezTo>
                    <a:pt x="1862" y="1053"/>
                    <a:pt x="1870" y="1065"/>
                    <a:pt x="1877" y="1070"/>
                  </a:cubicBezTo>
                  <a:cubicBezTo>
                    <a:pt x="1898" y="1090"/>
                    <a:pt x="1917" y="1115"/>
                    <a:pt x="1942" y="1131"/>
                  </a:cubicBezTo>
                  <a:cubicBezTo>
                    <a:pt x="1945" y="1133"/>
                    <a:pt x="1946" y="1133"/>
                    <a:pt x="1947" y="1133"/>
                  </a:cubicBezTo>
                  <a:cubicBezTo>
                    <a:pt x="1948" y="1133"/>
                    <a:pt x="1941" y="1128"/>
                    <a:pt x="1941" y="1128"/>
                  </a:cubicBezTo>
                  <a:lnTo>
                    <a:pt x="1941" y="1128"/>
                  </a:lnTo>
                  <a:cubicBezTo>
                    <a:pt x="1941" y="1128"/>
                    <a:pt x="1943" y="1129"/>
                    <a:pt x="1946" y="1132"/>
                  </a:cubicBezTo>
                  <a:cubicBezTo>
                    <a:pt x="1951" y="1136"/>
                    <a:pt x="1957" y="1142"/>
                    <a:pt x="1961" y="1147"/>
                  </a:cubicBezTo>
                  <a:cubicBezTo>
                    <a:pt x="1970" y="1156"/>
                    <a:pt x="1979" y="1165"/>
                    <a:pt x="1987" y="1173"/>
                  </a:cubicBezTo>
                  <a:cubicBezTo>
                    <a:pt x="2005" y="1191"/>
                    <a:pt x="2023" y="1209"/>
                    <a:pt x="2039" y="1228"/>
                  </a:cubicBezTo>
                  <a:cubicBezTo>
                    <a:pt x="2049" y="1238"/>
                    <a:pt x="2058" y="1249"/>
                    <a:pt x="2069" y="1257"/>
                  </a:cubicBezTo>
                  <a:cubicBezTo>
                    <a:pt x="2073" y="1260"/>
                    <a:pt x="2078" y="1262"/>
                    <a:pt x="2082" y="1267"/>
                  </a:cubicBezTo>
                  <a:cubicBezTo>
                    <a:pt x="2081" y="1266"/>
                    <a:pt x="2080" y="1265"/>
                    <a:pt x="2080" y="1265"/>
                  </a:cubicBezTo>
                  <a:lnTo>
                    <a:pt x="2080" y="1265"/>
                  </a:lnTo>
                  <a:cubicBezTo>
                    <a:pt x="2079" y="1265"/>
                    <a:pt x="2089" y="1275"/>
                    <a:pt x="2090" y="1277"/>
                  </a:cubicBezTo>
                  <a:cubicBezTo>
                    <a:pt x="2107" y="1294"/>
                    <a:pt x="2124" y="1313"/>
                    <a:pt x="2140" y="1332"/>
                  </a:cubicBezTo>
                  <a:cubicBezTo>
                    <a:pt x="2159" y="1351"/>
                    <a:pt x="2177" y="1372"/>
                    <a:pt x="2195" y="1392"/>
                  </a:cubicBezTo>
                  <a:cubicBezTo>
                    <a:pt x="2214" y="1408"/>
                    <a:pt x="2231" y="1425"/>
                    <a:pt x="2249" y="1439"/>
                  </a:cubicBezTo>
                  <a:cubicBezTo>
                    <a:pt x="2254" y="1444"/>
                    <a:pt x="2260" y="1446"/>
                    <a:pt x="2266" y="1446"/>
                  </a:cubicBezTo>
                  <a:cubicBezTo>
                    <a:pt x="2285" y="1446"/>
                    <a:pt x="2303" y="1423"/>
                    <a:pt x="2294" y="1403"/>
                  </a:cubicBezTo>
                  <a:cubicBezTo>
                    <a:pt x="2275" y="1360"/>
                    <a:pt x="2253" y="1321"/>
                    <a:pt x="2226" y="1282"/>
                  </a:cubicBezTo>
                  <a:cubicBezTo>
                    <a:pt x="2214" y="1264"/>
                    <a:pt x="2201" y="1246"/>
                    <a:pt x="2189" y="1229"/>
                  </a:cubicBezTo>
                  <a:cubicBezTo>
                    <a:pt x="2182" y="1222"/>
                    <a:pt x="2177" y="1212"/>
                    <a:pt x="2170" y="1203"/>
                  </a:cubicBezTo>
                  <a:cubicBezTo>
                    <a:pt x="2170" y="1203"/>
                    <a:pt x="2163" y="1195"/>
                    <a:pt x="2163" y="1195"/>
                  </a:cubicBezTo>
                  <a:lnTo>
                    <a:pt x="2163" y="1195"/>
                  </a:lnTo>
                  <a:cubicBezTo>
                    <a:pt x="2163" y="1195"/>
                    <a:pt x="2163" y="1196"/>
                    <a:pt x="2164" y="1198"/>
                  </a:cubicBezTo>
                  <a:cubicBezTo>
                    <a:pt x="2160" y="1192"/>
                    <a:pt x="2157" y="1186"/>
                    <a:pt x="2155" y="1180"/>
                  </a:cubicBezTo>
                  <a:cubicBezTo>
                    <a:pt x="2132" y="1139"/>
                    <a:pt x="2095" y="1103"/>
                    <a:pt x="2066" y="1068"/>
                  </a:cubicBezTo>
                  <a:cubicBezTo>
                    <a:pt x="2051" y="1052"/>
                    <a:pt x="2039" y="1033"/>
                    <a:pt x="2025" y="1016"/>
                  </a:cubicBezTo>
                  <a:cubicBezTo>
                    <a:pt x="2011" y="999"/>
                    <a:pt x="1994" y="982"/>
                    <a:pt x="1978" y="966"/>
                  </a:cubicBezTo>
                  <a:cubicBezTo>
                    <a:pt x="1849" y="835"/>
                    <a:pt x="1714" y="713"/>
                    <a:pt x="1568" y="604"/>
                  </a:cubicBezTo>
                  <a:cubicBezTo>
                    <a:pt x="1421" y="495"/>
                    <a:pt x="1267" y="395"/>
                    <a:pt x="1106" y="310"/>
                  </a:cubicBezTo>
                  <a:cubicBezTo>
                    <a:pt x="1028" y="269"/>
                    <a:pt x="948" y="231"/>
                    <a:pt x="869" y="197"/>
                  </a:cubicBezTo>
                  <a:cubicBezTo>
                    <a:pt x="786" y="162"/>
                    <a:pt x="702" y="127"/>
                    <a:pt x="617" y="99"/>
                  </a:cubicBezTo>
                  <a:cubicBezTo>
                    <a:pt x="519" y="69"/>
                    <a:pt x="419" y="43"/>
                    <a:pt x="320" y="23"/>
                  </a:cubicBezTo>
                  <a:cubicBezTo>
                    <a:pt x="306" y="20"/>
                    <a:pt x="294" y="17"/>
                    <a:pt x="282" y="16"/>
                  </a:cubicBezTo>
                  <a:cubicBezTo>
                    <a:pt x="271" y="14"/>
                    <a:pt x="262" y="13"/>
                    <a:pt x="251" y="13"/>
                  </a:cubicBezTo>
                  <a:cubicBezTo>
                    <a:pt x="247" y="13"/>
                    <a:pt x="242" y="13"/>
                    <a:pt x="237" y="14"/>
                  </a:cubicBezTo>
                  <a:cubicBezTo>
                    <a:pt x="223" y="14"/>
                    <a:pt x="191" y="8"/>
                    <a:pt x="171" y="5"/>
                  </a:cubicBezTo>
                  <a:cubicBezTo>
                    <a:pt x="165" y="4"/>
                    <a:pt x="158" y="4"/>
                    <a:pt x="152" y="4"/>
                  </a:cubicBezTo>
                  <a:cubicBezTo>
                    <a:pt x="133" y="4"/>
                    <a:pt x="115" y="6"/>
                    <a:pt x="96" y="6"/>
                  </a:cubicBezTo>
                  <a:cubicBezTo>
                    <a:pt x="70" y="5"/>
                    <a:pt x="46" y="3"/>
                    <a:pt x="20" y="1"/>
                  </a:cubicBezTo>
                  <a:cubicBezTo>
                    <a:pt x="19" y="1"/>
                    <a:pt x="19" y="0"/>
                    <a:pt x="1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280;p40"/>
            <p:cNvSpPr/>
            <p:nvPr/>
          </p:nvSpPr>
          <p:spPr>
            <a:xfrm>
              <a:off x="3519360" y="1725120"/>
              <a:ext cx="104040" cy="25272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252720"/>
                <a:gd name="textAreaBottom" fmla="*/ 253080 h 252720"/>
              </a:gdLst>
              <a:ahLst/>
              <a:cxnLst/>
              <a:rect l="textAreaLeft" t="textAreaTop" r="textAreaRight" b="textAreaBottom"/>
              <a:pathLst>
                <a:path w="921" h="2280">
                  <a:moveTo>
                    <a:pt x="21" y="0"/>
                  </a:moveTo>
                  <a:cubicBezTo>
                    <a:pt x="14" y="0"/>
                    <a:pt x="7" y="4"/>
                    <a:pt x="7" y="10"/>
                  </a:cubicBezTo>
                  <a:cubicBezTo>
                    <a:pt x="5" y="28"/>
                    <a:pt x="0" y="48"/>
                    <a:pt x="4" y="65"/>
                  </a:cubicBezTo>
                  <a:cubicBezTo>
                    <a:pt x="7" y="87"/>
                    <a:pt x="9" y="108"/>
                    <a:pt x="16" y="129"/>
                  </a:cubicBezTo>
                  <a:cubicBezTo>
                    <a:pt x="29" y="168"/>
                    <a:pt x="41" y="204"/>
                    <a:pt x="53" y="241"/>
                  </a:cubicBezTo>
                  <a:cubicBezTo>
                    <a:pt x="79" y="316"/>
                    <a:pt x="109" y="387"/>
                    <a:pt x="138" y="460"/>
                  </a:cubicBezTo>
                  <a:cubicBezTo>
                    <a:pt x="199" y="605"/>
                    <a:pt x="256" y="751"/>
                    <a:pt x="316" y="896"/>
                  </a:cubicBezTo>
                  <a:cubicBezTo>
                    <a:pt x="373" y="1041"/>
                    <a:pt x="430" y="1186"/>
                    <a:pt x="485" y="1333"/>
                  </a:cubicBezTo>
                  <a:cubicBezTo>
                    <a:pt x="540" y="1480"/>
                    <a:pt x="597" y="1625"/>
                    <a:pt x="652" y="1772"/>
                  </a:cubicBezTo>
                  <a:cubicBezTo>
                    <a:pt x="667" y="1813"/>
                    <a:pt x="681" y="1854"/>
                    <a:pt x="701" y="1894"/>
                  </a:cubicBezTo>
                  <a:cubicBezTo>
                    <a:pt x="721" y="1933"/>
                    <a:pt x="734" y="1975"/>
                    <a:pt x="750" y="2016"/>
                  </a:cubicBezTo>
                  <a:cubicBezTo>
                    <a:pt x="767" y="2057"/>
                    <a:pt x="782" y="2097"/>
                    <a:pt x="799" y="2138"/>
                  </a:cubicBezTo>
                  <a:cubicBezTo>
                    <a:pt x="815" y="2179"/>
                    <a:pt x="832" y="2222"/>
                    <a:pt x="855" y="2261"/>
                  </a:cubicBezTo>
                  <a:cubicBezTo>
                    <a:pt x="863" y="2273"/>
                    <a:pt x="875" y="2279"/>
                    <a:pt x="886" y="2279"/>
                  </a:cubicBezTo>
                  <a:cubicBezTo>
                    <a:pt x="904" y="2279"/>
                    <a:pt x="921" y="2265"/>
                    <a:pt x="920" y="2241"/>
                  </a:cubicBezTo>
                  <a:cubicBezTo>
                    <a:pt x="916" y="2202"/>
                    <a:pt x="906" y="2163"/>
                    <a:pt x="899" y="2126"/>
                  </a:cubicBezTo>
                  <a:cubicBezTo>
                    <a:pt x="889" y="2087"/>
                    <a:pt x="878" y="2050"/>
                    <a:pt x="868" y="2012"/>
                  </a:cubicBezTo>
                  <a:cubicBezTo>
                    <a:pt x="857" y="1974"/>
                    <a:pt x="848" y="1937"/>
                    <a:pt x="837" y="1898"/>
                  </a:cubicBezTo>
                  <a:cubicBezTo>
                    <a:pt x="824" y="1857"/>
                    <a:pt x="816" y="1815"/>
                    <a:pt x="804" y="1773"/>
                  </a:cubicBezTo>
                  <a:cubicBezTo>
                    <a:pt x="757" y="1625"/>
                    <a:pt x="709" y="1475"/>
                    <a:pt x="654" y="1328"/>
                  </a:cubicBezTo>
                  <a:cubicBezTo>
                    <a:pt x="543" y="1033"/>
                    <a:pt x="428" y="740"/>
                    <a:pt x="297" y="453"/>
                  </a:cubicBezTo>
                  <a:cubicBezTo>
                    <a:pt x="262" y="373"/>
                    <a:pt x="226" y="292"/>
                    <a:pt x="184" y="215"/>
                  </a:cubicBezTo>
                  <a:cubicBezTo>
                    <a:pt x="163" y="176"/>
                    <a:pt x="140" y="138"/>
                    <a:pt x="118" y="99"/>
                  </a:cubicBezTo>
                  <a:cubicBezTo>
                    <a:pt x="105" y="80"/>
                    <a:pt x="93" y="60"/>
                    <a:pt x="76" y="42"/>
                  </a:cubicBezTo>
                  <a:cubicBezTo>
                    <a:pt x="68" y="32"/>
                    <a:pt x="61" y="26"/>
                    <a:pt x="50" y="19"/>
                  </a:cubicBezTo>
                  <a:cubicBezTo>
                    <a:pt x="42" y="14"/>
                    <a:pt x="33" y="8"/>
                    <a:pt x="26" y="1"/>
                  </a:cubicBezTo>
                  <a:cubicBezTo>
                    <a:pt x="24" y="0"/>
                    <a:pt x="23" y="0"/>
                    <a:pt x="2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281;p40"/>
            <p:cNvSpPr/>
            <p:nvPr/>
          </p:nvSpPr>
          <p:spPr>
            <a:xfrm>
              <a:off x="3616560" y="1742760"/>
              <a:ext cx="23400" cy="127440"/>
            </a:xfrm>
            <a:custGeom>
              <a:avLst/>
              <a:gdLst>
                <a:gd name="textAreaLeft" fmla="*/ 0 w 23400"/>
                <a:gd name="textAreaRight" fmla="*/ 23760 w 23400"/>
                <a:gd name="textAreaTop" fmla="*/ 0 h 127440"/>
                <a:gd name="textAreaBottom" fmla="*/ 127800 h 127440"/>
              </a:gdLst>
              <a:ahLst/>
              <a:cxnLst/>
              <a:rect l="textAreaLeft" t="textAreaTop" r="textAreaRight" b="textAreaBottom"/>
              <a:pathLst>
                <a:path w="210" h="1152">
                  <a:moveTo>
                    <a:pt x="87" y="1"/>
                  </a:moveTo>
                  <a:cubicBezTo>
                    <a:pt x="86" y="1"/>
                    <a:pt x="85" y="1"/>
                    <a:pt x="85" y="1"/>
                  </a:cubicBezTo>
                  <a:cubicBezTo>
                    <a:pt x="50" y="1"/>
                    <a:pt x="22" y="30"/>
                    <a:pt x="16" y="67"/>
                  </a:cubicBezTo>
                  <a:cubicBezTo>
                    <a:pt x="2" y="134"/>
                    <a:pt x="2" y="204"/>
                    <a:pt x="1" y="271"/>
                  </a:cubicBezTo>
                  <a:cubicBezTo>
                    <a:pt x="0" y="346"/>
                    <a:pt x="2" y="421"/>
                    <a:pt x="6" y="495"/>
                  </a:cubicBezTo>
                  <a:cubicBezTo>
                    <a:pt x="11" y="631"/>
                    <a:pt x="32" y="767"/>
                    <a:pt x="54" y="901"/>
                  </a:cubicBezTo>
                  <a:cubicBezTo>
                    <a:pt x="56" y="921"/>
                    <a:pt x="61" y="939"/>
                    <a:pt x="65" y="957"/>
                  </a:cubicBezTo>
                  <a:cubicBezTo>
                    <a:pt x="67" y="971"/>
                    <a:pt x="72" y="983"/>
                    <a:pt x="74" y="995"/>
                  </a:cubicBezTo>
                  <a:lnTo>
                    <a:pt x="78" y="1007"/>
                  </a:lnTo>
                  <a:cubicBezTo>
                    <a:pt x="78" y="1009"/>
                    <a:pt x="79" y="1011"/>
                    <a:pt x="79" y="1014"/>
                  </a:cubicBezTo>
                  <a:cubicBezTo>
                    <a:pt x="85" y="1032"/>
                    <a:pt x="90" y="1052"/>
                    <a:pt x="96" y="1069"/>
                  </a:cubicBezTo>
                  <a:cubicBezTo>
                    <a:pt x="99" y="1080"/>
                    <a:pt x="103" y="1091"/>
                    <a:pt x="106" y="1102"/>
                  </a:cubicBezTo>
                  <a:cubicBezTo>
                    <a:pt x="110" y="1114"/>
                    <a:pt x="118" y="1124"/>
                    <a:pt x="125" y="1135"/>
                  </a:cubicBezTo>
                  <a:cubicBezTo>
                    <a:pt x="133" y="1146"/>
                    <a:pt x="145" y="1152"/>
                    <a:pt x="158" y="1152"/>
                  </a:cubicBezTo>
                  <a:cubicBezTo>
                    <a:pt x="176" y="1152"/>
                    <a:pt x="195" y="1141"/>
                    <a:pt x="200" y="1122"/>
                  </a:cubicBezTo>
                  <a:cubicBezTo>
                    <a:pt x="206" y="1104"/>
                    <a:pt x="209" y="1088"/>
                    <a:pt x="209" y="1069"/>
                  </a:cubicBezTo>
                  <a:lnTo>
                    <a:pt x="209" y="1020"/>
                  </a:lnTo>
                  <a:cubicBezTo>
                    <a:pt x="209" y="981"/>
                    <a:pt x="210" y="944"/>
                    <a:pt x="209" y="907"/>
                  </a:cubicBezTo>
                  <a:cubicBezTo>
                    <a:pt x="204" y="839"/>
                    <a:pt x="199" y="770"/>
                    <a:pt x="197" y="699"/>
                  </a:cubicBezTo>
                  <a:cubicBezTo>
                    <a:pt x="197" y="683"/>
                    <a:pt x="195" y="669"/>
                    <a:pt x="195" y="652"/>
                  </a:cubicBezTo>
                  <a:cubicBezTo>
                    <a:pt x="195" y="647"/>
                    <a:pt x="195" y="643"/>
                    <a:pt x="194" y="639"/>
                  </a:cubicBezTo>
                  <a:lnTo>
                    <a:pt x="194" y="639"/>
                  </a:lnTo>
                  <a:cubicBezTo>
                    <a:pt x="195" y="639"/>
                    <a:pt x="195" y="640"/>
                    <a:pt x="195" y="640"/>
                  </a:cubicBezTo>
                  <a:cubicBezTo>
                    <a:pt x="195" y="640"/>
                    <a:pt x="195" y="637"/>
                    <a:pt x="193" y="628"/>
                  </a:cubicBezTo>
                  <a:lnTo>
                    <a:pt x="193" y="628"/>
                  </a:lnTo>
                  <a:cubicBezTo>
                    <a:pt x="194" y="631"/>
                    <a:pt x="194" y="635"/>
                    <a:pt x="194" y="639"/>
                  </a:cubicBezTo>
                  <a:lnTo>
                    <a:pt x="194" y="639"/>
                  </a:lnTo>
                  <a:cubicBezTo>
                    <a:pt x="194" y="637"/>
                    <a:pt x="193" y="634"/>
                    <a:pt x="193" y="632"/>
                  </a:cubicBezTo>
                  <a:lnTo>
                    <a:pt x="193" y="616"/>
                  </a:lnTo>
                  <a:cubicBezTo>
                    <a:pt x="192" y="576"/>
                    <a:pt x="191" y="537"/>
                    <a:pt x="188" y="496"/>
                  </a:cubicBezTo>
                  <a:cubicBezTo>
                    <a:pt x="187" y="462"/>
                    <a:pt x="184" y="429"/>
                    <a:pt x="182" y="395"/>
                  </a:cubicBezTo>
                  <a:cubicBezTo>
                    <a:pt x="181" y="379"/>
                    <a:pt x="181" y="361"/>
                    <a:pt x="181" y="345"/>
                  </a:cubicBezTo>
                  <a:cubicBezTo>
                    <a:pt x="181" y="336"/>
                    <a:pt x="181" y="329"/>
                    <a:pt x="180" y="320"/>
                  </a:cubicBezTo>
                  <a:lnTo>
                    <a:pt x="180" y="319"/>
                  </a:lnTo>
                  <a:cubicBezTo>
                    <a:pt x="180" y="309"/>
                    <a:pt x="180" y="301"/>
                    <a:pt x="178" y="292"/>
                  </a:cubicBezTo>
                  <a:cubicBezTo>
                    <a:pt x="177" y="254"/>
                    <a:pt x="175" y="218"/>
                    <a:pt x="173" y="181"/>
                  </a:cubicBezTo>
                  <a:cubicBezTo>
                    <a:pt x="171" y="161"/>
                    <a:pt x="171" y="142"/>
                    <a:pt x="170" y="123"/>
                  </a:cubicBezTo>
                  <a:cubicBezTo>
                    <a:pt x="170" y="123"/>
                    <a:pt x="170" y="123"/>
                    <a:pt x="170" y="122"/>
                  </a:cubicBezTo>
                  <a:lnTo>
                    <a:pt x="170" y="122"/>
                  </a:lnTo>
                  <a:cubicBezTo>
                    <a:pt x="170" y="114"/>
                    <a:pt x="170" y="105"/>
                    <a:pt x="169" y="97"/>
                  </a:cubicBezTo>
                  <a:cubicBezTo>
                    <a:pt x="167" y="86"/>
                    <a:pt x="166" y="75"/>
                    <a:pt x="164" y="65"/>
                  </a:cubicBezTo>
                  <a:cubicBezTo>
                    <a:pt x="158" y="27"/>
                    <a:pt x="124" y="1"/>
                    <a:pt x="8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720" bIns="63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282;p40"/>
            <p:cNvSpPr/>
            <p:nvPr/>
          </p:nvSpPr>
          <p:spPr>
            <a:xfrm>
              <a:off x="3877200" y="2142360"/>
              <a:ext cx="29880" cy="28008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280080"/>
                <a:gd name="textAreaBottom" fmla="*/ 280440 h 280080"/>
              </a:gdLst>
              <a:ahLst/>
              <a:cxnLst/>
              <a:rect l="textAreaLeft" t="textAreaTop" r="textAreaRight" b="textAreaBottom"/>
              <a:pathLst>
                <a:path w="267" h="2529">
                  <a:moveTo>
                    <a:pt x="237" y="0"/>
                  </a:moveTo>
                  <a:cubicBezTo>
                    <a:pt x="227" y="0"/>
                    <a:pt x="218" y="6"/>
                    <a:pt x="213" y="17"/>
                  </a:cubicBezTo>
                  <a:cubicBezTo>
                    <a:pt x="196" y="56"/>
                    <a:pt x="180" y="93"/>
                    <a:pt x="167" y="133"/>
                  </a:cubicBezTo>
                  <a:cubicBezTo>
                    <a:pt x="156" y="171"/>
                    <a:pt x="147" y="209"/>
                    <a:pt x="135" y="250"/>
                  </a:cubicBezTo>
                  <a:cubicBezTo>
                    <a:pt x="132" y="268"/>
                    <a:pt x="126" y="285"/>
                    <a:pt x="122" y="303"/>
                  </a:cubicBezTo>
                  <a:cubicBezTo>
                    <a:pt x="120" y="317"/>
                    <a:pt x="115" y="330"/>
                    <a:pt x="112" y="345"/>
                  </a:cubicBezTo>
                  <a:cubicBezTo>
                    <a:pt x="111" y="351"/>
                    <a:pt x="107" y="362"/>
                    <a:pt x="105" y="375"/>
                  </a:cubicBezTo>
                  <a:lnTo>
                    <a:pt x="84" y="495"/>
                  </a:lnTo>
                  <a:cubicBezTo>
                    <a:pt x="60" y="656"/>
                    <a:pt x="40" y="818"/>
                    <a:pt x="27" y="982"/>
                  </a:cubicBezTo>
                  <a:cubicBezTo>
                    <a:pt x="1" y="1307"/>
                    <a:pt x="4" y="1637"/>
                    <a:pt x="38" y="1962"/>
                  </a:cubicBezTo>
                  <a:cubicBezTo>
                    <a:pt x="40" y="1987"/>
                    <a:pt x="46" y="2009"/>
                    <a:pt x="49" y="2035"/>
                  </a:cubicBezTo>
                  <a:cubicBezTo>
                    <a:pt x="51" y="2057"/>
                    <a:pt x="55" y="2079"/>
                    <a:pt x="57" y="2098"/>
                  </a:cubicBezTo>
                  <a:cubicBezTo>
                    <a:pt x="60" y="2123"/>
                    <a:pt x="65" y="2144"/>
                    <a:pt x="67" y="2168"/>
                  </a:cubicBezTo>
                  <a:cubicBezTo>
                    <a:pt x="71" y="2194"/>
                    <a:pt x="76" y="2216"/>
                    <a:pt x="84" y="2240"/>
                  </a:cubicBezTo>
                  <a:cubicBezTo>
                    <a:pt x="92" y="2258"/>
                    <a:pt x="93" y="2280"/>
                    <a:pt x="98" y="2299"/>
                  </a:cubicBezTo>
                  <a:cubicBezTo>
                    <a:pt x="101" y="2322"/>
                    <a:pt x="106" y="2345"/>
                    <a:pt x="111" y="2371"/>
                  </a:cubicBezTo>
                  <a:cubicBezTo>
                    <a:pt x="121" y="2416"/>
                    <a:pt x="131" y="2461"/>
                    <a:pt x="143" y="2505"/>
                  </a:cubicBezTo>
                  <a:cubicBezTo>
                    <a:pt x="147" y="2521"/>
                    <a:pt x="160" y="2528"/>
                    <a:pt x="172" y="2528"/>
                  </a:cubicBezTo>
                  <a:cubicBezTo>
                    <a:pt x="187" y="2528"/>
                    <a:pt x="202" y="2517"/>
                    <a:pt x="200" y="2495"/>
                  </a:cubicBezTo>
                  <a:cubicBezTo>
                    <a:pt x="193" y="2407"/>
                    <a:pt x="184" y="2318"/>
                    <a:pt x="176" y="2230"/>
                  </a:cubicBezTo>
                  <a:lnTo>
                    <a:pt x="176" y="2230"/>
                  </a:lnTo>
                  <a:cubicBezTo>
                    <a:pt x="183" y="2195"/>
                    <a:pt x="176" y="2160"/>
                    <a:pt x="174" y="2125"/>
                  </a:cubicBezTo>
                  <a:cubicBezTo>
                    <a:pt x="171" y="2088"/>
                    <a:pt x="169" y="2052"/>
                    <a:pt x="166" y="2016"/>
                  </a:cubicBezTo>
                  <a:cubicBezTo>
                    <a:pt x="166" y="2013"/>
                    <a:pt x="165" y="2009"/>
                    <a:pt x="165" y="2006"/>
                  </a:cubicBezTo>
                  <a:lnTo>
                    <a:pt x="165" y="2006"/>
                  </a:lnTo>
                  <a:cubicBezTo>
                    <a:pt x="165" y="2006"/>
                    <a:pt x="165" y="2006"/>
                    <a:pt x="165" y="2006"/>
                  </a:cubicBezTo>
                  <a:cubicBezTo>
                    <a:pt x="165" y="2006"/>
                    <a:pt x="166" y="1999"/>
                    <a:pt x="166" y="1998"/>
                  </a:cubicBezTo>
                  <a:cubicBezTo>
                    <a:pt x="167" y="1986"/>
                    <a:pt x="166" y="1974"/>
                    <a:pt x="166" y="1962"/>
                  </a:cubicBezTo>
                  <a:cubicBezTo>
                    <a:pt x="165" y="1944"/>
                    <a:pt x="163" y="1926"/>
                    <a:pt x="161" y="1906"/>
                  </a:cubicBezTo>
                  <a:cubicBezTo>
                    <a:pt x="159" y="1871"/>
                    <a:pt x="158" y="1835"/>
                    <a:pt x="155" y="1797"/>
                  </a:cubicBezTo>
                  <a:cubicBezTo>
                    <a:pt x="152" y="1761"/>
                    <a:pt x="150" y="1725"/>
                    <a:pt x="150" y="1690"/>
                  </a:cubicBezTo>
                  <a:cubicBezTo>
                    <a:pt x="150" y="1681"/>
                    <a:pt x="150" y="1672"/>
                    <a:pt x="149" y="1663"/>
                  </a:cubicBezTo>
                  <a:lnTo>
                    <a:pt x="149" y="1662"/>
                  </a:lnTo>
                  <a:lnTo>
                    <a:pt x="149" y="1648"/>
                  </a:lnTo>
                  <a:cubicBezTo>
                    <a:pt x="149" y="1629"/>
                    <a:pt x="148" y="1611"/>
                    <a:pt x="148" y="1592"/>
                  </a:cubicBezTo>
                  <a:cubicBezTo>
                    <a:pt x="147" y="1520"/>
                    <a:pt x="147" y="1448"/>
                    <a:pt x="148" y="1376"/>
                  </a:cubicBezTo>
                  <a:cubicBezTo>
                    <a:pt x="154" y="1086"/>
                    <a:pt x="170" y="799"/>
                    <a:pt x="210" y="511"/>
                  </a:cubicBezTo>
                  <a:cubicBezTo>
                    <a:pt x="215" y="473"/>
                    <a:pt x="221" y="434"/>
                    <a:pt x="227" y="395"/>
                  </a:cubicBezTo>
                  <a:cubicBezTo>
                    <a:pt x="235" y="356"/>
                    <a:pt x="237" y="316"/>
                    <a:pt x="243" y="274"/>
                  </a:cubicBezTo>
                  <a:cubicBezTo>
                    <a:pt x="248" y="235"/>
                    <a:pt x="254" y="195"/>
                    <a:pt x="258" y="155"/>
                  </a:cubicBezTo>
                  <a:cubicBezTo>
                    <a:pt x="262" y="114"/>
                    <a:pt x="263" y="72"/>
                    <a:pt x="265" y="32"/>
                  </a:cubicBezTo>
                  <a:cubicBezTo>
                    <a:pt x="266" y="12"/>
                    <a:pt x="252" y="0"/>
                    <a:pt x="23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283;p40"/>
            <p:cNvSpPr/>
            <p:nvPr/>
          </p:nvSpPr>
          <p:spPr>
            <a:xfrm>
              <a:off x="3881520" y="2167560"/>
              <a:ext cx="66240" cy="12852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589" h="1161">
                  <a:moveTo>
                    <a:pt x="551" y="0"/>
                  </a:moveTo>
                  <a:cubicBezTo>
                    <a:pt x="543" y="0"/>
                    <a:pt x="535" y="4"/>
                    <a:pt x="529" y="13"/>
                  </a:cubicBezTo>
                  <a:cubicBezTo>
                    <a:pt x="520" y="30"/>
                    <a:pt x="508" y="46"/>
                    <a:pt x="499" y="63"/>
                  </a:cubicBezTo>
                  <a:cubicBezTo>
                    <a:pt x="496" y="66"/>
                    <a:pt x="495" y="70"/>
                    <a:pt x="492" y="74"/>
                  </a:cubicBezTo>
                  <a:cubicBezTo>
                    <a:pt x="491" y="76"/>
                    <a:pt x="490" y="76"/>
                    <a:pt x="490" y="76"/>
                  </a:cubicBezTo>
                  <a:cubicBezTo>
                    <a:pt x="491" y="76"/>
                    <a:pt x="493" y="74"/>
                    <a:pt x="493" y="74"/>
                  </a:cubicBezTo>
                  <a:lnTo>
                    <a:pt x="493" y="74"/>
                  </a:lnTo>
                  <a:cubicBezTo>
                    <a:pt x="493" y="74"/>
                    <a:pt x="492" y="75"/>
                    <a:pt x="488" y="79"/>
                  </a:cubicBezTo>
                  <a:cubicBezTo>
                    <a:pt x="482" y="85"/>
                    <a:pt x="477" y="87"/>
                    <a:pt x="473" y="93"/>
                  </a:cubicBezTo>
                  <a:cubicBezTo>
                    <a:pt x="468" y="99"/>
                    <a:pt x="466" y="106"/>
                    <a:pt x="463" y="112"/>
                  </a:cubicBezTo>
                  <a:cubicBezTo>
                    <a:pt x="444" y="144"/>
                    <a:pt x="424" y="179"/>
                    <a:pt x="407" y="212"/>
                  </a:cubicBezTo>
                  <a:cubicBezTo>
                    <a:pt x="367" y="283"/>
                    <a:pt x="331" y="356"/>
                    <a:pt x="295" y="429"/>
                  </a:cubicBezTo>
                  <a:cubicBezTo>
                    <a:pt x="224" y="571"/>
                    <a:pt x="161" y="715"/>
                    <a:pt x="100" y="861"/>
                  </a:cubicBezTo>
                  <a:cubicBezTo>
                    <a:pt x="84" y="900"/>
                    <a:pt x="67" y="940"/>
                    <a:pt x="51" y="982"/>
                  </a:cubicBezTo>
                  <a:cubicBezTo>
                    <a:pt x="33" y="1025"/>
                    <a:pt x="16" y="1065"/>
                    <a:pt x="5" y="1110"/>
                  </a:cubicBezTo>
                  <a:cubicBezTo>
                    <a:pt x="0" y="1129"/>
                    <a:pt x="4" y="1146"/>
                    <a:pt x="21" y="1156"/>
                  </a:cubicBezTo>
                  <a:cubicBezTo>
                    <a:pt x="27" y="1159"/>
                    <a:pt x="34" y="1161"/>
                    <a:pt x="40" y="1161"/>
                  </a:cubicBezTo>
                  <a:cubicBezTo>
                    <a:pt x="50" y="1161"/>
                    <a:pt x="60" y="1156"/>
                    <a:pt x="67" y="1146"/>
                  </a:cubicBezTo>
                  <a:cubicBezTo>
                    <a:pt x="115" y="1082"/>
                    <a:pt x="149" y="1006"/>
                    <a:pt x="186" y="937"/>
                  </a:cubicBezTo>
                  <a:cubicBezTo>
                    <a:pt x="223" y="866"/>
                    <a:pt x="263" y="797"/>
                    <a:pt x="297" y="726"/>
                  </a:cubicBezTo>
                  <a:cubicBezTo>
                    <a:pt x="331" y="654"/>
                    <a:pt x="367" y="585"/>
                    <a:pt x="399" y="512"/>
                  </a:cubicBezTo>
                  <a:cubicBezTo>
                    <a:pt x="430" y="440"/>
                    <a:pt x="466" y="369"/>
                    <a:pt x="493" y="295"/>
                  </a:cubicBezTo>
                  <a:cubicBezTo>
                    <a:pt x="509" y="256"/>
                    <a:pt x="525" y="214"/>
                    <a:pt x="540" y="175"/>
                  </a:cubicBezTo>
                  <a:cubicBezTo>
                    <a:pt x="544" y="164"/>
                    <a:pt x="548" y="154"/>
                    <a:pt x="553" y="143"/>
                  </a:cubicBezTo>
                  <a:cubicBezTo>
                    <a:pt x="555" y="137"/>
                    <a:pt x="556" y="131"/>
                    <a:pt x="558" y="125"/>
                  </a:cubicBezTo>
                  <a:cubicBezTo>
                    <a:pt x="559" y="117"/>
                    <a:pt x="559" y="112"/>
                    <a:pt x="558" y="112"/>
                  </a:cubicBezTo>
                  <a:cubicBezTo>
                    <a:pt x="558" y="112"/>
                    <a:pt x="557" y="112"/>
                    <a:pt x="557" y="113"/>
                  </a:cubicBezTo>
                  <a:lnTo>
                    <a:pt x="557" y="113"/>
                  </a:lnTo>
                  <a:cubicBezTo>
                    <a:pt x="557" y="112"/>
                    <a:pt x="558" y="111"/>
                    <a:pt x="558" y="109"/>
                  </a:cubicBezTo>
                  <a:cubicBezTo>
                    <a:pt x="565" y="87"/>
                    <a:pt x="573" y="65"/>
                    <a:pt x="580" y="44"/>
                  </a:cubicBezTo>
                  <a:cubicBezTo>
                    <a:pt x="589" y="21"/>
                    <a:pt x="570" y="0"/>
                    <a:pt x="55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440" bIns="64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284;p40"/>
            <p:cNvSpPr/>
            <p:nvPr/>
          </p:nvSpPr>
          <p:spPr>
            <a:xfrm>
              <a:off x="3818520" y="2184480"/>
              <a:ext cx="55800" cy="111240"/>
            </a:xfrm>
            <a:custGeom>
              <a:avLst/>
              <a:gdLst>
                <a:gd name="textAreaLeft" fmla="*/ 0 w 55800"/>
                <a:gd name="textAreaRight" fmla="*/ 56160 w 55800"/>
                <a:gd name="textAreaTop" fmla="*/ 0 h 111240"/>
                <a:gd name="textAreaBottom" fmla="*/ 111600 h 111240"/>
              </a:gdLst>
              <a:ahLst/>
              <a:cxnLst/>
              <a:rect l="textAreaLeft" t="textAreaTop" r="textAreaRight" b="textAreaBottom"/>
              <a:pathLst>
                <a:path w="495" h="1007">
                  <a:moveTo>
                    <a:pt x="13" y="0"/>
                  </a:moveTo>
                  <a:cubicBezTo>
                    <a:pt x="6" y="0"/>
                    <a:pt x="0" y="12"/>
                    <a:pt x="5" y="18"/>
                  </a:cubicBezTo>
                  <a:cubicBezTo>
                    <a:pt x="11" y="27"/>
                    <a:pt x="16" y="34"/>
                    <a:pt x="18" y="42"/>
                  </a:cubicBezTo>
                  <a:cubicBezTo>
                    <a:pt x="23" y="50"/>
                    <a:pt x="23" y="59"/>
                    <a:pt x="27" y="67"/>
                  </a:cubicBezTo>
                  <a:cubicBezTo>
                    <a:pt x="34" y="83"/>
                    <a:pt x="36" y="100"/>
                    <a:pt x="44" y="115"/>
                  </a:cubicBezTo>
                  <a:cubicBezTo>
                    <a:pt x="57" y="146"/>
                    <a:pt x="69" y="176"/>
                    <a:pt x="85" y="206"/>
                  </a:cubicBezTo>
                  <a:cubicBezTo>
                    <a:pt x="121" y="264"/>
                    <a:pt x="150" y="326"/>
                    <a:pt x="182" y="388"/>
                  </a:cubicBezTo>
                  <a:cubicBezTo>
                    <a:pt x="214" y="450"/>
                    <a:pt x="242" y="511"/>
                    <a:pt x="267" y="576"/>
                  </a:cubicBezTo>
                  <a:cubicBezTo>
                    <a:pt x="280" y="608"/>
                    <a:pt x="293" y="640"/>
                    <a:pt x="304" y="671"/>
                  </a:cubicBezTo>
                  <a:cubicBezTo>
                    <a:pt x="309" y="686"/>
                    <a:pt x="315" y="702"/>
                    <a:pt x="320" y="718"/>
                  </a:cubicBezTo>
                  <a:cubicBezTo>
                    <a:pt x="326" y="735"/>
                    <a:pt x="336" y="751"/>
                    <a:pt x="342" y="768"/>
                  </a:cubicBezTo>
                  <a:cubicBezTo>
                    <a:pt x="358" y="805"/>
                    <a:pt x="369" y="841"/>
                    <a:pt x="380" y="878"/>
                  </a:cubicBezTo>
                  <a:cubicBezTo>
                    <a:pt x="380" y="878"/>
                    <a:pt x="381" y="884"/>
                    <a:pt x="381" y="884"/>
                  </a:cubicBezTo>
                  <a:cubicBezTo>
                    <a:pt x="381" y="884"/>
                    <a:pt x="381" y="883"/>
                    <a:pt x="381" y="881"/>
                  </a:cubicBezTo>
                  <a:lnTo>
                    <a:pt x="381" y="881"/>
                  </a:lnTo>
                  <a:cubicBezTo>
                    <a:pt x="382" y="885"/>
                    <a:pt x="384" y="890"/>
                    <a:pt x="385" y="895"/>
                  </a:cubicBezTo>
                  <a:lnTo>
                    <a:pt x="393" y="923"/>
                  </a:lnTo>
                  <a:cubicBezTo>
                    <a:pt x="401" y="945"/>
                    <a:pt x="407" y="966"/>
                    <a:pt x="418" y="986"/>
                  </a:cubicBezTo>
                  <a:cubicBezTo>
                    <a:pt x="426" y="1000"/>
                    <a:pt x="439" y="1007"/>
                    <a:pt x="452" y="1007"/>
                  </a:cubicBezTo>
                  <a:cubicBezTo>
                    <a:pt x="470" y="1007"/>
                    <a:pt x="486" y="995"/>
                    <a:pt x="489" y="975"/>
                  </a:cubicBezTo>
                  <a:cubicBezTo>
                    <a:pt x="495" y="937"/>
                    <a:pt x="489" y="899"/>
                    <a:pt x="485" y="862"/>
                  </a:cubicBezTo>
                  <a:cubicBezTo>
                    <a:pt x="480" y="828"/>
                    <a:pt x="474" y="794"/>
                    <a:pt x="468" y="758"/>
                  </a:cubicBezTo>
                  <a:cubicBezTo>
                    <a:pt x="464" y="742"/>
                    <a:pt x="462" y="728"/>
                    <a:pt x="459" y="711"/>
                  </a:cubicBezTo>
                  <a:cubicBezTo>
                    <a:pt x="457" y="687"/>
                    <a:pt x="448" y="665"/>
                    <a:pt x="441" y="643"/>
                  </a:cubicBezTo>
                  <a:cubicBezTo>
                    <a:pt x="430" y="610"/>
                    <a:pt x="419" y="576"/>
                    <a:pt x="407" y="544"/>
                  </a:cubicBezTo>
                  <a:cubicBezTo>
                    <a:pt x="357" y="407"/>
                    <a:pt x="283" y="281"/>
                    <a:pt x="198" y="163"/>
                  </a:cubicBezTo>
                  <a:cubicBezTo>
                    <a:pt x="187" y="147"/>
                    <a:pt x="175" y="131"/>
                    <a:pt x="161" y="118"/>
                  </a:cubicBezTo>
                  <a:cubicBezTo>
                    <a:pt x="146" y="103"/>
                    <a:pt x="129" y="87"/>
                    <a:pt x="115" y="74"/>
                  </a:cubicBezTo>
                  <a:cubicBezTo>
                    <a:pt x="101" y="61"/>
                    <a:pt x="84" y="52"/>
                    <a:pt x="69" y="41"/>
                  </a:cubicBezTo>
                  <a:cubicBezTo>
                    <a:pt x="61" y="34"/>
                    <a:pt x="51" y="30"/>
                    <a:pt x="41" y="25"/>
                  </a:cubicBezTo>
                  <a:cubicBezTo>
                    <a:pt x="34" y="19"/>
                    <a:pt x="27" y="11"/>
                    <a:pt x="19" y="4"/>
                  </a:cubicBezTo>
                  <a:cubicBezTo>
                    <a:pt x="17" y="1"/>
                    <a:pt x="15" y="0"/>
                    <a:pt x="1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285;p40"/>
            <p:cNvSpPr/>
            <p:nvPr/>
          </p:nvSpPr>
          <p:spPr>
            <a:xfrm>
              <a:off x="3659040" y="2982600"/>
              <a:ext cx="150840" cy="24372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243720"/>
                <a:gd name="textAreaBottom" fmla="*/ 244080 h 243720"/>
              </a:gdLst>
              <a:ahLst/>
              <a:cxnLst/>
              <a:rect l="textAreaLeft" t="textAreaTop" r="textAreaRight" b="textAreaBottom"/>
              <a:pathLst>
                <a:path w="1334" h="2200">
                  <a:moveTo>
                    <a:pt x="37" y="0"/>
                  </a:moveTo>
                  <a:cubicBezTo>
                    <a:pt x="35" y="0"/>
                    <a:pt x="33" y="1"/>
                    <a:pt x="31" y="1"/>
                  </a:cubicBezTo>
                  <a:cubicBezTo>
                    <a:pt x="17" y="4"/>
                    <a:pt x="6" y="15"/>
                    <a:pt x="3" y="31"/>
                  </a:cubicBezTo>
                  <a:cubicBezTo>
                    <a:pt x="1" y="49"/>
                    <a:pt x="14" y="73"/>
                    <a:pt x="23" y="90"/>
                  </a:cubicBezTo>
                  <a:cubicBezTo>
                    <a:pt x="34" y="112"/>
                    <a:pt x="54" y="129"/>
                    <a:pt x="70" y="147"/>
                  </a:cubicBezTo>
                  <a:cubicBezTo>
                    <a:pt x="98" y="178"/>
                    <a:pt x="127" y="205"/>
                    <a:pt x="156" y="234"/>
                  </a:cubicBezTo>
                  <a:cubicBezTo>
                    <a:pt x="212" y="292"/>
                    <a:pt x="267" y="353"/>
                    <a:pt x="319" y="415"/>
                  </a:cubicBezTo>
                  <a:cubicBezTo>
                    <a:pt x="426" y="540"/>
                    <a:pt x="528" y="670"/>
                    <a:pt x="619" y="806"/>
                  </a:cubicBezTo>
                  <a:cubicBezTo>
                    <a:pt x="643" y="840"/>
                    <a:pt x="665" y="873"/>
                    <a:pt x="687" y="908"/>
                  </a:cubicBezTo>
                  <a:cubicBezTo>
                    <a:pt x="698" y="924"/>
                    <a:pt x="709" y="942"/>
                    <a:pt x="720" y="960"/>
                  </a:cubicBezTo>
                  <a:cubicBezTo>
                    <a:pt x="717" y="955"/>
                    <a:pt x="716" y="953"/>
                    <a:pt x="716" y="953"/>
                  </a:cubicBezTo>
                  <a:lnTo>
                    <a:pt x="716" y="953"/>
                  </a:lnTo>
                  <a:cubicBezTo>
                    <a:pt x="716" y="953"/>
                    <a:pt x="724" y="967"/>
                    <a:pt x="727" y="971"/>
                  </a:cubicBezTo>
                  <a:lnTo>
                    <a:pt x="748" y="1004"/>
                  </a:lnTo>
                  <a:cubicBezTo>
                    <a:pt x="788" y="1074"/>
                    <a:pt x="828" y="1145"/>
                    <a:pt x="865" y="1218"/>
                  </a:cubicBezTo>
                  <a:cubicBezTo>
                    <a:pt x="941" y="1365"/>
                    <a:pt x="1008" y="1514"/>
                    <a:pt x="1072" y="1667"/>
                  </a:cubicBezTo>
                  <a:cubicBezTo>
                    <a:pt x="1089" y="1710"/>
                    <a:pt x="1106" y="1751"/>
                    <a:pt x="1122" y="1795"/>
                  </a:cubicBezTo>
                  <a:cubicBezTo>
                    <a:pt x="1127" y="1805"/>
                    <a:pt x="1129" y="1816"/>
                    <a:pt x="1133" y="1827"/>
                  </a:cubicBezTo>
                  <a:cubicBezTo>
                    <a:pt x="1138" y="1836"/>
                    <a:pt x="1143" y="1844"/>
                    <a:pt x="1149" y="1851"/>
                  </a:cubicBezTo>
                  <a:cubicBezTo>
                    <a:pt x="1150" y="1854"/>
                    <a:pt x="1150" y="1855"/>
                    <a:pt x="1151" y="1858"/>
                  </a:cubicBezTo>
                  <a:lnTo>
                    <a:pt x="1151" y="1858"/>
                  </a:lnTo>
                  <a:cubicBezTo>
                    <a:pt x="1151" y="1857"/>
                    <a:pt x="1150" y="1857"/>
                    <a:pt x="1150" y="1856"/>
                  </a:cubicBezTo>
                  <a:lnTo>
                    <a:pt x="1150" y="1856"/>
                  </a:lnTo>
                  <a:cubicBezTo>
                    <a:pt x="1151" y="1867"/>
                    <a:pt x="1160" y="1879"/>
                    <a:pt x="1163" y="1889"/>
                  </a:cubicBezTo>
                  <a:lnTo>
                    <a:pt x="1176" y="1922"/>
                  </a:lnTo>
                  <a:cubicBezTo>
                    <a:pt x="1192" y="1964"/>
                    <a:pt x="1207" y="2008"/>
                    <a:pt x="1222" y="2052"/>
                  </a:cubicBezTo>
                  <a:cubicBezTo>
                    <a:pt x="1229" y="2073"/>
                    <a:pt x="1236" y="2093"/>
                    <a:pt x="1243" y="2115"/>
                  </a:cubicBezTo>
                  <a:cubicBezTo>
                    <a:pt x="1250" y="2139"/>
                    <a:pt x="1259" y="2159"/>
                    <a:pt x="1270" y="2181"/>
                  </a:cubicBezTo>
                  <a:cubicBezTo>
                    <a:pt x="1276" y="2193"/>
                    <a:pt x="1290" y="2200"/>
                    <a:pt x="1303" y="2200"/>
                  </a:cubicBezTo>
                  <a:cubicBezTo>
                    <a:pt x="1318" y="2200"/>
                    <a:pt x="1333" y="2191"/>
                    <a:pt x="1333" y="2172"/>
                  </a:cubicBezTo>
                  <a:cubicBezTo>
                    <a:pt x="1333" y="2087"/>
                    <a:pt x="1313" y="2004"/>
                    <a:pt x="1295" y="1922"/>
                  </a:cubicBezTo>
                  <a:cubicBezTo>
                    <a:pt x="1291" y="1903"/>
                    <a:pt x="1287" y="1882"/>
                    <a:pt x="1281" y="1862"/>
                  </a:cubicBezTo>
                  <a:cubicBezTo>
                    <a:pt x="1278" y="1854"/>
                    <a:pt x="1277" y="1844"/>
                    <a:pt x="1275" y="1834"/>
                  </a:cubicBezTo>
                  <a:cubicBezTo>
                    <a:pt x="1273" y="1829"/>
                    <a:pt x="1273" y="1824"/>
                    <a:pt x="1272" y="1821"/>
                  </a:cubicBezTo>
                  <a:cubicBezTo>
                    <a:pt x="1271" y="1816"/>
                    <a:pt x="1271" y="1814"/>
                    <a:pt x="1271" y="1814"/>
                  </a:cubicBezTo>
                  <a:cubicBezTo>
                    <a:pt x="1270" y="1814"/>
                    <a:pt x="1270" y="1817"/>
                    <a:pt x="1270" y="1822"/>
                  </a:cubicBezTo>
                  <a:lnTo>
                    <a:pt x="1270" y="1812"/>
                  </a:lnTo>
                  <a:cubicBezTo>
                    <a:pt x="1270" y="1782"/>
                    <a:pt x="1259" y="1756"/>
                    <a:pt x="1251" y="1727"/>
                  </a:cubicBezTo>
                  <a:cubicBezTo>
                    <a:pt x="1245" y="1707"/>
                    <a:pt x="1239" y="1689"/>
                    <a:pt x="1232" y="1668"/>
                  </a:cubicBezTo>
                  <a:cubicBezTo>
                    <a:pt x="1179" y="1509"/>
                    <a:pt x="1113" y="1356"/>
                    <a:pt x="1040" y="1207"/>
                  </a:cubicBezTo>
                  <a:cubicBezTo>
                    <a:pt x="963" y="1053"/>
                    <a:pt x="874" y="906"/>
                    <a:pt x="777" y="764"/>
                  </a:cubicBezTo>
                  <a:cubicBezTo>
                    <a:pt x="684" y="627"/>
                    <a:pt x="583" y="493"/>
                    <a:pt x="471" y="371"/>
                  </a:cubicBezTo>
                  <a:cubicBezTo>
                    <a:pt x="409" y="302"/>
                    <a:pt x="344" y="236"/>
                    <a:pt x="278" y="171"/>
                  </a:cubicBezTo>
                  <a:cubicBezTo>
                    <a:pt x="243" y="137"/>
                    <a:pt x="206" y="102"/>
                    <a:pt x="168" y="70"/>
                  </a:cubicBezTo>
                  <a:cubicBezTo>
                    <a:pt x="150" y="55"/>
                    <a:pt x="131" y="38"/>
                    <a:pt x="112" y="26"/>
                  </a:cubicBezTo>
                  <a:cubicBezTo>
                    <a:pt x="101" y="17"/>
                    <a:pt x="87" y="15"/>
                    <a:pt x="75" y="10"/>
                  </a:cubicBezTo>
                  <a:cubicBezTo>
                    <a:pt x="63" y="6"/>
                    <a:pt x="50" y="0"/>
                    <a:pt x="3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286;p40"/>
            <p:cNvSpPr/>
            <p:nvPr/>
          </p:nvSpPr>
          <p:spPr>
            <a:xfrm>
              <a:off x="3529800" y="3291840"/>
              <a:ext cx="113400" cy="316440"/>
            </a:xfrm>
            <a:custGeom>
              <a:avLst/>
              <a:gdLst>
                <a:gd name="textAreaLeft" fmla="*/ 0 w 113400"/>
                <a:gd name="textAreaRight" fmla="*/ 113760 w 113400"/>
                <a:gd name="textAreaTop" fmla="*/ 0 h 316440"/>
                <a:gd name="textAreaBottom" fmla="*/ 316800 h 316440"/>
              </a:gdLst>
              <a:ahLst/>
              <a:cxnLst/>
              <a:rect l="textAreaLeft" t="textAreaTop" r="textAreaRight" b="textAreaBottom"/>
              <a:pathLst>
                <a:path w="1005" h="2856">
                  <a:moveTo>
                    <a:pt x="13" y="1"/>
                  </a:moveTo>
                  <a:cubicBezTo>
                    <a:pt x="9" y="1"/>
                    <a:pt x="4" y="3"/>
                    <a:pt x="4" y="9"/>
                  </a:cubicBezTo>
                  <a:cubicBezTo>
                    <a:pt x="1" y="108"/>
                    <a:pt x="1" y="204"/>
                    <a:pt x="10" y="302"/>
                  </a:cubicBezTo>
                  <a:cubicBezTo>
                    <a:pt x="18" y="400"/>
                    <a:pt x="32" y="498"/>
                    <a:pt x="47" y="594"/>
                  </a:cubicBezTo>
                  <a:cubicBezTo>
                    <a:pt x="62" y="692"/>
                    <a:pt x="80" y="789"/>
                    <a:pt x="102" y="883"/>
                  </a:cubicBezTo>
                  <a:cubicBezTo>
                    <a:pt x="124" y="979"/>
                    <a:pt x="149" y="1074"/>
                    <a:pt x="174" y="1169"/>
                  </a:cubicBezTo>
                  <a:cubicBezTo>
                    <a:pt x="281" y="1549"/>
                    <a:pt x="416" y="1921"/>
                    <a:pt x="589" y="2274"/>
                  </a:cubicBezTo>
                  <a:cubicBezTo>
                    <a:pt x="614" y="2324"/>
                    <a:pt x="639" y="2373"/>
                    <a:pt x="665" y="2422"/>
                  </a:cubicBezTo>
                  <a:cubicBezTo>
                    <a:pt x="673" y="2438"/>
                    <a:pt x="683" y="2453"/>
                    <a:pt x="694" y="2469"/>
                  </a:cubicBezTo>
                  <a:cubicBezTo>
                    <a:pt x="696" y="2474"/>
                    <a:pt x="700" y="2479"/>
                    <a:pt x="703" y="2483"/>
                  </a:cubicBezTo>
                  <a:cubicBezTo>
                    <a:pt x="706" y="2486"/>
                    <a:pt x="707" y="2490"/>
                    <a:pt x="709" y="2492"/>
                  </a:cubicBezTo>
                  <a:lnTo>
                    <a:pt x="709" y="2492"/>
                  </a:lnTo>
                  <a:cubicBezTo>
                    <a:pt x="721" y="2516"/>
                    <a:pt x="737" y="2540"/>
                    <a:pt x="751" y="2563"/>
                  </a:cubicBezTo>
                  <a:lnTo>
                    <a:pt x="842" y="2712"/>
                  </a:lnTo>
                  <a:cubicBezTo>
                    <a:pt x="871" y="2758"/>
                    <a:pt x="902" y="2804"/>
                    <a:pt x="939" y="2843"/>
                  </a:cubicBezTo>
                  <a:cubicBezTo>
                    <a:pt x="947" y="2852"/>
                    <a:pt x="956" y="2855"/>
                    <a:pt x="965" y="2855"/>
                  </a:cubicBezTo>
                  <a:cubicBezTo>
                    <a:pt x="986" y="2855"/>
                    <a:pt x="1005" y="2834"/>
                    <a:pt x="997" y="2808"/>
                  </a:cubicBezTo>
                  <a:cubicBezTo>
                    <a:pt x="966" y="2716"/>
                    <a:pt x="916" y="2629"/>
                    <a:pt x="873" y="2541"/>
                  </a:cubicBezTo>
                  <a:cubicBezTo>
                    <a:pt x="851" y="2497"/>
                    <a:pt x="829" y="2453"/>
                    <a:pt x="811" y="2408"/>
                  </a:cubicBezTo>
                  <a:cubicBezTo>
                    <a:pt x="795" y="2365"/>
                    <a:pt x="773" y="2323"/>
                    <a:pt x="754" y="2279"/>
                  </a:cubicBezTo>
                  <a:cubicBezTo>
                    <a:pt x="672" y="2103"/>
                    <a:pt x="592" y="1926"/>
                    <a:pt x="520" y="1745"/>
                  </a:cubicBezTo>
                  <a:cubicBezTo>
                    <a:pt x="450" y="1564"/>
                    <a:pt x="384" y="1382"/>
                    <a:pt x="327" y="1196"/>
                  </a:cubicBezTo>
                  <a:cubicBezTo>
                    <a:pt x="323" y="1185"/>
                    <a:pt x="321" y="1175"/>
                    <a:pt x="317" y="1164"/>
                  </a:cubicBezTo>
                  <a:lnTo>
                    <a:pt x="317" y="1164"/>
                  </a:lnTo>
                  <a:cubicBezTo>
                    <a:pt x="316" y="1162"/>
                    <a:pt x="315" y="1156"/>
                    <a:pt x="315" y="1155"/>
                  </a:cubicBezTo>
                  <a:cubicBezTo>
                    <a:pt x="313" y="1150"/>
                    <a:pt x="311" y="1142"/>
                    <a:pt x="309" y="1137"/>
                  </a:cubicBezTo>
                  <a:lnTo>
                    <a:pt x="289" y="1068"/>
                  </a:lnTo>
                  <a:cubicBezTo>
                    <a:pt x="274" y="1020"/>
                    <a:pt x="262" y="972"/>
                    <a:pt x="249" y="926"/>
                  </a:cubicBezTo>
                  <a:cubicBezTo>
                    <a:pt x="224" y="833"/>
                    <a:pt x="201" y="739"/>
                    <a:pt x="178" y="646"/>
                  </a:cubicBezTo>
                  <a:cubicBezTo>
                    <a:pt x="151" y="540"/>
                    <a:pt x="128" y="434"/>
                    <a:pt x="103" y="329"/>
                  </a:cubicBezTo>
                  <a:cubicBezTo>
                    <a:pt x="91" y="275"/>
                    <a:pt x="80" y="220"/>
                    <a:pt x="66" y="167"/>
                  </a:cubicBezTo>
                  <a:cubicBezTo>
                    <a:pt x="52" y="113"/>
                    <a:pt x="37" y="59"/>
                    <a:pt x="23" y="6"/>
                  </a:cubicBezTo>
                  <a:cubicBezTo>
                    <a:pt x="22" y="3"/>
                    <a:pt x="18" y="1"/>
                    <a:pt x="13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287;p40"/>
            <p:cNvSpPr/>
            <p:nvPr/>
          </p:nvSpPr>
          <p:spPr>
            <a:xfrm>
              <a:off x="3489480" y="3390120"/>
              <a:ext cx="85680" cy="115200"/>
            </a:xfrm>
            <a:custGeom>
              <a:avLst/>
              <a:gdLst>
                <a:gd name="textAreaLeft" fmla="*/ 0 w 85680"/>
                <a:gd name="textAreaRight" fmla="*/ 86040 w 85680"/>
                <a:gd name="textAreaTop" fmla="*/ 0 h 115200"/>
                <a:gd name="textAreaBottom" fmla="*/ 115560 h 115200"/>
              </a:gdLst>
              <a:ahLst/>
              <a:cxnLst/>
              <a:rect l="textAreaLeft" t="textAreaTop" r="textAreaRight" b="textAreaBottom"/>
              <a:pathLst>
                <a:path w="759" h="1043">
                  <a:moveTo>
                    <a:pt x="50" y="1"/>
                  </a:moveTo>
                  <a:cubicBezTo>
                    <a:pt x="39" y="1"/>
                    <a:pt x="27" y="5"/>
                    <a:pt x="20" y="11"/>
                  </a:cubicBezTo>
                  <a:cubicBezTo>
                    <a:pt x="6" y="25"/>
                    <a:pt x="1" y="49"/>
                    <a:pt x="9" y="67"/>
                  </a:cubicBezTo>
                  <a:cubicBezTo>
                    <a:pt x="16" y="87"/>
                    <a:pt x="24" y="106"/>
                    <a:pt x="35" y="123"/>
                  </a:cubicBezTo>
                  <a:cubicBezTo>
                    <a:pt x="46" y="142"/>
                    <a:pt x="57" y="159"/>
                    <a:pt x="68" y="176"/>
                  </a:cubicBezTo>
                  <a:cubicBezTo>
                    <a:pt x="89" y="208"/>
                    <a:pt x="107" y="241"/>
                    <a:pt x="128" y="272"/>
                  </a:cubicBezTo>
                  <a:cubicBezTo>
                    <a:pt x="169" y="337"/>
                    <a:pt x="213" y="400"/>
                    <a:pt x="256" y="462"/>
                  </a:cubicBezTo>
                  <a:cubicBezTo>
                    <a:pt x="342" y="587"/>
                    <a:pt x="430" y="713"/>
                    <a:pt x="519" y="835"/>
                  </a:cubicBezTo>
                  <a:cubicBezTo>
                    <a:pt x="546" y="869"/>
                    <a:pt x="573" y="903"/>
                    <a:pt x="599" y="936"/>
                  </a:cubicBezTo>
                  <a:cubicBezTo>
                    <a:pt x="627" y="971"/>
                    <a:pt x="652" y="1010"/>
                    <a:pt x="688" y="1035"/>
                  </a:cubicBezTo>
                  <a:cubicBezTo>
                    <a:pt x="695" y="1040"/>
                    <a:pt x="703" y="1042"/>
                    <a:pt x="711" y="1042"/>
                  </a:cubicBezTo>
                  <a:cubicBezTo>
                    <a:pt x="735" y="1042"/>
                    <a:pt x="758" y="1023"/>
                    <a:pt x="751" y="997"/>
                  </a:cubicBezTo>
                  <a:cubicBezTo>
                    <a:pt x="745" y="978"/>
                    <a:pt x="740" y="961"/>
                    <a:pt x="729" y="944"/>
                  </a:cubicBezTo>
                  <a:cubicBezTo>
                    <a:pt x="718" y="925"/>
                    <a:pt x="709" y="909"/>
                    <a:pt x="698" y="891"/>
                  </a:cubicBezTo>
                  <a:cubicBezTo>
                    <a:pt x="677" y="856"/>
                    <a:pt x="657" y="820"/>
                    <a:pt x="635" y="785"/>
                  </a:cubicBezTo>
                  <a:cubicBezTo>
                    <a:pt x="594" y="720"/>
                    <a:pt x="552" y="655"/>
                    <a:pt x="508" y="593"/>
                  </a:cubicBezTo>
                  <a:cubicBezTo>
                    <a:pt x="464" y="530"/>
                    <a:pt x="422" y="468"/>
                    <a:pt x="378" y="406"/>
                  </a:cubicBezTo>
                  <a:cubicBezTo>
                    <a:pt x="334" y="342"/>
                    <a:pt x="292" y="276"/>
                    <a:pt x="245" y="215"/>
                  </a:cubicBezTo>
                  <a:cubicBezTo>
                    <a:pt x="218" y="182"/>
                    <a:pt x="194" y="148"/>
                    <a:pt x="168" y="115"/>
                  </a:cubicBezTo>
                  <a:cubicBezTo>
                    <a:pt x="155" y="96"/>
                    <a:pt x="141" y="80"/>
                    <a:pt x="128" y="62"/>
                  </a:cubicBezTo>
                  <a:cubicBezTo>
                    <a:pt x="113" y="43"/>
                    <a:pt x="94" y="27"/>
                    <a:pt x="76" y="10"/>
                  </a:cubicBezTo>
                  <a:cubicBezTo>
                    <a:pt x="69" y="4"/>
                    <a:pt x="60" y="1"/>
                    <a:pt x="5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0" bIns="57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288;p40"/>
            <p:cNvSpPr/>
            <p:nvPr/>
          </p:nvSpPr>
          <p:spPr>
            <a:xfrm>
              <a:off x="3249360" y="3926880"/>
              <a:ext cx="544680" cy="139680"/>
            </a:xfrm>
            <a:custGeom>
              <a:avLst/>
              <a:gdLst>
                <a:gd name="textAreaLeft" fmla="*/ 0 w 544680"/>
                <a:gd name="textAreaRight" fmla="*/ 545040 w 544680"/>
                <a:gd name="textAreaTop" fmla="*/ 0 h 139680"/>
                <a:gd name="textAreaBottom" fmla="*/ 140040 h 139680"/>
              </a:gdLst>
              <a:ahLst/>
              <a:cxnLst/>
              <a:rect l="textAreaLeft" t="textAreaTop" r="textAreaRight" b="textAreaBottom"/>
              <a:pathLst>
                <a:path w="4811" h="1262">
                  <a:moveTo>
                    <a:pt x="4776" y="0"/>
                  </a:moveTo>
                  <a:cubicBezTo>
                    <a:pt x="4774" y="0"/>
                    <a:pt x="4772" y="0"/>
                    <a:pt x="4770" y="1"/>
                  </a:cubicBezTo>
                  <a:cubicBezTo>
                    <a:pt x="4731" y="12"/>
                    <a:pt x="4693" y="25"/>
                    <a:pt x="4653" y="30"/>
                  </a:cubicBezTo>
                  <a:cubicBezTo>
                    <a:pt x="4611" y="35"/>
                    <a:pt x="4571" y="51"/>
                    <a:pt x="4530" y="66"/>
                  </a:cubicBezTo>
                  <a:cubicBezTo>
                    <a:pt x="4449" y="93"/>
                    <a:pt x="4371" y="115"/>
                    <a:pt x="4291" y="145"/>
                  </a:cubicBezTo>
                  <a:cubicBezTo>
                    <a:pt x="4136" y="203"/>
                    <a:pt x="3979" y="259"/>
                    <a:pt x="3822" y="313"/>
                  </a:cubicBezTo>
                  <a:cubicBezTo>
                    <a:pt x="3666" y="366"/>
                    <a:pt x="3508" y="415"/>
                    <a:pt x="3352" y="467"/>
                  </a:cubicBezTo>
                  <a:cubicBezTo>
                    <a:pt x="3311" y="479"/>
                    <a:pt x="3271" y="492"/>
                    <a:pt x="3230" y="505"/>
                  </a:cubicBezTo>
                  <a:cubicBezTo>
                    <a:pt x="3213" y="511"/>
                    <a:pt x="3193" y="516"/>
                    <a:pt x="3175" y="521"/>
                  </a:cubicBezTo>
                  <a:cubicBezTo>
                    <a:pt x="3165" y="524"/>
                    <a:pt x="3156" y="527"/>
                    <a:pt x="3147" y="530"/>
                  </a:cubicBezTo>
                  <a:lnTo>
                    <a:pt x="3134" y="535"/>
                  </a:lnTo>
                  <a:cubicBezTo>
                    <a:pt x="3137" y="533"/>
                    <a:pt x="3137" y="533"/>
                    <a:pt x="3137" y="533"/>
                  </a:cubicBezTo>
                  <a:cubicBezTo>
                    <a:pt x="3136" y="533"/>
                    <a:pt x="3127" y="536"/>
                    <a:pt x="3126" y="538"/>
                  </a:cubicBezTo>
                  <a:cubicBezTo>
                    <a:pt x="3048" y="561"/>
                    <a:pt x="2968" y="584"/>
                    <a:pt x="2890" y="607"/>
                  </a:cubicBezTo>
                  <a:cubicBezTo>
                    <a:pt x="2571" y="698"/>
                    <a:pt x="2248" y="780"/>
                    <a:pt x="1924" y="849"/>
                  </a:cubicBezTo>
                  <a:cubicBezTo>
                    <a:pt x="1602" y="919"/>
                    <a:pt x="1277" y="975"/>
                    <a:pt x="951" y="1030"/>
                  </a:cubicBezTo>
                  <a:cubicBezTo>
                    <a:pt x="788" y="1057"/>
                    <a:pt x="623" y="1083"/>
                    <a:pt x="459" y="1105"/>
                  </a:cubicBezTo>
                  <a:cubicBezTo>
                    <a:pt x="419" y="1110"/>
                    <a:pt x="379" y="1116"/>
                    <a:pt x="338" y="1121"/>
                  </a:cubicBezTo>
                  <a:cubicBezTo>
                    <a:pt x="298" y="1127"/>
                    <a:pt x="260" y="1133"/>
                    <a:pt x="220" y="1138"/>
                  </a:cubicBezTo>
                  <a:cubicBezTo>
                    <a:pt x="214" y="1138"/>
                    <a:pt x="208" y="1138"/>
                    <a:pt x="202" y="1138"/>
                  </a:cubicBezTo>
                  <a:cubicBezTo>
                    <a:pt x="178" y="1138"/>
                    <a:pt x="156" y="1135"/>
                    <a:pt x="132" y="1127"/>
                  </a:cubicBezTo>
                  <a:cubicBezTo>
                    <a:pt x="121" y="1123"/>
                    <a:pt x="119" y="1123"/>
                    <a:pt x="114" y="1121"/>
                  </a:cubicBezTo>
                  <a:lnTo>
                    <a:pt x="114" y="1121"/>
                  </a:lnTo>
                  <a:cubicBezTo>
                    <a:pt x="114" y="1121"/>
                    <a:pt x="114" y="1121"/>
                    <a:pt x="114" y="1121"/>
                  </a:cubicBezTo>
                  <a:cubicBezTo>
                    <a:pt x="115" y="1121"/>
                    <a:pt x="106" y="1116"/>
                    <a:pt x="103" y="1115"/>
                  </a:cubicBezTo>
                  <a:cubicBezTo>
                    <a:pt x="94" y="1107"/>
                    <a:pt x="86" y="1096"/>
                    <a:pt x="80" y="1085"/>
                  </a:cubicBezTo>
                  <a:cubicBezTo>
                    <a:pt x="67" y="1063"/>
                    <a:pt x="64" y="1043"/>
                    <a:pt x="77" y="1021"/>
                  </a:cubicBezTo>
                  <a:cubicBezTo>
                    <a:pt x="79" y="1009"/>
                    <a:pt x="72" y="1000"/>
                    <a:pt x="65" y="1000"/>
                  </a:cubicBezTo>
                  <a:cubicBezTo>
                    <a:pt x="64" y="1000"/>
                    <a:pt x="62" y="1000"/>
                    <a:pt x="61" y="1001"/>
                  </a:cubicBezTo>
                  <a:cubicBezTo>
                    <a:pt x="8" y="1032"/>
                    <a:pt x="0" y="1098"/>
                    <a:pt x="20" y="1150"/>
                  </a:cubicBezTo>
                  <a:cubicBezTo>
                    <a:pt x="34" y="1187"/>
                    <a:pt x="62" y="1217"/>
                    <a:pt x="95" y="1233"/>
                  </a:cubicBezTo>
                  <a:cubicBezTo>
                    <a:pt x="130" y="1252"/>
                    <a:pt x="171" y="1259"/>
                    <a:pt x="209" y="1261"/>
                  </a:cubicBezTo>
                  <a:cubicBezTo>
                    <a:pt x="222" y="1261"/>
                    <a:pt x="235" y="1262"/>
                    <a:pt x="249" y="1262"/>
                  </a:cubicBezTo>
                  <a:cubicBezTo>
                    <a:pt x="320" y="1262"/>
                    <a:pt x="390" y="1252"/>
                    <a:pt x="463" y="1244"/>
                  </a:cubicBezTo>
                  <a:cubicBezTo>
                    <a:pt x="550" y="1236"/>
                    <a:pt x="635" y="1227"/>
                    <a:pt x="721" y="1217"/>
                  </a:cubicBezTo>
                  <a:cubicBezTo>
                    <a:pt x="1061" y="1177"/>
                    <a:pt x="1397" y="1121"/>
                    <a:pt x="1733" y="1055"/>
                  </a:cubicBezTo>
                  <a:cubicBezTo>
                    <a:pt x="2068" y="989"/>
                    <a:pt x="2402" y="911"/>
                    <a:pt x="2733" y="823"/>
                  </a:cubicBezTo>
                  <a:cubicBezTo>
                    <a:pt x="3070" y="733"/>
                    <a:pt x="3403" y="635"/>
                    <a:pt x="3731" y="519"/>
                  </a:cubicBezTo>
                  <a:cubicBezTo>
                    <a:pt x="3891" y="463"/>
                    <a:pt x="4051" y="404"/>
                    <a:pt x="4210" y="342"/>
                  </a:cubicBezTo>
                  <a:cubicBezTo>
                    <a:pt x="4251" y="326"/>
                    <a:pt x="4292" y="310"/>
                    <a:pt x="4333" y="293"/>
                  </a:cubicBezTo>
                  <a:cubicBezTo>
                    <a:pt x="4372" y="277"/>
                    <a:pt x="4410" y="259"/>
                    <a:pt x="4449" y="241"/>
                  </a:cubicBezTo>
                  <a:lnTo>
                    <a:pt x="4564" y="188"/>
                  </a:lnTo>
                  <a:cubicBezTo>
                    <a:pt x="4603" y="168"/>
                    <a:pt x="4648" y="154"/>
                    <a:pt x="4682" y="126"/>
                  </a:cubicBezTo>
                  <a:cubicBezTo>
                    <a:pt x="4715" y="100"/>
                    <a:pt x="4751" y="80"/>
                    <a:pt x="4788" y="60"/>
                  </a:cubicBezTo>
                  <a:cubicBezTo>
                    <a:pt x="4802" y="51"/>
                    <a:pt x="4810" y="38"/>
                    <a:pt x="4805" y="23"/>
                  </a:cubicBezTo>
                  <a:cubicBezTo>
                    <a:pt x="4801" y="11"/>
                    <a:pt x="4789" y="0"/>
                    <a:pt x="477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9840" bIns="69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289;p40"/>
            <p:cNvSpPr/>
            <p:nvPr/>
          </p:nvSpPr>
          <p:spPr>
            <a:xfrm>
              <a:off x="3471480" y="3889800"/>
              <a:ext cx="218880" cy="125280"/>
            </a:xfrm>
            <a:custGeom>
              <a:avLst/>
              <a:gdLst>
                <a:gd name="textAreaLeft" fmla="*/ 0 w 218880"/>
                <a:gd name="textAreaRight" fmla="*/ 219240 w 21888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1935" h="1133">
                  <a:moveTo>
                    <a:pt x="1156" y="498"/>
                  </a:moveTo>
                  <a:cubicBezTo>
                    <a:pt x="1155" y="499"/>
                    <a:pt x="1150" y="502"/>
                    <a:pt x="1150" y="502"/>
                  </a:cubicBezTo>
                  <a:cubicBezTo>
                    <a:pt x="1150" y="502"/>
                    <a:pt x="1152" y="501"/>
                    <a:pt x="1156" y="499"/>
                  </a:cubicBezTo>
                  <a:cubicBezTo>
                    <a:pt x="1156" y="498"/>
                    <a:pt x="1156" y="498"/>
                    <a:pt x="1156" y="498"/>
                  </a:cubicBezTo>
                  <a:close/>
                  <a:moveTo>
                    <a:pt x="1899" y="1"/>
                  </a:moveTo>
                  <a:cubicBezTo>
                    <a:pt x="1894" y="1"/>
                    <a:pt x="1890" y="2"/>
                    <a:pt x="1885" y="6"/>
                  </a:cubicBezTo>
                  <a:lnTo>
                    <a:pt x="1712" y="128"/>
                  </a:lnTo>
                  <a:lnTo>
                    <a:pt x="1671" y="158"/>
                  </a:lnTo>
                  <a:cubicBezTo>
                    <a:pt x="1665" y="164"/>
                    <a:pt x="1657" y="169"/>
                    <a:pt x="1649" y="172"/>
                  </a:cubicBezTo>
                  <a:cubicBezTo>
                    <a:pt x="1644" y="177"/>
                    <a:pt x="1638" y="177"/>
                    <a:pt x="1628" y="181"/>
                  </a:cubicBezTo>
                  <a:cubicBezTo>
                    <a:pt x="1612" y="189"/>
                    <a:pt x="1596" y="202"/>
                    <a:pt x="1583" y="213"/>
                  </a:cubicBezTo>
                  <a:lnTo>
                    <a:pt x="1538" y="246"/>
                  </a:lnTo>
                  <a:cubicBezTo>
                    <a:pt x="1480" y="286"/>
                    <a:pt x="1421" y="323"/>
                    <a:pt x="1364" y="362"/>
                  </a:cubicBezTo>
                  <a:cubicBezTo>
                    <a:pt x="1304" y="402"/>
                    <a:pt x="1247" y="441"/>
                    <a:pt x="1187" y="479"/>
                  </a:cubicBezTo>
                  <a:lnTo>
                    <a:pt x="1166" y="491"/>
                  </a:lnTo>
                  <a:cubicBezTo>
                    <a:pt x="1163" y="494"/>
                    <a:pt x="1160" y="495"/>
                    <a:pt x="1156" y="498"/>
                  </a:cubicBezTo>
                  <a:lnTo>
                    <a:pt x="1156" y="498"/>
                  </a:lnTo>
                  <a:cubicBezTo>
                    <a:pt x="1157" y="498"/>
                    <a:pt x="1157" y="498"/>
                    <a:pt x="1157" y="498"/>
                  </a:cubicBezTo>
                  <a:lnTo>
                    <a:pt x="1157" y="498"/>
                  </a:lnTo>
                  <a:cubicBezTo>
                    <a:pt x="1158" y="498"/>
                    <a:pt x="1157" y="498"/>
                    <a:pt x="1155" y="500"/>
                  </a:cubicBezTo>
                  <a:cubicBezTo>
                    <a:pt x="1139" y="510"/>
                    <a:pt x="1123" y="518"/>
                    <a:pt x="1107" y="528"/>
                  </a:cubicBezTo>
                  <a:cubicBezTo>
                    <a:pt x="1078" y="546"/>
                    <a:pt x="1047" y="562"/>
                    <a:pt x="1018" y="581"/>
                  </a:cubicBezTo>
                  <a:cubicBezTo>
                    <a:pt x="957" y="615"/>
                    <a:pt x="897" y="650"/>
                    <a:pt x="835" y="683"/>
                  </a:cubicBezTo>
                  <a:cubicBezTo>
                    <a:pt x="711" y="749"/>
                    <a:pt x="585" y="812"/>
                    <a:pt x="457" y="868"/>
                  </a:cubicBezTo>
                  <a:cubicBezTo>
                    <a:pt x="385" y="899"/>
                    <a:pt x="312" y="928"/>
                    <a:pt x="238" y="957"/>
                  </a:cubicBezTo>
                  <a:cubicBezTo>
                    <a:pt x="201" y="971"/>
                    <a:pt x="163" y="983"/>
                    <a:pt x="128" y="998"/>
                  </a:cubicBezTo>
                  <a:cubicBezTo>
                    <a:pt x="107" y="1007"/>
                    <a:pt x="85" y="1015"/>
                    <a:pt x="68" y="1028"/>
                  </a:cubicBezTo>
                  <a:cubicBezTo>
                    <a:pt x="57" y="1037"/>
                    <a:pt x="36" y="1050"/>
                    <a:pt x="19" y="1060"/>
                  </a:cubicBezTo>
                  <a:cubicBezTo>
                    <a:pt x="4" y="1070"/>
                    <a:pt x="1" y="1094"/>
                    <a:pt x="7" y="1109"/>
                  </a:cubicBezTo>
                  <a:cubicBezTo>
                    <a:pt x="18" y="1126"/>
                    <a:pt x="33" y="1132"/>
                    <a:pt x="52" y="1132"/>
                  </a:cubicBezTo>
                  <a:cubicBezTo>
                    <a:pt x="53" y="1132"/>
                    <a:pt x="54" y="1132"/>
                    <a:pt x="56" y="1132"/>
                  </a:cubicBezTo>
                  <a:cubicBezTo>
                    <a:pt x="63" y="1132"/>
                    <a:pt x="73" y="1131"/>
                    <a:pt x="82" y="1131"/>
                  </a:cubicBezTo>
                  <a:lnTo>
                    <a:pt x="100" y="1131"/>
                  </a:lnTo>
                  <a:cubicBezTo>
                    <a:pt x="122" y="1131"/>
                    <a:pt x="139" y="1126"/>
                    <a:pt x="160" y="1121"/>
                  </a:cubicBezTo>
                  <a:cubicBezTo>
                    <a:pt x="198" y="1111"/>
                    <a:pt x="234" y="1099"/>
                    <a:pt x="271" y="1085"/>
                  </a:cubicBezTo>
                  <a:cubicBezTo>
                    <a:pt x="337" y="1062"/>
                    <a:pt x="404" y="1036"/>
                    <a:pt x="469" y="1010"/>
                  </a:cubicBezTo>
                  <a:cubicBezTo>
                    <a:pt x="599" y="957"/>
                    <a:pt x="728" y="898"/>
                    <a:pt x="854" y="835"/>
                  </a:cubicBezTo>
                  <a:cubicBezTo>
                    <a:pt x="1110" y="705"/>
                    <a:pt x="1355" y="555"/>
                    <a:pt x="1578" y="373"/>
                  </a:cubicBezTo>
                  <a:cubicBezTo>
                    <a:pt x="1607" y="348"/>
                    <a:pt x="1638" y="324"/>
                    <a:pt x="1668" y="298"/>
                  </a:cubicBezTo>
                  <a:cubicBezTo>
                    <a:pt x="1676" y="291"/>
                    <a:pt x="1683" y="286"/>
                    <a:pt x="1690" y="278"/>
                  </a:cubicBezTo>
                  <a:cubicBezTo>
                    <a:pt x="1695" y="273"/>
                    <a:pt x="1706" y="258"/>
                    <a:pt x="1708" y="254"/>
                  </a:cubicBezTo>
                  <a:cubicBezTo>
                    <a:pt x="1719" y="238"/>
                    <a:pt x="1737" y="226"/>
                    <a:pt x="1750" y="214"/>
                  </a:cubicBezTo>
                  <a:cubicBezTo>
                    <a:pt x="1809" y="158"/>
                    <a:pt x="1865" y="100"/>
                    <a:pt x="1919" y="38"/>
                  </a:cubicBezTo>
                  <a:cubicBezTo>
                    <a:pt x="1935" y="21"/>
                    <a:pt x="1918" y="1"/>
                    <a:pt x="1899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2640" bIns="62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290;p40"/>
            <p:cNvSpPr/>
            <p:nvPr/>
          </p:nvSpPr>
          <p:spPr>
            <a:xfrm>
              <a:off x="3465720" y="4017960"/>
              <a:ext cx="271440" cy="35280"/>
            </a:xfrm>
            <a:custGeom>
              <a:avLst/>
              <a:gdLst>
                <a:gd name="textAreaLeft" fmla="*/ 0 w 271440"/>
                <a:gd name="textAreaRight" fmla="*/ 271800 w 27144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2400" h="321">
                  <a:moveTo>
                    <a:pt x="18" y="1"/>
                  </a:moveTo>
                  <a:cubicBezTo>
                    <a:pt x="10" y="1"/>
                    <a:pt x="0" y="8"/>
                    <a:pt x="0" y="18"/>
                  </a:cubicBezTo>
                  <a:cubicBezTo>
                    <a:pt x="0" y="50"/>
                    <a:pt x="3" y="88"/>
                    <a:pt x="23" y="113"/>
                  </a:cubicBezTo>
                  <a:cubicBezTo>
                    <a:pt x="45" y="139"/>
                    <a:pt x="71" y="160"/>
                    <a:pt x="100" y="176"/>
                  </a:cubicBezTo>
                  <a:cubicBezTo>
                    <a:pt x="164" y="211"/>
                    <a:pt x="231" y="233"/>
                    <a:pt x="302" y="250"/>
                  </a:cubicBezTo>
                  <a:cubicBezTo>
                    <a:pt x="377" y="267"/>
                    <a:pt x="454" y="273"/>
                    <a:pt x="527" y="282"/>
                  </a:cubicBezTo>
                  <a:cubicBezTo>
                    <a:pt x="610" y="292"/>
                    <a:pt x="693" y="298"/>
                    <a:pt x="775" y="305"/>
                  </a:cubicBezTo>
                  <a:cubicBezTo>
                    <a:pt x="927" y="316"/>
                    <a:pt x="1078" y="320"/>
                    <a:pt x="1230" y="320"/>
                  </a:cubicBezTo>
                  <a:cubicBezTo>
                    <a:pt x="1246" y="320"/>
                    <a:pt x="1263" y="320"/>
                    <a:pt x="1279" y="320"/>
                  </a:cubicBezTo>
                  <a:cubicBezTo>
                    <a:pt x="1454" y="317"/>
                    <a:pt x="1630" y="310"/>
                    <a:pt x="1804" y="292"/>
                  </a:cubicBezTo>
                  <a:cubicBezTo>
                    <a:pt x="1898" y="282"/>
                    <a:pt x="1989" y="266"/>
                    <a:pt x="2081" y="250"/>
                  </a:cubicBezTo>
                  <a:cubicBezTo>
                    <a:pt x="2109" y="245"/>
                    <a:pt x="2142" y="243"/>
                    <a:pt x="2167" y="232"/>
                  </a:cubicBezTo>
                  <a:cubicBezTo>
                    <a:pt x="2170" y="231"/>
                    <a:pt x="2174" y="228"/>
                    <a:pt x="2178" y="226"/>
                  </a:cubicBezTo>
                  <a:cubicBezTo>
                    <a:pt x="2180" y="224"/>
                    <a:pt x="2181" y="223"/>
                    <a:pt x="2182" y="222"/>
                  </a:cubicBezTo>
                  <a:lnTo>
                    <a:pt x="2182" y="222"/>
                  </a:lnTo>
                  <a:cubicBezTo>
                    <a:pt x="2183" y="222"/>
                    <a:pt x="2183" y="222"/>
                    <a:pt x="2184" y="221"/>
                  </a:cubicBezTo>
                  <a:lnTo>
                    <a:pt x="2217" y="212"/>
                  </a:lnTo>
                  <a:cubicBezTo>
                    <a:pt x="2267" y="199"/>
                    <a:pt x="2318" y="189"/>
                    <a:pt x="2362" y="163"/>
                  </a:cubicBezTo>
                  <a:cubicBezTo>
                    <a:pt x="2400" y="140"/>
                    <a:pt x="2394" y="89"/>
                    <a:pt x="2349" y="80"/>
                  </a:cubicBezTo>
                  <a:cubicBezTo>
                    <a:pt x="2332" y="77"/>
                    <a:pt x="2315" y="76"/>
                    <a:pt x="2298" y="76"/>
                  </a:cubicBezTo>
                  <a:cubicBezTo>
                    <a:pt x="2271" y="76"/>
                    <a:pt x="2243" y="78"/>
                    <a:pt x="2216" y="80"/>
                  </a:cubicBezTo>
                  <a:cubicBezTo>
                    <a:pt x="2197" y="81"/>
                    <a:pt x="2179" y="83"/>
                    <a:pt x="2159" y="83"/>
                  </a:cubicBezTo>
                  <a:lnTo>
                    <a:pt x="2159" y="83"/>
                  </a:lnTo>
                  <a:cubicBezTo>
                    <a:pt x="2158" y="82"/>
                    <a:pt x="2157" y="82"/>
                    <a:pt x="2154" y="81"/>
                  </a:cubicBezTo>
                  <a:cubicBezTo>
                    <a:pt x="2151" y="80"/>
                    <a:pt x="2145" y="78"/>
                    <a:pt x="2142" y="78"/>
                  </a:cubicBezTo>
                  <a:cubicBezTo>
                    <a:pt x="2137" y="78"/>
                    <a:pt x="2133" y="77"/>
                    <a:pt x="2129" y="77"/>
                  </a:cubicBezTo>
                  <a:cubicBezTo>
                    <a:pt x="2117" y="77"/>
                    <a:pt x="2105" y="80"/>
                    <a:pt x="2093" y="81"/>
                  </a:cubicBezTo>
                  <a:cubicBezTo>
                    <a:pt x="2011" y="89"/>
                    <a:pt x="1928" y="96"/>
                    <a:pt x="1846" y="103"/>
                  </a:cubicBezTo>
                  <a:cubicBezTo>
                    <a:pt x="1684" y="118"/>
                    <a:pt x="1519" y="129"/>
                    <a:pt x="1354" y="134"/>
                  </a:cubicBezTo>
                  <a:cubicBezTo>
                    <a:pt x="1344" y="134"/>
                    <a:pt x="1333" y="134"/>
                    <a:pt x="1323" y="136"/>
                  </a:cubicBezTo>
                  <a:lnTo>
                    <a:pt x="1311" y="136"/>
                  </a:lnTo>
                  <a:cubicBezTo>
                    <a:pt x="1290" y="136"/>
                    <a:pt x="1268" y="138"/>
                    <a:pt x="1248" y="138"/>
                  </a:cubicBezTo>
                  <a:cubicBezTo>
                    <a:pt x="1221" y="138"/>
                    <a:pt x="1193" y="138"/>
                    <a:pt x="1166" y="138"/>
                  </a:cubicBezTo>
                  <a:cubicBezTo>
                    <a:pt x="1152" y="138"/>
                    <a:pt x="1138" y="138"/>
                    <a:pt x="1125" y="138"/>
                  </a:cubicBezTo>
                  <a:cubicBezTo>
                    <a:pt x="1042" y="138"/>
                    <a:pt x="960" y="136"/>
                    <a:pt x="878" y="133"/>
                  </a:cubicBezTo>
                  <a:cubicBezTo>
                    <a:pt x="714" y="128"/>
                    <a:pt x="549" y="118"/>
                    <a:pt x="386" y="100"/>
                  </a:cubicBezTo>
                  <a:cubicBezTo>
                    <a:pt x="351" y="96"/>
                    <a:pt x="319" y="94"/>
                    <a:pt x="285" y="88"/>
                  </a:cubicBezTo>
                  <a:cubicBezTo>
                    <a:pt x="267" y="85"/>
                    <a:pt x="250" y="83"/>
                    <a:pt x="232" y="80"/>
                  </a:cubicBezTo>
                  <a:cubicBezTo>
                    <a:pt x="230" y="80"/>
                    <a:pt x="225" y="78"/>
                    <a:pt x="223" y="77"/>
                  </a:cubicBezTo>
                  <a:lnTo>
                    <a:pt x="223" y="77"/>
                  </a:lnTo>
                  <a:cubicBezTo>
                    <a:pt x="226" y="78"/>
                    <a:pt x="227" y="78"/>
                    <a:pt x="228" y="78"/>
                  </a:cubicBezTo>
                  <a:cubicBezTo>
                    <a:pt x="228" y="78"/>
                    <a:pt x="223" y="77"/>
                    <a:pt x="220" y="76"/>
                  </a:cubicBezTo>
                  <a:lnTo>
                    <a:pt x="220" y="76"/>
                  </a:lnTo>
                  <a:cubicBezTo>
                    <a:pt x="221" y="77"/>
                    <a:pt x="222" y="77"/>
                    <a:pt x="223" y="77"/>
                  </a:cubicBezTo>
                  <a:cubicBezTo>
                    <a:pt x="219" y="76"/>
                    <a:pt x="218" y="76"/>
                    <a:pt x="218" y="76"/>
                  </a:cubicBezTo>
                  <a:cubicBezTo>
                    <a:pt x="218" y="76"/>
                    <a:pt x="219" y="76"/>
                    <a:pt x="220" y="76"/>
                  </a:cubicBezTo>
                  <a:lnTo>
                    <a:pt x="220" y="76"/>
                  </a:lnTo>
                  <a:cubicBezTo>
                    <a:pt x="212" y="74"/>
                    <a:pt x="206" y="73"/>
                    <a:pt x="199" y="70"/>
                  </a:cubicBezTo>
                  <a:cubicBezTo>
                    <a:pt x="168" y="61"/>
                    <a:pt x="137" y="46"/>
                    <a:pt x="108" y="30"/>
                  </a:cubicBezTo>
                  <a:lnTo>
                    <a:pt x="108" y="30"/>
                  </a:lnTo>
                  <a:cubicBezTo>
                    <a:pt x="108" y="31"/>
                    <a:pt x="113" y="34"/>
                    <a:pt x="113" y="34"/>
                  </a:cubicBezTo>
                  <a:cubicBezTo>
                    <a:pt x="113" y="34"/>
                    <a:pt x="112" y="33"/>
                    <a:pt x="109" y="31"/>
                  </a:cubicBezTo>
                  <a:cubicBezTo>
                    <a:pt x="104" y="29"/>
                    <a:pt x="100" y="26"/>
                    <a:pt x="97" y="25"/>
                  </a:cubicBezTo>
                  <a:cubicBezTo>
                    <a:pt x="84" y="17"/>
                    <a:pt x="71" y="15"/>
                    <a:pt x="58" y="13"/>
                  </a:cubicBezTo>
                  <a:lnTo>
                    <a:pt x="53" y="11"/>
                  </a:lnTo>
                  <a:lnTo>
                    <a:pt x="53" y="11"/>
                  </a:lnTo>
                  <a:cubicBezTo>
                    <a:pt x="54" y="12"/>
                    <a:pt x="54" y="12"/>
                    <a:pt x="54" y="12"/>
                  </a:cubicBezTo>
                  <a:cubicBezTo>
                    <a:pt x="55" y="12"/>
                    <a:pt x="47" y="9"/>
                    <a:pt x="45" y="9"/>
                  </a:cubicBezTo>
                  <a:cubicBezTo>
                    <a:pt x="37" y="7"/>
                    <a:pt x="31" y="4"/>
                    <a:pt x="22" y="2"/>
                  </a:cubicBezTo>
                  <a:cubicBezTo>
                    <a:pt x="21" y="1"/>
                    <a:pt x="19" y="1"/>
                    <a:pt x="18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291;p40"/>
            <p:cNvSpPr/>
            <p:nvPr/>
          </p:nvSpPr>
          <p:spPr>
            <a:xfrm>
              <a:off x="3362400" y="4102200"/>
              <a:ext cx="137160" cy="20160"/>
            </a:xfrm>
            <a:custGeom>
              <a:avLst/>
              <a:gdLst>
                <a:gd name="textAreaLeft" fmla="*/ 0 w 137160"/>
                <a:gd name="textAreaRight" fmla="*/ 137520 w 13716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1215" h="186">
                  <a:moveTo>
                    <a:pt x="47" y="0"/>
                  </a:moveTo>
                  <a:cubicBezTo>
                    <a:pt x="6" y="1"/>
                    <a:pt x="1" y="57"/>
                    <a:pt x="39" y="63"/>
                  </a:cubicBezTo>
                  <a:lnTo>
                    <a:pt x="262" y="100"/>
                  </a:lnTo>
                  <a:cubicBezTo>
                    <a:pt x="280" y="104"/>
                    <a:pt x="297" y="110"/>
                    <a:pt x="316" y="115"/>
                  </a:cubicBezTo>
                  <a:cubicBezTo>
                    <a:pt x="336" y="118"/>
                    <a:pt x="356" y="120"/>
                    <a:pt x="376" y="122"/>
                  </a:cubicBezTo>
                  <a:cubicBezTo>
                    <a:pt x="411" y="127"/>
                    <a:pt x="449" y="132"/>
                    <a:pt x="484" y="137"/>
                  </a:cubicBezTo>
                  <a:cubicBezTo>
                    <a:pt x="634" y="155"/>
                    <a:pt x="785" y="175"/>
                    <a:pt x="936" y="184"/>
                  </a:cubicBezTo>
                  <a:cubicBezTo>
                    <a:pt x="948" y="185"/>
                    <a:pt x="959" y="186"/>
                    <a:pt x="970" y="186"/>
                  </a:cubicBezTo>
                  <a:cubicBezTo>
                    <a:pt x="982" y="186"/>
                    <a:pt x="993" y="185"/>
                    <a:pt x="1005" y="183"/>
                  </a:cubicBezTo>
                  <a:cubicBezTo>
                    <a:pt x="1012" y="182"/>
                    <a:pt x="1018" y="182"/>
                    <a:pt x="1024" y="182"/>
                  </a:cubicBezTo>
                  <a:cubicBezTo>
                    <a:pt x="1037" y="182"/>
                    <a:pt x="1050" y="183"/>
                    <a:pt x="1064" y="183"/>
                  </a:cubicBezTo>
                  <a:cubicBezTo>
                    <a:pt x="1089" y="183"/>
                    <a:pt x="1116" y="184"/>
                    <a:pt x="1142" y="184"/>
                  </a:cubicBezTo>
                  <a:cubicBezTo>
                    <a:pt x="1159" y="184"/>
                    <a:pt x="1176" y="184"/>
                    <a:pt x="1192" y="183"/>
                  </a:cubicBezTo>
                  <a:cubicBezTo>
                    <a:pt x="1212" y="182"/>
                    <a:pt x="1214" y="151"/>
                    <a:pt x="1197" y="145"/>
                  </a:cubicBezTo>
                  <a:cubicBezTo>
                    <a:pt x="1159" y="134"/>
                    <a:pt x="1123" y="128"/>
                    <a:pt x="1084" y="120"/>
                  </a:cubicBezTo>
                  <a:cubicBezTo>
                    <a:pt x="1068" y="116"/>
                    <a:pt x="1052" y="112"/>
                    <a:pt x="1033" y="109"/>
                  </a:cubicBezTo>
                  <a:cubicBezTo>
                    <a:pt x="1014" y="105"/>
                    <a:pt x="998" y="95"/>
                    <a:pt x="977" y="90"/>
                  </a:cubicBezTo>
                  <a:cubicBezTo>
                    <a:pt x="903" y="77"/>
                    <a:pt x="829" y="67"/>
                    <a:pt x="755" y="57"/>
                  </a:cubicBezTo>
                  <a:cubicBezTo>
                    <a:pt x="679" y="49"/>
                    <a:pt x="603" y="41"/>
                    <a:pt x="527" y="33"/>
                  </a:cubicBezTo>
                  <a:cubicBezTo>
                    <a:pt x="489" y="29"/>
                    <a:pt x="453" y="27"/>
                    <a:pt x="415" y="22"/>
                  </a:cubicBezTo>
                  <a:cubicBezTo>
                    <a:pt x="383" y="19"/>
                    <a:pt x="352" y="15"/>
                    <a:pt x="321" y="15"/>
                  </a:cubicBezTo>
                  <a:cubicBezTo>
                    <a:pt x="313" y="15"/>
                    <a:pt x="304" y="15"/>
                    <a:pt x="296" y="16"/>
                  </a:cubicBezTo>
                  <a:cubicBezTo>
                    <a:pt x="293" y="16"/>
                    <a:pt x="291" y="16"/>
                    <a:pt x="288" y="16"/>
                  </a:cubicBezTo>
                  <a:cubicBezTo>
                    <a:pt x="272" y="16"/>
                    <a:pt x="254" y="13"/>
                    <a:pt x="237" y="12"/>
                  </a:cubicBezTo>
                  <a:lnTo>
                    <a:pt x="175" y="8"/>
                  </a:lnTo>
                  <a:cubicBezTo>
                    <a:pt x="132" y="6"/>
                    <a:pt x="88" y="3"/>
                    <a:pt x="4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080" bIns="10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292;p40"/>
            <p:cNvSpPr/>
            <p:nvPr/>
          </p:nvSpPr>
          <p:spPr>
            <a:xfrm>
              <a:off x="3384720" y="3938760"/>
              <a:ext cx="89280" cy="7488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791" h="677">
                  <a:moveTo>
                    <a:pt x="759" y="1"/>
                  </a:moveTo>
                  <a:cubicBezTo>
                    <a:pt x="751" y="1"/>
                    <a:pt x="744" y="3"/>
                    <a:pt x="738" y="9"/>
                  </a:cubicBezTo>
                  <a:cubicBezTo>
                    <a:pt x="680" y="76"/>
                    <a:pt x="622" y="144"/>
                    <a:pt x="557" y="208"/>
                  </a:cubicBezTo>
                  <a:cubicBezTo>
                    <a:pt x="557" y="208"/>
                    <a:pt x="550" y="217"/>
                    <a:pt x="550" y="217"/>
                  </a:cubicBezTo>
                  <a:cubicBezTo>
                    <a:pt x="550" y="217"/>
                    <a:pt x="550" y="217"/>
                    <a:pt x="550" y="217"/>
                  </a:cubicBezTo>
                  <a:lnTo>
                    <a:pt x="550" y="217"/>
                  </a:lnTo>
                  <a:cubicBezTo>
                    <a:pt x="548" y="219"/>
                    <a:pt x="541" y="221"/>
                    <a:pt x="537" y="225"/>
                  </a:cubicBezTo>
                  <a:cubicBezTo>
                    <a:pt x="524" y="231"/>
                    <a:pt x="515" y="240"/>
                    <a:pt x="504" y="249"/>
                  </a:cubicBezTo>
                  <a:lnTo>
                    <a:pt x="455" y="295"/>
                  </a:lnTo>
                  <a:cubicBezTo>
                    <a:pt x="423" y="321"/>
                    <a:pt x="391" y="349"/>
                    <a:pt x="358" y="374"/>
                  </a:cubicBezTo>
                  <a:lnTo>
                    <a:pt x="358" y="374"/>
                  </a:lnTo>
                  <a:cubicBezTo>
                    <a:pt x="348" y="378"/>
                    <a:pt x="340" y="382"/>
                    <a:pt x="331" y="389"/>
                  </a:cubicBezTo>
                  <a:cubicBezTo>
                    <a:pt x="324" y="395"/>
                    <a:pt x="315" y="401"/>
                    <a:pt x="309" y="407"/>
                  </a:cubicBezTo>
                  <a:cubicBezTo>
                    <a:pt x="293" y="418"/>
                    <a:pt x="280" y="430"/>
                    <a:pt x="265" y="441"/>
                  </a:cubicBezTo>
                  <a:cubicBezTo>
                    <a:pt x="236" y="463"/>
                    <a:pt x="206" y="484"/>
                    <a:pt x="177" y="506"/>
                  </a:cubicBezTo>
                  <a:cubicBezTo>
                    <a:pt x="164" y="517"/>
                    <a:pt x="150" y="527"/>
                    <a:pt x="134" y="537"/>
                  </a:cubicBezTo>
                  <a:cubicBezTo>
                    <a:pt x="128" y="543"/>
                    <a:pt x="120" y="547"/>
                    <a:pt x="112" y="554"/>
                  </a:cubicBezTo>
                  <a:cubicBezTo>
                    <a:pt x="110" y="558"/>
                    <a:pt x="106" y="561"/>
                    <a:pt x="103" y="565"/>
                  </a:cubicBezTo>
                  <a:cubicBezTo>
                    <a:pt x="104" y="563"/>
                    <a:pt x="105" y="562"/>
                    <a:pt x="105" y="562"/>
                  </a:cubicBezTo>
                  <a:lnTo>
                    <a:pt x="105" y="562"/>
                  </a:lnTo>
                  <a:cubicBezTo>
                    <a:pt x="106" y="562"/>
                    <a:pt x="105" y="563"/>
                    <a:pt x="103" y="565"/>
                  </a:cubicBezTo>
                  <a:cubicBezTo>
                    <a:pt x="100" y="567"/>
                    <a:pt x="96" y="570"/>
                    <a:pt x="94" y="575"/>
                  </a:cubicBezTo>
                  <a:cubicBezTo>
                    <a:pt x="79" y="587"/>
                    <a:pt x="67" y="600"/>
                    <a:pt x="55" y="613"/>
                  </a:cubicBezTo>
                  <a:cubicBezTo>
                    <a:pt x="48" y="620"/>
                    <a:pt x="41" y="626"/>
                    <a:pt x="38" y="635"/>
                  </a:cubicBezTo>
                  <a:cubicBezTo>
                    <a:pt x="32" y="646"/>
                    <a:pt x="27" y="648"/>
                    <a:pt x="16" y="654"/>
                  </a:cubicBezTo>
                  <a:cubicBezTo>
                    <a:pt x="0" y="661"/>
                    <a:pt x="5" y="677"/>
                    <a:pt x="17" y="677"/>
                  </a:cubicBezTo>
                  <a:cubicBezTo>
                    <a:pt x="19" y="677"/>
                    <a:pt x="20" y="677"/>
                    <a:pt x="22" y="676"/>
                  </a:cubicBezTo>
                  <a:cubicBezTo>
                    <a:pt x="28" y="675"/>
                    <a:pt x="39" y="668"/>
                    <a:pt x="44" y="668"/>
                  </a:cubicBezTo>
                  <a:cubicBezTo>
                    <a:pt x="48" y="668"/>
                    <a:pt x="55" y="673"/>
                    <a:pt x="59" y="673"/>
                  </a:cubicBezTo>
                  <a:cubicBezTo>
                    <a:pt x="63" y="673"/>
                    <a:pt x="69" y="673"/>
                    <a:pt x="73" y="670"/>
                  </a:cubicBezTo>
                  <a:cubicBezTo>
                    <a:pt x="92" y="668"/>
                    <a:pt x="108" y="667"/>
                    <a:pt x="128" y="659"/>
                  </a:cubicBezTo>
                  <a:cubicBezTo>
                    <a:pt x="135" y="658"/>
                    <a:pt x="142" y="656"/>
                    <a:pt x="148" y="654"/>
                  </a:cubicBezTo>
                  <a:cubicBezTo>
                    <a:pt x="151" y="653"/>
                    <a:pt x="152" y="653"/>
                    <a:pt x="152" y="653"/>
                  </a:cubicBezTo>
                  <a:lnTo>
                    <a:pt x="152" y="653"/>
                  </a:lnTo>
                  <a:cubicBezTo>
                    <a:pt x="152" y="653"/>
                    <a:pt x="151" y="653"/>
                    <a:pt x="152" y="653"/>
                  </a:cubicBezTo>
                  <a:cubicBezTo>
                    <a:pt x="152" y="653"/>
                    <a:pt x="153" y="653"/>
                    <a:pt x="154" y="653"/>
                  </a:cubicBezTo>
                  <a:cubicBezTo>
                    <a:pt x="166" y="651"/>
                    <a:pt x="177" y="646"/>
                    <a:pt x="188" y="641"/>
                  </a:cubicBezTo>
                  <a:cubicBezTo>
                    <a:pt x="207" y="632"/>
                    <a:pt x="223" y="623"/>
                    <a:pt x="241" y="614"/>
                  </a:cubicBezTo>
                  <a:cubicBezTo>
                    <a:pt x="276" y="596"/>
                    <a:pt x="310" y="574"/>
                    <a:pt x="345" y="548"/>
                  </a:cubicBezTo>
                  <a:cubicBezTo>
                    <a:pt x="361" y="537"/>
                    <a:pt x="377" y="525"/>
                    <a:pt x="392" y="514"/>
                  </a:cubicBezTo>
                  <a:cubicBezTo>
                    <a:pt x="400" y="509"/>
                    <a:pt x="408" y="503"/>
                    <a:pt x="414" y="498"/>
                  </a:cubicBezTo>
                  <a:cubicBezTo>
                    <a:pt x="424" y="491"/>
                    <a:pt x="431" y="482"/>
                    <a:pt x="437" y="473"/>
                  </a:cubicBezTo>
                  <a:lnTo>
                    <a:pt x="437" y="473"/>
                  </a:lnTo>
                  <a:cubicBezTo>
                    <a:pt x="468" y="444"/>
                    <a:pt x="499" y="415"/>
                    <a:pt x="528" y="385"/>
                  </a:cubicBezTo>
                  <a:cubicBezTo>
                    <a:pt x="548" y="366"/>
                    <a:pt x="567" y="345"/>
                    <a:pt x="584" y="327"/>
                  </a:cubicBezTo>
                  <a:cubicBezTo>
                    <a:pt x="594" y="316"/>
                    <a:pt x="601" y="306"/>
                    <a:pt x="609" y="291"/>
                  </a:cubicBezTo>
                  <a:cubicBezTo>
                    <a:pt x="615" y="279"/>
                    <a:pt x="616" y="279"/>
                    <a:pt x="625" y="268"/>
                  </a:cubicBezTo>
                  <a:cubicBezTo>
                    <a:pt x="685" y="195"/>
                    <a:pt x="738" y="118"/>
                    <a:pt x="781" y="32"/>
                  </a:cubicBezTo>
                  <a:cubicBezTo>
                    <a:pt x="791" y="14"/>
                    <a:pt x="775" y="1"/>
                    <a:pt x="759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7440" bIns="37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293;p40"/>
            <p:cNvSpPr/>
            <p:nvPr/>
          </p:nvSpPr>
          <p:spPr>
            <a:xfrm>
              <a:off x="3065760" y="3710520"/>
              <a:ext cx="296280" cy="301320"/>
            </a:xfrm>
            <a:custGeom>
              <a:avLst/>
              <a:gdLst>
                <a:gd name="textAreaLeft" fmla="*/ 0 w 296280"/>
                <a:gd name="textAreaRight" fmla="*/ 296640 w 296280"/>
                <a:gd name="textAreaTop" fmla="*/ 0 h 301320"/>
                <a:gd name="textAreaBottom" fmla="*/ 301680 h 301320"/>
              </a:gdLst>
              <a:ahLst/>
              <a:cxnLst/>
              <a:rect l="textAreaLeft" t="textAreaTop" r="textAreaRight" b="textAreaBottom"/>
              <a:pathLst>
                <a:path w="2619" h="2720">
                  <a:moveTo>
                    <a:pt x="2570" y="1"/>
                  </a:moveTo>
                  <a:cubicBezTo>
                    <a:pt x="2560" y="1"/>
                    <a:pt x="2549" y="5"/>
                    <a:pt x="2542" y="16"/>
                  </a:cubicBezTo>
                  <a:cubicBezTo>
                    <a:pt x="2525" y="40"/>
                    <a:pt x="2509" y="65"/>
                    <a:pt x="2490" y="87"/>
                  </a:cubicBezTo>
                  <a:cubicBezTo>
                    <a:pt x="2469" y="111"/>
                    <a:pt x="2452" y="135"/>
                    <a:pt x="2435" y="161"/>
                  </a:cubicBezTo>
                  <a:cubicBezTo>
                    <a:pt x="2402" y="210"/>
                    <a:pt x="2371" y="263"/>
                    <a:pt x="2333" y="308"/>
                  </a:cubicBezTo>
                  <a:cubicBezTo>
                    <a:pt x="2314" y="331"/>
                    <a:pt x="2299" y="358"/>
                    <a:pt x="2283" y="382"/>
                  </a:cubicBezTo>
                  <a:cubicBezTo>
                    <a:pt x="2265" y="408"/>
                    <a:pt x="2249" y="433"/>
                    <a:pt x="2231" y="458"/>
                  </a:cubicBezTo>
                  <a:cubicBezTo>
                    <a:pt x="2196" y="507"/>
                    <a:pt x="2163" y="556"/>
                    <a:pt x="2129" y="606"/>
                  </a:cubicBezTo>
                  <a:cubicBezTo>
                    <a:pt x="1992" y="805"/>
                    <a:pt x="1844" y="996"/>
                    <a:pt x="1689" y="1179"/>
                  </a:cubicBezTo>
                  <a:cubicBezTo>
                    <a:pt x="1611" y="1270"/>
                    <a:pt x="1530" y="1361"/>
                    <a:pt x="1448" y="1447"/>
                  </a:cubicBezTo>
                  <a:cubicBezTo>
                    <a:pt x="1438" y="1458"/>
                    <a:pt x="1427" y="1469"/>
                    <a:pt x="1418" y="1480"/>
                  </a:cubicBezTo>
                  <a:lnTo>
                    <a:pt x="1410" y="1489"/>
                  </a:lnTo>
                  <a:cubicBezTo>
                    <a:pt x="1410" y="1487"/>
                    <a:pt x="1416" y="1482"/>
                    <a:pt x="1416" y="1482"/>
                  </a:cubicBezTo>
                  <a:lnTo>
                    <a:pt x="1416" y="1482"/>
                  </a:lnTo>
                  <a:cubicBezTo>
                    <a:pt x="1415" y="1482"/>
                    <a:pt x="1414" y="1483"/>
                    <a:pt x="1411" y="1485"/>
                  </a:cubicBezTo>
                  <a:cubicBezTo>
                    <a:pt x="1405" y="1491"/>
                    <a:pt x="1400" y="1496"/>
                    <a:pt x="1396" y="1502"/>
                  </a:cubicBezTo>
                  <a:cubicBezTo>
                    <a:pt x="1376" y="1524"/>
                    <a:pt x="1355" y="1545"/>
                    <a:pt x="1333" y="1567"/>
                  </a:cubicBezTo>
                  <a:cubicBezTo>
                    <a:pt x="1291" y="1611"/>
                    <a:pt x="1247" y="1653"/>
                    <a:pt x="1202" y="1694"/>
                  </a:cubicBezTo>
                  <a:cubicBezTo>
                    <a:pt x="1030" y="1862"/>
                    <a:pt x="850" y="2022"/>
                    <a:pt x="662" y="2172"/>
                  </a:cubicBezTo>
                  <a:cubicBezTo>
                    <a:pt x="567" y="2248"/>
                    <a:pt x="471" y="2320"/>
                    <a:pt x="373" y="2391"/>
                  </a:cubicBezTo>
                  <a:cubicBezTo>
                    <a:pt x="324" y="2428"/>
                    <a:pt x="274" y="2462"/>
                    <a:pt x="224" y="2496"/>
                  </a:cubicBezTo>
                  <a:cubicBezTo>
                    <a:pt x="199" y="2512"/>
                    <a:pt x="177" y="2533"/>
                    <a:pt x="153" y="2552"/>
                  </a:cubicBezTo>
                  <a:cubicBezTo>
                    <a:pt x="126" y="2575"/>
                    <a:pt x="113" y="2589"/>
                    <a:pt x="87" y="2612"/>
                  </a:cubicBezTo>
                  <a:cubicBezTo>
                    <a:pt x="67" y="2633"/>
                    <a:pt x="43" y="2653"/>
                    <a:pt x="22" y="2671"/>
                  </a:cubicBezTo>
                  <a:cubicBezTo>
                    <a:pt x="0" y="2690"/>
                    <a:pt x="14" y="2720"/>
                    <a:pt x="37" y="2720"/>
                  </a:cubicBezTo>
                  <a:cubicBezTo>
                    <a:pt x="40" y="2720"/>
                    <a:pt x="43" y="2719"/>
                    <a:pt x="47" y="2718"/>
                  </a:cubicBezTo>
                  <a:cubicBezTo>
                    <a:pt x="75" y="2707"/>
                    <a:pt x="103" y="2693"/>
                    <a:pt x="132" y="2682"/>
                  </a:cubicBezTo>
                  <a:cubicBezTo>
                    <a:pt x="145" y="2677"/>
                    <a:pt x="158" y="2674"/>
                    <a:pt x="171" y="2668"/>
                  </a:cubicBezTo>
                  <a:lnTo>
                    <a:pt x="171" y="2668"/>
                  </a:lnTo>
                  <a:cubicBezTo>
                    <a:pt x="169" y="2669"/>
                    <a:pt x="168" y="2669"/>
                    <a:pt x="168" y="2669"/>
                  </a:cubicBezTo>
                  <a:cubicBezTo>
                    <a:pt x="168" y="2669"/>
                    <a:pt x="183" y="2664"/>
                    <a:pt x="182" y="2664"/>
                  </a:cubicBezTo>
                  <a:cubicBezTo>
                    <a:pt x="184" y="2663"/>
                    <a:pt x="188" y="2659"/>
                    <a:pt x="191" y="2658"/>
                  </a:cubicBezTo>
                  <a:cubicBezTo>
                    <a:pt x="198" y="2654"/>
                    <a:pt x="206" y="2652"/>
                    <a:pt x="213" y="2647"/>
                  </a:cubicBezTo>
                  <a:cubicBezTo>
                    <a:pt x="243" y="2632"/>
                    <a:pt x="275" y="2617"/>
                    <a:pt x="304" y="2598"/>
                  </a:cubicBezTo>
                  <a:cubicBezTo>
                    <a:pt x="328" y="2581"/>
                    <a:pt x="353" y="2565"/>
                    <a:pt x="378" y="2548"/>
                  </a:cubicBezTo>
                  <a:cubicBezTo>
                    <a:pt x="481" y="2479"/>
                    <a:pt x="579" y="2410"/>
                    <a:pt x="677" y="2337"/>
                  </a:cubicBezTo>
                  <a:cubicBezTo>
                    <a:pt x="870" y="2193"/>
                    <a:pt x="1057" y="2038"/>
                    <a:pt x="1234" y="1874"/>
                  </a:cubicBezTo>
                  <a:cubicBezTo>
                    <a:pt x="1415" y="1705"/>
                    <a:pt x="1589" y="1526"/>
                    <a:pt x="1751" y="1340"/>
                  </a:cubicBezTo>
                  <a:cubicBezTo>
                    <a:pt x="1910" y="1158"/>
                    <a:pt x="2062" y="967"/>
                    <a:pt x="2204" y="771"/>
                  </a:cubicBezTo>
                  <a:cubicBezTo>
                    <a:pt x="2273" y="672"/>
                    <a:pt x="2341" y="572"/>
                    <a:pt x="2402" y="467"/>
                  </a:cubicBezTo>
                  <a:cubicBezTo>
                    <a:pt x="2420" y="437"/>
                    <a:pt x="2441" y="407"/>
                    <a:pt x="2455" y="375"/>
                  </a:cubicBezTo>
                  <a:cubicBezTo>
                    <a:pt x="2457" y="370"/>
                    <a:pt x="2461" y="363"/>
                    <a:pt x="2463" y="358"/>
                  </a:cubicBezTo>
                  <a:lnTo>
                    <a:pt x="2463" y="358"/>
                  </a:lnTo>
                  <a:cubicBezTo>
                    <a:pt x="2461" y="362"/>
                    <a:pt x="2461" y="363"/>
                    <a:pt x="2461" y="363"/>
                  </a:cubicBezTo>
                  <a:cubicBezTo>
                    <a:pt x="2461" y="363"/>
                    <a:pt x="2467" y="349"/>
                    <a:pt x="2467" y="348"/>
                  </a:cubicBezTo>
                  <a:cubicBezTo>
                    <a:pt x="2468" y="346"/>
                    <a:pt x="2470" y="341"/>
                    <a:pt x="2473" y="338"/>
                  </a:cubicBezTo>
                  <a:cubicBezTo>
                    <a:pt x="2479" y="325"/>
                    <a:pt x="2487" y="310"/>
                    <a:pt x="2495" y="297"/>
                  </a:cubicBezTo>
                  <a:cubicBezTo>
                    <a:pt x="2523" y="243"/>
                    <a:pt x="2553" y="191"/>
                    <a:pt x="2573" y="134"/>
                  </a:cubicBezTo>
                  <a:cubicBezTo>
                    <a:pt x="2582" y="105"/>
                    <a:pt x="2595" y="79"/>
                    <a:pt x="2607" y="51"/>
                  </a:cubicBezTo>
                  <a:cubicBezTo>
                    <a:pt x="2618" y="24"/>
                    <a:pt x="2594" y="1"/>
                    <a:pt x="2570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294;p40"/>
            <p:cNvSpPr/>
            <p:nvPr/>
          </p:nvSpPr>
          <p:spPr>
            <a:xfrm>
              <a:off x="3347640" y="3673800"/>
              <a:ext cx="34920" cy="42840"/>
            </a:xfrm>
            <a:custGeom>
              <a:avLst/>
              <a:gdLst>
                <a:gd name="textAreaLeft" fmla="*/ 0 w 34920"/>
                <a:gd name="textAreaRight" fmla="*/ 35280 w 3492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313" h="391">
                  <a:moveTo>
                    <a:pt x="186" y="112"/>
                  </a:moveTo>
                  <a:cubicBezTo>
                    <a:pt x="186" y="112"/>
                    <a:pt x="187" y="112"/>
                    <a:pt x="187" y="112"/>
                  </a:cubicBezTo>
                  <a:lnTo>
                    <a:pt x="187" y="112"/>
                  </a:lnTo>
                  <a:cubicBezTo>
                    <a:pt x="187" y="112"/>
                    <a:pt x="187" y="113"/>
                    <a:pt x="186" y="113"/>
                  </a:cubicBezTo>
                  <a:lnTo>
                    <a:pt x="186" y="113"/>
                  </a:lnTo>
                  <a:cubicBezTo>
                    <a:pt x="186" y="112"/>
                    <a:pt x="186" y="112"/>
                    <a:pt x="186" y="112"/>
                  </a:cubicBezTo>
                  <a:close/>
                  <a:moveTo>
                    <a:pt x="183" y="112"/>
                  </a:moveTo>
                  <a:cubicBezTo>
                    <a:pt x="183" y="112"/>
                    <a:pt x="183" y="112"/>
                    <a:pt x="184" y="113"/>
                  </a:cubicBezTo>
                  <a:lnTo>
                    <a:pt x="184" y="113"/>
                  </a:lnTo>
                  <a:cubicBezTo>
                    <a:pt x="184" y="113"/>
                    <a:pt x="184" y="113"/>
                    <a:pt x="184" y="113"/>
                  </a:cubicBezTo>
                  <a:lnTo>
                    <a:pt x="184" y="113"/>
                  </a:lnTo>
                  <a:cubicBezTo>
                    <a:pt x="183" y="112"/>
                    <a:pt x="183" y="112"/>
                    <a:pt x="183" y="112"/>
                  </a:cubicBezTo>
                  <a:close/>
                  <a:moveTo>
                    <a:pt x="204" y="0"/>
                  </a:moveTo>
                  <a:cubicBezTo>
                    <a:pt x="191" y="0"/>
                    <a:pt x="178" y="3"/>
                    <a:pt x="166" y="8"/>
                  </a:cubicBezTo>
                  <a:lnTo>
                    <a:pt x="166" y="8"/>
                  </a:lnTo>
                  <a:cubicBezTo>
                    <a:pt x="163" y="8"/>
                    <a:pt x="161" y="8"/>
                    <a:pt x="158" y="8"/>
                  </a:cubicBezTo>
                  <a:cubicBezTo>
                    <a:pt x="158" y="8"/>
                    <a:pt x="157" y="8"/>
                    <a:pt x="156" y="8"/>
                  </a:cubicBezTo>
                  <a:cubicBezTo>
                    <a:pt x="113" y="8"/>
                    <a:pt x="78" y="36"/>
                    <a:pt x="63" y="74"/>
                  </a:cubicBezTo>
                  <a:lnTo>
                    <a:pt x="63" y="74"/>
                  </a:lnTo>
                  <a:cubicBezTo>
                    <a:pt x="57" y="78"/>
                    <a:pt x="51" y="82"/>
                    <a:pt x="46" y="87"/>
                  </a:cubicBezTo>
                  <a:cubicBezTo>
                    <a:pt x="22" y="110"/>
                    <a:pt x="9" y="135"/>
                    <a:pt x="2" y="169"/>
                  </a:cubicBezTo>
                  <a:cubicBezTo>
                    <a:pt x="0" y="185"/>
                    <a:pt x="0" y="203"/>
                    <a:pt x="1" y="221"/>
                  </a:cubicBezTo>
                  <a:cubicBezTo>
                    <a:pt x="3" y="252"/>
                    <a:pt x="17" y="282"/>
                    <a:pt x="34" y="308"/>
                  </a:cubicBezTo>
                  <a:cubicBezTo>
                    <a:pt x="40" y="317"/>
                    <a:pt x="46" y="325"/>
                    <a:pt x="55" y="331"/>
                  </a:cubicBezTo>
                  <a:cubicBezTo>
                    <a:pt x="70" y="347"/>
                    <a:pt x="83" y="356"/>
                    <a:pt x="100" y="362"/>
                  </a:cubicBezTo>
                  <a:lnTo>
                    <a:pt x="100" y="362"/>
                  </a:lnTo>
                  <a:cubicBezTo>
                    <a:pt x="106" y="366"/>
                    <a:pt x="112" y="370"/>
                    <a:pt x="118" y="373"/>
                  </a:cubicBezTo>
                  <a:cubicBezTo>
                    <a:pt x="133" y="383"/>
                    <a:pt x="148" y="385"/>
                    <a:pt x="165" y="390"/>
                  </a:cubicBezTo>
                  <a:cubicBezTo>
                    <a:pt x="167" y="390"/>
                    <a:pt x="169" y="390"/>
                    <a:pt x="172" y="390"/>
                  </a:cubicBezTo>
                  <a:cubicBezTo>
                    <a:pt x="194" y="390"/>
                    <a:pt x="205" y="366"/>
                    <a:pt x="204" y="347"/>
                  </a:cubicBezTo>
                  <a:lnTo>
                    <a:pt x="204" y="340"/>
                  </a:lnTo>
                  <a:cubicBezTo>
                    <a:pt x="204" y="330"/>
                    <a:pt x="203" y="325"/>
                    <a:pt x="202" y="317"/>
                  </a:cubicBezTo>
                  <a:cubicBezTo>
                    <a:pt x="200" y="310"/>
                    <a:pt x="199" y="303"/>
                    <a:pt x="197" y="296"/>
                  </a:cubicBezTo>
                  <a:lnTo>
                    <a:pt x="197" y="296"/>
                  </a:lnTo>
                  <a:cubicBezTo>
                    <a:pt x="198" y="293"/>
                    <a:pt x="198" y="291"/>
                    <a:pt x="198" y="288"/>
                  </a:cubicBezTo>
                  <a:lnTo>
                    <a:pt x="198" y="288"/>
                  </a:lnTo>
                  <a:cubicBezTo>
                    <a:pt x="199" y="288"/>
                    <a:pt x="200" y="289"/>
                    <a:pt x="201" y="289"/>
                  </a:cubicBezTo>
                  <a:cubicBezTo>
                    <a:pt x="205" y="289"/>
                    <a:pt x="208" y="289"/>
                    <a:pt x="211" y="289"/>
                  </a:cubicBezTo>
                  <a:cubicBezTo>
                    <a:pt x="271" y="289"/>
                    <a:pt x="313" y="227"/>
                    <a:pt x="303" y="171"/>
                  </a:cubicBezTo>
                  <a:cubicBezTo>
                    <a:pt x="302" y="164"/>
                    <a:pt x="299" y="156"/>
                    <a:pt x="296" y="149"/>
                  </a:cubicBezTo>
                  <a:lnTo>
                    <a:pt x="296" y="149"/>
                  </a:lnTo>
                  <a:cubicBezTo>
                    <a:pt x="298" y="142"/>
                    <a:pt x="298" y="135"/>
                    <a:pt x="299" y="127"/>
                  </a:cubicBezTo>
                  <a:cubicBezTo>
                    <a:pt x="302" y="83"/>
                    <a:pt x="286" y="39"/>
                    <a:pt x="248" y="14"/>
                  </a:cubicBezTo>
                  <a:cubicBezTo>
                    <a:pt x="234" y="4"/>
                    <a:pt x="219" y="0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295;p40"/>
            <p:cNvSpPr/>
            <p:nvPr/>
          </p:nvSpPr>
          <p:spPr>
            <a:xfrm>
              <a:off x="3668400" y="3871440"/>
              <a:ext cx="35280" cy="3132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31320"/>
                <a:gd name="textAreaBottom" fmla="*/ 31680 h 31320"/>
              </a:gdLst>
              <a:ahLst/>
              <a:cxnLst/>
              <a:rect l="textAreaLeft" t="textAreaTop" r="textAreaRight" b="textAreaBottom"/>
              <a:pathLst>
                <a:path w="316" h="285">
                  <a:moveTo>
                    <a:pt x="226" y="227"/>
                  </a:moveTo>
                  <a:cubicBezTo>
                    <a:pt x="223" y="228"/>
                    <a:pt x="220" y="229"/>
                    <a:pt x="217" y="230"/>
                  </a:cubicBezTo>
                  <a:lnTo>
                    <a:pt x="217" y="230"/>
                  </a:lnTo>
                  <a:cubicBezTo>
                    <a:pt x="219" y="229"/>
                    <a:pt x="222" y="228"/>
                    <a:pt x="224" y="227"/>
                  </a:cubicBezTo>
                  <a:close/>
                  <a:moveTo>
                    <a:pt x="162" y="0"/>
                  </a:moveTo>
                  <a:cubicBezTo>
                    <a:pt x="147" y="0"/>
                    <a:pt x="134" y="3"/>
                    <a:pt x="119" y="8"/>
                  </a:cubicBezTo>
                  <a:cubicBezTo>
                    <a:pt x="97" y="16"/>
                    <a:pt x="75" y="30"/>
                    <a:pt x="58" y="48"/>
                  </a:cubicBezTo>
                  <a:lnTo>
                    <a:pt x="58" y="48"/>
                  </a:lnTo>
                  <a:lnTo>
                    <a:pt x="58" y="45"/>
                  </a:lnTo>
                  <a:lnTo>
                    <a:pt x="58" y="28"/>
                  </a:lnTo>
                  <a:lnTo>
                    <a:pt x="58" y="23"/>
                  </a:lnTo>
                  <a:cubicBezTo>
                    <a:pt x="58" y="21"/>
                    <a:pt x="58" y="19"/>
                    <a:pt x="60" y="17"/>
                  </a:cubicBezTo>
                  <a:cubicBezTo>
                    <a:pt x="64" y="10"/>
                    <a:pt x="58" y="4"/>
                    <a:pt x="52" y="4"/>
                  </a:cubicBezTo>
                  <a:cubicBezTo>
                    <a:pt x="51" y="4"/>
                    <a:pt x="49" y="5"/>
                    <a:pt x="47" y="6"/>
                  </a:cubicBezTo>
                  <a:cubicBezTo>
                    <a:pt x="36" y="11"/>
                    <a:pt x="25" y="18"/>
                    <a:pt x="20" y="29"/>
                  </a:cubicBezTo>
                  <a:cubicBezTo>
                    <a:pt x="13" y="41"/>
                    <a:pt x="9" y="54"/>
                    <a:pt x="7" y="68"/>
                  </a:cubicBezTo>
                  <a:cubicBezTo>
                    <a:pt x="0" y="95"/>
                    <a:pt x="9" y="123"/>
                    <a:pt x="21" y="145"/>
                  </a:cubicBezTo>
                  <a:cubicBezTo>
                    <a:pt x="22" y="147"/>
                    <a:pt x="23" y="148"/>
                    <a:pt x="23" y="149"/>
                  </a:cubicBezTo>
                  <a:lnTo>
                    <a:pt x="23" y="149"/>
                  </a:lnTo>
                  <a:cubicBezTo>
                    <a:pt x="24" y="152"/>
                    <a:pt x="24" y="156"/>
                    <a:pt x="24" y="160"/>
                  </a:cubicBezTo>
                  <a:cubicBezTo>
                    <a:pt x="27" y="183"/>
                    <a:pt x="38" y="203"/>
                    <a:pt x="52" y="222"/>
                  </a:cubicBezTo>
                  <a:cubicBezTo>
                    <a:pt x="75" y="257"/>
                    <a:pt x="117" y="276"/>
                    <a:pt x="156" y="283"/>
                  </a:cubicBezTo>
                  <a:cubicBezTo>
                    <a:pt x="162" y="285"/>
                    <a:pt x="167" y="285"/>
                    <a:pt x="174" y="285"/>
                  </a:cubicBezTo>
                  <a:cubicBezTo>
                    <a:pt x="186" y="285"/>
                    <a:pt x="199" y="285"/>
                    <a:pt x="211" y="281"/>
                  </a:cubicBezTo>
                  <a:cubicBezTo>
                    <a:pt x="235" y="276"/>
                    <a:pt x="260" y="266"/>
                    <a:pt x="278" y="250"/>
                  </a:cubicBezTo>
                  <a:cubicBezTo>
                    <a:pt x="301" y="230"/>
                    <a:pt x="315" y="199"/>
                    <a:pt x="309" y="169"/>
                  </a:cubicBezTo>
                  <a:cubicBezTo>
                    <a:pt x="302" y="142"/>
                    <a:pt x="291" y="114"/>
                    <a:pt x="274" y="93"/>
                  </a:cubicBezTo>
                  <a:lnTo>
                    <a:pt x="274" y="93"/>
                  </a:lnTo>
                  <a:cubicBezTo>
                    <a:pt x="273" y="91"/>
                    <a:pt x="272" y="89"/>
                    <a:pt x="270" y="87"/>
                  </a:cubicBezTo>
                  <a:cubicBezTo>
                    <a:pt x="269" y="84"/>
                    <a:pt x="267" y="82"/>
                    <a:pt x="265" y="79"/>
                  </a:cubicBezTo>
                  <a:lnTo>
                    <a:pt x="265" y="79"/>
                  </a:lnTo>
                  <a:cubicBezTo>
                    <a:pt x="265" y="75"/>
                    <a:pt x="265" y="71"/>
                    <a:pt x="265" y="67"/>
                  </a:cubicBezTo>
                  <a:cubicBezTo>
                    <a:pt x="262" y="51"/>
                    <a:pt x="254" y="40"/>
                    <a:pt x="241" y="29"/>
                  </a:cubicBezTo>
                  <a:cubicBezTo>
                    <a:pt x="230" y="19"/>
                    <a:pt x="215" y="11"/>
                    <a:pt x="201" y="7"/>
                  </a:cubicBezTo>
                  <a:cubicBezTo>
                    <a:pt x="190" y="5"/>
                    <a:pt x="180" y="1"/>
                    <a:pt x="169" y="0"/>
                  </a:cubicBezTo>
                  <a:cubicBezTo>
                    <a:pt x="167" y="0"/>
                    <a:pt x="165" y="0"/>
                    <a:pt x="16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5840" bIns="15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296;p40"/>
            <p:cNvSpPr/>
            <p:nvPr/>
          </p:nvSpPr>
          <p:spPr>
            <a:xfrm>
              <a:off x="3482640" y="4115880"/>
              <a:ext cx="36000" cy="3528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35280"/>
                <a:gd name="textAreaBottom" fmla="*/ 35640 h 35280"/>
              </a:gdLst>
              <a:ahLst/>
              <a:cxnLst/>
              <a:rect l="textAreaLeft" t="textAreaTop" r="textAreaRight" b="textAreaBottom"/>
              <a:pathLst>
                <a:path w="321" h="320">
                  <a:moveTo>
                    <a:pt x="211" y="107"/>
                  </a:moveTo>
                  <a:lnTo>
                    <a:pt x="211" y="107"/>
                  </a:lnTo>
                  <a:cubicBezTo>
                    <a:pt x="211" y="107"/>
                    <a:pt x="211" y="107"/>
                    <a:pt x="211" y="107"/>
                  </a:cubicBezTo>
                  <a:lnTo>
                    <a:pt x="211" y="107"/>
                  </a:lnTo>
                  <a:cubicBezTo>
                    <a:pt x="212" y="108"/>
                    <a:pt x="213" y="110"/>
                    <a:pt x="215" y="111"/>
                  </a:cubicBezTo>
                  <a:lnTo>
                    <a:pt x="215" y="111"/>
                  </a:lnTo>
                  <a:cubicBezTo>
                    <a:pt x="213" y="110"/>
                    <a:pt x="212" y="108"/>
                    <a:pt x="211" y="107"/>
                  </a:cubicBezTo>
                  <a:close/>
                  <a:moveTo>
                    <a:pt x="172" y="160"/>
                  </a:moveTo>
                  <a:cubicBezTo>
                    <a:pt x="172" y="160"/>
                    <a:pt x="172" y="161"/>
                    <a:pt x="173" y="161"/>
                  </a:cubicBezTo>
                  <a:lnTo>
                    <a:pt x="173" y="161"/>
                  </a:lnTo>
                  <a:cubicBezTo>
                    <a:pt x="173" y="161"/>
                    <a:pt x="173" y="161"/>
                    <a:pt x="173" y="161"/>
                  </a:cubicBezTo>
                  <a:lnTo>
                    <a:pt x="173" y="161"/>
                  </a:lnTo>
                  <a:cubicBezTo>
                    <a:pt x="172" y="161"/>
                    <a:pt x="172" y="160"/>
                    <a:pt x="172" y="160"/>
                  </a:cubicBezTo>
                  <a:close/>
                  <a:moveTo>
                    <a:pt x="174" y="161"/>
                  </a:moveTo>
                  <a:cubicBezTo>
                    <a:pt x="175" y="161"/>
                    <a:pt x="176" y="161"/>
                    <a:pt x="177" y="162"/>
                  </a:cubicBezTo>
                  <a:lnTo>
                    <a:pt x="177" y="162"/>
                  </a:lnTo>
                  <a:cubicBezTo>
                    <a:pt x="176" y="162"/>
                    <a:pt x="175" y="162"/>
                    <a:pt x="175" y="162"/>
                  </a:cubicBezTo>
                  <a:lnTo>
                    <a:pt x="175" y="162"/>
                  </a:lnTo>
                  <a:cubicBezTo>
                    <a:pt x="175" y="161"/>
                    <a:pt x="174" y="161"/>
                    <a:pt x="174" y="161"/>
                  </a:cubicBezTo>
                  <a:lnTo>
                    <a:pt x="174" y="161"/>
                  </a:lnTo>
                  <a:cubicBezTo>
                    <a:pt x="174" y="161"/>
                    <a:pt x="174" y="161"/>
                    <a:pt x="174" y="161"/>
                  </a:cubicBezTo>
                  <a:close/>
                  <a:moveTo>
                    <a:pt x="177" y="162"/>
                  </a:moveTo>
                  <a:cubicBezTo>
                    <a:pt x="179" y="163"/>
                    <a:pt x="182" y="163"/>
                    <a:pt x="184" y="164"/>
                  </a:cubicBezTo>
                  <a:cubicBezTo>
                    <a:pt x="181" y="164"/>
                    <a:pt x="178" y="163"/>
                    <a:pt x="176" y="162"/>
                  </a:cubicBezTo>
                  <a:close/>
                  <a:moveTo>
                    <a:pt x="230" y="170"/>
                  </a:moveTo>
                  <a:cubicBezTo>
                    <a:pt x="230" y="170"/>
                    <a:pt x="230" y="171"/>
                    <a:pt x="230" y="171"/>
                  </a:cubicBezTo>
                  <a:lnTo>
                    <a:pt x="230" y="171"/>
                  </a:lnTo>
                  <a:cubicBezTo>
                    <a:pt x="230" y="171"/>
                    <a:pt x="229" y="172"/>
                    <a:pt x="229" y="172"/>
                  </a:cubicBezTo>
                  <a:lnTo>
                    <a:pt x="229" y="172"/>
                  </a:lnTo>
                  <a:cubicBezTo>
                    <a:pt x="229" y="171"/>
                    <a:pt x="230" y="171"/>
                    <a:pt x="230" y="170"/>
                  </a:cubicBezTo>
                  <a:close/>
                  <a:moveTo>
                    <a:pt x="150" y="176"/>
                  </a:moveTo>
                  <a:cubicBezTo>
                    <a:pt x="150" y="177"/>
                    <a:pt x="150" y="177"/>
                    <a:pt x="150" y="178"/>
                  </a:cubicBezTo>
                  <a:lnTo>
                    <a:pt x="150" y="178"/>
                  </a:lnTo>
                  <a:cubicBezTo>
                    <a:pt x="150" y="177"/>
                    <a:pt x="150" y="177"/>
                    <a:pt x="150" y="177"/>
                  </a:cubicBezTo>
                  <a:lnTo>
                    <a:pt x="150" y="177"/>
                  </a:lnTo>
                  <a:cubicBezTo>
                    <a:pt x="150" y="177"/>
                    <a:pt x="150" y="176"/>
                    <a:pt x="150" y="176"/>
                  </a:cubicBezTo>
                  <a:close/>
                  <a:moveTo>
                    <a:pt x="208" y="203"/>
                  </a:moveTo>
                  <a:lnTo>
                    <a:pt x="208" y="203"/>
                  </a:lnTo>
                  <a:lnTo>
                    <a:pt x="208" y="203"/>
                  </a:lnTo>
                  <a:cubicBezTo>
                    <a:pt x="208" y="203"/>
                    <a:pt x="207" y="203"/>
                    <a:pt x="207" y="203"/>
                  </a:cubicBezTo>
                  <a:lnTo>
                    <a:pt x="207" y="203"/>
                  </a:lnTo>
                  <a:cubicBezTo>
                    <a:pt x="207" y="203"/>
                    <a:pt x="207" y="203"/>
                    <a:pt x="207" y="203"/>
                  </a:cubicBezTo>
                  <a:lnTo>
                    <a:pt x="207" y="203"/>
                  </a:lnTo>
                  <a:cubicBezTo>
                    <a:pt x="208" y="203"/>
                    <a:pt x="208" y="203"/>
                    <a:pt x="208" y="203"/>
                  </a:cubicBezTo>
                  <a:close/>
                  <a:moveTo>
                    <a:pt x="89" y="0"/>
                  </a:moveTo>
                  <a:cubicBezTo>
                    <a:pt x="77" y="0"/>
                    <a:pt x="64" y="5"/>
                    <a:pt x="55" y="13"/>
                  </a:cubicBezTo>
                  <a:cubicBezTo>
                    <a:pt x="26" y="38"/>
                    <a:pt x="13" y="70"/>
                    <a:pt x="4" y="107"/>
                  </a:cubicBezTo>
                  <a:cubicBezTo>
                    <a:pt x="1" y="123"/>
                    <a:pt x="3" y="142"/>
                    <a:pt x="6" y="161"/>
                  </a:cubicBezTo>
                  <a:cubicBezTo>
                    <a:pt x="8" y="178"/>
                    <a:pt x="14" y="196"/>
                    <a:pt x="20" y="213"/>
                  </a:cubicBezTo>
                  <a:cubicBezTo>
                    <a:pt x="46" y="276"/>
                    <a:pt x="111" y="319"/>
                    <a:pt x="177" y="319"/>
                  </a:cubicBezTo>
                  <a:cubicBezTo>
                    <a:pt x="196" y="319"/>
                    <a:pt x="214" y="316"/>
                    <a:pt x="232" y="309"/>
                  </a:cubicBezTo>
                  <a:cubicBezTo>
                    <a:pt x="260" y="298"/>
                    <a:pt x="281" y="274"/>
                    <a:pt x="293" y="249"/>
                  </a:cubicBezTo>
                  <a:cubicBezTo>
                    <a:pt x="294" y="247"/>
                    <a:pt x="294" y="245"/>
                    <a:pt x="295" y="243"/>
                  </a:cubicBezTo>
                  <a:lnTo>
                    <a:pt x="295" y="243"/>
                  </a:lnTo>
                  <a:cubicBezTo>
                    <a:pt x="300" y="235"/>
                    <a:pt x="305" y="226"/>
                    <a:pt x="308" y="217"/>
                  </a:cubicBezTo>
                  <a:cubicBezTo>
                    <a:pt x="315" y="195"/>
                    <a:pt x="320" y="173"/>
                    <a:pt x="316" y="150"/>
                  </a:cubicBezTo>
                  <a:cubicBezTo>
                    <a:pt x="311" y="123"/>
                    <a:pt x="300" y="97"/>
                    <a:pt x="284" y="76"/>
                  </a:cubicBezTo>
                  <a:cubicBezTo>
                    <a:pt x="276" y="67"/>
                    <a:pt x="266" y="58"/>
                    <a:pt x="256" y="51"/>
                  </a:cubicBezTo>
                  <a:cubicBezTo>
                    <a:pt x="238" y="37"/>
                    <a:pt x="222" y="32"/>
                    <a:pt x="199" y="29"/>
                  </a:cubicBezTo>
                  <a:cubicBezTo>
                    <a:pt x="198" y="29"/>
                    <a:pt x="196" y="29"/>
                    <a:pt x="195" y="29"/>
                  </a:cubicBezTo>
                  <a:lnTo>
                    <a:pt x="195" y="29"/>
                  </a:lnTo>
                  <a:cubicBezTo>
                    <a:pt x="182" y="24"/>
                    <a:pt x="168" y="21"/>
                    <a:pt x="154" y="21"/>
                  </a:cubicBezTo>
                  <a:cubicBezTo>
                    <a:pt x="147" y="21"/>
                    <a:pt x="140" y="22"/>
                    <a:pt x="133" y="23"/>
                  </a:cubicBezTo>
                  <a:lnTo>
                    <a:pt x="133" y="23"/>
                  </a:lnTo>
                  <a:cubicBezTo>
                    <a:pt x="132" y="14"/>
                    <a:pt x="128" y="7"/>
                    <a:pt x="119" y="7"/>
                  </a:cubicBezTo>
                  <a:lnTo>
                    <a:pt x="111" y="7"/>
                  </a:lnTo>
                  <a:lnTo>
                    <a:pt x="105" y="4"/>
                  </a:lnTo>
                  <a:cubicBezTo>
                    <a:pt x="100" y="1"/>
                    <a:pt x="95" y="0"/>
                    <a:pt x="8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297;p40"/>
            <p:cNvSpPr/>
            <p:nvPr/>
          </p:nvSpPr>
          <p:spPr>
            <a:xfrm>
              <a:off x="3496680" y="1696680"/>
              <a:ext cx="37080" cy="41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332" h="375">
                  <a:moveTo>
                    <a:pt x="211" y="147"/>
                  </a:moveTo>
                  <a:cubicBezTo>
                    <a:pt x="211" y="147"/>
                    <a:pt x="211" y="147"/>
                    <a:pt x="211" y="147"/>
                  </a:cubicBezTo>
                  <a:lnTo>
                    <a:pt x="211" y="147"/>
                  </a:lnTo>
                  <a:cubicBezTo>
                    <a:pt x="211" y="147"/>
                    <a:pt x="212" y="148"/>
                    <a:pt x="212" y="148"/>
                  </a:cubicBezTo>
                  <a:lnTo>
                    <a:pt x="212" y="148"/>
                  </a:lnTo>
                  <a:cubicBezTo>
                    <a:pt x="212" y="148"/>
                    <a:pt x="211" y="147"/>
                    <a:pt x="211" y="147"/>
                  </a:cubicBezTo>
                  <a:close/>
                  <a:moveTo>
                    <a:pt x="234" y="183"/>
                  </a:moveTo>
                  <a:lnTo>
                    <a:pt x="234" y="183"/>
                  </a:lnTo>
                  <a:cubicBezTo>
                    <a:pt x="234" y="183"/>
                    <a:pt x="234" y="183"/>
                    <a:pt x="234" y="183"/>
                  </a:cubicBezTo>
                  <a:lnTo>
                    <a:pt x="234" y="183"/>
                  </a:lnTo>
                  <a:cubicBezTo>
                    <a:pt x="234" y="183"/>
                    <a:pt x="234" y="183"/>
                    <a:pt x="234" y="183"/>
                  </a:cubicBezTo>
                  <a:lnTo>
                    <a:pt x="234" y="183"/>
                  </a:lnTo>
                  <a:cubicBezTo>
                    <a:pt x="234" y="183"/>
                    <a:pt x="234" y="183"/>
                    <a:pt x="234" y="183"/>
                  </a:cubicBezTo>
                  <a:lnTo>
                    <a:pt x="234" y="183"/>
                  </a:lnTo>
                  <a:cubicBezTo>
                    <a:pt x="234" y="183"/>
                    <a:pt x="234" y="183"/>
                    <a:pt x="234" y="183"/>
                  </a:cubicBezTo>
                  <a:close/>
                  <a:moveTo>
                    <a:pt x="110" y="182"/>
                  </a:moveTo>
                  <a:cubicBezTo>
                    <a:pt x="110" y="186"/>
                    <a:pt x="109" y="189"/>
                    <a:pt x="108" y="193"/>
                  </a:cubicBezTo>
                  <a:cubicBezTo>
                    <a:pt x="109" y="189"/>
                    <a:pt x="110" y="186"/>
                    <a:pt x="110" y="182"/>
                  </a:cubicBezTo>
                  <a:close/>
                  <a:moveTo>
                    <a:pt x="10" y="199"/>
                  </a:moveTo>
                  <a:cubicBezTo>
                    <a:pt x="9" y="199"/>
                    <a:pt x="9" y="199"/>
                    <a:pt x="9" y="199"/>
                  </a:cubicBezTo>
                  <a:cubicBezTo>
                    <a:pt x="8" y="202"/>
                    <a:pt x="8" y="204"/>
                    <a:pt x="8" y="204"/>
                  </a:cubicBezTo>
                  <a:cubicBezTo>
                    <a:pt x="8" y="204"/>
                    <a:pt x="8" y="202"/>
                    <a:pt x="10" y="199"/>
                  </a:cubicBezTo>
                  <a:close/>
                  <a:moveTo>
                    <a:pt x="113" y="203"/>
                  </a:moveTo>
                  <a:cubicBezTo>
                    <a:pt x="113" y="204"/>
                    <a:pt x="112" y="205"/>
                    <a:pt x="112" y="206"/>
                  </a:cubicBezTo>
                  <a:lnTo>
                    <a:pt x="112" y="206"/>
                  </a:lnTo>
                  <a:cubicBezTo>
                    <a:pt x="112" y="206"/>
                    <a:pt x="112" y="206"/>
                    <a:pt x="112" y="206"/>
                  </a:cubicBezTo>
                  <a:lnTo>
                    <a:pt x="112" y="206"/>
                  </a:lnTo>
                  <a:cubicBezTo>
                    <a:pt x="112" y="206"/>
                    <a:pt x="112" y="206"/>
                    <a:pt x="112" y="206"/>
                  </a:cubicBezTo>
                  <a:lnTo>
                    <a:pt x="112" y="206"/>
                  </a:lnTo>
                  <a:cubicBezTo>
                    <a:pt x="112" y="205"/>
                    <a:pt x="112" y="204"/>
                    <a:pt x="113" y="203"/>
                  </a:cubicBezTo>
                  <a:close/>
                  <a:moveTo>
                    <a:pt x="302" y="214"/>
                  </a:moveTo>
                  <a:cubicBezTo>
                    <a:pt x="302" y="214"/>
                    <a:pt x="302" y="214"/>
                    <a:pt x="302" y="215"/>
                  </a:cubicBezTo>
                  <a:cubicBezTo>
                    <a:pt x="302" y="215"/>
                    <a:pt x="302" y="214"/>
                    <a:pt x="302" y="214"/>
                  </a:cubicBezTo>
                  <a:close/>
                  <a:moveTo>
                    <a:pt x="184" y="0"/>
                  </a:moveTo>
                  <a:cubicBezTo>
                    <a:pt x="178" y="0"/>
                    <a:pt x="172" y="1"/>
                    <a:pt x="166" y="2"/>
                  </a:cubicBezTo>
                  <a:cubicBezTo>
                    <a:pt x="106" y="10"/>
                    <a:pt x="53" y="60"/>
                    <a:pt x="37" y="119"/>
                  </a:cubicBezTo>
                  <a:cubicBezTo>
                    <a:pt x="36" y="123"/>
                    <a:pt x="35" y="126"/>
                    <a:pt x="34" y="130"/>
                  </a:cubicBezTo>
                  <a:lnTo>
                    <a:pt x="34" y="130"/>
                  </a:lnTo>
                  <a:cubicBezTo>
                    <a:pt x="32" y="132"/>
                    <a:pt x="30" y="135"/>
                    <a:pt x="28" y="138"/>
                  </a:cubicBezTo>
                  <a:lnTo>
                    <a:pt x="20" y="154"/>
                  </a:lnTo>
                  <a:cubicBezTo>
                    <a:pt x="16" y="163"/>
                    <a:pt x="15" y="172"/>
                    <a:pt x="14" y="181"/>
                  </a:cubicBezTo>
                  <a:cubicBezTo>
                    <a:pt x="13" y="183"/>
                    <a:pt x="12" y="186"/>
                    <a:pt x="11" y="189"/>
                  </a:cubicBezTo>
                  <a:lnTo>
                    <a:pt x="11" y="189"/>
                  </a:lnTo>
                  <a:cubicBezTo>
                    <a:pt x="10" y="191"/>
                    <a:pt x="8" y="195"/>
                    <a:pt x="6" y="201"/>
                  </a:cubicBezTo>
                  <a:cubicBezTo>
                    <a:pt x="4" y="208"/>
                    <a:pt x="2" y="215"/>
                    <a:pt x="2" y="221"/>
                  </a:cubicBezTo>
                  <a:cubicBezTo>
                    <a:pt x="2" y="249"/>
                    <a:pt x="2" y="276"/>
                    <a:pt x="1" y="304"/>
                  </a:cubicBezTo>
                  <a:cubicBezTo>
                    <a:pt x="1" y="318"/>
                    <a:pt x="2" y="330"/>
                    <a:pt x="11" y="342"/>
                  </a:cubicBezTo>
                  <a:cubicBezTo>
                    <a:pt x="17" y="352"/>
                    <a:pt x="28" y="364"/>
                    <a:pt x="39" y="367"/>
                  </a:cubicBezTo>
                  <a:cubicBezTo>
                    <a:pt x="56" y="371"/>
                    <a:pt x="74" y="374"/>
                    <a:pt x="91" y="374"/>
                  </a:cubicBezTo>
                  <a:cubicBezTo>
                    <a:pt x="103" y="374"/>
                    <a:pt x="114" y="373"/>
                    <a:pt x="126" y="369"/>
                  </a:cubicBezTo>
                  <a:cubicBezTo>
                    <a:pt x="146" y="364"/>
                    <a:pt x="164" y="357"/>
                    <a:pt x="181" y="346"/>
                  </a:cubicBezTo>
                  <a:lnTo>
                    <a:pt x="181" y="346"/>
                  </a:lnTo>
                  <a:cubicBezTo>
                    <a:pt x="187" y="346"/>
                    <a:pt x="193" y="345"/>
                    <a:pt x="198" y="344"/>
                  </a:cubicBezTo>
                  <a:cubicBezTo>
                    <a:pt x="236" y="335"/>
                    <a:pt x="271" y="314"/>
                    <a:pt x="293" y="284"/>
                  </a:cubicBezTo>
                  <a:cubicBezTo>
                    <a:pt x="315" y="251"/>
                    <a:pt x="331" y="205"/>
                    <a:pt x="320" y="165"/>
                  </a:cubicBezTo>
                  <a:cubicBezTo>
                    <a:pt x="318" y="156"/>
                    <a:pt x="315" y="148"/>
                    <a:pt x="312" y="139"/>
                  </a:cubicBezTo>
                  <a:lnTo>
                    <a:pt x="312" y="139"/>
                  </a:lnTo>
                  <a:cubicBezTo>
                    <a:pt x="309" y="123"/>
                    <a:pt x="305" y="108"/>
                    <a:pt x="300" y="93"/>
                  </a:cubicBezTo>
                  <a:cubicBezTo>
                    <a:pt x="295" y="76"/>
                    <a:pt x="286" y="64"/>
                    <a:pt x="276" y="49"/>
                  </a:cubicBezTo>
                  <a:cubicBezTo>
                    <a:pt x="256" y="16"/>
                    <a:pt x="221" y="0"/>
                    <a:pt x="18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298;p40"/>
            <p:cNvSpPr/>
            <p:nvPr/>
          </p:nvSpPr>
          <p:spPr>
            <a:xfrm>
              <a:off x="3235320" y="1578240"/>
              <a:ext cx="157680" cy="170640"/>
            </a:xfrm>
            <a:custGeom>
              <a:avLst/>
              <a:gdLst>
                <a:gd name="textAreaLeft" fmla="*/ 0 w 157680"/>
                <a:gd name="textAreaRight" fmla="*/ 158040 w 157680"/>
                <a:gd name="textAreaTop" fmla="*/ 0 h 170640"/>
                <a:gd name="textAreaBottom" fmla="*/ 171000 h 170640"/>
              </a:gdLst>
              <a:ahLst/>
              <a:cxnLst/>
              <a:rect l="textAreaLeft" t="textAreaTop" r="textAreaRight" b="textAreaBottom"/>
              <a:pathLst>
                <a:path w="1396" h="1543">
                  <a:moveTo>
                    <a:pt x="1188" y="1081"/>
                  </a:moveTo>
                  <a:cubicBezTo>
                    <a:pt x="1190" y="1083"/>
                    <a:pt x="1191" y="1085"/>
                    <a:pt x="1192" y="1087"/>
                  </a:cubicBezTo>
                  <a:lnTo>
                    <a:pt x="1192" y="1087"/>
                  </a:lnTo>
                  <a:cubicBezTo>
                    <a:pt x="1192" y="1087"/>
                    <a:pt x="1191" y="1086"/>
                    <a:pt x="1190" y="1084"/>
                  </a:cubicBezTo>
                  <a:cubicBezTo>
                    <a:pt x="1189" y="1083"/>
                    <a:pt x="1189" y="1082"/>
                    <a:pt x="1188" y="1081"/>
                  </a:cubicBezTo>
                  <a:close/>
                  <a:moveTo>
                    <a:pt x="1159" y="1309"/>
                  </a:moveTo>
                  <a:lnTo>
                    <a:pt x="1159" y="1309"/>
                  </a:lnTo>
                  <a:cubicBezTo>
                    <a:pt x="1159" y="1309"/>
                    <a:pt x="1159" y="1309"/>
                    <a:pt x="1160" y="1310"/>
                  </a:cubicBezTo>
                  <a:lnTo>
                    <a:pt x="1160" y="1310"/>
                  </a:lnTo>
                  <a:cubicBezTo>
                    <a:pt x="1159" y="1310"/>
                    <a:pt x="1159" y="1309"/>
                    <a:pt x="1159" y="1309"/>
                  </a:cubicBezTo>
                  <a:close/>
                  <a:moveTo>
                    <a:pt x="39" y="0"/>
                  </a:moveTo>
                  <a:cubicBezTo>
                    <a:pt x="18" y="0"/>
                    <a:pt x="1" y="28"/>
                    <a:pt x="17" y="47"/>
                  </a:cubicBezTo>
                  <a:cubicBezTo>
                    <a:pt x="26" y="57"/>
                    <a:pt x="36" y="67"/>
                    <a:pt x="42" y="78"/>
                  </a:cubicBezTo>
                  <a:cubicBezTo>
                    <a:pt x="53" y="93"/>
                    <a:pt x="61" y="110"/>
                    <a:pt x="74" y="124"/>
                  </a:cubicBezTo>
                  <a:cubicBezTo>
                    <a:pt x="96" y="152"/>
                    <a:pt x="123" y="178"/>
                    <a:pt x="149" y="201"/>
                  </a:cubicBezTo>
                  <a:cubicBezTo>
                    <a:pt x="160" y="212"/>
                    <a:pt x="171" y="222"/>
                    <a:pt x="184" y="233"/>
                  </a:cubicBezTo>
                  <a:lnTo>
                    <a:pt x="192" y="242"/>
                  </a:lnTo>
                  <a:lnTo>
                    <a:pt x="190" y="239"/>
                  </a:lnTo>
                  <a:lnTo>
                    <a:pt x="190" y="239"/>
                  </a:lnTo>
                  <a:cubicBezTo>
                    <a:pt x="197" y="247"/>
                    <a:pt x="204" y="254"/>
                    <a:pt x="209" y="260"/>
                  </a:cubicBezTo>
                  <a:cubicBezTo>
                    <a:pt x="235" y="288"/>
                    <a:pt x="264" y="313"/>
                    <a:pt x="291" y="337"/>
                  </a:cubicBezTo>
                  <a:lnTo>
                    <a:pt x="308" y="354"/>
                  </a:lnTo>
                  <a:lnTo>
                    <a:pt x="317" y="362"/>
                  </a:lnTo>
                  <a:cubicBezTo>
                    <a:pt x="318" y="363"/>
                    <a:pt x="318" y="364"/>
                    <a:pt x="319" y="364"/>
                  </a:cubicBezTo>
                  <a:lnTo>
                    <a:pt x="319" y="364"/>
                  </a:lnTo>
                  <a:cubicBezTo>
                    <a:pt x="330" y="374"/>
                    <a:pt x="340" y="384"/>
                    <a:pt x="351" y="395"/>
                  </a:cubicBezTo>
                  <a:cubicBezTo>
                    <a:pt x="366" y="410"/>
                    <a:pt x="382" y="424"/>
                    <a:pt x="396" y="439"/>
                  </a:cubicBezTo>
                  <a:lnTo>
                    <a:pt x="405" y="447"/>
                  </a:lnTo>
                  <a:lnTo>
                    <a:pt x="404" y="447"/>
                  </a:lnTo>
                  <a:lnTo>
                    <a:pt x="404" y="447"/>
                  </a:lnTo>
                  <a:lnTo>
                    <a:pt x="421" y="463"/>
                  </a:lnTo>
                  <a:cubicBezTo>
                    <a:pt x="467" y="508"/>
                    <a:pt x="514" y="556"/>
                    <a:pt x="558" y="602"/>
                  </a:cubicBezTo>
                  <a:cubicBezTo>
                    <a:pt x="647" y="697"/>
                    <a:pt x="735" y="794"/>
                    <a:pt x="821" y="895"/>
                  </a:cubicBezTo>
                  <a:cubicBezTo>
                    <a:pt x="861" y="944"/>
                    <a:pt x="903" y="994"/>
                    <a:pt x="943" y="1044"/>
                  </a:cubicBezTo>
                  <a:cubicBezTo>
                    <a:pt x="964" y="1071"/>
                    <a:pt x="982" y="1096"/>
                    <a:pt x="1002" y="1122"/>
                  </a:cubicBezTo>
                  <a:cubicBezTo>
                    <a:pt x="1021" y="1149"/>
                    <a:pt x="1043" y="1172"/>
                    <a:pt x="1063" y="1198"/>
                  </a:cubicBezTo>
                  <a:lnTo>
                    <a:pt x="1129" y="1285"/>
                  </a:lnTo>
                  <a:cubicBezTo>
                    <a:pt x="1139" y="1297"/>
                    <a:pt x="1150" y="1306"/>
                    <a:pt x="1163" y="1314"/>
                  </a:cubicBezTo>
                  <a:lnTo>
                    <a:pt x="1163" y="1314"/>
                  </a:lnTo>
                  <a:cubicBezTo>
                    <a:pt x="1166" y="1317"/>
                    <a:pt x="1169" y="1322"/>
                    <a:pt x="1170" y="1323"/>
                  </a:cubicBezTo>
                  <a:cubicBezTo>
                    <a:pt x="1181" y="1336"/>
                    <a:pt x="1192" y="1352"/>
                    <a:pt x="1203" y="1365"/>
                  </a:cubicBezTo>
                  <a:cubicBezTo>
                    <a:pt x="1225" y="1395"/>
                    <a:pt x="1246" y="1424"/>
                    <a:pt x="1268" y="1452"/>
                  </a:cubicBezTo>
                  <a:cubicBezTo>
                    <a:pt x="1291" y="1480"/>
                    <a:pt x="1317" y="1507"/>
                    <a:pt x="1342" y="1534"/>
                  </a:cubicBezTo>
                  <a:cubicBezTo>
                    <a:pt x="1348" y="1540"/>
                    <a:pt x="1356" y="1543"/>
                    <a:pt x="1364" y="1543"/>
                  </a:cubicBezTo>
                  <a:cubicBezTo>
                    <a:pt x="1380" y="1543"/>
                    <a:pt x="1396" y="1531"/>
                    <a:pt x="1390" y="1512"/>
                  </a:cubicBezTo>
                  <a:cubicBezTo>
                    <a:pt x="1381" y="1480"/>
                    <a:pt x="1372" y="1447"/>
                    <a:pt x="1360" y="1418"/>
                  </a:cubicBezTo>
                  <a:cubicBezTo>
                    <a:pt x="1348" y="1386"/>
                    <a:pt x="1333" y="1357"/>
                    <a:pt x="1317" y="1327"/>
                  </a:cubicBezTo>
                  <a:cubicBezTo>
                    <a:pt x="1311" y="1312"/>
                    <a:pt x="1302" y="1298"/>
                    <a:pt x="1295" y="1285"/>
                  </a:cubicBezTo>
                  <a:cubicBezTo>
                    <a:pt x="1289" y="1272"/>
                    <a:pt x="1283" y="1253"/>
                    <a:pt x="1272" y="1242"/>
                  </a:cubicBezTo>
                  <a:lnTo>
                    <a:pt x="1272" y="1242"/>
                  </a:lnTo>
                  <a:cubicBezTo>
                    <a:pt x="1272" y="1242"/>
                    <a:pt x="1272" y="1241"/>
                    <a:pt x="1272" y="1241"/>
                  </a:cubicBezTo>
                  <a:cubicBezTo>
                    <a:pt x="1272" y="1237"/>
                    <a:pt x="1271" y="1233"/>
                    <a:pt x="1271" y="1230"/>
                  </a:cubicBezTo>
                  <a:cubicBezTo>
                    <a:pt x="1268" y="1217"/>
                    <a:pt x="1262" y="1206"/>
                    <a:pt x="1257" y="1195"/>
                  </a:cubicBezTo>
                  <a:cubicBezTo>
                    <a:pt x="1249" y="1181"/>
                    <a:pt x="1239" y="1165"/>
                    <a:pt x="1230" y="1151"/>
                  </a:cubicBezTo>
                  <a:cubicBezTo>
                    <a:pt x="1219" y="1133"/>
                    <a:pt x="1211" y="1117"/>
                    <a:pt x="1200" y="1099"/>
                  </a:cubicBezTo>
                  <a:cubicBezTo>
                    <a:pt x="1197" y="1096"/>
                    <a:pt x="1195" y="1091"/>
                    <a:pt x="1192" y="1087"/>
                  </a:cubicBezTo>
                  <a:lnTo>
                    <a:pt x="1192" y="1087"/>
                  </a:lnTo>
                  <a:cubicBezTo>
                    <a:pt x="1193" y="1088"/>
                    <a:pt x="1193" y="1088"/>
                    <a:pt x="1193" y="1088"/>
                  </a:cubicBezTo>
                  <a:cubicBezTo>
                    <a:pt x="1194" y="1088"/>
                    <a:pt x="1193" y="1085"/>
                    <a:pt x="1188" y="1081"/>
                  </a:cubicBezTo>
                  <a:lnTo>
                    <a:pt x="1188" y="1081"/>
                  </a:lnTo>
                  <a:cubicBezTo>
                    <a:pt x="1188" y="1081"/>
                    <a:pt x="1188" y="1081"/>
                    <a:pt x="1188" y="1081"/>
                  </a:cubicBezTo>
                  <a:lnTo>
                    <a:pt x="1188" y="1081"/>
                  </a:lnTo>
                  <a:cubicBezTo>
                    <a:pt x="1188" y="1081"/>
                    <a:pt x="1188" y="1081"/>
                    <a:pt x="1188" y="1081"/>
                  </a:cubicBezTo>
                  <a:lnTo>
                    <a:pt x="1188" y="1081"/>
                  </a:lnTo>
                  <a:cubicBezTo>
                    <a:pt x="1188" y="1081"/>
                    <a:pt x="1188" y="1081"/>
                    <a:pt x="1188" y="1081"/>
                  </a:cubicBezTo>
                  <a:lnTo>
                    <a:pt x="1188" y="1081"/>
                  </a:lnTo>
                  <a:cubicBezTo>
                    <a:pt x="1186" y="1077"/>
                    <a:pt x="1184" y="1073"/>
                    <a:pt x="1181" y="1069"/>
                  </a:cubicBezTo>
                  <a:cubicBezTo>
                    <a:pt x="1163" y="1036"/>
                    <a:pt x="1140" y="1005"/>
                    <a:pt x="1117" y="974"/>
                  </a:cubicBezTo>
                  <a:cubicBezTo>
                    <a:pt x="1079" y="920"/>
                    <a:pt x="1038" y="868"/>
                    <a:pt x="998" y="815"/>
                  </a:cubicBezTo>
                  <a:cubicBezTo>
                    <a:pt x="915" y="711"/>
                    <a:pt x="830" y="612"/>
                    <a:pt x="736" y="518"/>
                  </a:cubicBezTo>
                  <a:cubicBezTo>
                    <a:pt x="641" y="421"/>
                    <a:pt x="541" y="325"/>
                    <a:pt x="434" y="238"/>
                  </a:cubicBezTo>
                  <a:cubicBezTo>
                    <a:pt x="406" y="215"/>
                    <a:pt x="377" y="192"/>
                    <a:pt x="346" y="168"/>
                  </a:cubicBezTo>
                  <a:cubicBezTo>
                    <a:pt x="318" y="146"/>
                    <a:pt x="288" y="126"/>
                    <a:pt x="257" y="105"/>
                  </a:cubicBezTo>
                  <a:cubicBezTo>
                    <a:pt x="250" y="100"/>
                    <a:pt x="241" y="94"/>
                    <a:pt x="234" y="89"/>
                  </a:cubicBezTo>
                  <a:cubicBezTo>
                    <a:pt x="231" y="86"/>
                    <a:pt x="228" y="85"/>
                    <a:pt x="224" y="81"/>
                  </a:cubicBezTo>
                  <a:lnTo>
                    <a:pt x="208" y="74"/>
                  </a:lnTo>
                  <a:cubicBezTo>
                    <a:pt x="193" y="65"/>
                    <a:pt x="178" y="56"/>
                    <a:pt x="163" y="47"/>
                  </a:cubicBezTo>
                  <a:cubicBezTo>
                    <a:pt x="143" y="36"/>
                    <a:pt x="125" y="29"/>
                    <a:pt x="103" y="21"/>
                  </a:cubicBezTo>
                  <a:cubicBezTo>
                    <a:pt x="93" y="19"/>
                    <a:pt x="85" y="18"/>
                    <a:pt x="75" y="13"/>
                  </a:cubicBezTo>
                  <a:cubicBezTo>
                    <a:pt x="66" y="9"/>
                    <a:pt x="59" y="7"/>
                    <a:pt x="49" y="2"/>
                  </a:cubicBezTo>
                  <a:cubicBezTo>
                    <a:pt x="46" y="1"/>
                    <a:pt x="42" y="0"/>
                    <a:pt x="39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5320" bIns="85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299;p40"/>
            <p:cNvSpPr/>
            <p:nvPr/>
          </p:nvSpPr>
          <p:spPr>
            <a:xfrm>
              <a:off x="2331720" y="1766520"/>
              <a:ext cx="347400" cy="170640"/>
            </a:xfrm>
            <a:custGeom>
              <a:avLst/>
              <a:gdLst>
                <a:gd name="textAreaLeft" fmla="*/ 0 w 347400"/>
                <a:gd name="textAreaRight" fmla="*/ 347760 w 347400"/>
                <a:gd name="textAreaTop" fmla="*/ 0 h 170640"/>
                <a:gd name="textAreaBottom" fmla="*/ 171000 h 170640"/>
              </a:gdLst>
              <a:ahLst/>
              <a:cxnLst/>
              <a:rect l="textAreaLeft" t="textAreaTop" r="textAreaRight" b="textAreaBottom"/>
              <a:pathLst>
                <a:path w="3069" h="1542">
                  <a:moveTo>
                    <a:pt x="1083" y="764"/>
                  </a:moveTo>
                  <a:lnTo>
                    <a:pt x="1083" y="764"/>
                  </a:lnTo>
                  <a:cubicBezTo>
                    <a:pt x="1081" y="765"/>
                    <a:pt x="1079" y="766"/>
                    <a:pt x="1077" y="767"/>
                  </a:cubicBezTo>
                  <a:cubicBezTo>
                    <a:pt x="1075" y="769"/>
                    <a:pt x="1073" y="770"/>
                    <a:pt x="1071" y="772"/>
                  </a:cubicBezTo>
                  <a:cubicBezTo>
                    <a:pt x="1080" y="766"/>
                    <a:pt x="1083" y="764"/>
                    <a:pt x="1083" y="764"/>
                  </a:cubicBezTo>
                  <a:close/>
                  <a:moveTo>
                    <a:pt x="256" y="1183"/>
                  </a:moveTo>
                  <a:cubicBezTo>
                    <a:pt x="256" y="1183"/>
                    <a:pt x="256" y="1183"/>
                    <a:pt x="256" y="1184"/>
                  </a:cubicBezTo>
                  <a:cubicBezTo>
                    <a:pt x="253" y="1187"/>
                    <a:pt x="252" y="1188"/>
                    <a:pt x="252" y="1188"/>
                  </a:cubicBezTo>
                  <a:cubicBezTo>
                    <a:pt x="252" y="1188"/>
                    <a:pt x="254" y="1185"/>
                    <a:pt x="256" y="1183"/>
                  </a:cubicBezTo>
                  <a:close/>
                  <a:moveTo>
                    <a:pt x="352" y="1299"/>
                  </a:moveTo>
                  <a:cubicBezTo>
                    <a:pt x="352" y="1299"/>
                    <a:pt x="351" y="1299"/>
                    <a:pt x="350" y="1300"/>
                  </a:cubicBezTo>
                  <a:lnTo>
                    <a:pt x="350" y="1300"/>
                  </a:lnTo>
                  <a:cubicBezTo>
                    <a:pt x="351" y="1300"/>
                    <a:pt x="352" y="1299"/>
                    <a:pt x="353" y="1299"/>
                  </a:cubicBezTo>
                  <a:cubicBezTo>
                    <a:pt x="353" y="1299"/>
                    <a:pt x="352" y="1299"/>
                    <a:pt x="352" y="1299"/>
                  </a:cubicBezTo>
                  <a:close/>
                  <a:moveTo>
                    <a:pt x="2919" y="1"/>
                  </a:moveTo>
                  <a:cubicBezTo>
                    <a:pt x="2908" y="1"/>
                    <a:pt x="2898" y="1"/>
                    <a:pt x="2887" y="1"/>
                  </a:cubicBezTo>
                  <a:cubicBezTo>
                    <a:pt x="2829" y="1"/>
                    <a:pt x="2772" y="3"/>
                    <a:pt x="2714" y="9"/>
                  </a:cubicBezTo>
                  <a:cubicBezTo>
                    <a:pt x="2602" y="20"/>
                    <a:pt x="2491" y="36"/>
                    <a:pt x="2379" y="59"/>
                  </a:cubicBezTo>
                  <a:cubicBezTo>
                    <a:pt x="2154" y="104"/>
                    <a:pt x="1933" y="173"/>
                    <a:pt x="1719" y="254"/>
                  </a:cubicBezTo>
                  <a:cubicBezTo>
                    <a:pt x="1510" y="334"/>
                    <a:pt x="1305" y="426"/>
                    <a:pt x="1109" y="537"/>
                  </a:cubicBezTo>
                  <a:cubicBezTo>
                    <a:pt x="909" y="651"/>
                    <a:pt x="714" y="778"/>
                    <a:pt x="537" y="926"/>
                  </a:cubicBezTo>
                  <a:cubicBezTo>
                    <a:pt x="450" y="997"/>
                    <a:pt x="367" y="1071"/>
                    <a:pt x="286" y="1149"/>
                  </a:cubicBezTo>
                  <a:cubicBezTo>
                    <a:pt x="276" y="1157"/>
                    <a:pt x="268" y="1167"/>
                    <a:pt x="261" y="1176"/>
                  </a:cubicBezTo>
                  <a:cubicBezTo>
                    <a:pt x="260" y="1179"/>
                    <a:pt x="258" y="1180"/>
                    <a:pt x="257" y="1182"/>
                  </a:cubicBezTo>
                  <a:lnTo>
                    <a:pt x="257" y="1182"/>
                  </a:lnTo>
                  <a:cubicBezTo>
                    <a:pt x="251" y="1185"/>
                    <a:pt x="240" y="1202"/>
                    <a:pt x="236" y="1206"/>
                  </a:cubicBezTo>
                  <a:cubicBezTo>
                    <a:pt x="231" y="1211"/>
                    <a:pt x="225" y="1218"/>
                    <a:pt x="220" y="1223"/>
                  </a:cubicBezTo>
                  <a:cubicBezTo>
                    <a:pt x="202" y="1244"/>
                    <a:pt x="182" y="1264"/>
                    <a:pt x="165" y="1284"/>
                  </a:cubicBezTo>
                  <a:cubicBezTo>
                    <a:pt x="146" y="1304"/>
                    <a:pt x="126" y="1326"/>
                    <a:pt x="110" y="1348"/>
                  </a:cubicBezTo>
                  <a:cubicBezTo>
                    <a:pt x="102" y="1359"/>
                    <a:pt x="93" y="1370"/>
                    <a:pt x="87" y="1382"/>
                  </a:cubicBezTo>
                  <a:cubicBezTo>
                    <a:pt x="82" y="1390"/>
                    <a:pt x="78" y="1399"/>
                    <a:pt x="75" y="1406"/>
                  </a:cubicBezTo>
                  <a:cubicBezTo>
                    <a:pt x="73" y="1407"/>
                    <a:pt x="67" y="1414"/>
                    <a:pt x="64" y="1420"/>
                  </a:cubicBezTo>
                  <a:cubicBezTo>
                    <a:pt x="47" y="1442"/>
                    <a:pt x="32" y="1465"/>
                    <a:pt x="17" y="1487"/>
                  </a:cubicBezTo>
                  <a:cubicBezTo>
                    <a:pt x="0" y="1511"/>
                    <a:pt x="20" y="1541"/>
                    <a:pt x="44" y="1541"/>
                  </a:cubicBezTo>
                  <a:cubicBezTo>
                    <a:pt x="51" y="1541"/>
                    <a:pt x="58" y="1539"/>
                    <a:pt x="65" y="1533"/>
                  </a:cubicBezTo>
                  <a:cubicBezTo>
                    <a:pt x="86" y="1515"/>
                    <a:pt x="106" y="1498"/>
                    <a:pt x="127" y="1481"/>
                  </a:cubicBezTo>
                  <a:cubicBezTo>
                    <a:pt x="141" y="1471"/>
                    <a:pt x="147" y="1466"/>
                    <a:pt x="160" y="1458"/>
                  </a:cubicBezTo>
                  <a:cubicBezTo>
                    <a:pt x="174" y="1449"/>
                    <a:pt x="185" y="1442"/>
                    <a:pt x="197" y="1432"/>
                  </a:cubicBezTo>
                  <a:cubicBezTo>
                    <a:pt x="238" y="1398"/>
                    <a:pt x="279" y="1359"/>
                    <a:pt x="321" y="1324"/>
                  </a:cubicBezTo>
                  <a:cubicBezTo>
                    <a:pt x="324" y="1322"/>
                    <a:pt x="342" y="1304"/>
                    <a:pt x="350" y="1300"/>
                  </a:cubicBezTo>
                  <a:lnTo>
                    <a:pt x="350" y="1300"/>
                  </a:lnTo>
                  <a:cubicBezTo>
                    <a:pt x="349" y="1300"/>
                    <a:pt x="349" y="1300"/>
                    <a:pt x="348" y="1300"/>
                  </a:cubicBezTo>
                  <a:cubicBezTo>
                    <a:pt x="345" y="1302"/>
                    <a:pt x="344" y="1303"/>
                    <a:pt x="344" y="1303"/>
                  </a:cubicBezTo>
                  <a:cubicBezTo>
                    <a:pt x="343" y="1303"/>
                    <a:pt x="349" y="1299"/>
                    <a:pt x="361" y="1291"/>
                  </a:cubicBezTo>
                  <a:cubicBezTo>
                    <a:pt x="364" y="1290"/>
                    <a:pt x="365" y="1289"/>
                    <a:pt x="368" y="1288"/>
                  </a:cubicBezTo>
                  <a:cubicBezTo>
                    <a:pt x="375" y="1284"/>
                    <a:pt x="381" y="1278"/>
                    <a:pt x="389" y="1274"/>
                  </a:cubicBezTo>
                  <a:cubicBezTo>
                    <a:pt x="409" y="1256"/>
                    <a:pt x="429" y="1239"/>
                    <a:pt x="451" y="1220"/>
                  </a:cubicBezTo>
                  <a:cubicBezTo>
                    <a:pt x="494" y="1185"/>
                    <a:pt x="537" y="1151"/>
                    <a:pt x="579" y="1116"/>
                  </a:cubicBezTo>
                  <a:cubicBezTo>
                    <a:pt x="667" y="1048"/>
                    <a:pt x="758" y="981"/>
                    <a:pt x="850" y="916"/>
                  </a:cubicBezTo>
                  <a:cubicBezTo>
                    <a:pt x="895" y="884"/>
                    <a:pt x="940" y="852"/>
                    <a:pt x="987" y="822"/>
                  </a:cubicBezTo>
                  <a:cubicBezTo>
                    <a:pt x="1010" y="807"/>
                    <a:pt x="1033" y="792"/>
                    <a:pt x="1057" y="778"/>
                  </a:cubicBezTo>
                  <a:cubicBezTo>
                    <a:pt x="1064" y="774"/>
                    <a:pt x="1070" y="770"/>
                    <a:pt x="1076" y="767"/>
                  </a:cubicBezTo>
                  <a:cubicBezTo>
                    <a:pt x="1079" y="766"/>
                    <a:pt x="1083" y="764"/>
                    <a:pt x="1083" y="764"/>
                  </a:cubicBezTo>
                  <a:lnTo>
                    <a:pt x="1083" y="764"/>
                  </a:lnTo>
                  <a:cubicBezTo>
                    <a:pt x="1083" y="764"/>
                    <a:pt x="1083" y="764"/>
                    <a:pt x="1083" y="764"/>
                  </a:cubicBezTo>
                  <a:lnTo>
                    <a:pt x="1083" y="764"/>
                  </a:lnTo>
                  <a:cubicBezTo>
                    <a:pt x="1094" y="757"/>
                    <a:pt x="1105" y="751"/>
                    <a:pt x="1115" y="744"/>
                  </a:cubicBezTo>
                  <a:cubicBezTo>
                    <a:pt x="1306" y="630"/>
                    <a:pt x="1504" y="526"/>
                    <a:pt x="1707" y="438"/>
                  </a:cubicBezTo>
                  <a:cubicBezTo>
                    <a:pt x="1808" y="394"/>
                    <a:pt x="1912" y="352"/>
                    <a:pt x="2016" y="317"/>
                  </a:cubicBezTo>
                  <a:cubicBezTo>
                    <a:pt x="2069" y="300"/>
                    <a:pt x="2122" y="281"/>
                    <a:pt x="2176" y="265"/>
                  </a:cubicBezTo>
                  <a:cubicBezTo>
                    <a:pt x="2179" y="264"/>
                    <a:pt x="2181" y="263"/>
                    <a:pt x="2184" y="262"/>
                  </a:cubicBezTo>
                  <a:lnTo>
                    <a:pt x="2184" y="262"/>
                  </a:lnTo>
                  <a:cubicBezTo>
                    <a:pt x="2183" y="263"/>
                    <a:pt x="2181" y="263"/>
                    <a:pt x="2181" y="263"/>
                  </a:cubicBezTo>
                  <a:cubicBezTo>
                    <a:pt x="2183" y="263"/>
                    <a:pt x="2184" y="263"/>
                    <a:pt x="2186" y="262"/>
                  </a:cubicBezTo>
                  <a:lnTo>
                    <a:pt x="2186" y="262"/>
                  </a:lnTo>
                  <a:cubicBezTo>
                    <a:pt x="2186" y="262"/>
                    <a:pt x="2186" y="262"/>
                    <a:pt x="2187" y="262"/>
                  </a:cubicBezTo>
                  <a:cubicBezTo>
                    <a:pt x="2188" y="262"/>
                    <a:pt x="2188" y="262"/>
                    <a:pt x="2189" y="261"/>
                  </a:cubicBezTo>
                  <a:lnTo>
                    <a:pt x="2189" y="261"/>
                  </a:lnTo>
                  <a:cubicBezTo>
                    <a:pt x="2193" y="260"/>
                    <a:pt x="2198" y="258"/>
                    <a:pt x="2202" y="257"/>
                  </a:cubicBezTo>
                  <a:cubicBezTo>
                    <a:pt x="2215" y="252"/>
                    <a:pt x="2228" y="248"/>
                    <a:pt x="2241" y="246"/>
                  </a:cubicBezTo>
                  <a:cubicBezTo>
                    <a:pt x="2269" y="237"/>
                    <a:pt x="2296" y="230"/>
                    <a:pt x="2324" y="223"/>
                  </a:cubicBezTo>
                  <a:cubicBezTo>
                    <a:pt x="2431" y="193"/>
                    <a:pt x="2539" y="168"/>
                    <a:pt x="2648" y="143"/>
                  </a:cubicBezTo>
                  <a:cubicBezTo>
                    <a:pt x="2702" y="131"/>
                    <a:pt x="2757" y="121"/>
                    <a:pt x="2810" y="107"/>
                  </a:cubicBezTo>
                  <a:cubicBezTo>
                    <a:pt x="2838" y="100"/>
                    <a:pt x="2865" y="93"/>
                    <a:pt x="2894" y="87"/>
                  </a:cubicBezTo>
                  <a:cubicBezTo>
                    <a:pt x="2921" y="80"/>
                    <a:pt x="2951" y="77"/>
                    <a:pt x="2976" y="64"/>
                  </a:cubicBezTo>
                  <a:cubicBezTo>
                    <a:pt x="3000" y="50"/>
                    <a:pt x="3026" y="44"/>
                    <a:pt x="3053" y="39"/>
                  </a:cubicBezTo>
                  <a:cubicBezTo>
                    <a:pt x="3067" y="37"/>
                    <a:pt x="3068" y="16"/>
                    <a:pt x="3054" y="16"/>
                  </a:cubicBezTo>
                  <a:cubicBezTo>
                    <a:pt x="3027" y="16"/>
                    <a:pt x="3001" y="14"/>
                    <a:pt x="2974" y="6"/>
                  </a:cubicBezTo>
                  <a:cubicBezTo>
                    <a:pt x="2956" y="2"/>
                    <a:pt x="2938" y="1"/>
                    <a:pt x="2919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5320" bIns="85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300;p40"/>
            <p:cNvSpPr/>
            <p:nvPr/>
          </p:nvSpPr>
          <p:spPr>
            <a:xfrm>
              <a:off x="2317320" y="1918440"/>
              <a:ext cx="35640" cy="3672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36720"/>
                <a:gd name="textAreaBottom" fmla="*/ 37080 h 36720"/>
              </a:gdLst>
              <a:ahLst/>
              <a:cxnLst/>
              <a:rect l="textAreaLeft" t="textAreaTop" r="textAreaRight" b="textAreaBottom"/>
              <a:pathLst>
                <a:path w="319" h="334">
                  <a:moveTo>
                    <a:pt x="295" y="133"/>
                  </a:moveTo>
                  <a:cubicBezTo>
                    <a:pt x="296" y="134"/>
                    <a:pt x="296" y="135"/>
                    <a:pt x="296" y="136"/>
                  </a:cubicBezTo>
                  <a:cubicBezTo>
                    <a:pt x="296" y="135"/>
                    <a:pt x="296" y="134"/>
                    <a:pt x="295" y="133"/>
                  </a:cubicBezTo>
                  <a:close/>
                  <a:moveTo>
                    <a:pt x="143" y="0"/>
                  </a:moveTo>
                  <a:cubicBezTo>
                    <a:pt x="125" y="0"/>
                    <a:pt x="121" y="1"/>
                    <a:pt x="104" y="7"/>
                  </a:cubicBezTo>
                  <a:cubicBezTo>
                    <a:pt x="87" y="12"/>
                    <a:pt x="88" y="11"/>
                    <a:pt x="72" y="21"/>
                  </a:cubicBezTo>
                  <a:cubicBezTo>
                    <a:pt x="61" y="28"/>
                    <a:pt x="64" y="27"/>
                    <a:pt x="59" y="31"/>
                  </a:cubicBezTo>
                  <a:cubicBezTo>
                    <a:pt x="53" y="36"/>
                    <a:pt x="43" y="47"/>
                    <a:pt x="37" y="54"/>
                  </a:cubicBezTo>
                  <a:cubicBezTo>
                    <a:pt x="36" y="55"/>
                    <a:pt x="34" y="56"/>
                    <a:pt x="33" y="59"/>
                  </a:cubicBezTo>
                  <a:cubicBezTo>
                    <a:pt x="33" y="61"/>
                    <a:pt x="32" y="61"/>
                    <a:pt x="32" y="62"/>
                  </a:cubicBezTo>
                  <a:cubicBezTo>
                    <a:pt x="26" y="70"/>
                    <a:pt x="20" y="81"/>
                    <a:pt x="16" y="89"/>
                  </a:cubicBezTo>
                  <a:cubicBezTo>
                    <a:pt x="15" y="91"/>
                    <a:pt x="15" y="94"/>
                    <a:pt x="15" y="95"/>
                  </a:cubicBezTo>
                  <a:cubicBezTo>
                    <a:pt x="14" y="100"/>
                    <a:pt x="12" y="105"/>
                    <a:pt x="11" y="111"/>
                  </a:cubicBezTo>
                  <a:lnTo>
                    <a:pt x="11" y="111"/>
                  </a:lnTo>
                  <a:cubicBezTo>
                    <a:pt x="8" y="121"/>
                    <a:pt x="6" y="130"/>
                    <a:pt x="4" y="140"/>
                  </a:cubicBezTo>
                  <a:cubicBezTo>
                    <a:pt x="2" y="151"/>
                    <a:pt x="1" y="163"/>
                    <a:pt x="2" y="176"/>
                  </a:cubicBezTo>
                  <a:lnTo>
                    <a:pt x="2" y="176"/>
                  </a:lnTo>
                  <a:cubicBezTo>
                    <a:pt x="1" y="186"/>
                    <a:pt x="0" y="196"/>
                    <a:pt x="1" y="208"/>
                  </a:cubicBezTo>
                  <a:cubicBezTo>
                    <a:pt x="1" y="213"/>
                    <a:pt x="3" y="218"/>
                    <a:pt x="4" y="223"/>
                  </a:cubicBezTo>
                  <a:cubicBezTo>
                    <a:pt x="9" y="238"/>
                    <a:pt x="12" y="252"/>
                    <a:pt x="21" y="266"/>
                  </a:cubicBezTo>
                  <a:cubicBezTo>
                    <a:pt x="32" y="282"/>
                    <a:pt x="47" y="297"/>
                    <a:pt x="64" y="307"/>
                  </a:cubicBezTo>
                  <a:cubicBezTo>
                    <a:pt x="87" y="321"/>
                    <a:pt x="104" y="327"/>
                    <a:pt x="131" y="332"/>
                  </a:cubicBezTo>
                  <a:cubicBezTo>
                    <a:pt x="139" y="333"/>
                    <a:pt x="148" y="333"/>
                    <a:pt x="156" y="333"/>
                  </a:cubicBezTo>
                  <a:cubicBezTo>
                    <a:pt x="165" y="333"/>
                    <a:pt x="174" y="333"/>
                    <a:pt x="182" y="332"/>
                  </a:cubicBezTo>
                  <a:cubicBezTo>
                    <a:pt x="188" y="332"/>
                    <a:pt x="192" y="330"/>
                    <a:pt x="197" y="329"/>
                  </a:cubicBezTo>
                  <a:cubicBezTo>
                    <a:pt x="208" y="326"/>
                    <a:pt x="221" y="322"/>
                    <a:pt x="232" y="318"/>
                  </a:cubicBezTo>
                  <a:cubicBezTo>
                    <a:pt x="251" y="308"/>
                    <a:pt x="267" y="297"/>
                    <a:pt x="281" y="282"/>
                  </a:cubicBezTo>
                  <a:cubicBezTo>
                    <a:pt x="292" y="271"/>
                    <a:pt x="301" y="260"/>
                    <a:pt x="306" y="245"/>
                  </a:cubicBezTo>
                  <a:cubicBezTo>
                    <a:pt x="310" y="234"/>
                    <a:pt x="313" y="222"/>
                    <a:pt x="315" y="209"/>
                  </a:cubicBezTo>
                  <a:cubicBezTo>
                    <a:pt x="318" y="192"/>
                    <a:pt x="318" y="174"/>
                    <a:pt x="315" y="157"/>
                  </a:cubicBezTo>
                  <a:cubicBezTo>
                    <a:pt x="314" y="141"/>
                    <a:pt x="308" y="123"/>
                    <a:pt x="302" y="108"/>
                  </a:cubicBezTo>
                  <a:cubicBezTo>
                    <a:pt x="301" y="103"/>
                    <a:pt x="297" y="99"/>
                    <a:pt x="295" y="96"/>
                  </a:cubicBezTo>
                  <a:cubicBezTo>
                    <a:pt x="290" y="85"/>
                    <a:pt x="282" y="75"/>
                    <a:pt x="274" y="65"/>
                  </a:cubicBezTo>
                  <a:cubicBezTo>
                    <a:pt x="262" y="51"/>
                    <a:pt x="248" y="38"/>
                    <a:pt x="232" y="29"/>
                  </a:cubicBezTo>
                  <a:lnTo>
                    <a:pt x="232" y="29"/>
                  </a:lnTo>
                  <a:cubicBezTo>
                    <a:pt x="231" y="28"/>
                    <a:pt x="230" y="27"/>
                    <a:pt x="229" y="27"/>
                  </a:cubicBezTo>
                  <a:cubicBezTo>
                    <a:pt x="224" y="22"/>
                    <a:pt x="207" y="14"/>
                    <a:pt x="202" y="11"/>
                  </a:cubicBezTo>
                  <a:cubicBezTo>
                    <a:pt x="202" y="11"/>
                    <a:pt x="201" y="11"/>
                    <a:pt x="201" y="10"/>
                  </a:cubicBezTo>
                  <a:cubicBezTo>
                    <a:pt x="199" y="10"/>
                    <a:pt x="197" y="9"/>
                    <a:pt x="196" y="9"/>
                  </a:cubicBezTo>
                  <a:cubicBezTo>
                    <a:pt x="170" y="0"/>
                    <a:pt x="166" y="0"/>
                    <a:pt x="14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360" bIns="18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301;p40"/>
            <p:cNvSpPr/>
            <p:nvPr/>
          </p:nvSpPr>
          <p:spPr>
            <a:xfrm>
              <a:off x="1652400" y="2103840"/>
              <a:ext cx="21600" cy="18576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185760"/>
                <a:gd name="textAreaBottom" fmla="*/ 186120 h 185760"/>
              </a:gdLst>
              <a:ahLst/>
              <a:cxnLst/>
              <a:rect l="textAreaLeft" t="textAreaTop" r="textAreaRight" b="textAreaBottom"/>
              <a:pathLst>
                <a:path w="193" h="1678">
                  <a:moveTo>
                    <a:pt x="151" y="0"/>
                  </a:moveTo>
                  <a:cubicBezTo>
                    <a:pt x="137" y="0"/>
                    <a:pt x="124" y="7"/>
                    <a:pt x="118" y="23"/>
                  </a:cubicBezTo>
                  <a:cubicBezTo>
                    <a:pt x="101" y="76"/>
                    <a:pt x="85" y="129"/>
                    <a:pt x="73" y="184"/>
                  </a:cubicBezTo>
                  <a:cubicBezTo>
                    <a:pt x="62" y="236"/>
                    <a:pt x="52" y="287"/>
                    <a:pt x="45" y="339"/>
                  </a:cubicBezTo>
                  <a:cubicBezTo>
                    <a:pt x="28" y="445"/>
                    <a:pt x="17" y="551"/>
                    <a:pt x="12" y="659"/>
                  </a:cubicBezTo>
                  <a:cubicBezTo>
                    <a:pt x="1" y="875"/>
                    <a:pt x="9" y="1090"/>
                    <a:pt x="37" y="1306"/>
                  </a:cubicBezTo>
                  <a:cubicBezTo>
                    <a:pt x="42" y="1334"/>
                    <a:pt x="46" y="1362"/>
                    <a:pt x="50" y="1390"/>
                  </a:cubicBezTo>
                  <a:cubicBezTo>
                    <a:pt x="56" y="1420"/>
                    <a:pt x="65" y="1449"/>
                    <a:pt x="70" y="1479"/>
                  </a:cubicBezTo>
                  <a:cubicBezTo>
                    <a:pt x="83" y="1539"/>
                    <a:pt x="94" y="1603"/>
                    <a:pt x="119" y="1659"/>
                  </a:cubicBezTo>
                  <a:cubicBezTo>
                    <a:pt x="125" y="1671"/>
                    <a:pt x="139" y="1677"/>
                    <a:pt x="152" y="1677"/>
                  </a:cubicBezTo>
                  <a:cubicBezTo>
                    <a:pt x="168" y="1677"/>
                    <a:pt x="183" y="1668"/>
                    <a:pt x="183" y="1649"/>
                  </a:cubicBezTo>
                  <a:cubicBezTo>
                    <a:pt x="183" y="1636"/>
                    <a:pt x="184" y="1622"/>
                    <a:pt x="183" y="1606"/>
                  </a:cubicBezTo>
                  <a:cubicBezTo>
                    <a:pt x="182" y="1594"/>
                    <a:pt x="179" y="1581"/>
                    <a:pt x="177" y="1568"/>
                  </a:cubicBezTo>
                  <a:cubicBezTo>
                    <a:pt x="172" y="1540"/>
                    <a:pt x="168" y="1512"/>
                    <a:pt x="163" y="1484"/>
                  </a:cubicBezTo>
                  <a:cubicBezTo>
                    <a:pt x="161" y="1462"/>
                    <a:pt x="157" y="1442"/>
                    <a:pt x="157" y="1420"/>
                  </a:cubicBezTo>
                  <a:cubicBezTo>
                    <a:pt x="157" y="1390"/>
                    <a:pt x="151" y="1359"/>
                    <a:pt x="147" y="1327"/>
                  </a:cubicBezTo>
                  <a:cubicBezTo>
                    <a:pt x="135" y="1223"/>
                    <a:pt x="127" y="1119"/>
                    <a:pt x="123" y="1015"/>
                  </a:cubicBezTo>
                  <a:cubicBezTo>
                    <a:pt x="122" y="967"/>
                    <a:pt x="118" y="920"/>
                    <a:pt x="118" y="867"/>
                  </a:cubicBezTo>
                  <a:cubicBezTo>
                    <a:pt x="118" y="814"/>
                    <a:pt x="118" y="763"/>
                    <a:pt x="122" y="710"/>
                  </a:cubicBezTo>
                  <a:cubicBezTo>
                    <a:pt x="125" y="606"/>
                    <a:pt x="134" y="501"/>
                    <a:pt x="145" y="397"/>
                  </a:cubicBezTo>
                  <a:cubicBezTo>
                    <a:pt x="150" y="338"/>
                    <a:pt x="158" y="281"/>
                    <a:pt x="167" y="221"/>
                  </a:cubicBezTo>
                  <a:cubicBezTo>
                    <a:pt x="171" y="192"/>
                    <a:pt x="178" y="161"/>
                    <a:pt x="180" y="131"/>
                  </a:cubicBezTo>
                  <a:cubicBezTo>
                    <a:pt x="184" y="101"/>
                    <a:pt x="188" y="71"/>
                    <a:pt x="190" y="40"/>
                  </a:cubicBezTo>
                  <a:cubicBezTo>
                    <a:pt x="192" y="16"/>
                    <a:pt x="171" y="0"/>
                    <a:pt x="151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302;p40"/>
            <p:cNvSpPr/>
            <p:nvPr/>
          </p:nvSpPr>
          <p:spPr>
            <a:xfrm>
              <a:off x="1378800" y="3154680"/>
              <a:ext cx="171360" cy="201240"/>
            </a:xfrm>
            <a:custGeom>
              <a:avLst/>
              <a:gdLst>
                <a:gd name="textAreaLeft" fmla="*/ 0 w 171360"/>
                <a:gd name="textAreaRight" fmla="*/ 171720 w 171360"/>
                <a:gd name="textAreaTop" fmla="*/ 0 h 201240"/>
                <a:gd name="textAreaBottom" fmla="*/ 201600 h 201240"/>
              </a:gdLst>
              <a:ahLst/>
              <a:cxnLst/>
              <a:rect l="textAreaLeft" t="textAreaTop" r="textAreaRight" b="textAreaBottom"/>
              <a:pathLst>
                <a:path w="1516" h="1816">
                  <a:moveTo>
                    <a:pt x="1065" y="1476"/>
                  </a:moveTo>
                  <a:cubicBezTo>
                    <a:pt x="1065" y="1476"/>
                    <a:pt x="1065" y="1477"/>
                    <a:pt x="1066" y="1478"/>
                  </a:cubicBezTo>
                  <a:cubicBezTo>
                    <a:pt x="1067" y="1478"/>
                    <a:pt x="1067" y="1478"/>
                    <a:pt x="1067" y="1478"/>
                  </a:cubicBezTo>
                  <a:lnTo>
                    <a:pt x="1067" y="1478"/>
                  </a:lnTo>
                  <a:cubicBezTo>
                    <a:pt x="1066" y="1477"/>
                    <a:pt x="1065" y="1476"/>
                    <a:pt x="1065" y="1476"/>
                  </a:cubicBezTo>
                  <a:close/>
                  <a:moveTo>
                    <a:pt x="47" y="1"/>
                  </a:moveTo>
                  <a:cubicBezTo>
                    <a:pt x="22" y="1"/>
                    <a:pt x="0" y="24"/>
                    <a:pt x="12" y="51"/>
                  </a:cubicBezTo>
                  <a:cubicBezTo>
                    <a:pt x="26" y="84"/>
                    <a:pt x="40" y="118"/>
                    <a:pt x="55" y="151"/>
                  </a:cubicBezTo>
                  <a:cubicBezTo>
                    <a:pt x="70" y="186"/>
                    <a:pt x="87" y="219"/>
                    <a:pt x="105" y="252"/>
                  </a:cubicBezTo>
                  <a:cubicBezTo>
                    <a:pt x="144" y="319"/>
                    <a:pt x="183" y="384"/>
                    <a:pt x="226" y="447"/>
                  </a:cubicBezTo>
                  <a:cubicBezTo>
                    <a:pt x="306" y="572"/>
                    <a:pt x="394" y="691"/>
                    <a:pt x="483" y="809"/>
                  </a:cubicBezTo>
                  <a:cubicBezTo>
                    <a:pt x="571" y="925"/>
                    <a:pt x="661" y="1040"/>
                    <a:pt x="759" y="1150"/>
                  </a:cubicBezTo>
                  <a:cubicBezTo>
                    <a:pt x="807" y="1205"/>
                    <a:pt x="857" y="1260"/>
                    <a:pt x="906" y="1314"/>
                  </a:cubicBezTo>
                  <a:cubicBezTo>
                    <a:pt x="932" y="1341"/>
                    <a:pt x="957" y="1369"/>
                    <a:pt x="983" y="1396"/>
                  </a:cubicBezTo>
                  <a:cubicBezTo>
                    <a:pt x="995" y="1408"/>
                    <a:pt x="1006" y="1420"/>
                    <a:pt x="1018" y="1434"/>
                  </a:cubicBezTo>
                  <a:cubicBezTo>
                    <a:pt x="1028" y="1442"/>
                    <a:pt x="1038" y="1451"/>
                    <a:pt x="1048" y="1461"/>
                  </a:cubicBezTo>
                  <a:cubicBezTo>
                    <a:pt x="1050" y="1463"/>
                    <a:pt x="1053" y="1467"/>
                    <a:pt x="1056" y="1469"/>
                  </a:cubicBezTo>
                  <a:cubicBezTo>
                    <a:pt x="1058" y="1470"/>
                    <a:pt x="1069" y="1478"/>
                    <a:pt x="1068" y="1478"/>
                  </a:cubicBezTo>
                  <a:cubicBezTo>
                    <a:pt x="1067" y="1478"/>
                    <a:pt x="1067" y="1478"/>
                    <a:pt x="1067" y="1478"/>
                  </a:cubicBezTo>
                  <a:lnTo>
                    <a:pt x="1067" y="1478"/>
                  </a:lnTo>
                  <a:cubicBezTo>
                    <a:pt x="1070" y="1480"/>
                    <a:pt x="1074" y="1484"/>
                    <a:pt x="1073" y="1484"/>
                  </a:cubicBezTo>
                  <a:lnTo>
                    <a:pt x="1084" y="1495"/>
                  </a:lnTo>
                  <a:cubicBezTo>
                    <a:pt x="1093" y="1503"/>
                    <a:pt x="1103" y="1512"/>
                    <a:pt x="1110" y="1519"/>
                  </a:cubicBezTo>
                  <a:cubicBezTo>
                    <a:pt x="1127" y="1536"/>
                    <a:pt x="1143" y="1551"/>
                    <a:pt x="1160" y="1567"/>
                  </a:cubicBezTo>
                  <a:cubicBezTo>
                    <a:pt x="1188" y="1594"/>
                    <a:pt x="1219" y="1621"/>
                    <a:pt x="1249" y="1649"/>
                  </a:cubicBezTo>
                  <a:lnTo>
                    <a:pt x="1295" y="1690"/>
                  </a:lnTo>
                  <a:cubicBezTo>
                    <a:pt x="1311" y="1705"/>
                    <a:pt x="1328" y="1721"/>
                    <a:pt x="1346" y="1732"/>
                  </a:cubicBezTo>
                  <a:cubicBezTo>
                    <a:pt x="1363" y="1741"/>
                    <a:pt x="1377" y="1754"/>
                    <a:pt x="1391" y="1766"/>
                  </a:cubicBezTo>
                  <a:lnTo>
                    <a:pt x="1441" y="1808"/>
                  </a:lnTo>
                  <a:cubicBezTo>
                    <a:pt x="1447" y="1813"/>
                    <a:pt x="1454" y="1816"/>
                    <a:pt x="1461" y="1816"/>
                  </a:cubicBezTo>
                  <a:cubicBezTo>
                    <a:pt x="1489" y="1816"/>
                    <a:pt x="1515" y="1780"/>
                    <a:pt x="1492" y="1754"/>
                  </a:cubicBezTo>
                  <a:cubicBezTo>
                    <a:pt x="1479" y="1741"/>
                    <a:pt x="1467" y="1728"/>
                    <a:pt x="1455" y="1715"/>
                  </a:cubicBezTo>
                  <a:cubicBezTo>
                    <a:pt x="1443" y="1703"/>
                    <a:pt x="1428" y="1688"/>
                    <a:pt x="1418" y="1675"/>
                  </a:cubicBezTo>
                  <a:cubicBezTo>
                    <a:pt x="1412" y="1666"/>
                    <a:pt x="1410" y="1659"/>
                    <a:pt x="1405" y="1651"/>
                  </a:cubicBezTo>
                  <a:cubicBezTo>
                    <a:pt x="1399" y="1644"/>
                    <a:pt x="1391" y="1638"/>
                    <a:pt x="1385" y="1631"/>
                  </a:cubicBezTo>
                  <a:cubicBezTo>
                    <a:pt x="1373" y="1617"/>
                    <a:pt x="1361" y="1605"/>
                    <a:pt x="1347" y="1591"/>
                  </a:cubicBezTo>
                  <a:cubicBezTo>
                    <a:pt x="1298" y="1538"/>
                    <a:pt x="1249" y="1484"/>
                    <a:pt x="1201" y="1429"/>
                  </a:cubicBezTo>
                  <a:cubicBezTo>
                    <a:pt x="1176" y="1402"/>
                    <a:pt x="1155" y="1371"/>
                    <a:pt x="1131" y="1346"/>
                  </a:cubicBezTo>
                  <a:cubicBezTo>
                    <a:pt x="1106" y="1318"/>
                    <a:pt x="1082" y="1291"/>
                    <a:pt x="1059" y="1265"/>
                  </a:cubicBezTo>
                  <a:cubicBezTo>
                    <a:pt x="1010" y="1210"/>
                    <a:pt x="962" y="1155"/>
                    <a:pt x="914" y="1099"/>
                  </a:cubicBezTo>
                  <a:cubicBezTo>
                    <a:pt x="819" y="986"/>
                    <a:pt x="726" y="874"/>
                    <a:pt x="637" y="758"/>
                  </a:cubicBezTo>
                  <a:cubicBezTo>
                    <a:pt x="546" y="643"/>
                    <a:pt x="462" y="523"/>
                    <a:pt x="376" y="405"/>
                  </a:cubicBezTo>
                  <a:cubicBezTo>
                    <a:pt x="328" y="340"/>
                    <a:pt x="281" y="273"/>
                    <a:pt x="233" y="207"/>
                  </a:cubicBezTo>
                  <a:cubicBezTo>
                    <a:pt x="209" y="173"/>
                    <a:pt x="186" y="139"/>
                    <a:pt x="159" y="108"/>
                  </a:cubicBezTo>
                  <a:cubicBezTo>
                    <a:pt x="132" y="77"/>
                    <a:pt x="105" y="46"/>
                    <a:pt x="78" y="14"/>
                  </a:cubicBezTo>
                  <a:cubicBezTo>
                    <a:pt x="68" y="5"/>
                    <a:pt x="57" y="1"/>
                    <a:pt x="47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303;p40"/>
            <p:cNvSpPr/>
            <p:nvPr/>
          </p:nvSpPr>
          <p:spPr>
            <a:xfrm>
              <a:off x="1412640" y="3264480"/>
              <a:ext cx="86400" cy="108720"/>
            </a:xfrm>
            <a:custGeom>
              <a:avLst/>
              <a:gdLst>
                <a:gd name="textAreaLeft" fmla="*/ 0 w 86400"/>
                <a:gd name="textAreaRight" fmla="*/ 86760 w 86400"/>
                <a:gd name="textAreaTop" fmla="*/ 0 h 108720"/>
                <a:gd name="textAreaBottom" fmla="*/ 109080 h 108720"/>
              </a:gdLst>
              <a:ahLst/>
              <a:cxnLst/>
              <a:rect l="textAreaLeft" t="textAreaTop" r="textAreaRight" b="textAreaBottom"/>
              <a:pathLst>
                <a:path w="766" h="985">
                  <a:moveTo>
                    <a:pt x="28" y="0"/>
                  </a:moveTo>
                  <a:cubicBezTo>
                    <a:pt x="14" y="0"/>
                    <a:pt x="1" y="11"/>
                    <a:pt x="5" y="27"/>
                  </a:cubicBezTo>
                  <a:cubicBezTo>
                    <a:pt x="8" y="36"/>
                    <a:pt x="11" y="45"/>
                    <a:pt x="12" y="54"/>
                  </a:cubicBezTo>
                  <a:cubicBezTo>
                    <a:pt x="15" y="63"/>
                    <a:pt x="14" y="68"/>
                    <a:pt x="15" y="78"/>
                  </a:cubicBezTo>
                  <a:cubicBezTo>
                    <a:pt x="16" y="98"/>
                    <a:pt x="28" y="120"/>
                    <a:pt x="37" y="140"/>
                  </a:cubicBezTo>
                  <a:cubicBezTo>
                    <a:pt x="52" y="174"/>
                    <a:pt x="72" y="208"/>
                    <a:pt x="91" y="241"/>
                  </a:cubicBezTo>
                  <a:cubicBezTo>
                    <a:pt x="129" y="310"/>
                    <a:pt x="168" y="381"/>
                    <a:pt x="213" y="446"/>
                  </a:cubicBezTo>
                  <a:cubicBezTo>
                    <a:pt x="299" y="570"/>
                    <a:pt x="394" y="694"/>
                    <a:pt x="498" y="804"/>
                  </a:cubicBezTo>
                  <a:cubicBezTo>
                    <a:pt x="514" y="821"/>
                    <a:pt x="528" y="836"/>
                    <a:pt x="544" y="852"/>
                  </a:cubicBezTo>
                  <a:lnTo>
                    <a:pt x="566" y="874"/>
                  </a:lnTo>
                  <a:cubicBezTo>
                    <a:pt x="576" y="883"/>
                    <a:pt x="586" y="891"/>
                    <a:pt x="597" y="898"/>
                  </a:cubicBezTo>
                  <a:cubicBezTo>
                    <a:pt x="613" y="913"/>
                    <a:pt x="630" y="927"/>
                    <a:pt x="646" y="942"/>
                  </a:cubicBezTo>
                  <a:cubicBezTo>
                    <a:pt x="664" y="959"/>
                    <a:pt x="682" y="971"/>
                    <a:pt x="704" y="981"/>
                  </a:cubicBezTo>
                  <a:cubicBezTo>
                    <a:pt x="708" y="983"/>
                    <a:pt x="713" y="984"/>
                    <a:pt x="718" y="984"/>
                  </a:cubicBezTo>
                  <a:cubicBezTo>
                    <a:pt x="743" y="984"/>
                    <a:pt x="765" y="954"/>
                    <a:pt x="753" y="929"/>
                  </a:cubicBezTo>
                  <a:cubicBezTo>
                    <a:pt x="735" y="893"/>
                    <a:pt x="708" y="864"/>
                    <a:pt x="684" y="834"/>
                  </a:cubicBezTo>
                  <a:cubicBezTo>
                    <a:pt x="681" y="832"/>
                    <a:pt x="678" y="827"/>
                    <a:pt x="675" y="825"/>
                  </a:cubicBezTo>
                  <a:lnTo>
                    <a:pt x="675" y="825"/>
                  </a:lnTo>
                  <a:cubicBezTo>
                    <a:pt x="674" y="823"/>
                    <a:pt x="672" y="821"/>
                    <a:pt x="671" y="819"/>
                  </a:cubicBezTo>
                  <a:cubicBezTo>
                    <a:pt x="664" y="808"/>
                    <a:pt x="659" y="799"/>
                    <a:pt x="651" y="790"/>
                  </a:cubicBezTo>
                  <a:cubicBezTo>
                    <a:pt x="638" y="777"/>
                    <a:pt x="626" y="761"/>
                    <a:pt x="613" y="746"/>
                  </a:cubicBezTo>
                  <a:cubicBezTo>
                    <a:pt x="564" y="689"/>
                    <a:pt x="516" y="631"/>
                    <a:pt x="467" y="572"/>
                  </a:cubicBezTo>
                  <a:cubicBezTo>
                    <a:pt x="421" y="514"/>
                    <a:pt x="376" y="454"/>
                    <a:pt x="333" y="393"/>
                  </a:cubicBezTo>
                  <a:cubicBezTo>
                    <a:pt x="290" y="332"/>
                    <a:pt x="242" y="271"/>
                    <a:pt x="198" y="208"/>
                  </a:cubicBezTo>
                  <a:cubicBezTo>
                    <a:pt x="175" y="174"/>
                    <a:pt x="152" y="140"/>
                    <a:pt x="130" y="106"/>
                  </a:cubicBezTo>
                  <a:cubicBezTo>
                    <a:pt x="119" y="87"/>
                    <a:pt x="107" y="70"/>
                    <a:pt x="93" y="54"/>
                  </a:cubicBezTo>
                  <a:cubicBezTo>
                    <a:pt x="89" y="51"/>
                    <a:pt x="86" y="46"/>
                    <a:pt x="82" y="42"/>
                  </a:cubicBezTo>
                  <a:cubicBezTo>
                    <a:pt x="81" y="41"/>
                    <a:pt x="70" y="34"/>
                    <a:pt x="68" y="34"/>
                  </a:cubicBezTo>
                  <a:cubicBezTo>
                    <a:pt x="68" y="34"/>
                    <a:pt x="69" y="34"/>
                    <a:pt x="70" y="35"/>
                  </a:cubicBezTo>
                  <a:cubicBezTo>
                    <a:pt x="61" y="29"/>
                    <a:pt x="53" y="18"/>
                    <a:pt x="47" y="9"/>
                  </a:cubicBezTo>
                  <a:cubicBezTo>
                    <a:pt x="42" y="3"/>
                    <a:pt x="35" y="0"/>
                    <a:pt x="2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304;p40"/>
            <p:cNvSpPr/>
            <p:nvPr/>
          </p:nvSpPr>
          <p:spPr>
            <a:xfrm>
              <a:off x="1453680" y="3201840"/>
              <a:ext cx="97560" cy="61920"/>
            </a:xfrm>
            <a:custGeom>
              <a:avLst/>
              <a:gdLst>
                <a:gd name="textAreaLeft" fmla="*/ 0 w 97560"/>
                <a:gd name="textAreaRight" fmla="*/ 97920 w 975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864" h="560">
                  <a:moveTo>
                    <a:pt x="12" y="0"/>
                  </a:moveTo>
                  <a:cubicBezTo>
                    <a:pt x="7" y="0"/>
                    <a:pt x="1" y="10"/>
                    <a:pt x="7" y="16"/>
                  </a:cubicBezTo>
                  <a:cubicBezTo>
                    <a:pt x="29" y="37"/>
                    <a:pt x="51" y="58"/>
                    <a:pt x="75" y="75"/>
                  </a:cubicBezTo>
                  <a:cubicBezTo>
                    <a:pt x="87" y="85"/>
                    <a:pt x="98" y="97"/>
                    <a:pt x="110" y="106"/>
                  </a:cubicBezTo>
                  <a:cubicBezTo>
                    <a:pt x="122" y="114"/>
                    <a:pt x="136" y="122"/>
                    <a:pt x="148" y="131"/>
                  </a:cubicBezTo>
                  <a:cubicBezTo>
                    <a:pt x="201" y="168"/>
                    <a:pt x="256" y="199"/>
                    <a:pt x="309" y="233"/>
                  </a:cubicBezTo>
                  <a:cubicBezTo>
                    <a:pt x="361" y="267"/>
                    <a:pt x="413" y="304"/>
                    <a:pt x="466" y="338"/>
                  </a:cubicBezTo>
                  <a:cubicBezTo>
                    <a:pt x="492" y="355"/>
                    <a:pt x="517" y="372"/>
                    <a:pt x="544" y="389"/>
                  </a:cubicBezTo>
                  <a:cubicBezTo>
                    <a:pt x="559" y="399"/>
                    <a:pt x="577" y="406"/>
                    <a:pt x="592" y="416"/>
                  </a:cubicBezTo>
                  <a:cubicBezTo>
                    <a:pt x="600" y="420"/>
                    <a:pt x="616" y="432"/>
                    <a:pt x="627" y="439"/>
                  </a:cubicBezTo>
                  <a:cubicBezTo>
                    <a:pt x="687" y="477"/>
                    <a:pt x="746" y="523"/>
                    <a:pt x="808" y="556"/>
                  </a:cubicBezTo>
                  <a:cubicBezTo>
                    <a:pt x="813" y="558"/>
                    <a:pt x="817" y="559"/>
                    <a:pt x="821" y="559"/>
                  </a:cubicBezTo>
                  <a:cubicBezTo>
                    <a:pt x="846" y="559"/>
                    <a:pt x="864" y="525"/>
                    <a:pt x="846" y="505"/>
                  </a:cubicBezTo>
                  <a:cubicBezTo>
                    <a:pt x="805" y="455"/>
                    <a:pt x="751" y="416"/>
                    <a:pt x="702" y="375"/>
                  </a:cubicBezTo>
                  <a:cubicBezTo>
                    <a:pt x="679" y="355"/>
                    <a:pt x="652" y="337"/>
                    <a:pt x="633" y="317"/>
                  </a:cubicBezTo>
                  <a:cubicBezTo>
                    <a:pt x="608" y="294"/>
                    <a:pt x="580" y="275"/>
                    <a:pt x="552" y="256"/>
                  </a:cubicBezTo>
                  <a:cubicBezTo>
                    <a:pt x="500" y="220"/>
                    <a:pt x="446" y="189"/>
                    <a:pt x="391" y="158"/>
                  </a:cubicBezTo>
                  <a:cubicBezTo>
                    <a:pt x="335" y="125"/>
                    <a:pt x="278" y="88"/>
                    <a:pt x="217" y="63"/>
                  </a:cubicBezTo>
                  <a:cubicBezTo>
                    <a:pt x="201" y="56"/>
                    <a:pt x="184" y="49"/>
                    <a:pt x="169" y="42"/>
                  </a:cubicBezTo>
                  <a:cubicBezTo>
                    <a:pt x="153" y="36"/>
                    <a:pt x="136" y="30"/>
                    <a:pt x="119" y="26"/>
                  </a:cubicBezTo>
                  <a:cubicBezTo>
                    <a:pt x="100" y="21"/>
                    <a:pt x="83" y="15"/>
                    <a:pt x="67" y="10"/>
                  </a:cubicBezTo>
                  <a:cubicBezTo>
                    <a:pt x="49" y="6"/>
                    <a:pt x="32" y="4"/>
                    <a:pt x="14" y="1"/>
                  </a:cubicBezTo>
                  <a:cubicBezTo>
                    <a:pt x="14" y="0"/>
                    <a:pt x="13" y="0"/>
                    <a:pt x="1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305;p40"/>
            <p:cNvSpPr/>
            <p:nvPr/>
          </p:nvSpPr>
          <p:spPr>
            <a:xfrm>
              <a:off x="1275840" y="3402720"/>
              <a:ext cx="55080" cy="19332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193320"/>
                <a:gd name="textAreaBottom" fmla="*/ 193680 h 193320"/>
              </a:gdLst>
              <a:ahLst/>
              <a:cxnLst/>
              <a:rect l="textAreaLeft" t="textAreaTop" r="textAreaRight" b="textAreaBottom"/>
              <a:pathLst>
                <a:path w="490" h="1747">
                  <a:moveTo>
                    <a:pt x="75" y="1"/>
                  </a:moveTo>
                  <a:cubicBezTo>
                    <a:pt x="57" y="1"/>
                    <a:pt x="37" y="13"/>
                    <a:pt x="34" y="36"/>
                  </a:cubicBezTo>
                  <a:cubicBezTo>
                    <a:pt x="1" y="262"/>
                    <a:pt x="28" y="493"/>
                    <a:pt x="67" y="718"/>
                  </a:cubicBezTo>
                  <a:cubicBezTo>
                    <a:pt x="85" y="828"/>
                    <a:pt x="109" y="937"/>
                    <a:pt x="136" y="1047"/>
                  </a:cubicBezTo>
                  <a:cubicBezTo>
                    <a:pt x="150" y="1102"/>
                    <a:pt x="166" y="1157"/>
                    <a:pt x="181" y="1212"/>
                  </a:cubicBezTo>
                  <a:cubicBezTo>
                    <a:pt x="185" y="1228"/>
                    <a:pt x="190" y="1244"/>
                    <a:pt x="196" y="1260"/>
                  </a:cubicBezTo>
                  <a:cubicBezTo>
                    <a:pt x="202" y="1273"/>
                    <a:pt x="208" y="1287"/>
                    <a:pt x="214" y="1300"/>
                  </a:cubicBezTo>
                  <a:cubicBezTo>
                    <a:pt x="225" y="1326"/>
                    <a:pt x="234" y="1354"/>
                    <a:pt x="244" y="1380"/>
                  </a:cubicBezTo>
                  <a:cubicBezTo>
                    <a:pt x="266" y="1437"/>
                    <a:pt x="289" y="1496"/>
                    <a:pt x="314" y="1552"/>
                  </a:cubicBezTo>
                  <a:cubicBezTo>
                    <a:pt x="326" y="1581"/>
                    <a:pt x="339" y="1611"/>
                    <a:pt x="351" y="1639"/>
                  </a:cubicBezTo>
                  <a:cubicBezTo>
                    <a:pt x="367" y="1671"/>
                    <a:pt x="383" y="1699"/>
                    <a:pt x="403" y="1729"/>
                  </a:cubicBezTo>
                  <a:cubicBezTo>
                    <a:pt x="410" y="1741"/>
                    <a:pt x="422" y="1746"/>
                    <a:pt x="434" y="1746"/>
                  </a:cubicBezTo>
                  <a:cubicBezTo>
                    <a:pt x="461" y="1746"/>
                    <a:pt x="489" y="1723"/>
                    <a:pt x="481" y="1694"/>
                  </a:cubicBezTo>
                  <a:cubicBezTo>
                    <a:pt x="451" y="1585"/>
                    <a:pt x="405" y="1481"/>
                    <a:pt x="371" y="1372"/>
                  </a:cubicBezTo>
                  <a:cubicBezTo>
                    <a:pt x="367" y="1359"/>
                    <a:pt x="363" y="1347"/>
                    <a:pt x="359" y="1333"/>
                  </a:cubicBezTo>
                  <a:cubicBezTo>
                    <a:pt x="358" y="1327"/>
                    <a:pt x="355" y="1321"/>
                    <a:pt x="353" y="1315"/>
                  </a:cubicBezTo>
                  <a:cubicBezTo>
                    <a:pt x="353" y="1315"/>
                    <a:pt x="352" y="1312"/>
                    <a:pt x="352" y="1311"/>
                  </a:cubicBezTo>
                  <a:lnTo>
                    <a:pt x="352" y="1311"/>
                  </a:lnTo>
                  <a:cubicBezTo>
                    <a:pt x="352" y="1311"/>
                    <a:pt x="352" y="1312"/>
                    <a:pt x="352" y="1312"/>
                  </a:cubicBezTo>
                  <a:cubicBezTo>
                    <a:pt x="353" y="1312"/>
                    <a:pt x="352" y="1312"/>
                    <a:pt x="352" y="1311"/>
                  </a:cubicBezTo>
                  <a:cubicBezTo>
                    <a:pt x="352" y="1310"/>
                    <a:pt x="352" y="1309"/>
                    <a:pt x="352" y="1309"/>
                  </a:cubicBezTo>
                  <a:lnTo>
                    <a:pt x="352" y="1309"/>
                  </a:lnTo>
                  <a:cubicBezTo>
                    <a:pt x="352" y="1309"/>
                    <a:pt x="352" y="1310"/>
                    <a:pt x="352" y="1311"/>
                  </a:cubicBezTo>
                  <a:lnTo>
                    <a:pt x="352" y="1311"/>
                  </a:lnTo>
                  <a:cubicBezTo>
                    <a:pt x="351" y="1308"/>
                    <a:pt x="349" y="1300"/>
                    <a:pt x="349" y="1300"/>
                  </a:cubicBezTo>
                  <a:cubicBezTo>
                    <a:pt x="341" y="1273"/>
                    <a:pt x="334" y="1248"/>
                    <a:pt x="330" y="1221"/>
                  </a:cubicBezTo>
                  <a:cubicBezTo>
                    <a:pt x="328" y="1211"/>
                    <a:pt x="326" y="1200"/>
                    <a:pt x="322" y="1190"/>
                  </a:cubicBezTo>
                  <a:cubicBezTo>
                    <a:pt x="322" y="1189"/>
                    <a:pt x="320" y="1184"/>
                    <a:pt x="320" y="1184"/>
                  </a:cubicBezTo>
                  <a:lnTo>
                    <a:pt x="320" y="1184"/>
                  </a:lnTo>
                  <a:cubicBezTo>
                    <a:pt x="320" y="1184"/>
                    <a:pt x="320" y="1185"/>
                    <a:pt x="320" y="1188"/>
                  </a:cubicBezTo>
                  <a:cubicBezTo>
                    <a:pt x="321" y="1190"/>
                    <a:pt x="321" y="1190"/>
                    <a:pt x="321" y="1190"/>
                  </a:cubicBezTo>
                  <a:cubicBezTo>
                    <a:pt x="321" y="1190"/>
                    <a:pt x="318" y="1183"/>
                    <a:pt x="318" y="1180"/>
                  </a:cubicBezTo>
                  <a:cubicBezTo>
                    <a:pt x="315" y="1167"/>
                    <a:pt x="311" y="1155"/>
                    <a:pt x="308" y="1141"/>
                  </a:cubicBezTo>
                  <a:cubicBezTo>
                    <a:pt x="300" y="1113"/>
                    <a:pt x="293" y="1086"/>
                    <a:pt x="284" y="1058"/>
                  </a:cubicBezTo>
                  <a:cubicBezTo>
                    <a:pt x="256" y="952"/>
                    <a:pt x="232" y="843"/>
                    <a:pt x="211" y="733"/>
                  </a:cubicBezTo>
                  <a:cubicBezTo>
                    <a:pt x="190" y="623"/>
                    <a:pt x="177" y="513"/>
                    <a:pt x="161" y="404"/>
                  </a:cubicBezTo>
                  <a:cubicBezTo>
                    <a:pt x="152" y="342"/>
                    <a:pt x="149" y="280"/>
                    <a:pt x="140" y="218"/>
                  </a:cubicBezTo>
                  <a:cubicBezTo>
                    <a:pt x="130" y="157"/>
                    <a:pt x="123" y="93"/>
                    <a:pt x="112" y="31"/>
                  </a:cubicBezTo>
                  <a:cubicBezTo>
                    <a:pt x="109" y="10"/>
                    <a:pt x="92" y="1"/>
                    <a:pt x="75" y="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306;p40"/>
            <p:cNvSpPr/>
            <p:nvPr/>
          </p:nvSpPr>
          <p:spPr>
            <a:xfrm>
              <a:off x="1586520" y="3703320"/>
              <a:ext cx="1041480" cy="525240"/>
            </a:xfrm>
            <a:custGeom>
              <a:avLst/>
              <a:gdLst>
                <a:gd name="textAreaLeft" fmla="*/ 0 w 1041480"/>
                <a:gd name="textAreaRight" fmla="*/ 1041840 w 1041480"/>
                <a:gd name="textAreaTop" fmla="*/ 0 h 525240"/>
                <a:gd name="textAreaBottom" fmla="*/ 525600 h 525240"/>
              </a:gdLst>
              <a:ahLst/>
              <a:cxnLst/>
              <a:rect l="textAreaLeft" t="textAreaTop" r="textAreaRight" b="textAreaBottom"/>
              <a:pathLst>
                <a:path w="9199" h="4740">
                  <a:moveTo>
                    <a:pt x="80" y="0"/>
                  </a:moveTo>
                  <a:cubicBezTo>
                    <a:pt x="39" y="0"/>
                    <a:pt x="0" y="51"/>
                    <a:pt x="32" y="95"/>
                  </a:cubicBezTo>
                  <a:cubicBezTo>
                    <a:pt x="433" y="654"/>
                    <a:pt x="898" y="1166"/>
                    <a:pt x="1404" y="1632"/>
                  </a:cubicBezTo>
                  <a:cubicBezTo>
                    <a:pt x="1909" y="2095"/>
                    <a:pt x="2452" y="2511"/>
                    <a:pt x="3031" y="2878"/>
                  </a:cubicBezTo>
                  <a:cubicBezTo>
                    <a:pt x="3614" y="3247"/>
                    <a:pt x="4228" y="3568"/>
                    <a:pt x="4864" y="3835"/>
                  </a:cubicBezTo>
                  <a:cubicBezTo>
                    <a:pt x="5501" y="4103"/>
                    <a:pt x="6159" y="4315"/>
                    <a:pt x="6831" y="4470"/>
                  </a:cubicBezTo>
                  <a:cubicBezTo>
                    <a:pt x="7496" y="4625"/>
                    <a:pt x="8179" y="4716"/>
                    <a:pt x="8862" y="4740"/>
                  </a:cubicBezTo>
                  <a:cubicBezTo>
                    <a:pt x="8870" y="4740"/>
                    <a:pt x="8878" y="4740"/>
                    <a:pt x="8885" y="4740"/>
                  </a:cubicBezTo>
                  <a:cubicBezTo>
                    <a:pt x="8965" y="4740"/>
                    <a:pt x="9045" y="4726"/>
                    <a:pt x="9124" y="4718"/>
                  </a:cubicBezTo>
                  <a:cubicBezTo>
                    <a:pt x="9198" y="4709"/>
                    <a:pt x="9190" y="4599"/>
                    <a:pt x="9119" y="4589"/>
                  </a:cubicBezTo>
                  <a:cubicBezTo>
                    <a:pt x="9036" y="4575"/>
                    <a:pt x="8951" y="4553"/>
                    <a:pt x="8868" y="4546"/>
                  </a:cubicBezTo>
                  <a:cubicBezTo>
                    <a:pt x="8783" y="4541"/>
                    <a:pt x="8699" y="4534"/>
                    <a:pt x="8614" y="4525"/>
                  </a:cubicBezTo>
                  <a:cubicBezTo>
                    <a:pt x="8445" y="4510"/>
                    <a:pt x="8276" y="4489"/>
                    <a:pt x="8108" y="4469"/>
                  </a:cubicBezTo>
                  <a:cubicBezTo>
                    <a:pt x="7770" y="4427"/>
                    <a:pt x="7435" y="4369"/>
                    <a:pt x="7103" y="4297"/>
                  </a:cubicBezTo>
                  <a:cubicBezTo>
                    <a:pt x="6451" y="4156"/>
                    <a:pt x="5803" y="3964"/>
                    <a:pt x="5175" y="3717"/>
                  </a:cubicBezTo>
                  <a:cubicBezTo>
                    <a:pt x="4549" y="3470"/>
                    <a:pt x="3944" y="3170"/>
                    <a:pt x="3368" y="2823"/>
                  </a:cubicBezTo>
                  <a:cubicBezTo>
                    <a:pt x="2788" y="2472"/>
                    <a:pt x="2233" y="2073"/>
                    <a:pt x="1714" y="1634"/>
                  </a:cubicBezTo>
                  <a:cubicBezTo>
                    <a:pt x="1201" y="1199"/>
                    <a:pt x="730" y="721"/>
                    <a:pt x="287" y="215"/>
                  </a:cubicBezTo>
                  <a:cubicBezTo>
                    <a:pt x="231" y="150"/>
                    <a:pt x="176" y="87"/>
                    <a:pt x="121" y="22"/>
                  </a:cubicBezTo>
                  <a:cubicBezTo>
                    <a:pt x="109" y="7"/>
                    <a:pt x="94" y="0"/>
                    <a:pt x="8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3" name="PlaceHolder 2"/>
          <p:cNvSpPr>
            <a:spLocks noGrp="1"/>
          </p:cNvSpPr>
          <p:nvPr>
            <p:ph type="title"/>
          </p:nvPr>
        </p:nvSpPr>
        <p:spPr>
          <a:xfrm>
            <a:off x="704880" y="457200"/>
            <a:ext cx="7705440" cy="47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Conclusions</a:t>
            </a:r>
            <a:endParaRPr b="0" lang="fr-FR" sz="3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2428920" y="-21240"/>
            <a:ext cx="4285800" cy="219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200" strike="noStrike" u="none">
                <a:solidFill>
                  <a:schemeClr val="dk1"/>
                </a:solidFill>
                <a:effectLst/>
                <a:uFillTx/>
                <a:latin typeface="IM Fell French Canon SC"/>
                <a:ea typeface="IM Fell French Canon SC"/>
              </a:rPr>
              <a:t>Thanks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subTitle"/>
          </p:nvPr>
        </p:nvSpPr>
        <p:spPr>
          <a:xfrm>
            <a:off x="2428920" y="1608840"/>
            <a:ext cx="4295520" cy="11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youremail@freepik.com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+91  620 421 838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Barlow"/>
                <a:ea typeface="Barlow"/>
              </a:rPr>
              <a:t>yourcompany.com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6" name="Google Shape;2073;p46"/>
          <p:cNvSpPr/>
          <p:nvPr/>
        </p:nvSpPr>
        <p:spPr>
          <a:xfrm>
            <a:off x="3076560" y="4419720"/>
            <a:ext cx="29998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294000" bIns="-3294000" anchor="t">
            <a:spAutoFit/>
          </a:bodyPr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17" name="Google Shape;2074;p46"/>
          <p:cNvGrpSpPr/>
          <p:nvPr/>
        </p:nvGrpSpPr>
        <p:grpSpPr>
          <a:xfrm>
            <a:off x="3211560" y="3080520"/>
            <a:ext cx="2720520" cy="345600"/>
            <a:chOff x="3211560" y="3080520"/>
            <a:chExt cx="2720520" cy="345600"/>
          </a:xfrm>
        </p:grpSpPr>
        <p:sp>
          <p:nvSpPr>
            <p:cNvPr id="418" name="Google Shape;2075;p46"/>
            <p:cNvSpPr/>
            <p:nvPr/>
          </p:nvSpPr>
          <p:spPr>
            <a:xfrm>
              <a:off x="3211560" y="3080520"/>
              <a:ext cx="345240" cy="34560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345600"/>
                <a:gd name="textAreaBottom" fmla="*/ 345960 h 345600"/>
              </a:gdLst>
              <a:ahLst/>
              <a:cxnLst/>
              <a:rect l="textAreaLeft" t="textAreaTop" r="textAreaRight" b="textAreaBottom"/>
              <a:pathLst>
                <a:path w="10860" h="10872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19" name="Google Shape;2076;p46"/>
            <p:cNvGrpSpPr/>
            <p:nvPr/>
          </p:nvGrpSpPr>
          <p:grpSpPr>
            <a:xfrm>
              <a:off x="4002840" y="3080520"/>
              <a:ext cx="345600" cy="345240"/>
              <a:chOff x="4002840" y="3080520"/>
              <a:chExt cx="345600" cy="345240"/>
            </a:xfrm>
          </p:grpSpPr>
          <p:sp>
            <p:nvSpPr>
              <p:cNvPr id="420" name="Google Shape;2077;p46"/>
              <p:cNvSpPr/>
              <p:nvPr/>
            </p:nvSpPr>
            <p:spPr>
              <a:xfrm>
                <a:off x="4002840" y="3080520"/>
                <a:ext cx="345600" cy="345240"/>
              </a:xfrm>
              <a:custGeom>
                <a:avLst/>
                <a:gdLst>
                  <a:gd name="textAreaLeft" fmla="*/ 0 w 345600"/>
                  <a:gd name="textAreaRight" fmla="*/ 345960 w 345600"/>
                  <a:gd name="textAreaTop" fmla="*/ 0 h 345240"/>
                  <a:gd name="textAreaBottom" fmla="*/ 345600 h 34524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1" name="Google Shape;2078;p46"/>
              <p:cNvSpPr/>
              <p:nvPr/>
            </p:nvSpPr>
            <p:spPr>
              <a:xfrm>
                <a:off x="4067640" y="3145680"/>
                <a:ext cx="214920" cy="214920"/>
              </a:xfrm>
              <a:custGeom>
                <a:avLst/>
                <a:gdLst>
                  <a:gd name="textAreaLeft" fmla="*/ 0 w 214920"/>
                  <a:gd name="textAreaRight" fmla="*/ 215280 w 21492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6764" h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2" name="Google Shape;2079;p46"/>
              <p:cNvSpPr/>
              <p:nvPr/>
            </p:nvSpPr>
            <p:spPr>
              <a:xfrm>
                <a:off x="4117680" y="3196800"/>
                <a:ext cx="114480" cy="112320"/>
              </a:xfrm>
              <a:custGeom>
                <a:avLst/>
                <a:gdLst>
                  <a:gd name="textAreaLeft" fmla="*/ 0 w 114480"/>
                  <a:gd name="textAreaRight" fmla="*/ 114840 w 114480"/>
                  <a:gd name="textAreaTop" fmla="*/ 0 h 112320"/>
                  <a:gd name="textAreaBottom" fmla="*/ 112680 h 112320"/>
                </a:gdLst>
                <a:ahLst/>
                <a:cxnLst/>
                <a:rect l="textAreaLeft" t="textAreaTop" r="textAreaRight" b="textAreaBottom"/>
                <a:pathLst>
                  <a:path w="3607" h="3542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6160" bIns="56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2080;p46"/>
              <p:cNvSpPr/>
              <p:nvPr/>
            </p:nvSpPr>
            <p:spPr>
              <a:xfrm>
                <a:off x="4218840" y="3173400"/>
                <a:ext cx="29160" cy="28800"/>
              </a:xfrm>
              <a:custGeom>
                <a:avLst/>
                <a:gdLst>
                  <a:gd name="textAreaLeft" fmla="*/ 0 w 29160"/>
                  <a:gd name="textAreaRight" fmla="*/ 29520 w 29160"/>
                  <a:gd name="textAreaTop" fmla="*/ 0 h 28800"/>
                  <a:gd name="textAreaBottom" fmla="*/ 29160 h 28800"/>
                </a:gdLst>
                <a:ahLst/>
                <a:cxnLst/>
                <a:rect l="textAreaLeft" t="textAreaTop" r="textAreaRight" b="textAreaBottom"/>
                <a:pathLst>
                  <a:path w="929" h="918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4400" bIns="144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4" name="Google Shape;2081;p46"/>
            <p:cNvGrpSpPr/>
            <p:nvPr/>
          </p:nvGrpSpPr>
          <p:grpSpPr>
            <a:xfrm>
              <a:off x="4794840" y="3080520"/>
              <a:ext cx="345600" cy="345240"/>
              <a:chOff x="4794840" y="3080520"/>
              <a:chExt cx="345600" cy="345240"/>
            </a:xfrm>
          </p:grpSpPr>
          <p:sp>
            <p:nvSpPr>
              <p:cNvPr id="425" name="Google Shape;2082;p46"/>
              <p:cNvSpPr/>
              <p:nvPr/>
            </p:nvSpPr>
            <p:spPr>
              <a:xfrm>
                <a:off x="4794840" y="3080520"/>
                <a:ext cx="345600" cy="345240"/>
              </a:xfrm>
              <a:custGeom>
                <a:avLst/>
                <a:gdLst>
                  <a:gd name="textAreaLeft" fmla="*/ 0 w 345600"/>
                  <a:gd name="textAreaRight" fmla="*/ 345960 w 345600"/>
                  <a:gd name="textAreaTop" fmla="*/ 0 h 345240"/>
                  <a:gd name="textAreaBottom" fmla="*/ 345600 h 345240"/>
                </a:gdLst>
                <a:ahLst/>
                <a:cxnLst/>
                <a:rect l="textAreaLeft" t="textAreaTop" r="textAreaRight" b="textAreaBottom"/>
                <a:pathLst>
                  <a:path w="10871" h="10860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52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299" y="8240"/>
                      <a:pt x="10871" y="6871"/>
                      <a:pt x="10871" y="5430"/>
                    </a:cubicBezTo>
                    <a:cubicBezTo>
                      <a:pt x="10871" y="3989"/>
                      <a:pt x="10299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2083;p46"/>
              <p:cNvSpPr/>
              <p:nvPr/>
            </p:nvSpPr>
            <p:spPr>
              <a:xfrm>
                <a:off x="4864680" y="3168000"/>
                <a:ext cx="227160" cy="185400"/>
              </a:xfrm>
              <a:custGeom>
                <a:avLst/>
                <a:gdLst>
                  <a:gd name="textAreaLeft" fmla="*/ 0 w 227160"/>
                  <a:gd name="textAreaRight" fmla="*/ 227520 w 227160"/>
                  <a:gd name="textAreaTop" fmla="*/ 0 h 185400"/>
                  <a:gd name="textAreaBottom" fmla="*/ 185760 h 185400"/>
                </a:gdLst>
                <a:ahLst/>
                <a:cxnLst/>
                <a:rect l="textAreaLeft" t="textAreaTop" r="textAreaRight" b="textAreaBottom"/>
                <a:pathLst>
                  <a:path w="7144" h="5835">
                    <a:moveTo>
                      <a:pt x="4620" y="0"/>
                    </a:moveTo>
                    <a:cubicBezTo>
                      <a:pt x="3727" y="0"/>
                      <a:pt x="2977" y="691"/>
                      <a:pt x="2905" y="1572"/>
                    </a:cubicBezTo>
                    <a:cubicBezTo>
                      <a:pt x="2727" y="1548"/>
                      <a:pt x="2358" y="1441"/>
                      <a:pt x="2262" y="1405"/>
                    </a:cubicBezTo>
                    <a:cubicBezTo>
                      <a:pt x="1643" y="1203"/>
                      <a:pt x="1072" y="810"/>
                      <a:pt x="631" y="322"/>
                    </a:cubicBezTo>
                    <a:cubicBezTo>
                      <a:pt x="596" y="298"/>
                      <a:pt x="572" y="274"/>
                      <a:pt x="524" y="262"/>
                    </a:cubicBezTo>
                    <a:cubicBezTo>
                      <a:pt x="517" y="261"/>
                      <a:pt x="509" y="260"/>
                      <a:pt x="501" y="260"/>
                    </a:cubicBezTo>
                    <a:cubicBezTo>
                      <a:pt x="436" y="260"/>
                      <a:pt x="367" y="304"/>
                      <a:pt x="346" y="357"/>
                    </a:cubicBezTo>
                    <a:cubicBezTo>
                      <a:pt x="238" y="572"/>
                      <a:pt x="179" y="810"/>
                      <a:pt x="179" y="1048"/>
                    </a:cubicBezTo>
                    <a:cubicBezTo>
                      <a:pt x="179" y="1393"/>
                      <a:pt x="286" y="1727"/>
                      <a:pt x="476" y="1977"/>
                    </a:cubicBezTo>
                    <a:cubicBezTo>
                      <a:pt x="466" y="1975"/>
                      <a:pt x="456" y="1974"/>
                      <a:pt x="446" y="1974"/>
                    </a:cubicBezTo>
                    <a:cubicBezTo>
                      <a:pt x="397" y="1974"/>
                      <a:pt x="349" y="1997"/>
                      <a:pt x="310" y="2036"/>
                    </a:cubicBezTo>
                    <a:cubicBezTo>
                      <a:pt x="286" y="2060"/>
                      <a:pt x="286" y="2108"/>
                      <a:pt x="274" y="2143"/>
                    </a:cubicBezTo>
                    <a:lnTo>
                      <a:pt x="274" y="2203"/>
                    </a:lnTo>
                    <a:cubicBezTo>
                      <a:pt x="274" y="2655"/>
                      <a:pt x="476" y="3072"/>
                      <a:pt x="822" y="3358"/>
                    </a:cubicBezTo>
                    <a:cubicBezTo>
                      <a:pt x="786" y="3370"/>
                      <a:pt x="774" y="3405"/>
                      <a:pt x="762" y="3417"/>
                    </a:cubicBezTo>
                    <a:cubicBezTo>
                      <a:pt x="750" y="3465"/>
                      <a:pt x="727" y="3513"/>
                      <a:pt x="750" y="3548"/>
                    </a:cubicBezTo>
                    <a:cubicBezTo>
                      <a:pt x="893" y="4024"/>
                      <a:pt x="1262" y="4405"/>
                      <a:pt x="1727" y="4548"/>
                    </a:cubicBezTo>
                    <a:cubicBezTo>
                      <a:pt x="1310" y="4798"/>
                      <a:pt x="834" y="4941"/>
                      <a:pt x="334" y="4941"/>
                    </a:cubicBezTo>
                    <a:lnTo>
                      <a:pt x="191" y="4941"/>
                    </a:lnTo>
                    <a:cubicBezTo>
                      <a:pt x="107" y="4941"/>
                      <a:pt x="36" y="5001"/>
                      <a:pt x="12" y="5084"/>
                    </a:cubicBezTo>
                    <a:cubicBezTo>
                      <a:pt x="0" y="5156"/>
                      <a:pt x="48" y="5239"/>
                      <a:pt x="107" y="5263"/>
                    </a:cubicBezTo>
                    <a:cubicBezTo>
                      <a:pt x="727" y="5632"/>
                      <a:pt x="1465" y="5834"/>
                      <a:pt x="2191" y="5834"/>
                    </a:cubicBezTo>
                    <a:cubicBezTo>
                      <a:pt x="3072" y="5834"/>
                      <a:pt x="3905" y="5560"/>
                      <a:pt x="4596" y="5060"/>
                    </a:cubicBezTo>
                    <a:cubicBezTo>
                      <a:pt x="4691" y="5001"/>
                      <a:pt x="4691" y="4858"/>
                      <a:pt x="4620" y="4786"/>
                    </a:cubicBezTo>
                    <a:cubicBezTo>
                      <a:pt x="4587" y="4754"/>
                      <a:pt x="4544" y="4735"/>
                      <a:pt x="4499" y="4735"/>
                    </a:cubicBezTo>
                    <a:cubicBezTo>
                      <a:pt x="4463" y="4735"/>
                      <a:pt x="4426" y="4748"/>
                      <a:pt x="4394" y="4775"/>
                    </a:cubicBezTo>
                    <a:cubicBezTo>
                      <a:pt x="3763" y="5215"/>
                      <a:pt x="3013" y="5489"/>
                      <a:pt x="2191" y="5489"/>
                    </a:cubicBezTo>
                    <a:cubicBezTo>
                      <a:pt x="1727" y="5489"/>
                      <a:pt x="1262" y="5394"/>
                      <a:pt x="846" y="5239"/>
                    </a:cubicBezTo>
                    <a:cubicBezTo>
                      <a:pt x="1369" y="5144"/>
                      <a:pt x="1846" y="4917"/>
                      <a:pt x="2262" y="4584"/>
                    </a:cubicBezTo>
                    <a:cubicBezTo>
                      <a:pt x="2310" y="4536"/>
                      <a:pt x="2334" y="4477"/>
                      <a:pt x="2322" y="4417"/>
                    </a:cubicBezTo>
                    <a:cubicBezTo>
                      <a:pt x="2310" y="4346"/>
                      <a:pt x="2239" y="4286"/>
                      <a:pt x="2155" y="4286"/>
                    </a:cubicBezTo>
                    <a:cubicBezTo>
                      <a:pt x="1739" y="4263"/>
                      <a:pt x="1369" y="4048"/>
                      <a:pt x="1167" y="3691"/>
                    </a:cubicBezTo>
                    <a:cubicBezTo>
                      <a:pt x="1250" y="3691"/>
                      <a:pt x="1358" y="3667"/>
                      <a:pt x="1441" y="3643"/>
                    </a:cubicBezTo>
                    <a:cubicBezTo>
                      <a:pt x="1524" y="3632"/>
                      <a:pt x="1584" y="3572"/>
                      <a:pt x="1584" y="3489"/>
                    </a:cubicBezTo>
                    <a:cubicBezTo>
                      <a:pt x="1596" y="3405"/>
                      <a:pt x="1536" y="3334"/>
                      <a:pt x="1441" y="3298"/>
                    </a:cubicBezTo>
                    <a:cubicBezTo>
                      <a:pt x="1000" y="3191"/>
                      <a:pt x="667" y="2822"/>
                      <a:pt x="596" y="2381"/>
                    </a:cubicBezTo>
                    <a:lnTo>
                      <a:pt x="596" y="2381"/>
                    </a:lnTo>
                    <a:cubicBezTo>
                      <a:pt x="727" y="2405"/>
                      <a:pt x="869" y="2417"/>
                      <a:pt x="1000" y="2417"/>
                    </a:cubicBezTo>
                    <a:cubicBezTo>
                      <a:pt x="1084" y="2417"/>
                      <a:pt x="1143" y="2358"/>
                      <a:pt x="1167" y="2274"/>
                    </a:cubicBezTo>
                    <a:cubicBezTo>
                      <a:pt x="1179" y="2203"/>
                      <a:pt x="1131" y="2143"/>
                      <a:pt x="1072" y="2108"/>
                    </a:cubicBezTo>
                    <a:cubicBezTo>
                      <a:pt x="703" y="1881"/>
                      <a:pt x="476" y="1488"/>
                      <a:pt x="476" y="1048"/>
                    </a:cubicBezTo>
                    <a:cubicBezTo>
                      <a:pt x="476" y="953"/>
                      <a:pt x="488" y="846"/>
                      <a:pt x="524" y="738"/>
                    </a:cubicBezTo>
                    <a:cubicBezTo>
                      <a:pt x="965" y="1191"/>
                      <a:pt x="1524" y="1524"/>
                      <a:pt x="2120" y="1727"/>
                    </a:cubicBezTo>
                    <a:cubicBezTo>
                      <a:pt x="2120" y="1727"/>
                      <a:pt x="2715" y="1905"/>
                      <a:pt x="2929" y="1917"/>
                    </a:cubicBezTo>
                    <a:lnTo>
                      <a:pt x="3024" y="1917"/>
                    </a:lnTo>
                    <a:cubicBezTo>
                      <a:pt x="3096" y="1917"/>
                      <a:pt x="3167" y="1869"/>
                      <a:pt x="3191" y="1798"/>
                    </a:cubicBezTo>
                    <a:cubicBezTo>
                      <a:pt x="3203" y="1786"/>
                      <a:pt x="3203" y="1750"/>
                      <a:pt x="3203" y="1738"/>
                    </a:cubicBezTo>
                    <a:lnTo>
                      <a:pt x="3203" y="1703"/>
                    </a:lnTo>
                    <a:cubicBezTo>
                      <a:pt x="3203" y="953"/>
                      <a:pt x="3810" y="334"/>
                      <a:pt x="4572" y="334"/>
                    </a:cubicBezTo>
                    <a:cubicBezTo>
                      <a:pt x="4941" y="334"/>
                      <a:pt x="5287" y="488"/>
                      <a:pt x="5549" y="750"/>
                    </a:cubicBezTo>
                    <a:cubicBezTo>
                      <a:pt x="5585" y="787"/>
                      <a:pt x="5621" y="802"/>
                      <a:pt x="5663" y="802"/>
                    </a:cubicBezTo>
                    <a:cubicBezTo>
                      <a:pt x="5676" y="802"/>
                      <a:pt x="5689" y="801"/>
                      <a:pt x="5703" y="798"/>
                    </a:cubicBezTo>
                    <a:cubicBezTo>
                      <a:pt x="5882" y="762"/>
                      <a:pt x="6049" y="738"/>
                      <a:pt x="6203" y="679"/>
                    </a:cubicBezTo>
                    <a:lnTo>
                      <a:pt x="6203" y="679"/>
                    </a:lnTo>
                    <a:cubicBezTo>
                      <a:pt x="6120" y="762"/>
                      <a:pt x="6013" y="857"/>
                      <a:pt x="5894" y="917"/>
                    </a:cubicBezTo>
                    <a:cubicBezTo>
                      <a:pt x="5822" y="965"/>
                      <a:pt x="5787" y="1048"/>
                      <a:pt x="5822" y="1143"/>
                    </a:cubicBezTo>
                    <a:cubicBezTo>
                      <a:pt x="5846" y="1203"/>
                      <a:pt x="5930" y="1250"/>
                      <a:pt x="6001" y="1250"/>
                    </a:cubicBezTo>
                    <a:cubicBezTo>
                      <a:pt x="6144" y="1227"/>
                      <a:pt x="6287" y="1215"/>
                      <a:pt x="6418" y="1167"/>
                    </a:cubicBezTo>
                    <a:lnTo>
                      <a:pt x="6418" y="1167"/>
                    </a:lnTo>
                    <a:cubicBezTo>
                      <a:pt x="6299" y="1286"/>
                      <a:pt x="6168" y="1405"/>
                      <a:pt x="6013" y="1512"/>
                    </a:cubicBezTo>
                    <a:cubicBezTo>
                      <a:pt x="5965" y="1548"/>
                      <a:pt x="5941" y="1608"/>
                      <a:pt x="5941" y="1655"/>
                    </a:cubicBezTo>
                    <a:lnTo>
                      <a:pt x="5941" y="1679"/>
                    </a:lnTo>
                    <a:lnTo>
                      <a:pt x="5941" y="1703"/>
                    </a:lnTo>
                    <a:lnTo>
                      <a:pt x="5941" y="1727"/>
                    </a:lnTo>
                    <a:cubicBezTo>
                      <a:pt x="5941" y="2691"/>
                      <a:pt x="5572" y="3572"/>
                      <a:pt x="4977" y="4227"/>
                    </a:cubicBezTo>
                    <a:cubicBezTo>
                      <a:pt x="4918" y="4298"/>
                      <a:pt x="4918" y="4405"/>
                      <a:pt x="4977" y="4465"/>
                    </a:cubicBezTo>
                    <a:cubicBezTo>
                      <a:pt x="5011" y="4499"/>
                      <a:pt x="5053" y="4514"/>
                      <a:pt x="5096" y="4514"/>
                    </a:cubicBezTo>
                    <a:cubicBezTo>
                      <a:pt x="5143" y="4514"/>
                      <a:pt x="5190" y="4496"/>
                      <a:pt x="5227" y="4465"/>
                    </a:cubicBezTo>
                    <a:cubicBezTo>
                      <a:pt x="5894" y="3715"/>
                      <a:pt x="6263" y="2762"/>
                      <a:pt x="6287" y="1750"/>
                    </a:cubicBezTo>
                    <a:cubicBezTo>
                      <a:pt x="6596" y="1524"/>
                      <a:pt x="6846" y="1250"/>
                      <a:pt x="7061" y="917"/>
                    </a:cubicBezTo>
                    <a:cubicBezTo>
                      <a:pt x="7144" y="857"/>
                      <a:pt x="7132" y="750"/>
                      <a:pt x="7061" y="715"/>
                    </a:cubicBezTo>
                    <a:cubicBezTo>
                      <a:pt x="7029" y="683"/>
                      <a:pt x="6987" y="667"/>
                      <a:pt x="6937" y="667"/>
                    </a:cubicBezTo>
                    <a:cubicBezTo>
                      <a:pt x="6912" y="667"/>
                      <a:pt x="6886" y="671"/>
                      <a:pt x="6858" y="679"/>
                    </a:cubicBezTo>
                    <a:cubicBezTo>
                      <a:pt x="6775" y="726"/>
                      <a:pt x="6680" y="750"/>
                      <a:pt x="6596" y="786"/>
                    </a:cubicBezTo>
                    <a:cubicBezTo>
                      <a:pt x="6680" y="667"/>
                      <a:pt x="6763" y="512"/>
                      <a:pt x="6823" y="369"/>
                    </a:cubicBezTo>
                    <a:cubicBezTo>
                      <a:pt x="6834" y="310"/>
                      <a:pt x="6834" y="238"/>
                      <a:pt x="6787" y="191"/>
                    </a:cubicBezTo>
                    <a:cubicBezTo>
                      <a:pt x="6750" y="153"/>
                      <a:pt x="6703" y="135"/>
                      <a:pt x="6659" y="135"/>
                    </a:cubicBezTo>
                    <a:cubicBezTo>
                      <a:pt x="6632" y="135"/>
                      <a:pt x="6607" y="142"/>
                      <a:pt x="6584" y="155"/>
                    </a:cubicBezTo>
                    <a:cubicBezTo>
                      <a:pt x="6322" y="310"/>
                      <a:pt x="6061" y="393"/>
                      <a:pt x="5775" y="441"/>
                    </a:cubicBezTo>
                    <a:cubicBezTo>
                      <a:pt x="5465" y="143"/>
                      <a:pt x="5048" y="0"/>
                      <a:pt x="46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7" name="Google Shape;2084;p46"/>
            <p:cNvGrpSpPr/>
            <p:nvPr/>
          </p:nvGrpSpPr>
          <p:grpSpPr>
            <a:xfrm>
              <a:off x="5586480" y="3080520"/>
              <a:ext cx="345600" cy="345240"/>
              <a:chOff x="5586480" y="3080520"/>
              <a:chExt cx="345600" cy="345240"/>
            </a:xfrm>
          </p:grpSpPr>
          <p:grpSp>
            <p:nvGrpSpPr>
              <p:cNvPr id="428" name="Google Shape;2085;p46"/>
              <p:cNvGrpSpPr/>
              <p:nvPr/>
            </p:nvGrpSpPr>
            <p:grpSpPr>
              <a:xfrm>
                <a:off x="5657400" y="3137400"/>
                <a:ext cx="203760" cy="231840"/>
                <a:chOff x="5657400" y="3137400"/>
                <a:chExt cx="203760" cy="231840"/>
              </a:xfrm>
            </p:grpSpPr>
            <p:sp>
              <p:nvSpPr>
                <p:cNvPr id="429" name="Google Shape;2086;p46"/>
                <p:cNvSpPr/>
                <p:nvPr/>
              </p:nvSpPr>
              <p:spPr>
                <a:xfrm>
                  <a:off x="5657400" y="3246480"/>
                  <a:ext cx="118080" cy="122760"/>
                </a:xfrm>
                <a:custGeom>
                  <a:avLst/>
                  <a:gdLst>
                    <a:gd name="textAreaLeft" fmla="*/ 0 w 118080"/>
                    <a:gd name="textAreaRight" fmla="*/ 118440 w 118080"/>
                    <a:gd name="textAreaTop" fmla="*/ 0 h 122760"/>
                    <a:gd name="textAreaBottom" fmla="*/ 123120 h 122760"/>
                  </a:gdLst>
                  <a:ahLst/>
                  <a:cxnLst/>
                  <a:rect l="textAreaLeft" t="textAreaTop" r="textAreaRight" b="textAreaBottom"/>
                  <a:pathLst>
                    <a:path w="106179" h="110289">
                      <a:moveTo>
                        <a:pt x="19199" y="1"/>
                      </a:moveTo>
                      <a:cubicBezTo>
                        <a:pt x="18076" y="1"/>
                        <a:pt x="16954" y="466"/>
                        <a:pt x="16148" y="1404"/>
                      </a:cubicBezTo>
                      <a:cubicBezTo>
                        <a:pt x="5840" y="13310"/>
                        <a:pt x="1" y="28739"/>
                        <a:pt x="33" y="44494"/>
                      </a:cubicBezTo>
                      <a:cubicBezTo>
                        <a:pt x="33" y="62077"/>
                        <a:pt x="6916" y="78582"/>
                        <a:pt x="19442" y="91010"/>
                      </a:cubicBezTo>
                      <a:cubicBezTo>
                        <a:pt x="31968" y="103439"/>
                        <a:pt x="48572" y="110289"/>
                        <a:pt x="66252" y="110289"/>
                      </a:cubicBezTo>
                      <a:cubicBezTo>
                        <a:pt x="69546" y="110289"/>
                        <a:pt x="72939" y="110060"/>
                        <a:pt x="76201" y="109571"/>
                      </a:cubicBezTo>
                      <a:cubicBezTo>
                        <a:pt x="86248" y="108071"/>
                        <a:pt x="95675" y="104352"/>
                        <a:pt x="103895" y="98643"/>
                      </a:cubicBezTo>
                      <a:cubicBezTo>
                        <a:pt x="105983" y="97208"/>
                        <a:pt x="106179" y="94272"/>
                        <a:pt x="104417" y="92478"/>
                      </a:cubicBezTo>
                      <a:cubicBezTo>
                        <a:pt x="104384" y="92348"/>
                        <a:pt x="104384" y="92315"/>
                        <a:pt x="104352" y="92315"/>
                      </a:cubicBezTo>
                      <a:cubicBezTo>
                        <a:pt x="103555" y="91537"/>
                        <a:pt x="102517" y="91128"/>
                        <a:pt x="101470" y="91128"/>
                      </a:cubicBezTo>
                      <a:cubicBezTo>
                        <a:pt x="100673" y="91128"/>
                        <a:pt x="99870" y="91365"/>
                        <a:pt x="99165" y="91859"/>
                      </a:cubicBezTo>
                      <a:cubicBezTo>
                        <a:pt x="91956" y="96849"/>
                        <a:pt x="83769" y="100111"/>
                        <a:pt x="74994" y="101416"/>
                      </a:cubicBezTo>
                      <a:cubicBezTo>
                        <a:pt x="72091" y="101808"/>
                        <a:pt x="69155" y="102069"/>
                        <a:pt x="66252" y="102069"/>
                      </a:cubicBezTo>
                      <a:cubicBezTo>
                        <a:pt x="50757" y="102069"/>
                        <a:pt x="36176" y="96066"/>
                        <a:pt x="25216" y="85171"/>
                      </a:cubicBezTo>
                      <a:cubicBezTo>
                        <a:pt x="14256" y="74309"/>
                        <a:pt x="8221" y="59826"/>
                        <a:pt x="8188" y="44462"/>
                      </a:cubicBezTo>
                      <a:cubicBezTo>
                        <a:pt x="8188" y="30664"/>
                        <a:pt x="13277" y="17126"/>
                        <a:pt x="22313" y="6721"/>
                      </a:cubicBezTo>
                      <a:cubicBezTo>
                        <a:pt x="23650" y="5188"/>
                        <a:pt x="23650" y="2904"/>
                        <a:pt x="22248" y="1404"/>
                      </a:cubicBezTo>
                      <a:lnTo>
                        <a:pt x="22215" y="1338"/>
                      </a:lnTo>
                      <a:cubicBezTo>
                        <a:pt x="21407" y="449"/>
                        <a:pt x="20302" y="1"/>
                        <a:pt x="191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61560" bIns="6156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0" name="Google Shape;2087;p46"/>
                <p:cNvSpPr/>
                <p:nvPr/>
              </p:nvSpPr>
              <p:spPr>
                <a:xfrm>
                  <a:off x="5693760" y="3137400"/>
                  <a:ext cx="167400" cy="195480"/>
                </a:xfrm>
                <a:custGeom>
                  <a:avLst/>
                  <a:gdLst>
                    <a:gd name="textAreaLeft" fmla="*/ 0 w 167400"/>
                    <a:gd name="textAreaRight" fmla="*/ 167760 w 167400"/>
                    <a:gd name="textAreaTop" fmla="*/ 0 h 195480"/>
                    <a:gd name="textAreaBottom" fmla="*/ 195840 h 195480"/>
                  </a:gdLst>
                  <a:ahLst/>
                  <a:cxnLst/>
                  <a:rect l="textAreaLeft" t="textAreaTop" r="textAreaRight" b="textAreaBottom"/>
                  <a:pathLst>
                    <a:path w="150412" h="175609">
                      <a:moveTo>
                        <a:pt x="63610" y="0"/>
                      </a:moveTo>
                      <a:cubicBezTo>
                        <a:pt x="61359" y="0"/>
                        <a:pt x="59532" y="1827"/>
                        <a:pt x="59532" y="4078"/>
                      </a:cubicBezTo>
                      <a:lnTo>
                        <a:pt x="59532" y="93228"/>
                      </a:lnTo>
                      <a:lnTo>
                        <a:pt x="59467" y="142060"/>
                      </a:lnTo>
                      <a:cubicBezTo>
                        <a:pt x="59467" y="153020"/>
                        <a:pt x="52421" y="162741"/>
                        <a:pt x="41950" y="166199"/>
                      </a:cubicBezTo>
                      <a:cubicBezTo>
                        <a:pt x="39320" y="167047"/>
                        <a:pt x="36616" y="167503"/>
                        <a:pt x="33881" y="167503"/>
                      </a:cubicBezTo>
                      <a:cubicBezTo>
                        <a:pt x="33462" y="167503"/>
                        <a:pt x="33042" y="167493"/>
                        <a:pt x="32621" y="167471"/>
                      </a:cubicBezTo>
                      <a:cubicBezTo>
                        <a:pt x="19181" y="166818"/>
                        <a:pt x="8515" y="155793"/>
                        <a:pt x="8319" y="142419"/>
                      </a:cubicBezTo>
                      <a:cubicBezTo>
                        <a:pt x="8221" y="135569"/>
                        <a:pt x="10798" y="129143"/>
                        <a:pt x="15593" y="124250"/>
                      </a:cubicBezTo>
                      <a:cubicBezTo>
                        <a:pt x="20454" y="119291"/>
                        <a:pt x="26978" y="116584"/>
                        <a:pt x="33926" y="116584"/>
                      </a:cubicBezTo>
                      <a:cubicBezTo>
                        <a:pt x="36633" y="116584"/>
                        <a:pt x="39373" y="117041"/>
                        <a:pt x="41983" y="117889"/>
                      </a:cubicBezTo>
                      <a:cubicBezTo>
                        <a:pt x="42399" y="118019"/>
                        <a:pt x="42825" y="118082"/>
                        <a:pt x="43246" y="118082"/>
                      </a:cubicBezTo>
                      <a:cubicBezTo>
                        <a:pt x="44409" y="118082"/>
                        <a:pt x="45540" y="117600"/>
                        <a:pt x="46354" y="116714"/>
                      </a:cubicBezTo>
                      <a:cubicBezTo>
                        <a:pt x="47006" y="115931"/>
                        <a:pt x="47332" y="114920"/>
                        <a:pt x="47332" y="113909"/>
                      </a:cubicBezTo>
                      <a:lnTo>
                        <a:pt x="47332" y="81028"/>
                      </a:lnTo>
                      <a:cubicBezTo>
                        <a:pt x="47332" y="79038"/>
                        <a:pt x="45865" y="77277"/>
                        <a:pt x="43875" y="76983"/>
                      </a:cubicBezTo>
                      <a:cubicBezTo>
                        <a:pt x="40547" y="76494"/>
                        <a:pt x="37220" y="76233"/>
                        <a:pt x="33926" y="76233"/>
                      </a:cubicBezTo>
                      <a:cubicBezTo>
                        <a:pt x="26651" y="76233"/>
                        <a:pt x="19638" y="77407"/>
                        <a:pt x="12984" y="79593"/>
                      </a:cubicBezTo>
                      <a:cubicBezTo>
                        <a:pt x="10831" y="80311"/>
                        <a:pt x="9820" y="82724"/>
                        <a:pt x="10831" y="84780"/>
                      </a:cubicBezTo>
                      <a:lnTo>
                        <a:pt x="10831" y="84812"/>
                      </a:lnTo>
                      <a:cubicBezTo>
                        <a:pt x="10961" y="85008"/>
                        <a:pt x="11092" y="85269"/>
                        <a:pt x="11157" y="85465"/>
                      </a:cubicBezTo>
                      <a:cubicBezTo>
                        <a:pt x="11790" y="86730"/>
                        <a:pt x="13091" y="87485"/>
                        <a:pt x="14435" y="87485"/>
                      </a:cubicBezTo>
                      <a:cubicBezTo>
                        <a:pt x="14823" y="87485"/>
                        <a:pt x="15214" y="87423"/>
                        <a:pt x="15593" y="87291"/>
                      </a:cubicBezTo>
                      <a:cubicBezTo>
                        <a:pt x="21400" y="85367"/>
                        <a:pt x="27565" y="84388"/>
                        <a:pt x="33860" y="84388"/>
                      </a:cubicBezTo>
                      <a:cubicBezTo>
                        <a:pt x="35622" y="84388"/>
                        <a:pt x="37383" y="84486"/>
                        <a:pt x="39145" y="84649"/>
                      </a:cubicBezTo>
                      <a:lnTo>
                        <a:pt x="39145" y="108853"/>
                      </a:lnTo>
                      <a:cubicBezTo>
                        <a:pt x="37383" y="108592"/>
                        <a:pt x="35622" y="108462"/>
                        <a:pt x="33860" y="108462"/>
                      </a:cubicBezTo>
                      <a:cubicBezTo>
                        <a:pt x="24727" y="108462"/>
                        <a:pt x="16180" y="112050"/>
                        <a:pt x="9787" y="118541"/>
                      </a:cubicBezTo>
                      <a:cubicBezTo>
                        <a:pt x="3426" y="124967"/>
                        <a:pt x="1" y="133481"/>
                        <a:pt x="99" y="142549"/>
                      </a:cubicBezTo>
                      <a:cubicBezTo>
                        <a:pt x="360" y="160197"/>
                        <a:pt x="14452" y="174712"/>
                        <a:pt x="32164" y="175561"/>
                      </a:cubicBezTo>
                      <a:cubicBezTo>
                        <a:pt x="32758" y="175593"/>
                        <a:pt x="33351" y="175609"/>
                        <a:pt x="33941" y="175609"/>
                      </a:cubicBezTo>
                      <a:cubicBezTo>
                        <a:pt x="37530" y="175609"/>
                        <a:pt x="41044" y="175018"/>
                        <a:pt x="44462" y="173897"/>
                      </a:cubicBezTo>
                      <a:cubicBezTo>
                        <a:pt x="58325" y="169330"/>
                        <a:pt x="67622" y="156543"/>
                        <a:pt x="67622" y="142027"/>
                      </a:cubicBezTo>
                      <a:lnTo>
                        <a:pt x="67687" y="93163"/>
                      </a:lnTo>
                      <a:lnTo>
                        <a:pt x="67687" y="8155"/>
                      </a:lnTo>
                      <a:lnTo>
                        <a:pt x="78321" y="8155"/>
                      </a:lnTo>
                      <a:cubicBezTo>
                        <a:pt x="81697" y="8133"/>
                        <a:pt x="85305" y="8095"/>
                        <a:pt x="88344" y="8095"/>
                      </a:cubicBezTo>
                      <a:cubicBezTo>
                        <a:pt x="89709" y="8095"/>
                        <a:pt x="90960" y="8103"/>
                        <a:pt x="92022" y="8123"/>
                      </a:cubicBezTo>
                      <a:cubicBezTo>
                        <a:pt x="93098" y="21073"/>
                        <a:pt x="98643" y="33110"/>
                        <a:pt x="107973" y="42374"/>
                      </a:cubicBezTo>
                      <a:cubicBezTo>
                        <a:pt x="117269" y="51573"/>
                        <a:pt x="129339" y="57053"/>
                        <a:pt x="142256" y="58031"/>
                      </a:cubicBezTo>
                      <a:cubicBezTo>
                        <a:pt x="142256" y="64131"/>
                        <a:pt x="142289" y="76005"/>
                        <a:pt x="142354" y="82333"/>
                      </a:cubicBezTo>
                      <a:cubicBezTo>
                        <a:pt x="133155" y="81876"/>
                        <a:pt x="124250" y="79821"/>
                        <a:pt x="115769" y="76233"/>
                      </a:cubicBezTo>
                      <a:cubicBezTo>
                        <a:pt x="109506" y="73624"/>
                        <a:pt x="103700" y="70198"/>
                        <a:pt x="98350" y="66088"/>
                      </a:cubicBezTo>
                      <a:cubicBezTo>
                        <a:pt x="97610" y="65524"/>
                        <a:pt x="96719" y="65238"/>
                        <a:pt x="95830" y="65238"/>
                      </a:cubicBezTo>
                      <a:cubicBezTo>
                        <a:pt x="95229" y="65238"/>
                        <a:pt x="94629" y="65369"/>
                        <a:pt x="94077" y="65632"/>
                      </a:cubicBezTo>
                      <a:cubicBezTo>
                        <a:pt x="92674" y="66284"/>
                        <a:pt x="91793" y="67752"/>
                        <a:pt x="91793" y="69318"/>
                      </a:cubicBezTo>
                      <a:lnTo>
                        <a:pt x="91956" y="142354"/>
                      </a:lnTo>
                      <a:cubicBezTo>
                        <a:pt x="91891" y="150443"/>
                        <a:pt x="90195" y="158272"/>
                        <a:pt x="86966" y="165514"/>
                      </a:cubicBezTo>
                      <a:cubicBezTo>
                        <a:pt x="86150" y="167308"/>
                        <a:pt x="86802" y="169428"/>
                        <a:pt x="88433" y="170472"/>
                      </a:cubicBezTo>
                      <a:cubicBezTo>
                        <a:pt x="88466" y="170472"/>
                        <a:pt x="88466" y="170505"/>
                        <a:pt x="88531" y="170505"/>
                      </a:cubicBezTo>
                      <a:cubicBezTo>
                        <a:pt x="89214" y="170960"/>
                        <a:pt x="89984" y="171174"/>
                        <a:pt x="90744" y="171174"/>
                      </a:cubicBezTo>
                      <a:cubicBezTo>
                        <a:pt x="92271" y="171174"/>
                        <a:pt x="93760" y="170311"/>
                        <a:pt x="94436" y="168808"/>
                      </a:cubicBezTo>
                      <a:cubicBezTo>
                        <a:pt x="98089" y="160555"/>
                        <a:pt x="100046" y="151650"/>
                        <a:pt x="100111" y="142354"/>
                      </a:cubicBezTo>
                      <a:lnTo>
                        <a:pt x="99850" y="77049"/>
                      </a:lnTo>
                      <a:lnTo>
                        <a:pt x="99850" y="77049"/>
                      </a:lnTo>
                      <a:cubicBezTo>
                        <a:pt x="103895" y="79593"/>
                        <a:pt x="108071" y="81844"/>
                        <a:pt x="112474" y="83670"/>
                      </a:cubicBezTo>
                      <a:cubicBezTo>
                        <a:pt x="123206" y="88205"/>
                        <a:pt x="134591" y="90521"/>
                        <a:pt x="146301" y="90521"/>
                      </a:cubicBezTo>
                      <a:cubicBezTo>
                        <a:pt x="147410" y="90521"/>
                        <a:pt x="148454" y="90097"/>
                        <a:pt x="149237" y="89346"/>
                      </a:cubicBezTo>
                      <a:cubicBezTo>
                        <a:pt x="149987" y="88563"/>
                        <a:pt x="150411" y="87552"/>
                        <a:pt x="150411" y="86443"/>
                      </a:cubicBezTo>
                      <a:lnTo>
                        <a:pt x="150379" y="70231"/>
                      </a:lnTo>
                      <a:lnTo>
                        <a:pt x="150313" y="54345"/>
                      </a:lnTo>
                      <a:cubicBezTo>
                        <a:pt x="150281" y="49974"/>
                        <a:pt x="146301" y="49942"/>
                        <a:pt x="146236" y="49942"/>
                      </a:cubicBezTo>
                      <a:cubicBezTo>
                        <a:pt x="120955" y="49942"/>
                        <a:pt x="100177" y="29358"/>
                        <a:pt x="99981" y="4045"/>
                      </a:cubicBezTo>
                      <a:cubicBezTo>
                        <a:pt x="99981" y="2121"/>
                        <a:pt x="98546" y="131"/>
                        <a:pt x="959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91440" bIns="9144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431" name="Google Shape;2088;p46"/>
              <p:cNvSpPr/>
              <p:nvPr/>
            </p:nvSpPr>
            <p:spPr>
              <a:xfrm>
                <a:off x="5586480" y="3080520"/>
                <a:ext cx="345600" cy="345240"/>
              </a:xfrm>
              <a:custGeom>
                <a:avLst/>
                <a:gdLst>
                  <a:gd name="textAreaLeft" fmla="*/ 0 w 345600"/>
                  <a:gd name="textAreaRight" fmla="*/ 345960 w 345600"/>
                  <a:gd name="textAreaTop" fmla="*/ 0 h 345240"/>
                  <a:gd name="textAreaBottom" fmla="*/ 345600 h 34524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intage Papyrus Minitheme by Slidesgo">
  <a:themeElements>
    <a:clrScheme name="Simple Light">
      <a:dk1>
        <a:srgbClr val="191919"/>
      </a:dk1>
      <a:lt1>
        <a:srgbClr val="b9ad92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ntage Papyrus Minitheme by Slidesgo">
  <a:themeElements>
    <a:clrScheme name="Simple Light">
      <a:dk1>
        <a:srgbClr val="191919"/>
      </a:dk1>
      <a:lt1>
        <a:srgbClr val="b9ad92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LibreOffice/25.2.4.3$Linux_X86_64 LibreOffice_project/520$Build-3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2026-02-21T17:36:48Z</dcterms:created>
  <dc:creator>Unknown Creator</dc:creator>
  <dc:description/>
  <dc:language>en-US</dc:language>
  <cp:lastModifiedBy>Unknown Creator</cp:lastModifiedBy>
  <dcterms:modified xsi:type="dcterms:W3CDTF">2026-02-21T17:36:48Z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